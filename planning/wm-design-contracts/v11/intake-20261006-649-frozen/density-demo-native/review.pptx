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WMDS foundation reference; synthetic labels. Source files and exact font identities are in layout-report.json. This Go layout profile requires PowerPoint qualification.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image" Target="../media/image-1002-2.sv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592f39e1ac4fbb3a59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6eee2d447d03ae90ea0d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adfa18026dcaa45f297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wmds.frame.46e22b84bf0d1fc494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wm.footer.rule"/>
          <p:cNvSpPr/>
          <p:nvPr/>
        </p:nvSpPr>
        <p:spPr>
          <a:xfrm>
            <a:off x="723900" y="60579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" name="wm.whiteboard.0.0"/>
          <p:cNvSpPr/>
          <p:nvPr/>
        </p:nvSpPr>
        <p:spPr>
          <a:xfrm>
            <a:off x="2667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4" name="wm.whiteboard.0.18"/>
          <p:cNvSpPr/>
          <p:nvPr/>
        </p:nvSpPr>
        <p:spPr>
          <a:xfrm>
            <a:off x="2667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5" name="wm.whiteboard.0.36"/>
          <p:cNvSpPr/>
          <p:nvPr/>
        </p:nvSpPr>
        <p:spPr>
          <a:xfrm>
            <a:off x="2667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6" name="wm.whiteboard.0.54"/>
          <p:cNvSpPr/>
          <p:nvPr/>
        </p:nvSpPr>
        <p:spPr>
          <a:xfrm>
            <a:off x="266700" y="9144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7" name="wm.whiteboard.0.72"/>
          <p:cNvSpPr/>
          <p:nvPr/>
        </p:nvSpPr>
        <p:spPr>
          <a:xfrm>
            <a:off x="266700" y="1143000"/>
            <a:ext cx="38100" cy="38100"/>
          </a:xfrm>
          <a:prstGeom prst="rect">
            <a:avLst/>
          </a:prstGeom>
          <a:solidFill>
            <a:srgbClr val="CED7E6">
              <a:alpha val="85305"/>
            </a:srgbClr>
          </a:solidFill>
          <a:ln>
            <a:noFill/>
          </a:ln>
        </p:spPr>
      </p:sp>
      <p:sp>
        <p:nvSpPr>
          <p:cNvPr id="8" name="wm.whiteboard.0.90"/>
          <p:cNvSpPr/>
          <p:nvPr/>
        </p:nvSpPr>
        <p:spPr>
          <a:xfrm>
            <a:off x="266700" y="1371600"/>
            <a:ext cx="38100" cy="38100"/>
          </a:xfrm>
          <a:prstGeom prst="rect">
            <a:avLst/>
          </a:prstGeom>
          <a:solidFill>
            <a:srgbClr val="CED7E6">
              <a:alpha val="68524"/>
            </a:srgbClr>
          </a:solidFill>
          <a:ln>
            <a:noFill/>
          </a:ln>
        </p:spPr>
      </p:sp>
      <p:sp>
        <p:nvSpPr>
          <p:cNvPr id="9" name="wm.whiteboard.0.108"/>
          <p:cNvSpPr/>
          <p:nvPr/>
        </p:nvSpPr>
        <p:spPr>
          <a:xfrm>
            <a:off x="266700" y="1600200"/>
            <a:ext cx="38100" cy="38100"/>
          </a:xfrm>
          <a:prstGeom prst="rect">
            <a:avLst/>
          </a:prstGeom>
          <a:solidFill>
            <a:srgbClr val="CED7E6">
              <a:alpha val="51742"/>
            </a:srgbClr>
          </a:solidFill>
          <a:ln>
            <a:noFill/>
          </a:ln>
        </p:spPr>
      </p:sp>
      <p:sp>
        <p:nvSpPr>
          <p:cNvPr id="10" name="wm.whiteboard.0.126"/>
          <p:cNvSpPr/>
          <p:nvPr/>
        </p:nvSpPr>
        <p:spPr>
          <a:xfrm>
            <a:off x="266700" y="1828800"/>
            <a:ext cx="38100" cy="38100"/>
          </a:xfrm>
          <a:prstGeom prst="rect">
            <a:avLst/>
          </a:prstGeom>
          <a:solidFill>
            <a:srgbClr val="CED7E6">
              <a:alpha val="34959"/>
            </a:srgbClr>
          </a:solidFill>
          <a:ln>
            <a:noFill/>
          </a:ln>
        </p:spPr>
      </p:sp>
      <p:sp>
        <p:nvSpPr>
          <p:cNvPr id="11" name="wm.whiteboard.0.144"/>
          <p:cNvSpPr/>
          <p:nvPr/>
        </p:nvSpPr>
        <p:spPr>
          <a:xfrm>
            <a:off x="266700" y="2057400"/>
            <a:ext cx="38100" cy="38100"/>
          </a:xfrm>
          <a:prstGeom prst="rect">
            <a:avLst/>
          </a:prstGeom>
          <a:solidFill>
            <a:srgbClr val="CED7E6">
              <a:alpha val="18177"/>
            </a:srgbClr>
          </a:solidFill>
          <a:ln>
            <a:noFill/>
          </a:ln>
        </p:spPr>
      </p:sp>
      <p:sp>
        <p:nvSpPr>
          <p:cNvPr id="12" name="wm.whiteboard.0.162"/>
          <p:cNvSpPr/>
          <p:nvPr/>
        </p:nvSpPr>
        <p:spPr>
          <a:xfrm>
            <a:off x="266700" y="2286000"/>
            <a:ext cx="38100" cy="38100"/>
          </a:xfrm>
          <a:prstGeom prst="rect">
            <a:avLst/>
          </a:prstGeom>
          <a:solidFill>
            <a:srgbClr val="CED7E6">
              <a:alpha val="1394"/>
            </a:srgbClr>
          </a:solidFill>
          <a:ln>
            <a:noFill/>
          </a:ln>
        </p:spPr>
      </p:sp>
      <p:sp>
        <p:nvSpPr>
          <p:cNvPr id="13" name="wm.whiteboard.18.0"/>
          <p:cNvSpPr/>
          <p:nvPr/>
        </p:nvSpPr>
        <p:spPr>
          <a:xfrm>
            <a:off x="4953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4" name="wm.whiteboard.18.18"/>
          <p:cNvSpPr/>
          <p:nvPr/>
        </p:nvSpPr>
        <p:spPr>
          <a:xfrm>
            <a:off x="4953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5" name="wm.whiteboard.18.36"/>
          <p:cNvSpPr/>
          <p:nvPr/>
        </p:nvSpPr>
        <p:spPr>
          <a:xfrm>
            <a:off x="4953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16" name="wm.whiteboard.18.54"/>
          <p:cNvSpPr/>
          <p:nvPr/>
        </p:nvSpPr>
        <p:spPr>
          <a:xfrm>
            <a:off x="495300" y="914400"/>
            <a:ext cx="38100" cy="38100"/>
          </a:xfrm>
          <a:prstGeom prst="rect">
            <a:avLst/>
          </a:prstGeom>
          <a:solidFill>
            <a:srgbClr val="CED7E6">
              <a:alpha val="99988"/>
            </a:srgbClr>
          </a:solidFill>
          <a:ln>
            <a:noFill/>
          </a:ln>
        </p:spPr>
      </p:sp>
      <p:sp>
        <p:nvSpPr>
          <p:cNvPr id="17" name="wm.whiteboard.18.72"/>
          <p:cNvSpPr/>
          <p:nvPr/>
        </p:nvSpPr>
        <p:spPr>
          <a:xfrm>
            <a:off x="495300" y="1143000"/>
            <a:ext cx="38100" cy="38100"/>
          </a:xfrm>
          <a:prstGeom prst="rect">
            <a:avLst/>
          </a:prstGeom>
          <a:solidFill>
            <a:srgbClr val="CED7E6">
              <a:alpha val="83708"/>
            </a:srgbClr>
          </a:solidFill>
          <a:ln>
            <a:noFill/>
          </a:ln>
        </p:spPr>
      </p:sp>
      <p:sp>
        <p:nvSpPr>
          <p:cNvPr id="18" name="wm.whiteboard.18.90"/>
          <p:cNvSpPr/>
          <p:nvPr/>
        </p:nvSpPr>
        <p:spPr>
          <a:xfrm>
            <a:off x="495300" y="1371600"/>
            <a:ext cx="38100" cy="38100"/>
          </a:xfrm>
          <a:prstGeom prst="rect">
            <a:avLst/>
          </a:prstGeom>
          <a:solidFill>
            <a:srgbClr val="CED7E6">
              <a:alpha val="67236"/>
            </a:srgbClr>
          </a:solidFill>
          <a:ln>
            <a:noFill/>
          </a:ln>
        </p:spPr>
      </p:sp>
      <p:sp>
        <p:nvSpPr>
          <p:cNvPr id="19" name="wm.whiteboard.18.108"/>
          <p:cNvSpPr/>
          <p:nvPr/>
        </p:nvSpPr>
        <p:spPr>
          <a:xfrm>
            <a:off x="495300" y="1600200"/>
            <a:ext cx="38100" cy="38100"/>
          </a:xfrm>
          <a:prstGeom prst="rect">
            <a:avLst/>
          </a:prstGeom>
          <a:solidFill>
            <a:srgbClr val="CED7E6">
              <a:alpha val="50663"/>
            </a:srgbClr>
          </a:solidFill>
          <a:ln>
            <a:noFill/>
          </a:ln>
        </p:spPr>
      </p:sp>
      <p:sp>
        <p:nvSpPr>
          <p:cNvPr id="20" name="wm.whiteboard.18.126"/>
          <p:cNvSpPr/>
          <p:nvPr/>
        </p:nvSpPr>
        <p:spPr>
          <a:xfrm>
            <a:off x="495300" y="1828800"/>
            <a:ext cx="38100" cy="38100"/>
          </a:xfrm>
          <a:prstGeom prst="rect">
            <a:avLst/>
          </a:prstGeom>
          <a:solidFill>
            <a:srgbClr val="CED7E6">
              <a:alpha val="34032"/>
            </a:srgbClr>
          </a:solidFill>
          <a:ln>
            <a:noFill/>
          </a:ln>
        </p:spPr>
      </p:sp>
      <p:sp>
        <p:nvSpPr>
          <p:cNvPr id="21" name="wm.whiteboard.18.144"/>
          <p:cNvSpPr/>
          <p:nvPr/>
        </p:nvSpPr>
        <p:spPr>
          <a:xfrm>
            <a:off x="495300" y="2057400"/>
            <a:ext cx="38100" cy="38100"/>
          </a:xfrm>
          <a:prstGeom prst="rect">
            <a:avLst/>
          </a:prstGeom>
          <a:solidFill>
            <a:srgbClr val="CED7E6">
              <a:alpha val="17363"/>
            </a:srgbClr>
          </a:solidFill>
          <a:ln>
            <a:noFill/>
          </a:ln>
        </p:spPr>
      </p:sp>
      <p:sp>
        <p:nvSpPr>
          <p:cNvPr id="22" name="wm.whiteboard.18.162"/>
          <p:cNvSpPr/>
          <p:nvPr/>
        </p:nvSpPr>
        <p:spPr>
          <a:xfrm>
            <a:off x="495300" y="2286000"/>
            <a:ext cx="38100" cy="38100"/>
          </a:xfrm>
          <a:prstGeom prst="rect">
            <a:avLst/>
          </a:prstGeom>
          <a:solidFill>
            <a:srgbClr val="CED7E6">
              <a:alpha val="670"/>
            </a:srgbClr>
          </a:solidFill>
          <a:ln>
            <a:noFill/>
          </a:ln>
        </p:spPr>
      </p:sp>
      <p:sp>
        <p:nvSpPr>
          <p:cNvPr id="23" name="wm.whiteboard.36.0"/>
          <p:cNvSpPr/>
          <p:nvPr/>
        </p:nvSpPr>
        <p:spPr>
          <a:xfrm>
            <a:off x="7239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4" name="wm.whiteboard.36.18"/>
          <p:cNvSpPr/>
          <p:nvPr/>
        </p:nvSpPr>
        <p:spPr>
          <a:xfrm>
            <a:off x="7239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5" name="wm.whiteboard.36.36"/>
          <p:cNvSpPr/>
          <p:nvPr/>
        </p:nvSpPr>
        <p:spPr>
          <a:xfrm>
            <a:off x="723900" y="6858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26" name="wm.whiteboard.36.54"/>
          <p:cNvSpPr/>
          <p:nvPr/>
        </p:nvSpPr>
        <p:spPr>
          <a:xfrm>
            <a:off x="723900" y="914400"/>
            <a:ext cx="38100" cy="38100"/>
          </a:xfrm>
          <a:prstGeom prst="rect">
            <a:avLst/>
          </a:prstGeom>
          <a:solidFill>
            <a:srgbClr val="CED7E6">
              <a:alpha val="94671"/>
            </a:srgbClr>
          </a:solidFill>
          <a:ln>
            <a:noFill/>
          </a:ln>
        </p:spPr>
      </p:sp>
      <p:sp>
        <p:nvSpPr>
          <p:cNvPr id="27" name="wm.whiteboard.36.72"/>
          <p:cNvSpPr/>
          <p:nvPr/>
        </p:nvSpPr>
        <p:spPr>
          <a:xfrm>
            <a:off x="723900" y="1143000"/>
            <a:ext cx="38100" cy="38100"/>
          </a:xfrm>
          <a:prstGeom prst="rect">
            <a:avLst/>
          </a:prstGeom>
          <a:solidFill>
            <a:srgbClr val="CED7E6">
              <a:alpha val="79547"/>
            </a:srgbClr>
          </a:solidFill>
          <a:ln>
            <a:noFill/>
          </a:ln>
        </p:spPr>
      </p:sp>
      <p:sp>
        <p:nvSpPr>
          <p:cNvPr id="28" name="wm.whiteboard.36.90"/>
          <p:cNvSpPr/>
          <p:nvPr/>
        </p:nvSpPr>
        <p:spPr>
          <a:xfrm>
            <a:off x="723900" y="1371600"/>
            <a:ext cx="38100" cy="38100"/>
          </a:xfrm>
          <a:prstGeom prst="rect">
            <a:avLst/>
          </a:prstGeom>
          <a:solidFill>
            <a:srgbClr val="CED7E6">
              <a:alpha val="63833"/>
            </a:srgbClr>
          </a:solidFill>
          <a:ln>
            <a:noFill/>
          </a:ln>
        </p:spPr>
      </p:sp>
      <p:sp>
        <p:nvSpPr>
          <p:cNvPr id="29" name="wm.whiteboard.36.108"/>
          <p:cNvSpPr/>
          <p:nvPr/>
        </p:nvSpPr>
        <p:spPr>
          <a:xfrm>
            <a:off x="723900" y="1600200"/>
            <a:ext cx="38100" cy="38100"/>
          </a:xfrm>
          <a:prstGeom prst="rect">
            <a:avLst/>
          </a:prstGeom>
          <a:solidFill>
            <a:srgbClr val="CED7E6">
              <a:alpha val="47790"/>
            </a:srgbClr>
          </a:solidFill>
          <a:ln>
            <a:noFill/>
          </a:ln>
        </p:spPr>
      </p:sp>
      <p:sp>
        <p:nvSpPr>
          <p:cNvPr id="30" name="wm.whiteboard.36.126"/>
          <p:cNvSpPr/>
          <p:nvPr/>
        </p:nvSpPr>
        <p:spPr>
          <a:xfrm>
            <a:off x="723900" y="1828800"/>
            <a:ext cx="38100" cy="38100"/>
          </a:xfrm>
          <a:prstGeom prst="rect">
            <a:avLst/>
          </a:prstGeom>
          <a:solidFill>
            <a:srgbClr val="CED7E6">
              <a:alpha val="31549"/>
            </a:srgbClr>
          </a:solidFill>
          <a:ln>
            <a:noFill/>
          </a:ln>
        </p:spPr>
      </p:sp>
      <p:sp>
        <p:nvSpPr>
          <p:cNvPr id="31" name="wm.whiteboard.36.144"/>
          <p:cNvSpPr/>
          <p:nvPr/>
        </p:nvSpPr>
        <p:spPr>
          <a:xfrm>
            <a:off x="723900" y="2057400"/>
            <a:ext cx="38100" cy="38100"/>
          </a:xfrm>
          <a:prstGeom prst="rect">
            <a:avLst/>
          </a:prstGeom>
          <a:solidFill>
            <a:srgbClr val="CED7E6">
              <a:alpha val="15179"/>
            </a:srgbClr>
          </a:solidFill>
          <a:ln>
            <a:noFill/>
          </a:ln>
        </p:spPr>
      </p:sp>
      <p:sp>
        <p:nvSpPr>
          <p:cNvPr id="32" name="wm.whiteboard.54.0"/>
          <p:cNvSpPr/>
          <p:nvPr/>
        </p:nvSpPr>
        <p:spPr>
          <a:xfrm>
            <a:off x="952500" y="2286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3" name="wm.whiteboard.54.18"/>
          <p:cNvSpPr/>
          <p:nvPr/>
        </p:nvSpPr>
        <p:spPr>
          <a:xfrm>
            <a:off x="952500" y="457200"/>
            <a:ext cx="38100" cy="38100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sp>
        <p:nvSpPr>
          <p:cNvPr id="34" name="wm.whiteboard.54.36"/>
          <p:cNvSpPr/>
          <p:nvPr/>
        </p:nvSpPr>
        <p:spPr>
          <a:xfrm>
            <a:off x="952500" y="685800"/>
            <a:ext cx="38100" cy="38100"/>
          </a:xfrm>
          <a:prstGeom prst="rect">
            <a:avLst/>
          </a:prstGeom>
          <a:solidFill>
            <a:srgbClr val="CED7E6">
              <a:alpha val="98827"/>
            </a:srgbClr>
          </a:solidFill>
          <a:ln>
            <a:noFill/>
          </a:ln>
        </p:spPr>
      </p:sp>
      <p:sp>
        <p:nvSpPr>
          <p:cNvPr id="35" name="wm.whiteboard.54.54"/>
          <p:cNvSpPr/>
          <p:nvPr/>
        </p:nvSpPr>
        <p:spPr>
          <a:xfrm>
            <a:off x="952500" y="914400"/>
            <a:ext cx="38100" cy="38100"/>
          </a:xfrm>
          <a:prstGeom prst="rect">
            <a:avLst/>
          </a:prstGeom>
          <a:solidFill>
            <a:srgbClr val="CED7E6">
              <a:alpha val="86895"/>
            </a:srgbClr>
          </a:solidFill>
          <a:ln>
            <a:noFill/>
          </a:ln>
        </p:spPr>
      </p:sp>
      <p:sp>
        <p:nvSpPr>
          <p:cNvPr id="36" name="wm.whiteboard.54.72"/>
          <p:cNvSpPr/>
          <p:nvPr/>
        </p:nvSpPr>
        <p:spPr>
          <a:xfrm>
            <a:off x="952500" y="1143000"/>
            <a:ext cx="38100" cy="38100"/>
          </a:xfrm>
          <a:prstGeom prst="rect">
            <a:avLst/>
          </a:prstGeom>
          <a:solidFill>
            <a:srgbClr val="CED7E6">
              <a:alpha val="73217"/>
            </a:srgbClr>
          </a:solidFill>
          <a:ln>
            <a:noFill/>
          </a:ln>
        </p:spPr>
      </p:sp>
      <p:sp>
        <p:nvSpPr>
          <p:cNvPr id="37" name="wm.whiteboard.54.90"/>
          <p:cNvSpPr/>
          <p:nvPr/>
        </p:nvSpPr>
        <p:spPr>
          <a:xfrm>
            <a:off x="952500" y="1371600"/>
            <a:ext cx="38100" cy="38100"/>
          </a:xfrm>
          <a:prstGeom prst="rect">
            <a:avLst/>
          </a:prstGeom>
          <a:solidFill>
            <a:srgbClr val="CED7E6">
              <a:alpha val="58541"/>
            </a:srgbClr>
          </a:solidFill>
          <a:ln>
            <a:noFill/>
          </a:ln>
        </p:spPr>
      </p:sp>
      <p:sp>
        <p:nvSpPr>
          <p:cNvPr id="38" name="wm.whiteboard.54.108"/>
          <p:cNvSpPr/>
          <p:nvPr/>
        </p:nvSpPr>
        <p:spPr>
          <a:xfrm>
            <a:off x="952500" y="1600200"/>
            <a:ext cx="38100" cy="38100"/>
          </a:xfrm>
          <a:prstGeom prst="rect">
            <a:avLst/>
          </a:prstGeom>
          <a:solidFill>
            <a:srgbClr val="CED7E6">
              <a:alpha val="43263"/>
            </a:srgbClr>
          </a:solidFill>
          <a:ln>
            <a:noFill/>
          </a:ln>
        </p:spPr>
      </p:sp>
      <p:sp>
        <p:nvSpPr>
          <p:cNvPr id="39" name="wm.whiteboard.54.126"/>
          <p:cNvSpPr/>
          <p:nvPr/>
        </p:nvSpPr>
        <p:spPr>
          <a:xfrm>
            <a:off x="952500" y="1828800"/>
            <a:ext cx="38100" cy="38100"/>
          </a:xfrm>
          <a:prstGeom prst="rect">
            <a:avLst/>
          </a:prstGeom>
          <a:solidFill>
            <a:srgbClr val="CED7E6">
              <a:alpha val="27603"/>
            </a:srgbClr>
          </a:solidFill>
          <a:ln>
            <a:noFill/>
          </a:ln>
        </p:spPr>
      </p:sp>
      <p:sp>
        <p:nvSpPr>
          <p:cNvPr id="40" name="wm.whiteboard.54.144"/>
          <p:cNvSpPr/>
          <p:nvPr/>
        </p:nvSpPr>
        <p:spPr>
          <a:xfrm>
            <a:off x="952500" y="2057400"/>
            <a:ext cx="38100" cy="38100"/>
          </a:xfrm>
          <a:prstGeom prst="rect">
            <a:avLst/>
          </a:prstGeom>
          <a:solidFill>
            <a:srgbClr val="CED7E6">
              <a:alpha val="11687"/>
            </a:srgbClr>
          </a:solidFill>
          <a:ln>
            <a:noFill/>
          </a:ln>
        </p:spPr>
      </p:sp>
      <p:sp>
        <p:nvSpPr>
          <p:cNvPr id="41" name="wm.whiteboard.72.0"/>
          <p:cNvSpPr/>
          <p:nvPr/>
        </p:nvSpPr>
        <p:spPr>
          <a:xfrm>
            <a:off x="1181100" y="228600"/>
            <a:ext cx="38100" cy="38100"/>
          </a:xfrm>
          <a:prstGeom prst="rect">
            <a:avLst/>
          </a:prstGeom>
          <a:solidFill>
            <a:srgbClr val="CED7E6">
              <a:alpha val="97572"/>
            </a:srgbClr>
          </a:solidFill>
          <a:ln>
            <a:noFill/>
          </a:ln>
        </p:spPr>
      </p:sp>
      <p:sp>
        <p:nvSpPr>
          <p:cNvPr id="42" name="wm.whiteboard.72.18"/>
          <p:cNvSpPr/>
          <p:nvPr/>
        </p:nvSpPr>
        <p:spPr>
          <a:xfrm>
            <a:off x="1181100" y="457200"/>
            <a:ext cx="38100" cy="38100"/>
          </a:xfrm>
          <a:prstGeom prst="rect">
            <a:avLst/>
          </a:prstGeom>
          <a:solidFill>
            <a:srgbClr val="CED7E6">
              <a:alpha val="94724"/>
            </a:srgbClr>
          </a:solidFill>
          <a:ln>
            <a:noFill/>
          </a:ln>
        </p:spPr>
      </p:sp>
      <p:sp>
        <p:nvSpPr>
          <p:cNvPr id="43" name="wm.whiteboard.72.36"/>
          <p:cNvSpPr/>
          <p:nvPr/>
        </p:nvSpPr>
        <p:spPr>
          <a:xfrm>
            <a:off x="1181100" y="685800"/>
            <a:ext cx="38100" cy="38100"/>
          </a:xfrm>
          <a:prstGeom prst="rect">
            <a:avLst/>
          </a:prstGeom>
          <a:solidFill>
            <a:srgbClr val="CED7E6">
              <a:alpha val="87609"/>
            </a:srgbClr>
          </a:solidFill>
          <a:ln>
            <a:noFill/>
          </a:ln>
        </p:spPr>
      </p:sp>
      <p:sp>
        <p:nvSpPr>
          <p:cNvPr id="44" name="wm.whiteboard.72.54"/>
          <p:cNvSpPr/>
          <p:nvPr/>
        </p:nvSpPr>
        <p:spPr>
          <a:xfrm>
            <a:off x="1181100" y="914400"/>
            <a:ext cx="38100" cy="38100"/>
          </a:xfrm>
          <a:prstGeom prst="rect">
            <a:avLst/>
          </a:prstGeom>
          <a:solidFill>
            <a:srgbClr val="CED7E6">
              <a:alpha val="77408"/>
            </a:srgbClr>
          </a:solidFill>
          <a:ln>
            <a:noFill/>
          </a:ln>
        </p:spPr>
      </p:sp>
      <p:sp>
        <p:nvSpPr>
          <p:cNvPr id="45" name="wm.whiteboard.72.72"/>
          <p:cNvSpPr/>
          <p:nvPr/>
        </p:nvSpPr>
        <p:spPr>
          <a:xfrm>
            <a:off x="1181100" y="1143000"/>
            <a:ext cx="38100" cy="38100"/>
          </a:xfrm>
          <a:prstGeom prst="rect">
            <a:avLst/>
          </a:prstGeom>
          <a:solidFill>
            <a:srgbClr val="CED7E6">
              <a:alpha val="65181"/>
            </a:srgbClr>
          </a:solidFill>
          <a:ln>
            <a:noFill/>
          </a:ln>
        </p:spPr>
      </p:sp>
      <p:sp>
        <p:nvSpPr>
          <p:cNvPr id="46" name="wm.whiteboard.72.90"/>
          <p:cNvSpPr/>
          <p:nvPr/>
        </p:nvSpPr>
        <p:spPr>
          <a:xfrm>
            <a:off x="1181100" y="1371600"/>
            <a:ext cx="38100" cy="38100"/>
          </a:xfrm>
          <a:prstGeom prst="rect">
            <a:avLst/>
          </a:prstGeom>
          <a:solidFill>
            <a:srgbClr val="CED7E6">
              <a:alpha val="51653"/>
            </a:srgbClr>
          </a:solidFill>
          <a:ln>
            <a:noFill/>
          </a:ln>
        </p:spPr>
      </p:sp>
      <p:sp>
        <p:nvSpPr>
          <p:cNvPr id="47" name="wm.whiteboard.72.108"/>
          <p:cNvSpPr/>
          <p:nvPr/>
        </p:nvSpPr>
        <p:spPr>
          <a:xfrm>
            <a:off x="1181100" y="1600200"/>
            <a:ext cx="38100" cy="38100"/>
          </a:xfrm>
          <a:prstGeom prst="rect">
            <a:avLst/>
          </a:prstGeom>
          <a:solidFill>
            <a:srgbClr val="CED7E6">
              <a:alpha val="37275"/>
            </a:srgbClr>
          </a:solidFill>
          <a:ln>
            <a:noFill/>
          </a:ln>
        </p:spPr>
      </p:sp>
      <p:sp>
        <p:nvSpPr>
          <p:cNvPr id="48" name="wm.whiteboard.72.126"/>
          <p:cNvSpPr/>
          <p:nvPr/>
        </p:nvSpPr>
        <p:spPr>
          <a:xfrm>
            <a:off x="1181100" y="1828800"/>
            <a:ext cx="38100" cy="38100"/>
          </a:xfrm>
          <a:prstGeom prst="rect">
            <a:avLst/>
          </a:prstGeom>
          <a:solidFill>
            <a:srgbClr val="CED7E6">
              <a:alpha val="22326"/>
            </a:srgbClr>
          </a:solidFill>
          <a:ln>
            <a:noFill/>
          </a:ln>
        </p:spPr>
      </p:sp>
      <p:sp>
        <p:nvSpPr>
          <p:cNvPr id="49" name="wm.whiteboard.72.144"/>
          <p:cNvSpPr/>
          <p:nvPr/>
        </p:nvSpPr>
        <p:spPr>
          <a:xfrm>
            <a:off x="1181100" y="2057400"/>
            <a:ext cx="38100" cy="38100"/>
          </a:xfrm>
          <a:prstGeom prst="rect">
            <a:avLst/>
          </a:prstGeom>
          <a:solidFill>
            <a:srgbClr val="CED7E6">
              <a:alpha val="6980"/>
            </a:srgbClr>
          </a:solidFill>
          <a:ln>
            <a:noFill/>
          </a:ln>
        </p:spPr>
      </p:sp>
      <p:sp>
        <p:nvSpPr>
          <p:cNvPr id="50" name="wm.whiteboard.90.0"/>
          <p:cNvSpPr/>
          <p:nvPr/>
        </p:nvSpPr>
        <p:spPr>
          <a:xfrm>
            <a:off x="1409700" y="228600"/>
            <a:ext cx="38100" cy="38100"/>
          </a:xfrm>
          <a:prstGeom prst="rect">
            <a:avLst/>
          </a:prstGeom>
          <a:solidFill>
            <a:srgbClr val="CED7E6">
              <a:alpha val="83798"/>
            </a:srgbClr>
          </a:solidFill>
          <a:ln>
            <a:noFill/>
          </a:ln>
        </p:spPr>
      </p:sp>
      <p:sp>
        <p:nvSpPr>
          <p:cNvPr id="51" name="wm.whiteboard.90.18"/>
          <p:cNvSpPr/>
          <p:nvPr/>
        </p:nvSpPr>
        <p:spPr>
          <a:xfrm>
            <a:off x="1409700" y="457200"/>
            <a:ext cx="38100" cy="38100"/>
          </a:xfrm>
          <a:prstGeom prst="rect">
            <a:avLst/>
          </a:prstGeom>
          <a:solidFill>
            <a:srgbClr val="CED7E6">
              <a:alpha val="81490"/>
            </a:srgbClr>
          </a:solidFill>
          <a:ln>
            <a:noFill/>
          </a:ln>
        </p:spPr>
      </p:sp>
      <p:sp>
        <p:nvSpPr>
          <p:cNvPr id="52" name="wm.whiteboard.90.36"/>
          <p:cNvSpPr/>
          <p:nvPr/>
        </p:nvSpPr>
        <p:spPr>
          <a:xfrm>
            <a:off x="1409700" y="685800"/>
            <a:ext cx="38100" cy="38100"/>
          </a:xfrm>
          <a:prstGeom prst="rect">
            <a:avLst/>
          </a:prstGeom>
          <a:solidFill>
            <a:srgbClr val="CED7E6">
              <a:alpha val="75569"/>
            </a:srgbClr>
          </a:solidFill>
          <a:ln>
            <a:noFill/>
          </a:ln>
        </p:spPr>
      </p:sp>
      <p:sp>
        <p:nvSpPr>
          <p:cNvPr id="53" name="wm.whiteboard.90.54"/>
          <p:cNvSpPr/>
          <p:nvPr/>
        </p:nvSpPr>
        <p:spPr>
          <a:xfrm>
            <a:off x="1409700" y="914400"/>
            <a:ext cx="38100" cy="38100"/>
          </a:xfrm>
          <a:prstGeom prst="rect">
            <a:avLst/>
          </a:prstGeom>
          <a:solidFill>
            <a:srgbClr val="CED7E6">
              <a:alpha val="66767"/>
            </a:srgbClr>
          </a:solidFill>
          <a:ln>
            <a:noFill/>
          </a:ln>
        </p:spPr>
      </p:sp>
      <p:sp>
        <p:nvSpPr>
          <p:cNvPr id="54" name="wm.whiteboard.90.72"/>
          <p:cNvSpPr/>
          <p:nvPr/>
        </p:nvSpPr>
        <p:spPr>
          <a:xfrm>
            <a:off x="1409700" y="1143000"/>
            <a:ext cx="38100" cy="38100"/>
          </a:xfrm>
          <a:prstGeom prst="rect">
            <a:avLst/>
          </a:prstGeom>
          <a:solidFill>
            <a:srgbClr val="CED7E6">
              <a:alpha val="55859"/>
            </a:srgbClr>
          </a:solidFill>
          <a:ln>
            <a:noFill/>
          </a:ln>
        </p:spPr>
      </p:sp>
      <p:sp>
        <p:nvSpPr>
          <p:cNvPr id="55" name="wm.whiteboard.90.90"/>
          <p:cNvSpPr/>
          <p:nvPr/>
        </p:nvSpPr>
        <p:spPr>
          <a:xfrm>
            <a:off x="1409700" y="1371600"/>
            <a:ext cx="38100" cy="38100"/>
          </a:xfrm>
          <a:prstGeom prst="rect">
            <a:avLst/>
          </a:prstGeom>
          <a:solidFill>
            <a:srgbClr val="CED7E6">
              <a:alpha val="43468"/>
            </a:srgbClr>
          </a:solidFill>
          <a:ln>
            <a:noFill/>
          </a:ln>
        </p:spPr>
      </p:sp>
      <p:sp>
        <p:nvSpPr>
          <p:cNvPr id="56" name="wm.whiteboard.90.108"/>
          <p:cNvSpPr/>
          <p:nvPr/>
        </p:nvSpPr>
        <p:spPr>
          <a:xfrm>
            <a:off x="1409700" y="1600200"/>
            <a:ext cx="38100" cy="38100"/>
          </a:xfrm>
          <a:prstGeom prst="rect">
            <a:avLst/>
          </a:prstGeom>
          <a:solidFill>
            <a:srgbClr val="CED7E6">
              <a:alpha val="30037"/>
            </a:srgbClr>
          </a:solidFill>
          <a:ln>
            <a:noFill/>
          </a:ln>
        </p:spPr>
      </p:sp>
      <p:sp>
        <p:nvSpPr>
          <p:cNvPr id="57" name="wm.whiteboard.90.126"/>
          <p:cNvSpPr/>
          <p:nvPr/>
        </p:nvSpPr>
        <p:spPr>
          <a:xfrm>
            <a:off x="1409700" y="1828800"/>
            <a:ext cx="38100" cy="38100"/>
          </a:xfrm>
          <a:prstGeom prst="rect">
            <a:avLst/>
          </a:prstGeom>
          <a:solidFill>
            <a:srgbClr val="CED7E6">
              <a:alpha val="15870"/>
            </a:srgbClr>
          </a:solidFill>
          <a:ln>
            <a:noFill/>
          </a:ln>
        </p:spPr>
      </p:sp>
      <p:sp>
        <p:nvSpPr>
          <p:cNvPr id="58" name="wm.whiteboard.90.144"/>
          <p:cNvSpPr/>
          <p:nvPr/>
        </p:nvSpPr>
        <p:spPr>
          <a:xfrm>
            <a:off x="1409700" y="2057400"/>
            <a:ext cx="38100" cy="38100"/>
          </a:xfrm>
          <a:prstGeom prst="rect">
            <a:avLst/>
          </a:prstGeom>
          <a:solidFill>
            <a:srgbClr val="CED7E6">
              <a:alpha val="1171"/>
            </a:srgbClr>
          </a:solidFill>
          <a:ln>
            <a:noFill/>
          </a:ln>
        </p:spPr>
      </p:sp>
      <p:sp>
        <p:nvSpPr>
          <p:cNvPr id="59" name="wm.whiteboard.108.0"/>
          <p:cNvSpPr/>
          <p:nvPr/>
        </p:nvSpPr>
        <p:spPr>
          <a:xfrm>
            <a:off x="1638300" y="228600"/>
            <a:ext cx="38100" cy="38100"/>
          </a:xfrm>
          <a:prstGeom prst="rect">
            <a:avLst/>
          </a:prstGeom>
          <a:solidFill>
            <a:srgbClr val="CED7E6">
              <a:alpha val="70023"/>
            </a:srgbClr>
          </a:solidFill>
          <a:ln>
            <a:noFill/>
          </a:ln>
        </p:spPr>
      </p:sp>
      <p:sp>
        <p:nvSpPr>
          <p:cNvPr id="60" name="wm.whiteboard.108.18"/>
          <p:cNvSpPr/>
          <p:nvPr/>
        </p:nvSpPr>
        <p:spPr>
          <a:xfrm>
            <a:off x="1638300" y="457200"/>
            <a:ext cx="38100" cy="38100"/>
          </a:xfrm>
          <a:prstGeom prst="rect">
            <a:avLst/>
          </a:prstGeom>
          <a:solidFill>
            <a:srgbClr val="CED7E6">
              <a:alpha val="68085"/>
            </a:srgbClr>
          </a:solidFill>
          <a:ln>
            <a:noFill/>
          </a:ln>
        </p:spPr>
      </p:sp>
      <p:sp>
        <p:nvSpPr>
          <p:cNvPr id="61" name="wm.whiteboard.108.36"/>
          <p:cNvSpPr/>
          <p:nvPr/>
        </p:nvSpPr>
        <p:spPr>
          <a:xfrm>
            <a:off x="1638300" y="685800"/>
            <a:ext cx="38100" cy="38100"/>
          </a:xfrm>
          <a:prstGeom prst="rect">
            <a:avLst/>
          </a:prstGeom>
          <a:solidFill>
            <a:srgbClr val="CED7E6">
              <a:alpha val="63033"/>
            </a:srgbClr>
          </a:solidFill>
          <a:ln>
            <a:noFill/>
          </a:ln>
        </p:spPr>
      </p:sp>
      <p:sp>
        <p:nvSpPr>
          <p:cNvPr id="62" name="wm.whiteboard.108.54"/>
          <p:cNvSpPr/>
          <p:nvPr/>
        </p:nvSpPr>
        <p:spPr>
          <a:xfrm>
            <a:off x="1638300" y="914400"/>
            <a:ext cx="38100" cy="38100"/>
          </a:xfrm>
          <a:prstGeom prst="rect">
            <a:avLst/>
          </a:prstGeom>
          <a:solidFill>
            <a:srgbClr val="CED7E6">
              <a:alpha val="55346"/>
            </a:srgbClr>
          </a:solidFill>
          <a:ln>
            <a:noFill/>
          </a:ln>
        </p:spPr>
      </p:sp>
      <p:sp>
        <p:nvSpPr>
          <p:cNvPr id="63" name="wm.whiteboard.108.72"/>
          <p:cNvSpPr/>
          <p:nvPr/>
        </p:nvSpPr>
        <p:spPr>
          <a:xfrm>
            <a:off x="1638300" y="1143000"/>
            <a:ext cx="38100" cy="38100"/>
          </a:xfrm>
          <a:prstGeom prst="rect">
            <a:avLst/>
          </a:prstGeom>
          <a:solidFill>
            <a:srgbClr val="CED7E6">
              <a:alpha val="45583"/>
            </a:srgbClr>
          </a:solidFill>
          <a:ln>
            <a:noFill/>
          </a:ln>
        </p:spPr>
      </p:sp>
      <p:sp>
        <p:nvSpPr>
          <p:cNvPr id="64" name="wm.whiteboard.108.90"/>
          <p:cNvSpPr/>
          <p:nvPr/>
        </p:nvSpPr>
        <p:spPr>
          <a:xfrm>
            <a:off x="1638300" y="1371600"/>
            <a:ext cx="38100" cy="38100"/>
          </a:xfrm>
          <a:prstGeom prst="rect">
            <a:avLst/>
          </a:prstGeom>
          <a:solidFill>
            <a:srgbClr val="CED7E6">
              <a:alpha val="34251"/>
            </a:srgbClr>
          </a:solidFill>
          <a:ln>
            <a:noFill/>
          </a:ln>
        </p:spPr>
      </p:sp>
      <p:sp>
        <p:nvSpPr>
          <p:cNvPr id="65" name="wm.whiteboard.108.108"/>
          <p:cNvSpPr/>
          <p:nvPr/>
        </p:nvSpPr>
        <p:spPr>
          <a:xfrm>
            <a:off x="1638300" y="1600200"/>
            <a:ext cx="38100" cy="38100"/>
          </a:xfrm>
          <a:prstGeom prst="rect">
            <a:avLst/>
          </a:prstGeom>
          <a:solidFill>
            <a:srgbClr val="CED7E6">
              <a:alpha val="21754"/>
            </a:srgbClr>
          </a:solidFill>
          <a:ln>
            <a:noFill/>
          </a:ln>
        </p:spPr>
      </p:sp>
      <p:sp>
        <p:nvSpPr>
          <p:cNvPr id="66" name="wm.whiteboard.108.126"/>
          <p:cNvSpPr/>
          <p:nvPr/>
        </p:nvSpPr>
        <p:spPr>
          <a:xfrm>
            <a:off x="1638300" y="1828800"/>
            <a:ext cx="38100" cy="38100"/>
          </a:xfrm>
          <a:prstGeom prst="rect">
            <a:avLst/>
          </a:prstGeom>
          <a:solidFill>
            <a:srgbClr val="CED7E6">
              <a:alpha val="8391"/>
            </a:srgbClr>
          </a:solidFill>
          <a:ln>
            <a:noFill/>
          </a:ln>
        </p:spPr>
      </p:sp>
      <p:sp>
        <p:nvSpPr>
          <p:cNvPr id="67" name="wm.whiteboard.126.0"/>
          <p:cNvSpPr/>
          <p:nvPr/>
        </p:nvSpPr>
        <p:spPr>
          <a:xfrm>
            <a:off x="1866900" y="228600"/>
            <a:ext cx="38100" cy="38100"/>
          </a:xfrm>
          <a:prstGeom prst="rect">
            <a:avLst/>
          </a:prstGeom>
          <a:solidFill>
            <a:srgbClr val="CED7E6">
              <a:alpha val="56247"/>
            </a:srgbClr>
          </a:solidFill>
          <a:ln>
            <a:noFill/>
          </a:ln>
        </p:spPr>
      </p:sp>
      <p:sp>
        <p:nvSpPr>
          <p:cNvPr id="68" name="wm.whiteboard.126.18"/>
          <p:cNvSpPr/>
          <p:nvPr/>
        </p:nvSpPr>
        <p:spPr>
          <a:xfrm>
            <a:off x="1866900" y="457200"/>
            <a:ext cx="38100" cy="38100"/>
          </a:xfrm>
          <a:prstGeom prst="rect">
            <a:avLst/>
          </a:prstGeom>
          <a:solidFill>
            <a:srgbClr val="CED7E6">
              <a:alpha val="54578"/>
            </a:srgbClr>
          </a:solidFill>
          <a:ln>
            <a:noFill/>
          </a:ln>
        </p:spPr>
      </p:sp>
      <p:sp>
        <p:nvSpPr>
          <p:cNvPr id="69" name="wm.whiteboard.126.36"/>
          <p:cNvSpPr/>
          <p:nvPr/>
        </p:nvSpPr>
        <p:spPr>
          <a:xfrm>
            <a:off x="1866900" y="685800"/>
            <a:ext cx="38100" cy="38100"/>
          </a:xfrm>
          <a:prstGeom prst="rect">
            <a:avLst/>
          </a:prstGeom>
          <a:solidFill>
            <a:srgbClr val="CED7E6">
              <a:alpha val="50182"/>
            </a:srgbClr>
          </a:solidFill>
          <a:ln>
            <a:noFill/>
          </a:ln>
        </p:spPr>
      </p:sp>
      <p:sp>
        <p:nvSpPr>
          <p:cNvPr id="70" name="wm.whiteboard.126.54"/>
          <p:cNvSpPr/>
          <p:nvPr/>
        </p:nvSpPr>
        <p:spPr>
          <a:xfrm>
            <a:off x="1866900" y="914400"/>
            <a:ext cx="38100" cy="38100"/>
          </a:xfrm>
          <a:prstGeom prst="rect">
            <a:avLst/>
          </a:prstGeom>
          <a:solidFill>
            <a:srgbClr val="CED7E6">
              <a:alpha val="43386"/>
            </a:srgbClr>
          </a:solidFill>
          <a:ln>
            <a:noFill/>
          </a:ln>
        </p:spPr>
      </p:sp>
      <p:sp>
        <p:nvSpPr>
          <p:cNvPr id="71" name="wm.whiteboard.126.72"/>
          <p:cNvSpPr/>
          <p:nvPr/>
        </p:nvSpPr>
        <p:spPr>
          <a:xfrm>
            <a:off x="1866900" y="1143000"/>
            <a:ext cx="38100" cy="38100"/>
          </a:xfrm>
          <a:prstGeom prst="rect">
            <a:avLst/>
          </a:prstGeom>
          <a:solidFill>
            <a:srgbClr val="CED7E6">
              <a:alpha val="34598"/>
            </a:srgbClr>
          </a:solidFill>
          <a:ln>
            <a:noFill/>
          </a:ln>
        </p:spPr>
      </p:sp>
      <p:sp>
        <p:nvSpPr>
          <p:cNvPr id="72" name="wm.whiteboard.126.90"/>
          <p:cNvSpPr/>
          <p:nvPr/>
        </p:nvSpPr>
        <p:spPr>
          <a:xfrm>
            <a:off x="1866900" y="1371600"/>
            <a:ext cx="38100" cy="38100"/>
          </a:xfrm>
          <a:prstGeom prst="rect">
            <a:avLst/>
          </a:prstGeom>
          <a:solidFill>
            <a:srgbClr val="CED7E6">
              <a:alpha val="24223"/>
            </a:srgbClr>
          </a:solidFill>
          <a:ln>
            <a:noFill/>
          </a:ln>
        </p:spPr>
      </p:sp>
      <p:sp>
        <p:nvSpPr>
          <p:cNvPr id="73" name="wm.whiteboard.126.108"/>
          <p:cNvSpPr/>
          <p:nvPr/>
        </p:nvSpPr>
        <p:spPr>
          <a:xfrm>
            <a:off x="1866900" y="1600200"/>
            <a:ext cx="38100" cy="38100"/>
          </a:xfrm>
          <a:prstGeom prst="rect">
            <a:avLst/>
          </a:prstGeom>
          <a:solidFill>
            <a:srgbClr val="CED7E6">
              <a:alpha val="12610"/>
            </a:srgbClr>
          </a:solidFill>
          <a:ln>
            <a:noFill/>
          </a:ln>
        </p:spPr>
      </p:sp>
      <p:sp>
        <p:nvSpPr>
          <p:cNvPr id="74" name="wm.whiteboard.126.126"/>
          <p:cNvSpPr/>
          <p:nvPr/>
        </p:nvSpPr>
        <p:spPr>
          <a:xfrm>
            <a:off x="1866900" y="1828800"/>
            <a:ext cx="38100" cy="38100"/>
          </a:xfrm>
          <a:prstGeom prst="rect">
            <a:avLst/>
          </a:prstGeom>
          <a:solidFill>
            <a:srgbClr val="CED7E6">
              <a:alpha val="40"/>
            </a:srgbClr>
          </a:solidFill>
          <a:ln>
            <a:noFill/>
          </a:ln>
        </p:spPr>
      </p:sp>
      <p:sp>
        <p:nvSpPr>
          <p:cNvPr id="75" name="wm.whiteboard.144.0"/>
          <p:cNvSpPr/>
          <p:nvPr/>
        </p:nvSpPr>
        <p:spPr>
          <a:xfrm>
            <a:off x="2095500" y="228600"/>
            <a:ext cx="38100" cy="38100"/>
          </a:xfrm>
          <a:prstGeom prst="rect">
            <a:avLst/>
          </a:prstGeom>
          <a:solidFill>
            <a:srgbClr val="CED7E6">
              <a:alpha val="42471"/>
            </a:srgbClr>
          </a:solidFill>
          <a:ln>
            <a:noFill/>
          </a:ln>
        </p:spPr>
      </p:sp>
      <p:sp>
        <p:nvSpPr>
          <p:cNvPr id="76" name="wm.whiteboard.144.18"/>
          <p:cNvSpPr/>
          <p:nvPr/>
        </p:nvSpPr>
        <p:spPr>
          <a:xfrm>
            <a:off x="2095500" y="457200"/>
            <a:ext cx="38100" cy="38100"/>
          </a:xfrm>
          <a:prstGeom prst="rect">
            <a:avLst/>
          </a:prstGeom>
          <a:solidFill>
            <a:srgbClr val="CED7E6">
              <a:alpha val="41005"/>
            </a:srgbClr>
          </a:solidFill>
          <a:ln>
            <a:noFill/>
          </a:ln>
        </p:spPr>
      </p:sp>
      <p:sp>
        <p:nvSpPr>
          <p:cNvPr id="77" name="wm.whiteboard.144.36"/>
          <p:cNvSpPr/>
          <p:nvPr/>
        </p:nvSpPr>
        <p:spPr>
          <a:xfrm>
            <a:off x="2095500" y="685800"/>
            <a:ext cx="38100" cy="38100"/>
          </a:xfrm>
          <a:prstGeom prst="rect">
            <a:avLst/>
          </a:prstGeom>
          <a:solidFill>
            <a:srgbClr val="CED7E6">
              <a:alpha val="37120"/>
            </a:srgbClr>
          </a:solidFill>
          <a:ln>
            <a:noFill/>
          </a:ln>
        </p:spPr>
      </p:sp>
      <p:sp>
        <p:nvSpPr>
          <p:cNvPr id="78" name="wm.whiteboard.144.54"/>
          <p:cNvSpPr/>
          <p:nvPr/>
        </p:nvSpPr>
        <p:spPr>
          <a:xfrm>
            <a:off x="2095500" y="914400"/>
            <a:ext cx="38100" cy="38100"/>
          </a:xfrm>
          <a:prstGeom prst="rect">
            <a:avLst/>
          </a:prstGeom>
          <a:solidFill>
            <a:srgbClr val="CED7E6">
              <a:alpha val="31044"/>
            </a:srgbClr>
          </a:solidFill>
          <a:ln>
            <a:noFill/>
          </a:ln>
        </p:spPr>
      </p:sp>
      <p:sp>
        <p:nvSpPr>
          <p:cNvPr id="79" name="wm.whiteboard.144.72"/>
          <p:cNvSpPr/>
          <p:nvPr/>
        </p:nvSpPr>
        <p:spPr>
          <a:xfrm>
            <a:off x="2095500" y="1143000"/>
            <a:ext cx="38100" cy="38100"/>
          </a:xfrm>
          <a:prstGeom prst="rect">
            <a:avLst/>
          </a:prstGeom>
          <a:solidFill>
            <a:srgbClr val="CED7E6">
              <a:alpha val="23083"/>
            </a:srgbClr>
          </a:solidFill>
          <a:ln>
            <a:noFill/>
          </a:ln>
        </p:spPr>
      </p:sp>
      <p:sp>
        <p:nvSpPr>
          <p:cNvPr id="80" name="wm.whiteboard.144.90"/>
          <p:cNvSpPr/>
          <p:nvPr/>
        </p:nvSpPr>
        <p:spPr>
          <a:xfrm>
            <a:off x="2095500" y="1371600"/>
            <a:ext cx="38100" cy="38100"/>
          </a:xfrm>
          <a:prstGeom prst="rect">
            <a:avLst/>
          </a:prstGeom>
          <a:solidFill>
            <a:srgbClr val="CED7E6">
              <a:alpha val="13557"/>
            </a:srgbClr>
          </a:solidFill>
          <a:ln>
            <a:noFill/>
          </a:ln>
        </p:spPr>
      </p:sp>
      <p:sp>
        <p:nvSpPr>
          <p:cNvPr id="81" name="wm.whiteboard.144.108"/>
          <p:cNvSpPr/>
          <p:nvPr/>
        </p:nvSpPr>
        <p:spPr>
          <a:xfrm>
            <a:off x="2095500" y="1600200"/>
            <a:ext cx="38100" cy="38100"/>
          </a:xfrm>
          <a:prstGeom prst="rect">
            <a:avLst/>
          </a:prstGeom>
          <a:solidFill>
            <a:srgbClr val="CED7E6">
              <a:alpha val="2762"/>
            </a:srgbClr>
          </a:solidFill>
          <a:ln>
            <a:noFill/>
          </a:ln>
        </p:spPr>
      </p:sp>
      <p:sp>
        <p:nvSpPr>
          <p:cNvPr id="82" name="wm.whiteboard.162.0"/>
          <p:cNvSpPr/>
          <p:nvPr/>
        </p:nvSpPr>
        <p:spPr>
          <a:xfrm>
            <a:off x="2324100" y="228600"/>
            <a:ext cx="38100" cy="38100"/>
          </a:xfrm>
          <a:prstGeom prst="rect">
            <a:avLst/>
          </a:prstGeom>
          <a:solidFill>
            <a:srgbClr val="CED7E6">
              <a:alpha val="28695"/>
            </a:srgbClr>
          </a:solidFill>
          <a:ln>
            <a:noFill/>
          </a:ln>
        </p:spPr>
      </p:sp>
      <p:sp>
        <p:nvSpPr>
          <p:cNvPr id="83" name="wm.whiteboard.162.18"/>
          <p:cNvSpPr/>
          <p:nvPr/>
        </p:nvSpPr>
        <p:spPr>
          <a:xfrm>
            <a:off x="2324100" y="457200"/>
            <a:ext cx="38100" cy="38100"/>
          </a:xfrm>
          <a:prstGeom prst="rect">
            <a:avLst/>
          </a:prstGeom>
          <a:solidFill>
            <a:srgbClr val="CED7E6">
              <a:alpha val="27389"/>
            </a:srgbClr>
          </a:solidFill>
          <a:ln>
            <a:noFill/>
          </a:ln>
        </p:spPr>
      </p:sp>
      <p:sp>
        <p:nvSpPr>
          <p:cNvPr id="84" name="wm.whiteboard.162.36"/>
          <p:cNvSpPr/>
          <p:nvPr/>
        </p:nvSpPr>
        <p:spPr>
          <a:xfrm>
            <a:off x="2324100" y="685800"/>
            <a:ext cx="38100" cy="38100"/>
          </a:xfrm>
          <a:prstGeom prst="rect">
            <a:avLst/>
          </a:prstGeom>
          <a:solidFill>
            <a:srgbClr val="CED7E6">
              <a:alpha val="23910"/>
            </a:srgbClr>
          </a:solidFill>
          <a:ln>
            <a:noFill/>
          </a:ln>
        </p:spPr>
      </p:sp>
      <p:sp>
        <p:nvSpPr>
          <p:cNvPr id="85" name="wm.whiteboard.162.54"/>
          <p:cNvSpPr/>
          <p:nvPr/>
        </p:nvSpPr>
        <p:spPr>
          <a:xfrm>
            <a:off x="2324100" y="914400"/>
            <a:ext cx="38100" cy="38100"/>
          </a:xfrm>
          <a:prstGeom prst="rect">
            <a:avLst/>
          </a:prstGeom>
          <a:solidFill>
            <a:srgbClr val="CED7E6">
              <a:alpha val="18425"/>
            </a:srgbClr>
          </a:solidFill>
          <a:ln>
            <a:noFill/>
          </a:ln>
        </p:spPr>
      </p:sp>
      <p:sp>
        <p:nvSpPr>
          <p:cNvPr id="86" name="wm.whiteboard.162.72"/>
          <p:cNvSpPr/>
          <p:nvPr/>
        </p:nvSpPr>
        <p:spPr>
          <a:xfrm>
            <a:off x="2324100" y="1143000"/>
            <a:ext cx="38100" cy="38100"/>
          </a:xfrm>
          <a:prstGeom prst="rect">
            <a:avLst/>
          </a:prstGeom>
          <a:solidFill>
            <a:srgbClr val="CED7E6">
              <a:alpha val="11167"/>
            </a:srgbClr>
          </a:solidFill>
          <a:ln>
            <a:noFill/>
          </a:ln>
        </p:spPr>
      </p:sp>
      <p:sp>
        <p:nvSpPr>
          <p:cNvPr id="87" name="wm.whiteboard.162.90"/>
          <p:cNvSpPr/>
          <p:nvPr/>
        </p:nvSpPr>
        <p:spPr>
          <a:xfrm>
            <a:off x="2324100" y="1371600"/>
            <a:ext cx="38100" cy="38100"/>
          </a:xfrm>
          <a:prstGeom prst="rect">
            <a:avLst/>
          </a:prstGeom>
          <a:solidFill>
            <a:srgbClr val="CED7E6">
              <a:alpha val="2388"/>
            </a:srgbClr>
          </a:solidFill>
          <a:ln>
            <a:noFill/>
          </a:ln>
        </p:spPr>
      </p:sp>
      <p:sp>
        <p:nvSpPr>
          <p:cNvPr id="88" name="wm.whiteboard.180.0"/>
          <p:cNvSpPr/>
          <p:nvPr/>
        </p:nvSpPr>
        <p:spPr>
          <a:xfrm>
            <a:off x="2552700" y="228600"/>
            <a:ext cx="38100" cy="38100"/>
          </a:xfrm>
          <a:prstGeom prst="rect">
            <a:avLst/>
          </a:prstGeom>
          <a:solidFill>
            <a:srgbClr val="CED7E6">
              <a:alpha val="14918"/>
            </a:srgbClr>
          </a:solidFill>
          <a:ln>
            <a:noFill/>
          </a:ln>
        </p:spPr>
      </p:sp>
      <p:sp>
        <p:nvSpPr>
          <p:cNvPr id="89" name="wm.whiteboard.180.18"/>
          <p:cNvSpPr/>
          <p:nvPr/>
        </p:nvSpPr>
        <p:spPr>
          <a:xfrm>
            <a:off x="2552700" y="457200"/>
            <a:ext cx="38100" cy="38100"/>
          </a:xfrm>
          <a:prstGeom prst="rect">
            <a:avLst/>
          </a:prstGeom>
          <a:solidFill>
            <a:srgbClr val="CED7E6">
              <a:alpha val="13741"/>
            </a:srgbClr>
          </a:solidFill>
          <a:ln>
            <a:noFill/>
          </a:ln>
        </p:spPr>
      </p:sp>
      <p:sp>
        <p:nvSpPr>
          <p:cNvPr id="90" name="wm.whiteboard.180.36"/>
          <p:cNvSpPr/>
          <p:nvPr/>
        </p:nvSpPr>
        <p:spPr>
          <a:xfrm>
            <a:off x="2552700" y="685800"/>
            <a:ext cx="38100" cy="38100"/>
          </a:xfrm>
          <a:prstGeom prst="rect">
            <a:avLst/>
          </a:prstGeom>
          <a:solidFill>
            <a:srgbClr val="CED7E6">
              <a:alpha val="10593"/>
            </a:srgbClr>
          </a:solidFill>
          <a:ln>
            <a:noFill/>
          </a:ln>
        </p:spPr>
      </p:sp>
      <p:sp>
        <p:nvSpPr>
          <p:cNvPr id="91" name="wm.whiteboard.180.54"/>
          <p:cNvSpPr/>
          <p:nvPr/>
        </p:nvSpPr>
        <p:spPr>
          <a:xfrm>
            <a:off x="2552700" y="914400"/>
            <a:ext cx="38100" cy="38100"/>
          </a:xfrm>
          <a:prstGeom prst="rect">
            <a:avLst/>
          </a:prstGeom>
          <a:solidFill>
            <a:srgbClr val="CED7E6">
              <a:alpha val="5600"/>
            </a:srgbClr>
          </a:solidFill>
          <a:ln>
            <a:noFill/>
          </a:ln>
        </p:spPr>
      </p:sp>
      <p:sp>
        <p:nvSpPr>
          <p:cNvPr id="92" name="wm.whiteboard.198.0"/>
          <p:cNvSpPr/>
          <p:nvPr/>
        </p:nvSpPr>
        <p:spPr>
          <a:xfrm>
            <a:off x="2781300" y="228600"/>
            <a:ext cx="38100" cy="38100"/>
          </a:xfrm>
          <a:prstGeom prst="rect">
            <a:avLst/>
          </a:prstGeom>
          <a:solidFill>
            <a:srgbClr val="CED7E6">
              <a:alpha val="1142"/>
            </a:srgbClr>
          </a:solidFill>
          <a:ln>
            <a:noFill/>
          </a:ln>
        </p:spPr>
      </p:sp>
      <p:sp>
        <p:nvSpPr>
          <p:cNvPr id="93" name="wm.whiteboard.198.18"/>
          <p:cNvSpPr/>
          <p:nvPr/>
        </p:nvSpPr>
        <p:spPr>
          <a:xfrm>
            <a:off x="2781300" y="457200"/>
            <a:ext cx="38100" cy="38100"/>
          </a:xfrm>
          <a:prstGeom prst="rect">
            <a:avLst/>
          </a:prstGeom>
          <a:solidFill>
            <a:srgbClr val="CED7E6">
              <a:alpha val="69"/>
            </a:srgbClr>
          </a:solidFill>
          <a:ln>
            <a:noFill/>
          </a:ln>
        </p:spPr>
      </p:sp>
      <p:sp>
        <p:nvSpPr>
          <p:cNvPr id="94" name="wm.header.rule"/>
          <p:cNvSpPr/>
          <p:nvPr/>
        </p:nvSpPr>
        <p:spPr>
          <a:xfrm>
            <a:off x="723900" y="1828800"/>
            <a:ext cx="10744200" cy="9525"/>
          </a:xfrm>
          <a:prstGeom prst="rect">
            <a:avLst/>
          </a:prstGeom>
          <a:solidFill>
            <a:srgbClr val="CED7E6"/>
          </a:solidFill>
          <a:ln>
            <a:noFill/>
          </a:ln>
        </p:spPr>
      </p:sp>
      <p:pic>
        <p:nvPicPr>
          <p:cNvPr id="95" name="wm.logo" descr="West Monroe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723900" y="6210300"/>
            <a:ext cx="729403" cy="152400"/>
          </a:xfrm>
          <a:prstGeom prst="rect">
            <a:avLst/>
          </a:prstGeom>
        </p:spPr>
      </p:pic>
      <p:sp>
        <p:nvSpPr>
          <p:cNvPr id="96" name="wm.legal"/>
          <p:cNvSpPr/>
          <p:nvPr/>
        </p:nvSpPr>
        <p:spPr>
          <a:xfrm>
            <a:off x="2171700" y="6172200"/>
            <a:ext cx="8915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r>
              <a:rPr lang="en-US" sz="700" spc="0" kern="0" b="0" i="0" dirty="0">
                <a:solidFill>
                  <a:srgbClr val="50658E"/>
                </a:solidFill>
                <a:latin typeface="IBM Plex Mono"/>
                <a:ea typeface="IBM Plex Mono"/>
                <a:cs typeface="IBM Plex Mono"/>
              </a:rPr>
              <a:t>© 2026 West Monroe Partners | Reproduction and/or distribution without West Monroe Partners’ prior consent is prohibited.</a:t>
            </a:r>
            <a:endParaRPr lang="en-US" sz="700" spc="0" kern="0" b="0" i="0" dirty="0">
              <a:solidFill>
                <a:srgbClr val="50658E"/>
              </a:solidFill>
              <a:latin typeface="IBM Plex Mono"/>
              <a:ea typeface="IBM Plex Mono"/>
              <a:cs typeface="IBM Plex Mon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comfor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BODY DENSITY · COMFORTABLE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slide uses one body tier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action title stays Comfortable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1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5" name="node01"/>
          <p:cNvGrpSpPr/>
          <p:nvPr/>
        </p:nvGrpSpPr>
        <p:grpSpPr>
          <a:xfrm>
            <a:off x="723900" y="2057400"/>
            <a:ext cx="3429000" cy="1905000"/>
            <a:chOff x="723900" y="2057400"/>
            <a:chExt cx="3429000" cy="1905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2057400"/>
              <a:ext cx="34290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title"/>
            <p:cNvSpPr/>
            <p:nvPr/>
          </p:nvSpPr>
          <p:spPr>
            <a:xfrm>
              <a:off x="952500" y="22860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Card title role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body.item-001.paragraph"/>
            <p:cNvSpPr/>
            <p:nvPr/>
          </p:nvSpPr>
          <p:spPr>
            <a:xfrm>
              <a:off x="952500" y="27432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Card copy uses the slide body tier.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" name="node02"/>
          <p:cNvGrpSpPr/>
          <p:nvPr/>
        </p:nvGrpSpPr>
        <p:grpSpPr>
          <a:xfrm>
            <a:off x="4381500" y="2057400"/>
            <a:ext cx="7086600" cy="2794000"/>
            <a:chOff x="4381500" y="2057400"/>
            <a:chExt cx="7086600" cy="2794000"/>
          </a:xfrm>
        </p:grpSpPr>
        <p:graphicFrame>
          <p:nvGraphicFramePr>
            <p:cNvPr id="9" name="node02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2057400"/>
            <a:ext cx="7086600" cy="2794000"/>
          </p:xfrm>
          <a:graphic>
            <a:graphicData uri="http://schemas.openxmlformats.org/drawingml/2006/table">
              <a:tbl>
                <a:tblPr/>
                <a:tblGrid>
                  <a:gridCol w="3429000"/>
                  <a:gridCol w="3657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NESTED SMALL TEXT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CELL BULLETS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Main cell paragraph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Nested small paragraph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one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two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Agyp Q012: table readability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Same cell density in every row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Whole slide density control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17" name="node03"/>
          <p:cNvGrpSpPr/>
          <p:nvPr/>
        </p:nvGrpSpPr>
        <p:grpSpPr>
          <a:xfrm>
            <a:off x="723900" y="4191000"/>
            <a:ext cx="3429000" cy="609600"/>
            <a:chOff x="723900" y="4191000"/>
            <a:chExt cx="3429000" cy="609600"/>
          </a:xfrm>
        </p:grpSpPr>
        <p:sp>
          <p:nvSpPr>
            <p:cNvPr id="10" name="node03.source-001.bullet"/>
            <p:cNvSpPr/>
            <p:nvPr/>
          </p:nvSpPr>
          <p:spPr>
            <a:xfrm>
              <a:off x="723900" y="4298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1.text"/>
            <p:cNvSpPr/>
            <p:nvPr/>
          </p:nvSpPr>
          <p:spPr>
            <a:xfrm>
              <a:off x="914400" y="4191000"/>
              <a:ext cx="3238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Bold lead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shares one body tier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bullet"/>
            <p:cNvSpPr/>
            <p:nvPr/>
          </p:nvSpPr>
          <p:spPr>
            <a:xfrm>
              <a:off x="723900" y="46418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2.text"/>
            <p:cNvSpPr/>
            <p:nvPr/>
          </p:nvSpPr>
          <p:spPr>
            <a:xfrm>
              <a:off x="914400" y="4533900"/>
              <a:ext cx="3238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Plain body bullet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4"/>
          <p:cNvGrpSpPr/>
          <p:nvPr/>
        </p:nvGrpSpPr>
        <p:grpSpPr>
          <a:xfrm>
            <a:off x="4381500" y="5207000"/>
            <a:ext cx="7086600" cy="457200"/>
            <a:chOff x="4381500" y="5207000"/>
            <a:chExt cx="7086600" cy="457200"/>
          </a:xfrm>
        </p:grpSpPr>
        <p:sp>
          <p:nvSpPr>
            <p:cNvPr id="14" name="node04.text"/>
            <p:cNvSpPr/>
            <p:nvPr/>
          </p:nvSpPr>
          <p:spPr>
            <a:xfrm>
              <a:off x="4381500" y="5207000"/>
              <a:ext cx="708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Running small text keeps its semantic role. Agyp Q012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co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BODY DENSITY · COMPACT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slide uses one body tier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action title stays Comfortable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2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5" name="node01"/>
          <p:cNvGrpSpPr/>
          <p:nvPr/>
        </p:nvGrpSpPr>
        <p:grpSpPr>
          <a:xfrm>
            <a:off x="723900" y="2057400"/>
            <a:ext cx="3429000" cy="1905000"/>
            <a:chOff x="723900" y="2057400"/>
            <a:chExt cx="3429000" cy="1905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2057400"/>
              <a:ext cx="34290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title"/>
            <p:cNvSpPr/>
            <p:nvPr/>
          </p:nvSpPr>
          <p:spPr>
            <a:xfrm>
              <a:off x="952500" y="22860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Card title role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body.item-001.paragraph"/>
            <p:cNvSpPr/>
            <p:nvPr/>
          </p:nvSpPr>
          <p:spPr>
            <a:xfrm>
              <a:off x="952500" y="2705100"/>
              <a:ext cx="2971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Card copy uses the slide body tier.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" name="node02"/>
          <p:cNvGrpSpPr/>
          <p:nvPr/>
        </p:nvGrpSpPr>
        <p:grpSpPr>
          <a:xfrm>
            <a:off x="4381500" y="2057400"/>
            <a:ext cx="7086600" cy="2794000"/>
            <a:chOff x="4381500" y="2057400"/>
            <a:chExt cx="7086600" cy="2794000"/>
          </a:xfrm>
        </p:grpSpPr>
        <p:graphicFrame>
          <p:nvGraphicFramePr>
            <p:cNvPr id="9" name="node02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2057400"/>
            <a:ext cx="7086600" cy="2794000"/>
          </p:xfrm>
          <a:graphic>
            <a:graphicData uri="http://schemas.openxmlformats.org/drawingml/2006/table">
              <a:tbl>
                <a:tblPr/>
                <a:tblGrid>
                  <a:gridCol w="3429000"/>
                  <a:gridCol w="3657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NESTED SMALL TEXT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CELL BULLETS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Main cell paragraph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Nested small paragraph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two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Agyp Q012: table readability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Same cell density in every row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Whole slide density control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17" name="node03"/>
          <p:cNvGrpSpPr/>
          <p:nvPr/>
        </p:nvGrpSpPr>
        <p:grpSpPr>
          <a:xfrm>
            <a:off x="723900" y="4191000"/>
            <a:ext cx="3429000" cy="469900"/>
            <a:chOff x="723900" y="4191000"/>
            <a:chExt cx="3429000" cy="469900"/>
          </a:xfrm>
        </p:grpSpPr>
        <p:sp>
          <p:nvSpPr>
            <p:cNvPr id="10" name="node03.source-001.bullet"/>
            <p:cNvSpPr/>
            <p:nvPr/>
          </p:nvSpPr>
          <p:spPr>
            <a:xfrm>
              <a:off x="723900" y="4279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1.text"/>
            <p:cNvSpPr/>
            <p:nvPr/>
          </p:nvSpPr>
          <p:spPr>
            <a:xfrm>
              <a:off x="876300" y="4191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Bold lead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shares one body tier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bullet"/>
            <p:cNvSpPr/>
            <p:nvPr/>
          </p:nvSpPr>
          <p:spPr>
            <a:xfrm>
              <a:off x="723900" y="4533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2.text"/>
            <p:cNvSpPr/>
            <p:nvPr/>
          </p:nvSpPr>
          <p:spPr>
            <a:xfrm>
              <a:off x="876300" y="4445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Plain body bullet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4"/>
          <p:cNvGrpSpPr/>
          <p:nvPr/>
        </p:nvGrpSpPr>
        <p:grpSpPr>
          <a:xfrm>
            <a:off x="4381500" y="5207000"/>
            <a:ext cx="7086600" cy="457200"/>
            <a:chOff x="4381500" y="5207000"/>
            <a:chExt cx="7086600" cy="457200"/>
          </a:xfrm>
        </p:grpSpPr>
        <p:sp>
          <p:nvSpPr>
            <p:cNvPr id="14" name="node04.text"/>
            <p:cNvSpPr/>
            <p:nvPr/>
          </p:nvSpPr>
          <p:spPr>
            <a:xfrm>
              <a:off x="4381500" y="5207000"/>
              <a:ext cx="708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Running small text keeps its semantic role. Agyp Q012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density-de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BODY DENSITY · DENSE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One slide uses one body tier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The action title stays Comfortable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3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5" name="node01"/>
          <p:cNvGrpSpPr/>
          <p:nvPr/>
        </p:nvGrpSpPr>
        <p:grpSpPr>
          <a:xfrm>
            <a:off x="723900" y="2057400"/>
            <a:ext cx="3429000" cy="1905000"/>
            <a:chOff x="723900" y="2057400"/>
            <a:chExt cx="3429000" cy="1905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2057400"/>
              <a:ext cx="34290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title"/>
            <p:cNvSpPr/>
            <p:nvPr/>
          </p:nvSpPr>
          <p:spPr>
            <a:xfrm>
              <a:off x="952500" y="22860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Card title role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body.item-001.paragraph"/>
            <p:cNvSpPr/>
            <p:nvPr/>
          </p:nvSpPr>
          <p:spPr>
            <a:xfrm>
              <a:off x="952500" y="26670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Card copy uses the slide body tier.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" name="node02"/>
          <p:cNvGrpSpPr/>
          <p:nvPr/>
        </p:nvGrpSpPr>
        <p:grpSpPr>
          <a:xfrm>
            <a:off x="4381500" y="2057400"/>
            <a:ext cx="7086600" cy="2794000"/>
            <a:chOff x="4381500" y="2057400"/>
            <a:chExt cx="7086600" cy="2794000"/>
          </a:xfrm>
        </p:grpSpPr>
        <p:graphicFrame>
          <p:nvGraphicFramePr>
            <p:cNvPr id="9" name="node02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2057400"/>
            <a:ext cx="7086600" cy="2794000"/>
          </p:xfrm>
          <a:graphic>
            <a:graphicData uri="http://schemas.openxmlformats.org/drawingml/2006/table">
              <a:tbl>
                <a:tblPr/>
                <a:tblGrid>
                  <a:gridCol w="3429000"/>
                  <a:gridCol w="3657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NESTED SMALL TEXT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CELL BULLETS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Main cell paragraph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Nested small paragraph</a:t>
                        </a:r>
                        <a:endParaRPr lang="en-US" sz="8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10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one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two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Agyp Q012: table readability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10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Same cell density in every row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Whole slide density control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17" name="node03"/>
          <p:cNvGrpSpPr/>
          <p:nvPr/>
        </p:nvGrpSpPr>
        <p:grpSpPr>
          <a:xfrm>
            <a:off x="723900" y="4191000"/>
            <a:ext cx="3429000" cy="406400"/>
            <a:chOff x="723900" y="4191000"/>
            <a:chExt cx="3429000" cy="406400"/>
          </a:xfrm>
        </p:grpSpPr>
        <p:sp>
          <p:nvSpPr>
            <p:cNvPr id="10" name="node03.source-001.bullet"/>
            <p:cNvSpPr/>
            <p:nvPr/>
          </p:nvSpPr>
          <p:spPr>
            <a:xfrm>
              <a:off x="723900" y="4267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1.text"/>
            <p:cNvSpPr/>
            <p:nvPr/>
          </p:nvSpPr>
          <p:spPr>
            <a:xfrm>
              <a:off x="863600" y="41910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Bold lead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shares one body tier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bullet"/>
            <p:cNvSpPr/>
            <p:nvPr/>
          </p:nvSpPr>
          <p:spPr>
            <a:xfrm>
              <a:off x="723900" y="448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2.text"/>
            <p:cNvSpPr/>
            <p:nvPr/>
          </p:nvSpPr>
          <p:spPr>
            <a:xfrm>
              <a:off x="863600" y="44069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Plain body bullet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4"/>
          <p:cNvGrpSpPr/>
          <p:nvPr/>
        </p:nvGrpSpPr>
        <p:grpSpPr>
          <a:xfrm>
            <a:off x="4381500" y="5207000"/>
            <a:ext cx="7086600" cy="457200"/>
            <a:chOff x="4381500" y="5207000"/>
            <a:chExt cx="7086600" cy="457200"/>
          </a:xfrm>
        </p:grpSpPr>
        <p:sp>
          <p:nvSpPr>
            <p:cNvPr id="14" name="node04.text"/>
            <p:cNvSpPr/>
            <p:nvPr/>
          </p:nvSpPr>
          <p:spPr>
            <a:xfrm>
              <a:off x="4381500" y="5207000"/>
              <a:ext cx="708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Running small text keeps its semantic role. Agyp Q012</a:t>
              </a:r>
              <a:endPara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er-comfor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1000" spc="80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HEADER DENSITY · COMFORTABLE</a:t>
            </a:r>
            <a:endParaRPr lang="en-US" sz="1000" spc="80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An explicit header density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600"/>
              </a:lnSpc>
              <a:buNone/>
            </a:pPr>
            <a:r>
              <a:rPr lang="en-US" sz="3200" spc="-6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keeps the title zones fixed</a:t>
            </a:r>
            <a:endParaRPr lang="en-US" sz="3200" spc="-64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4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5" name="node01"/>
          <p:cNvGrpSpPr/>
          <p:nvPr/>
        </p:nvGrpSpPr>
        <p:grpSpPr>
          <a:xfrm>
            <a:off x="723900" y="2057400"/>
            <a:ext cx="3429000" cy="1905000"/>
            <a:chOff x="723900" y="2057400"/>
            <a:chExt cx="3429000" cy="1905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2057400"/>
              <a:ext cx="34290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title"/>
            <p:cNvSpPr/>
            <p:nvPr/>
          </p:nvSpPr>
          <p:spPr>
            <a:xfrm>
              <a:off x="952500" y="2286000"/>
              <a:ext cx="2971800" cy="3048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400"/>
                </a:lnSpc>
                <a:buNone/>
              </a:pPr>
              <a:r>
                <a:rPr lang="en-US" sz="1800" spc="-18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Card title role</a:t>
              </a:r>
              <a:endParaRPr lang="en-US" sz="1800" spc="-1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body.item-001.paragraph"/>
            <p:cNvSpPr/>
            <p:nvPr/>
          </p:nvSpPr>
          <p:spPr>
            <a:xfrm>
              <a:off x="952500" y="27432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Card copy uses the slide body tier.</a:t>
              </a:r>
              <a:endParaRPr lang="en-US" sz="14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" name="node02"/>
          <p:cNvGrpSpPr/>
          <p:nvPr/>
        </p:nvGrpSpPr>
        <p:grpSpPr>
          <a:xfrm>
            <a:off x="4381500" y="2057400"/>
            <a:ext cx="7086600" cy="2794000"/>
            <a:chOff x="4381500" y="2057400"/>
            <a:chExt cx="7086600" cy="2794000"/>
          </a:xfrm>
        </p:grpSpPr>
        <p:graphicFrame>
          <p:nvGraphicFramePr>
            <p:cNvPr id="9" name="node02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2057400"/>
            <a:ext cx="7086600" cy="2794000"/>
          </p:xfrm>
          <a:graphic>
            <a:graphicData uri="http://schemas.openxmlformats.org/drawingml/2006/table">
              <a:tbl>
                <a:tblPr/>
                <a:tblGrid>
                  <a:gridCol w="3429000"/>
                  <a:gridCol w="3657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NESTED SMALL TEXT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2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900" spc="54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CELL BULLETS</a:t>
                        </a:r>
                        <a:endParaRPr lang="en-US" sz="900" spc="54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Main cell paragraph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Nested small paragraph</a:t>
                        </a:r>
                        <a:endParaRPr lang="en-US" sz="12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one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two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Agyp Q012: table readability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30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Same cell density in every row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52400" indent="-152400">
                          <a:lnSpc>
                            <a:spcPts val="18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2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Whole slide density control</a:t>
                        </a:r>
                        <a:endParaRPr lang="en-US" sz="12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17" name="node03"/>
          <p:cNvGrpSpPr/>
          <p:nvPr/>
        </p:nvGrpSpPr>
        <p:grpSpPr>
          <a:xfrm>
            <a:off x="723900" y="4191000"/>
            <a:ext cx="3429000" cy="609600"/>
            <a:chOff x="723900" y="4191000"/>
            <a:chExt cx="3429000" cy="609600"/>
          </a:xfrm>
        </p:grpSpPr>
        <p:sp>
          <p:nvSpPr>
            <p:cNvPr id="10" name="node03.source-001.bullet"/>
            <p:cNvSpPr/>
            <p:nvPr/>
          </p:nvSpPr>
          <p:spPr>
            <a:xfrm>
              <a:off x="723900" y="42989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1.text"/>
            <p:cNvSpPr/>
            <p:nvPr/>
          </p:nvSpPr>
          <p:spPr>
            <a:xfrm>
              <a:off x="914400" y="4191000"/>
              <a:ext cx="3238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Bold lead</a:t>
              </a:r>
              <a:r>
                <a:rPr lang="en-US" sz="14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shares one body tier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bullet"/>
            <p:cNvSpPr/>
            <p:nvPr/>
          </p:nvSpPr>
          <p:spPr>
            <a:xfrm>
              <a:off x="723900" y="4641850"/>
              <a:ext cx="50800" cy="508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2.text"/>
            <p:cNvSpPr/>
            <p:nvPr/>
          </p:nvSpPr>
          <p:spPr>
            <a:xfrm>
              <a:off x="914400" y="4533900"/>
              <a:ext cx="32385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4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Plain body bullet</a:t>
              </a:r>
              <a:endParaRPr lang="en-US" sz="14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4"/>
          <p:cNvGrpSpPr/>
          <p:nvPr/>
        </p:nvGrpSpPr>
        <p:grpSpPr>
          <a:xfrm>
            <a:off x="4381500" y="5207000"/>
            <a:ext cx="7086600" cy="457200"/>
            <a:chOff x="4381500" y="5207000"/>
            <a:chExt cx="7086600" cy="457200"/>
          </a:xfrm>
        </p:grpSpPr>
        <p:sp>
          <p:nvSpPr>
            <p:cNvPr id="14" name="node04.text"/>
            <p:cNvSpPr/>
            <p:nvPr/>
          </p:nvSpPr>
          <p:spPr>
            <a:xfrm>
              <a:off x="4381500" y="5207000"/>
              <a:ext cx="708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Running small text keeps its semantic role. Agyp Q012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er-compac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900" spc="72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HEADER DENSITY · COMPACT</a:t>
            </a:r>
            <a:endParaRPr lang="en-US" sz="900" spc="72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An explicit header density</a:t>
            </a:r>
            <a:endParaRPr lang="en-US" sz="2800" spc="-5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3200"/>
              </a:lnSpc>
              <a:buNone/>
            </a:pPr>
            <a:r>
              <a:rPr lang="en-US" sz="2800" spc="-5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keeps the title zones fixed</a:t>
            </a:r>
            <a:endParaRPr lang="en-US" sz="2800" spc="-56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5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5" name="node01"/>
          <p:cNvGrpSpPr/>
          <p:nvPr/>
        </p:nvGrpSpPr>
        <p:grpSpPr>
          <a:xfrm>
            <a:off x="723900" y="2057400"/>
            <a:ext cx="3429000" cy="1905000"/>
            <a:chOff x="723900" y="2057400"/>
            <a:chExt cx="3429000" cy="1905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2057400"/>
              <a:ext cx="34290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title"/>
            <p:cNvSpPr/>
            <p:nvPr/>
          </p:nvSpPr>
          <p:spPr>
            <a:xfrm>
              <a:off x="952500" y="2286000"/>
              <a:ext cx="2971800" cy="2667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2100"/>
                </a:lnSpc>
                <a:buNone/>
              </a:pPr>
              <a:r>
                <a:rPr lang="en-US" sz="1600" spc="-16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Card title role</a:t>
              </a:r>
              <a:endParaRPr lang="en-US" sz="1600" spc="-16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body.item-001.paragraph"/>
            <p:cNvSpPr/>
            <p:nvPr/>
          </p:nvSpPr>
          <p:spPr>
            <a:xfrm>
              <a:off x="952500" y="2705100"/>
              <a:ext cx="29718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Card copy uses the slide body tier.</a:t>
              </a:r>
              <a:endParaRPr lang="en-US" sz="12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" name="node02"/>
          <p:cNvGrpSpPr/>
          <p:nvPr/>
        </p:nvGrpSpPr>
        <p:grpSpPr>
          <a:xfrm>
            <a:off x="4381500" y="2057400"/>
            <a:ext cx="7086600" cy="2794000"/>
            <a:chOff x="4381500" y="2057400"/>
            <a:chExt cx="7086600" cy="2794000"/>
          </a:xfrm>
        </p:grpSpPr>
        <p:graphicFrame>
          <p:nvGraphicFramePr>
            <p:cNvPr id="9" name="node02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2057400"/>
            <a:ext cx="7086600" cy="2794000"/>
          </p:xfrm>
          <a:graphic>
            <a:graphicData uri="http://schemas.openxmlformats.org/drawingml/2006/table">
              <a:tbl>
                <a:tblPr/>
                <a:tblGrid>
                  <a:gridCol w="3429000"/>
                  <a:gridCol w="3657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NESTED SMALL TEXT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CELL BULLETS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Main cell paragraph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Nested small paragraph</a:t>
                        </a:r>
                        <a:endParaRPr lang="en-US" sz="10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one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two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Agyp Q012: table readability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Same cell density in every row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39700" indent="-139700">
                          <a:lnSpc>
                            <a:spcPts val="13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300"/>
                          <a:buFont typeface="IBM Plex Sans"/>
                          <a:buChar char="■"/>
                          <a:def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10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Whole slide density control</a:t>
                        </a:r>
                        <a:endParaRPr lang="en-US" sz="10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17" name="node03"/>
          <p:cNvGrpSpPr/>
          <p:nvPr/>
        </p:nvGrpSpPr>
        <p:grpSpPr>
          <a:xfrm>
            <a:off x="723900" y="4191000"/>
            <a:ext cx="3429000" cy="469900"/>
            <a:chOff x="723900" y="4191000"/>
            <a:chExt cx="3429000" cy="469900"/>
          </a:xfrm>
        </p:grpSpPr>
        <p:sp>
          <p:nvSpPr>
            <p:cNvPr id="10" name="node03.source-001.bullet"/>
            <p:cNvSpPr/>
            <p:nvPr/>
          </p:nvSpPr>
          <p:spPr>
            <a:xfrm>
              <a:off x="723900" y="4279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1.text"/>
            <p:cNvSpPr/>
            <p:nvPr/>
          </p:nvSpPr>
          <p:spPr>
            <a:xfrm>
              <a:off x="876300" y="4191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Bold lead</a:t>
              </a:r>
              <a:r>
                <a:rPr lang="en-US" sz="12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shares one body tier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bullet"/>
            <p:cNvSpPr/>
            <p:nvPr/>
          </p:nvSpPr>
          <p:spPr>
            <a:xfrm>
              <a:off x="723900" y="45339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2.text"/>
            <p:cNvSpPr/>
            <p:nvPr/>
          </p:nvSpPr>
          <p:spPr>
            <a:xfrm>
              <a:off x="876300" y="4445000"/>
              <a:ext cx="3276600" cy="2159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700"/>
                </a:lnSpc>
                <a:buNone/>
              </a:pPr>
              <a:r>
                <a:rPr lang="en-US" sz="12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Plain body bullet</a:t>
              </a:r>
              <a:endParaRPr lang="en-US" sz="12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4"/>
          <p:cNvGrpSpPr/>
          <p:nvPr/>
        </p:nvGrpSpPr>
        <p:grpSpPr>
          <a:xfrm>
            <a:off x="4381500" y="5207000"/>
            <a:ext cx="7086600" cy="457200"/>
            <a:chOff x="4381500" y="5207000"/>
            <a:chExt cx="7086600" cy="457200"/>
          </a:xfrm>
        </p:grpSpPr>
        <p:sp>
          <p:nvSpPr>
            <p:cNvPr id="14" name="node04.text"/>
            <p:cNvSpPr/>
            <p:nvPr/>
          </p:nvSpPr>
          <p:spPr>
            <a:xfrm>
              <a:off x="4381500" y="5207000"/>
              <a:ext cx="708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Running small text keeps its semantic role. Agyp Q012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header-den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yebrow"/>
          <p:cNvSpPr/>
          <p:nvPr/>
        </p:nvSpPr>
        <p:spPr>
          <a:xfrm>
            <a:off x="723900" y="457200"/>
            <a:ext cx="1074420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000"/>
              </a:lnSpc>
              <a:buNone/>
            </a:pPr>
            <a:r>
              <a:rPr lang="en-US" sz="800" spc="64" kern="0" b="0" i="0" dirty="0">
                <a:solidFill>
                  <a:srgbClr val="0047FF"/>
                </a:solidFill>
                <a:latin typeface="IBM Plex Mono SemiBold"/>
                <a:ea typeface="IBM Plex Mono SemiBold"/>
                <a:cs typeface="IBM Plex Mono SemiBold"/>
              </a:rPr>
              <a:t>HEADER DENSITY · DENSE</a:t>
            </a:r>
            <a:endParaRPr lang="en-US" sz="800" spc="64" kern="0" b="0" i="0" dirty="0">
              <a:solidFill>
                <a:srgbClr val="0047FF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sp>
        <p:nvSpPr>
          <p:cNvPr id="4" name="title"/>
          <p:cNvSpPr/>
          <p:nvPr/>
        </p:nvSpPr>
        <p:spPr>
          <a:xfrm>
            <a:off x="723900" y="685800"/>
            <a:ext cx="1074420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An explicit header density</a:t>
            </a:r>
            <a:endParaRPr lang="en-US" sz="2400" spc="-4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  <a:p>
            <a:pPr algn="l" indent="0" marL="0">
              <a:lnSpc>
                <a:spcPts val="2800"/>
              </a:lnSpc>
              <a:buNone/>
            </a:pPr>
            <a:r>
              <a:rPr lang="en-US" sz="2400" spc="-48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rPr>
              <a:t>keeps the title zones fixed</a:t>
            </a:r>
            <a:endParaRPr lang="en-US" sz="2400" spc="-48" kern="0" b="0" i="0" dirty="0">
              <a:solidFill>
                <a:srgbClr val="070154"/>
              </a:solidFill>
              <a:latin typeface="IBM Plex Sans SemiBold"/>
              <a:ea typeface="IBM Plex Sans SemiBold"/>
              <a:cs typeface="IBM Plex Sans SemiBold"/>
            </a:endParaRPr>
          </a:p>
        </p:txBody>
      </p:sp>
      <p:sp>
        <p:nvSpPr>
          <p:cNvPr id="5" name="wm.page"/>
          <p:cNvSpPr/>
          <p:nvPr/>
        </p:nvSpPr>
        <p:spPr>
          <a:xfrm>
            <a:off x="11163300" y="6172200"/>
            <a:ext cx="30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lnSpc>
                <a:spcPts val="900"/>
              </a:lnSpc>
              <a:buNone/>
            </a:pPr>
            <a:fld id="{7DC738B1-48F4-45B7-954D-37669918DC70}" type="slidenum">
              <a:rPr lang="en-US" sz="700" spc="0" kern="0" b="0" i="0" dirty="0">
                <a:solidFill>
                  <a:srgbClr val="070154"/>
                </a:solidFill>
                <a:latin typeface="IBM Plex Mono SemiBold"/>
                <a:ea typeface="IBM Plex Mono SemiBold"/>
                <a:cs typeface="IBM Plex Mono SemiBold"/>
              </a:rPr>
              <a:t>6</a:t>
            </a:fld>
            <a:endParaRPr lang="en-US" sz="700" spc="0" kern="0" b="0" i="0" dirty="0">
              <a:solidFill>
                <a:srgbClr val="070154"/>
              </a:solidFill>
              <a:latin typeface="IBM Plex Mono SemiBold"/>
              <a:ea typeface="IBM Plex Mono SemiBold"/>
              <a:cs typeface="IBM Plex Mono SemiBold"/>
            </a:endParaRPr>
          </a:p>
        </p:txBody>
      </p:sp>
      <p:grpSp>
        <p:nvGrpSpPr>
          <p:cNvPr id="15" name="node01"/>
          <p:cNvGrpSpPr/>
          <p:nvPr/>
        </p:nvGrpSpPr>
        <p:grpSpPr>
          <a:xfrm>
            <a:off x="723900" y="2057400"/>
            <a:ext cx="3429000" cy="1905000"/>
            <a:chOff x="723900" y="2057400"/>
            <a:chExt cx="3429000" cy="1905000"/>
          </a:xfrm>
        </p:grpSpPr>
        <p:sp>
          <p:nvSpPr>
            <p:cNvPr id="6" name="node01.container"/>
            <p:cNvSpPr/>
            <p:nvPr/>
          </p:nvSpPr>
          <p:spPr>
            <a:xfrm>
              <a:off x="723900" y="2057400"/>
              <a:ext cx="3429000" cy="1905000"/>
            </a:xfrm>
            <a:prstGeom prst="rect">
              <a:avLst/>
            </a:prstGeom>
            <a:solidFill>
              <a:srgbClr val="E8EEF8"/>
            </a:solidFill>
            <a:ln>
              <a:noFill/>
            </a:ln>
          </p:spPr>
        </p:sp>
        <p:sp>
          <p:nvSpPr>
            <p:cNvPr id="7" name="node01.title"/>
            <p:cNvSpPr/>
            <p:nvPr/>
          </p:nvSpPr>
          <p:spPr>
            <a:xfrm>
              <a:off x="952500" y="2286000"/>
              <a:ext cx="2971800" cy="2286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800"/>
                </a:lnSpc>
                <a:buNone/>
              </a:pPr>
              <a:r>
                <a:rPr lang="en-US" sz="1400" spc="-14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>Card title role</a:t>
              </a:r>
              <a:endParaRPr lang="en-US" sz="1400" spc="-14" kern="0" b="0" i="0" dirty="0">
                <a:solidFill>
                  <a:srgbClr val="070154"/>
                </a:solidFill>
                <a:latin typeface="IBM Plex Sans SemiBold"/>
                <a:ea typeface="IBM Plex Sans SemiBold"/>
                <a:cs typeface="IBM Plex Sans SemiBold"/>
              </a:endParaRPr>
            </a:p>
          </p:txBody>
        </p:sp>
        <p:sp>
          <p:nvSpPr>
            <p:cNvPr id="8" name="node01.body.item-001.paragraph"/>
            <p:cNvSpPr/>
            <p:nvPr/>
          </p:nvSpPr>
          <p:spPr>
            <a:xfrm>
              <a:off x="952500" y="2667000"/>
              <a:ext cx="29718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>Card copy uses the slide body tier.</a:t>
              </a:r>
              <a:endParaRPr lang="en-US" sz="1100" spc="0" kern="0" b="0" i="0" dirty="0">
                <a:solidFill>
                  <a:srgbClr val="50658E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6" name="node02"/>
          <p:cNvGrpSpPr/>
          <p:nvPr/>
        </p:nvGrpSpPr>
        <p:grpSpPr>
          <a:xfrm>
            <a:off x="4381500" y="2057400"/>
            <a:ext cx="7086600" cy="2794000"/>
            <a:chOff x="4381500" y="2057400"/>
            <a:chExt cx="7086600" cy="2794000"/>
          </a:xfrm>
        </p:grpSpPr>
        <p:graphicFrame>
          <p:nvGraphicFramePr>
            <p:cNvPr id="9" name="node02.native"/>
            <p:cNvGraphicFramePr>
              <a:graphicFrameLocks noGrp="1"/>
            </p:cNvGraphicFramePr>
            <p:nvPr>
              <p:extLst>
                <p:ext uri="{D42A27DB-BD31-4B8C-83A1-F6EECF244321}">
                  <p14:modId xmlns:p14="http://schemas.microsoft.com/office/powerpoint/2010/main" val="1579011935"/>
                </p:ext>
              </p:extLst>
            </p:nvPr>
          </p:nvGraphicFramePr>
          <p:xfrm>
            <a:off x="4381500" y="2057400"/>
            <a:ext cx="7086600" cy="2794000"/>
          </p:xfrm>
          <a:graphic>
            <a:graphicData uri="http://schemas.openxmlformats.org/drawingml/2006/table">
              <a:tbl>
                <a:tblPr/>
                <a:tblGrid>
                  <a:gridCol w="3429000"/>
                  <a:gridCol w="3657600"/>
                </a:tblGrid>
                <a:tr h="3556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NESTED SMALL TEXT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0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defRPr>
                        </a:pPr>
                        <a:r>
                          <a:rPr lang="en-US" sz="800" spc="48" kern="0" b="0" i="0" dirty="0">
                            <a:solidFill>
                              <a:srgbClr val="070154"/>
                            </a:solidFill>
                            <a:latin typeface="IBM Plex Mono SemiBold"/>
                            <a:ea typeface="IBM Plex Mono SemiBold"/>
                            <a:cs typeface="IBM Plex Mono SemiBold"/>
                          </a:rPr>
                          <a:t xml:space="preserve">CELL BULLETS</a:t>
                        </a:r>
                        <a:endParaRPr lang="en-US" sz="800" spc="48" kern="0" b="0" i="0" dirty="0">
                          <a:solidFill>
                            <a:srgbClr val="070154"/>
                          </a:solidFill>
                          <a:latin typeface="IBM Plex Mono SemiBold"/>
                          <a:ea typeface="IBM Plex Mono SemiBold"/>
                          <a:cs typeface="IBM Plex Mono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19050" cap="flat" cmpd="sng" algn="ctr">
                        <a:solidFill>
                          <a:srgbClr val="070154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20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Main cell paragraph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50658E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Nested small paragraph</a:t>
                        </a:r>
                        <a:endParaRPr lang="en-US" sz="800" spc="0" kern="0" b="0" i="0" dirty="0">
                          <a:solidFill>
                            <a:srgbClr val="50658E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10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one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Editable native bullet two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  <a:tr h="1219200"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0" indent="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 SemiBold"/>
                            <a:ea typeface="IBM Plex Sans SemiBold"/>
                            <a:cs typeface="IBM Plex Sans SemiBold"/>
                          </a:rPr>
                          <a:t xml:space="preserve">Agyp Q012: table readability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 SemiBold"/>
                          <a:ea typeface="IBM Plex Sans SemiBold"/>
                          <a:cs typeface="IBM Plex Sans SemiBold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  <a:tc>
                    <a:txBody>
                      <a:bodyPr wrap="square" anchor="ctr" lIns="0" rIns="0" tIns="0" bIns="0">
                        <a:noAutofit/>
                      </a:bodyPr>
                      <a:lstStyle/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10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Same cell density in every row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  <a:p>
                        <a:pPr algn="l" marL="127000" indent="-127000">
                          <a:lnSpc>
                            <a:spcPts val="1100"/>
                          </a:lnSpc>
                          <a:spcBef>
                            <a:spcPts val="0"/>
                          </a:spcBef>
                          <a:spcAft>
                            <a:spcPts val="0"/>
                          </a:spcAft>
                          <a:buSzPts val="250"/>
                          <a:buFont typeface="IBM Plex Sans"/>
                          <a:buChar char="■"/>
                          <a:def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defRPr>
                        </a:pPr>
                        <a:r>
                          <a:rPr lang="en-US" sz="800" spc="0" kern="0" b="0" i="0" dirty="0">
                            <a:solidFill>
                              <a:srgbClr val="070154"/>
                            </a:solidFill>
                            <a:latin typeface="IBM Plex Sans"/>
                            <a:ea typeface="IBM Plex Sans"/>
                            <a:cs typeface="IBM Plex Sans"/>
                          </a:rPr>
                          <a:t xml:space="preserve">Whole slide density control</a:t>
                        </a:r>
                        <a:endParaRPr lang="en-US" sz="800" spc="0" kern="0" b="0" i="0" dirty="0">
                          <a:solidFill>
                            <a:srgbClr val="070154"/>
                          </a:solidFill>
                          <a:latin typeface="IBM Plex Sans"/>
                          <a:ea typeface="IBM Plex Sans"/>
                          <a:cs typeface="IBM Plex Sans"/>
                        </a:endParaRPr>
                      </a:p>
                    </a:txBody>
                    <a:tcPr marL="152400" marR="152400" marT="0" marB="0" anchor="ctr">
                      <a:lnL w="0" cap="flat" cmpd="sng" algn="ctr">
                        <a:noFill/>
                      </a:lnL>
                      <a:lnR w="0" cap="flat" cmpd="sng" algn="ctr">
                        <a:noFill/>
                      </a:lnR>
                      <a:lnT w="0" cap="flat" cmpd="sng" algn="ctr">
                        <a:noFill/>
                      </a:lnT>
                      <a:lnB w="9525" cap="flat" cmpd="sng" algn="ctr">
                        <a:solidFill>
                          <a:srgbClr val="CED7E6"/>
                        </a:solidFill>
                        <a:prstDash val="solid"/>
                        <a:round/>
                        <a:headEnd type="none" w="med" len="med"/>
                        <a:tailEnd type="none" w="med" len="med"/>
                      </a:lnB>
                      <a:solidFill>
                        <a:srgbClr val="FFFFFF"/>
                      </a:solidFill>
                    </a:tcPr>
                  </a:tc>
                </a:tr>
              </a:tbl>
            </a:graphicData>
          </a:graphic>
        </p:graphicFrame>
      </p:grpSp>
      <p:grpSp>
        <p:nvGrpSpPr>
          <p:cNvPr id="17" name="node03"/>
          <p:cNvGrpSpPr/>
          <p:nvPr/>
        </p:nvGrpSpPr>
        <p:grpSpPr>
          <a:xfrm>
            <a:off x="723900" y="4191000"/>
            <a:ext cx="3429000" cy="406400"/>
            <a:chOff x="723900" y="4191000"/>
            <a:chExt cx="3429000" cy="406400"/>
          </a:xfrm>
        </p:grpSpPr>
        <p:sp>
          <p:nvSpPr>
            <p:cNvPr id="10" name="node03.source-001.bullet"/>
            <p:cNvSpPr/>
            <p:nvPr/>
          </p:nvSpPr>
          <p:spPr>
            <a:xfrm>
              <a:off x="723900" y="42672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1" name="node03.source-001.text"/>
            <p:cNvSpPr/>
            <p:nvPr/>
          </p:nvSpPr>
          <p:spPr>
            <a:xfrm>
              <a:off x="863600" y="41910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 SemiBold"/>
                  <a:ea typeface="IBM Plex Sans SemiBold"/>
                  <a:cs typeface="IBM Plex Sans SemiBold"/>
                </a:rPr>
                <a:t xml:space="preserve">Bold lead</a:t>
              </a:r>
              <a:r>
                <a:rPr lang="en-US" sz="1100" spc="0" kern="0" b="0" i="0" dirty="0">
                  <a:solidFill>
                    <a:srgbClr val="50658E"/>
                  </a:solidFill>
                  <a:latin typeface="IBM Plex Sans"/>
                  <a:ea typeface="IBM Plex Sans"/>
                  <a:cs typeface="IBM Plex Sans"/>
                </a:rPr>
                <a:t xml:space="preserve"> shares one body tier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  <p:sp>
          <p:nvSpPr>
            <p:cNvPr id="12" name="node03.source-002.bullet"/>
            <p:cNvSpPr/>
            <p:nvPr/>
          </p:nvSpPr>
          <p:spPr>
            <a:xfrm>
              <a:off x="723900" y="4483100"/>
              <a:ext cx="38100" cy="38100"/>
            </a:xfrm>
            <a:prstGeom prst="rect">
              <a:avLst/>
            </a:prstGeom>
            <a:solidFill>
              <a:srgbClr val="070154"/>
            </a:solidFill>
            <a:ln>
              <a:noFill/>
            </a:ln>
          </p:spPr>
        </p:sp>
        <p:sp>
          <p:nvSpPr>
            <p:cNvPr id="13" name="node03.source-002.text"/>
            <p:cNvSpPr/>
            <p:nvPr/>
          </p:nvSpPr>
          <p:spPr>
            <a:xfrm>
              <a:off x="863600" y="4406900"/>
              <a:ext cx="3289300" cy="1905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500"/>
                </a:lnSpc>
                <a:buNone/>
              </a:pPr>
              <a:r>
                <a:rPr lang="en-US" sz="11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Plain body bullet</a:t>
              </a:r>
              <a:endParaRPr lang="en-US" sz="11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  <p:grpSp>
        <p:nvGrpSpPr>
          <p:cNvPr id="18" name="node04"/>
          <p:cNvGrpSpPr/>
          <p:nvPr/>
        </p:nvGrpSpPr>
        <p:grpSpPr>
          <a:xfrm>
            <a:off x="4381500" y="5207000"/>
            <a:ext cx="7086600" cy="457200"/>
            <a:chOff x="4381500" y="5207000"/>
            <a:chExt cx="7086600" cy="457200"/>
          </a:xfrm>
        </p:grpSpPr>
        <p:sp>
          <p:nvSpPr>
            <p:cNvPr id="14" name="node04.text"/>
            <p:cNvSpPr/>
            <p:nvPr/>
          </p:nvSpPr>
          <p:spPr>
            <a:xfrm>
              <a:off x="4381500" y="5207000"/>
              <a:ext cx="70866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pPr algn="l" indent="0" marL="0">
                <a:lnSpc>
                  <a:spcPts val="1300"/>
                </a:lnSpc>
                <a:buNone/>
              </a:pPr>
              <a:r>
                <a:rPr lang="en-US" sz="1000" spc="0" kern="0" b="0" i="0" dirty="0">
                  <a:solidFill>
                    <a:srgbClr val="070154"/>
                  </a:solidFill>
                  <a:latin typeface="IBM Plex Sans"/>
                  <a:ea typeface="IBM Plex Sans"/>
                  <a:cs typeface="IBM Plex Sans"/>
                </a:rPr>
                <a:t>Running small text keeps its semantic role. Agyp Q012</a:t>
              </a:r>
              <a:endParaRPr lang="en-US" sz="1000" spc="0" kern="0" b="0" i="0" dirty="0">
                <a:solidFill>
                  <a:srgbClr val="070154"/>
                </a:solidFill>
                <a:latin typeface="IBM Plex Sans"/>
                <a:ea typeface="IBM Plex Sans"/>
                <a:cs typeface="IBM Plex Sans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IBM Plex Sans SemiBold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IBM Plex San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WMDS density role controls</dc:title>
  <dc:subject>PptxGenJS Presentation</dc:subject>
  <dc:creator>West Monroe</dc:creator>
  <cp:lastModifiedBy>West Monroe</cp:lastModifiedBy>
  <cp:revision>1</cp:revision>
  <dcterms:created xsi:type="dcterms:W3CDTF">2026-10-06T16:50:30Z</dcterms:created>
  <dcterms:modified xsi:type="dcterms:W3CDTF">2026-10-06T16:50:30Z</dcterms:modified>
</cp:coreProperties>
</file>