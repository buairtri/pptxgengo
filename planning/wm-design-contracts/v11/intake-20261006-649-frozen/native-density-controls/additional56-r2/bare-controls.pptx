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extra-control-001"/>
          <p:cNvSpPr/>
          <p:nvPr/>
        </p:nvSpPr>
        <p:spPr>
          <a:xfrm>
            <a:off x="723900" y="457200"/>
            <a:ext cx="10744200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2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042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1042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042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3" name="density-extra-control-002"/>
          <p:cNvSpPr/>
          <p:nvPr/>
        </p:nvSpPr>
        <p:spPr>
          <a:xfrm>
            <a:off x="723900" y="1125538"/>
            <a:ext cx="10744200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46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146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146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146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4" name="density-extra-control-003"/>
          <p:cNvSpPr/>
          <p:nvPr/>
        </p:nvSpPr>
        <p:spPr>
          <a:xfrm>
            <a:off x="723900" y="1839119"/>
            <a:ext cx="107442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25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25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5" name="density-extra-control-004"/>
          <p:cNvSpPr/>
          <p:nvPr/>
        </p:nvSpPr>
        <p:spPr>
          <a:xfrm>
            <a:off x="723900" y="2610644"/>
            <a:ext cx="10744200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2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042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1042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042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6" name="density-extra-control-005"/>
          <p:cNvSpPr/>
          <p:nvPr/>
        </p:nvSpPr>
        <p:spPr>
          <a:xfrm>
            <a:off x="723900" y="3278981"/>
            <a:ext cx="10744200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146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146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146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7" name="density-extra-control-006"/>
          <p:cNvSpPr/>
          <p:nvPr/>
        </p:nvSpPr>
        <p:spPr>
          <a:xfrm>
            <a:off x="723900" y="3992563"/>
            <a:ext cx="107442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25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25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8" name="density-extra-control-007"/>
          <p:cNvSpPr/>
          <p:nvPr/>
        </p:nvSpPr>
        <p:spPr>
          <a:xfrm>
            <a:off x="723900" y="4764088"/>
            <a:ext cx="10744200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2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42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1042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42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" name="density-extra-control-008"/>
          <p:cNvSpPr/>
          <p:nvPr/>
        </p:nvSpPr>
        <p:spPr>
          <a:xfrm>
            <a:off x="723900" y="5432425"/>
            <a:ext cx="10744200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46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46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146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46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extra-control-009"/>
          <p:cNvSpPr/>
          <p:nvPr/>
        </p:nvSpPr>
        <p:spPr>
          <a:xfrm>
            <a:off x="723900" y="457200"/>
            <a:ext cx="107442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5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5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extra-control-010"/>
          <p:cNvSpPr/>
          <p:nvPr/>
        </p:nvSpPr>
        <p:spPr>
          <a:xfrm>
            <a:off x="723900" y="1228725"/>
            <a:ext cx="10744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00" spc="66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100" spc="66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200"/>
              </a:lnSpc>
              <a:buNone/>
            </a:pPr>
            <a:r>
              <a:rPr lang="en-US" sz="1100" spc="66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100" spc="66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4" name="density-extra-control-011"/>
          <p:cNvSpPr/>
          <p:nvPr/>
        </p:nvSpPr>
        <p:spPr>
          <a:xfrm>
            <a:off x="723900" y="1895475"/>
            <a:ext cx="107442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5" name="density-extra-control-012"/>
          <p:cNvSpPr/>
          <p:nvPr/>
        </p:nvSpPr>
        <p:spPr>
          <a:xfrm>
            <a:off x="723900" y="2587625"/>
            <a:ext cx="10744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6" name="density-extra-control-013"/>
          <p:cNvSpPr/>
          <p:nvPr/>
        </p:nvSpPr>
        <p:spPr>
          <a:xfrm>
            <a:off x="723900" y="3292475"/>
            <a:ext cx="10744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6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7" name="density-extra-control-014"/>
          <p:cNvSpPr/>
          <p:nvPr/>
        </p:nvSpPr>
        <p:spPr>
          <a:xfrm>
            <a:off x="723900" y="4029075"/>
            <a:ext cx="10744200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3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3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8" name="density-extra-control-015"/>
          <p:cNvSpPr/>
          <p:nvPr/>
        </p:nvSpPr>
        <p:spPr>
          <a:xfrm>
            <a:off x="723900" y="4797425"/>
            <a:ext cx="10744200" cy="42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44" spc="51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844" spc="51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844"/>
              </a:lnSpc>
              <a:buNone/>
            </a:pPr>
            <a:r>
              <a:rPr lang="en-US" sz="844" spc="51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844" spc="51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9" name="density-extra-control-016"/>
          <p:cNvSpPr/>
          <p:nvPr/>
        </p:nvSpPr>
        <p:spPr>
          <a:xfrm>
            <a:off x="723900" y="5370336"/>
            <a:ext cx="10744200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6"/>
              </a:lnSpc>
              <a:buNone/>
            </a:pPr>
            <a:r>
              <a: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800" spc="48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156"/>
              </a:lnSpc>
              <a:buNone/>
            </a:pPr>
            <a:r>
              <a: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800" spc="48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extra-control-017"/>
          <p:cNvSpPr/>
          <p:nvPr/>
        </p:nvSpPr>
        <p:spPr>
          <a:xfrm>
            <a:off x="723900" y="457200"/>
            <a:ext cx="1074420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950" spc="57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950" spc="57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950"/>
              </a:lnSpc>
              <a:buNone/>
            </a:pPr>
            <a:r>
              <a:rPr lang="en-US" sz="950" spc="57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950" spc="57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3" name="density-extra-control-018"/>
          <p:cNvSpPr/>
          <p:nvPr/>
        </p:nvSpPr>
        <p:spPr>
          <a:xfrm>
            <a:off x="723900" y="1063625"/>
            <a:ext cx="10744200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978" spc="59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978" spc="59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000"/>
              </a:lnSpc>
              <a:buNone/>
            </a:pPr>
            <a:r>
              <a:rPr lang="en-US" sz="978" spc="59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978" spc="59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4" name="density-extra-control-019"/>
          <p:cNvSpPr/>
          <p:nvPr/>
        </p:nvSpPr>
        <p:spPr>
          <a:xfrm>
            <a:off x="723900" y="1681692"/>
            <a:ext cx="10744200" cy="478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78" spc="59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978" spc="59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978" spc="59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978" spc="59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5" name="density-extra-control-020"/>
          <p:cNvSpPr/>
          <p:nvPr/>
        </p:nvSpPr>
        <p:spPr>
          <a:xfrm>
            <a:off x="723900" y="2312458"/>
            <a:ext cx="1074420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900" spc="54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900" spc="54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6" name="density-extra-control-021"/>
          <p:cNvSpPr/>
          <p:nvPr/>
        </p:nvSpPr>
        <p:spPr>
          <a:xfrm>
            <a:off x="723900" y="2953808"/>
            <a:ext cx="10744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00" spc="66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100" spc="66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200"/>
              </a:lnSpc>
              <a:buNone/>
            </a:pPr>
            <a:r>
              <a:rPr lang="en-US" sz="1100" spc="66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100" spc="66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7" name="density-extra-control-022"/>
          <p:cNvSpPr/>
          <p:nvPr/>
        </p:nvSpPr>
        <p:spPr>
          <a:xfrm>
            <a:off x="723900" y="3620558"/>
            <a:ext cx="107442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8" name="density-extra-control-023"/>
          <p:cNvSpPr/>
          <p:nvPr/>
        </p:nvSpPr>
        <p:spPr>
          <a:xfrm>
            <a:off x="723900" y="4312708"/>
            <a:ext cx="10744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9" name="density-extra-control-024"/>
          <p:cNvSpPr/>
          <p:nvPr/>
        </p:nvSpPr>
        <p:spPr>
          <a:xfrm>
            <a:off x="723900" y="5017558"/>
            <a:ext cx="10744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6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10" name="density-extra-control-025"/>
          <p:cNvSpPr/>
          <p:nvPr/>
        </p:nvSpPr>
        <p:spPr>
          <a:xfrm>
            <a:off x="723900" y="5754158"/>
            <a:ext cx="10744200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3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3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extra-control-026"/>
          <p:cNvSpPr/>
          <p:nvPr/>
        </p:nvSpPr>
        <p:spPr>
          <a:xfrm>
            <a:off x="723900" y="457200"/>
            <a:ext cx="10744200" cy="42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44" spc="51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44" spc="51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844"/>
              </a:lnSpc>
              <a:buNone/>
            </a:pPr>
            <a:r>
              <a:rPr lang="en-US" sz="844" spc="51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44" spc="51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3" name="density-extra-control-027"/>
          <p:cNvSpPr/>
          <p:nvPr/>
        </p:nvSpPr>
        <p:spPr>
          <a:xfrm>
            <a:off x="723900" y="1030111"/>
            <a:ext cx="10744200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6"/>
              </a:lnSpc>
              <a:buNone/>
            </a:pPr>
            <a:r>
              <a:rPr lang="en-US" sz="800" spc="48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48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156"/>
              </a:lnSpc>
              <a:buNone/>
            </a:pPr>
            <a:r>
              <a:rPr lang="en-US" sz="800" spc="48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48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extra-control-028"/>
          <p:cNvSpPr/>
          <p:nvPr/>
        </p:nvSpPr>
        <p:spPr>
          <a:xfrm>
            <a:off x="723900" y="1634067"/>
            <a:ext cx="1074420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950" spc="57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50" spc="57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950"/>
              </a:lnSpc>
              <a:buNone/>
            </a:pPr>
            <a:r>
              <a:rPr lang="en-US" sz="950" spc="57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50" spc="57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5" name="density-extra-control-029"/>
          <p:cNvSpPr/>
          <p:nvPr/>
        </p:nvSpPr>
        <p:spPr>
          <a:xfrm>
            <a:off x="723900" y="2240492"/>
            <a:ext cx="10744200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978" spc="59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78" spc="59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000"/>
              </a:lnSpc>
              <a:buNone/>
            </a:pPr>
            <a:r>
              <a:rPr lang="en-US" sz="978" spc="59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78" spc="59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6" name="density-extra-control-030"/>
          <p:cNvSpPr/>
          <p:nvPr/>
        </p:nvSpPr>
        <p:spPr>
          <a:xfrm>
            <a:off x="723900" y="2858558"/>
            <a:ext cx="10744200" cy="478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78" spc="59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78" spc="59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978" spc="59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78" spc="59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7" name="density-extra-control-031"/>
          <p:cNvSpPr/>
          <p:nvPr/>
        </p:nvSpPr>
        <p:spPr>
          <a:xfrm>
            <a:off x="723900" y="3489325"/>
            <a:ext cx="1074420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spc="54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00" spc="54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spc="54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00" spc="54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8" name="density-extra-control-032"/>
          <p:cNvSpPr/>
          <p:nvPr/>
        </p:nvSpPr>
        <p:spPr>
          <a:xfrm>
            <a:off x="723900" y="4130675"/>
            <a:ext cx="10744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00" spc="66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100" spc="66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200"/>
              </a:lnSpc>
              <a:buNone/>
            </a:pPr>
            <a:r>
              <a:rPr lang="en-US" sz="1100" spc="66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100" spc="66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9" name="density-extra-control-033"/>
          <p:cNvSpPr/>
          <p:nvPr/>
        </p:nvSpPr>
        <p:spPr>
          <a:xfrm>
            <a:off x="723900" y="4797425"/>
            <a:ext cx="107442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0" name="density-extra-control-034"/>
          <p:cNvSpPr/>
          <p:nvPr/>
        </p:nvSpPr>
        <p:spPr>
          <a:xfrm>
            <a:off x="723900" y="5489575"/>
            <a:ext cx="10744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extra-control-035"/>
          <p:cNvSpPr/>
          <p:nvPr/>
        </p:nvSpPr>
        <p:spPr>
          <a:xfrm>
            <a:off x="723900" y="457200"/>
            <a:ext cx="10744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6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3" name="density-extra-control-036"/>
          <p:cNvSpPr/>
          <p:nvPr/>
        </p:nvSpPr>
        <p:spPr>
          <a:xfrm>
            <a:off x="723900" y="1193800"/>
            <a:ext cx="10744200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3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3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density-extra-control-037"/>
          <p:cNvSpPr/>
          <p:nvPr/>
        </p:nvSpPr>
        <p:spPr>
          <a:xfrm>
            <a:off x="723900" y="1962150"/>
            <a:ext cx="10744200" cy="42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44" spc="51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844" spc="51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844"/>
              </a:lnSpc>
              <a:buNone/>
            </a:pPr>
            <a:r>
              <a:rPr lang="en-US" sz="844" spc="51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844" spc="51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5" name="density-extra-control-038"/>
          <p:cNvSpPr/>
          <p:nvPr/>
        </p:nvSpPr>
        <p:spPr>
          <a:xfrm>
            <a:off x="723900" y="2535061"/>
            <a:ext cx="10744200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6"/>
              </a:lnSpc>
              <a:buNone/>
            </a:pPr>
            <a:r>
              <a: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800" spc="48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156"/>
              </a:lnSpc>
              <a:buNone/>
            </a:pPr>
            <a:r>
              <a: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800" spc="48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6" name="density-extra-control-039"/>
          <p:cNvSpPr/>
          <p:nvPr/>
        </p:nvSpPr>
        <p:spPr>
          <a:xfrm>
            <a:off x="723900" y="3139017"/>
            <a:ext cx="1074420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950" spc="57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950" spc="57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950"/>
              </a:lnSpc>
              <a:buNone/>
            </a:pPr>
            <a:r>
              <a:rPr lang="en-US" sz="950" spc="57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950" spc="57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7" name="density-extra-control-040"/>
          <p:cNvSpPr/>
          <p:nvPr/>
        </p:nvSpPr>
        <p:spPr>
          <a:xfrm>
            <a:off x="723900" y="3745442"/>
            <a:ext cx="10744200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978" spc="59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978" spc="59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000"/>
              </a:lnSpc>
              <a:buNone/>
            </a:pPr>
            <a:r>
              <a:rPr lang="en-US" sz="978" spc="59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978" spc="59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8" name="density-extra-control-041"/>
          <p:cNvSpPr/>
          <p:nvPr/>
        </p:nvSpPr>
        <p:spPr>
          <a:xfrm>
            <a:off x="723900" y="4363508"/>
            <a:ext cx="10744200" cy="478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78" spc="59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978" spc="59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978" spc="59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978" spc="59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9" name="density-extra-control-042"/>
          <p:cNvSpPr/>
          <p:nvPr/>
        </p:nvSpPr>
        <p:spPr>
          <a:xfrm>
            <a:off x="723900" y="4994275"/>
            <a:ext cx="1074420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900" spc="54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900" spc="54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0" name="density-extra-control-043"/>
          <p:cNvSpPr/>
          <p:nvPr/>
        </p:nvSpPr>
        <p:spPr>
          <a:xfrm>
            <a:off x="723900" y="5635625"/>
            <a:ext cx="10744200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2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42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1042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42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extra-control-044"/>
          <p:cNvSpPr/>
          <p:nvPr/>
        </p:nvSpPr>
        <p:spPr>
          <a:xfrm>
            <a:off x="723900" y="457200"/>
            <a:ext cx="10744200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46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46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146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46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extra-control-045"/>
          <p:cNvSpPr/>
          <p:nvPr/>
        </p:nvSpPr>
        <p:spPr>
          <a:xfrm>
            <a:off x="723900" y="1170781"/>
            <a:ext cx="107442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5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5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extra-control-046"/>
          <p:cNvSpPr/>
          <p:nvPr/>
        </p:nvSpPr>
        <p:spPr>
          <a:xfrm>
            <a:off x="723900" y="1942306"/>
            <a:ext cx="10744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00" spc="66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100" spc="66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200"/>
              </a:lnSpc>
              <a:buNone/>
            </a:pPr>
            <a:r>
              <a:rPr lang="en-US" sz="1100" spc="66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100" spc="66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5" name="density-extra-control-047"/>
          <p:cNvSpPr/>
          <p:nvPr/>
        </p:nvSpPr>
        <p:spPr>
          <a:xfrm>
            <a:off x="723900" y="2609056"/>
            <a:ext cx="107442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1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1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6" name="density-extra-control-048"/>
          <p:cNvSpPr/>
          <p:nvPr/>
        </p:nvSpPr>
        <p:spPr>
          <a:xfrm>
            <a:off x="723900" y="3301206"/>
            <a:ext cx="10744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1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1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7" name="density-extra-control-049"/>
          <p:cNvSpPr/>
          <p:nvPr/>
        </p:nvSpPr>
        <p:spPr>
          <a:xfrm>
            <a:off x="723900" y="4006056"/>
            <a:ext cx="10744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60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8" name="density-extra-control-050"/>
          <p:cNvSpPr/>
          <p:nvPr/>
        </p:nvSpPr>
        <p:spPr>
          <a:xfrm>
            <a:off x="723900" y="4742656"/>
            <a:ext cx="10744200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3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3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9" name="density-extra-control-051"/>
          <p:cNvSpPr/>
          <p:nvPr/>
        </p:nvSpPr>
        <p:spPr>
          <a:xfrm>
            <a:off x="723900" y="5511006"/>
            <a:ext cx="10744200" cy="42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44" spc="51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44" spc="51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844"/>
              </a:lnSpc>
              <a:buNone/>
            </a:pPr>
            <a:r>
              <a:rPr lang="en-US" sz="844" spc="51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44" spc="51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extra-control-052"/>
          <p:cNvSpPr/>
          <p:nvPr/>
        </p:nvSpPr>
        <p:spPr>
          <a:xfrm>
            <a:off x="723900" y="457200"/>
            <a:ext cx="10744200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6"/>
              </a:lnSpc>
              <a:buNone/>
            </a:pPr>
            <a:r>
              <a:rPr lang="en-US" sz="800" spc="48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48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156"/>
              </a:lnSpc>
              <a:buNone/>
            </a:pPr>
            <a:r>
              <a:rPr lang="en-US" sz="800" spc="48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48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3" name="density-extra-control-053"/>
          <p:cNvSpPr/>
          <p:nvPr/>
        </p:nvSpPr>
        <p:spPr>
          <a:xfrm>
            <a:off x="723900" y="1061156"/>
            <a:ext cx="1074420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950" spc="57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50" spc="57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950"/>
              </a:lnSpc>
              <a:buNone/>
            </a:pPr>
            <a:r>
              <a:rPr lang="en-US" sz="950" spc="57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50" spc="57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extra-control-054"/>
          <p:cNvSpPr/>
          <p:nvPr/>
        </p:nvSpPr>
        <p:spPr>
          <a:xfrm>
            <a:off x="723900" y="1667581"/>
            <a:ext cx="10744200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978" spc="59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78" spc="59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000"/>
              </a:lnSpc>
              <a:buNone/>
            </a:pPr>
            <a:r>
              <a:rPr lang="en-US" sz="978" spc="59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78" spc="59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5" name="density-extra-control-055"/>
          <p:cNvSpPr/>
          <p:nvPr/>
        </p:nvSpPr>
        <p:spPr>
          <a:xfrm>
            <a:off x="723900" y="2285647"/>
            <a:ext cx="10744200" cy="478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78" spc="59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78" spc="59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978" spc="59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78" spc="59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6" name="density-extra-control-056"/>
          <p:cNvSpPr/>
          <p:nvPr/>
        </p:nvSpPr>
        <p:spPr>
          <a:xfrm>
            <a:off x="723900" y="2916414"/>
            <a:ext cx="1074420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spc="54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00" spc="54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spc="54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00" spc="54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WMDS bare density native font controls</dc:title>
  <dc:subject>PptxGenJS Presentation</dc:subject>
  <dc:creator>PptxGenJS</dc:creator>
  <cp:lastModifiedBy>PptxGenJS</cp:lastModifiedBy>
  <cp:revision>1</cp:revision>
  <dcterms:created xsi:type="dcterms:W3CDTF">2026-10-06T14:19:36Z</dcterms:created>
  <dcterms:modified xsi:type="dcterms:W3CDTF">2026-10-06T14:19:36Z</dcterms:modified>
</cp:coreProperties>
</file>