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01"/>
          <p:cNvSpPr/>
          <p:nvPr/>
        </p:nvSpPr>
        <p:spPr>
          <a:xfrm>
            <a:off x="723900" y="160020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02"/>
          <p:cNvSpPr/>
          <p:nvPr/>
        </p:nvSpPr>
        <p:spPr>
          <a:xfrm>
            <a:off x="723900" y="224155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03"/>
          <p:cNvSpPr/>
          <p:nvPr/>
        </p:nvSpPr>
        <p:spPr>
          <a:xfrm>
            <a:off x="723900" y="288925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04"/>
          <p:cNvSpPr/>
          <p:nvPr/>
        </p:nvSpPr>
        <p:spPr>
          <a:xfrm>
            <a:off x="723900" y="354330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6" name="density-control-005"/>
          <p:cNvSpPr/>
          <p:nvPr/>
        </p:nvSpPr>
        <p:spPr>
          <a:xfrm>
            <a:off x="723900" y="4203700"/>
            <a:ext cx="10744200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7" name="density-control-006"/>
          <p:cNvSpPr/>
          <p:nvPr/>
        </p:nvSpPr>
        <p:spPr>
          <a:xfrm>
            <a:off x="723900" y="4878705"/>
            <a:ext cx="1074420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07"/>
          <p:cNvSpPr/>
          <p:nvPr/>
        </p:nvSpPr>
        <p:spPr>
          <a:xfrm>
            <a:off x="723900" y="1600200"/>
            <a:ext cx="107442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08"/>
          <p:cNvSpPr/>
          <p:nvPr/>
        </p:nvSpPr>
        <p:spPr>
          <a:xfrm>
            <a:off x="723900" y="2289175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09"/>
          <p:cNvSpPr/>
          <p:nvPr/>
        </p:nvSpPr>
        <p:spPr>
          <a:xfrm>
            <a:off x="723900" y="2994025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10"/>
          <p:cNvSpPr/>
          <p:nvPr/>
        </p:nvSpPr>
        <p:spPr>
          <a:xfrm>
            <a:off x="723900" y="3702685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6" name="density-control-011"/>
          <p:cNvSpPr/>
          <p:nvPr/>
        </p:nvSpPr>
        <p:spPr>
          <a:xfrm>
            <a:off x="723900" y="4418965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7" name="density-control-012"/>
          <p:cNvSpPr/>
          <p:nvPr/>
        </p:nvSpPr>
        <p:spPr>
          <a:xfrm>
            <a:off x="723900" y="5142865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13"/>
          <p:cNvSpPr/>
          <p:nvPr/>
        </p:nvSpPr>
        <p:spPr>
          <a:xfrm>
            <a:off x="723900" y="160020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14"/>
          <p:cNvSpPr/>
          <p:nvPr/>
        </p:nvSpPr>
        <p:spPr>
          <a:xfrm>
            <a:off x="723900" y="236220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15"/>
          <p:cNvSpPr/>
          <p:nvPr/>
        </p:nvSpPr>
        <p:spPr>
          <a:xfrm>
            <a:off x="723900" y="313817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16"/>
          <p:cNvSpPr/>
          <p:nvPr/>
        </p:nvSpPr>
        <p:spPr>
          <a:xfrm>
            <a:off x="723900" y="392303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6" name="density-control-017"/>
          <p:cNvSpPr/>
          <p:nvPr/>
        </p:nvSpPr>
        <p:spPr>
          <a:xfrm>
            <a:off x="723900" y="471678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18"/>
          <p:cNvSpPr/>
          <p:nvPr/>
        </p:nvSpPr>
        <p:spPr>
          <a:xfrm>
            <a:off x="723900" y="1600200"/>
            <a:ext cx="10744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19"/>
          <p:cNvSpPr/>
          <p:nvPr/>
        </p:nvSpPr>
        <p:spPr>
          <a:xfrm>
            <a:off x="723900" y="2425700"/>
            <a:ext cx="107442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20"/>
          <p:cNvSpPr/>
          <p:nvPr/>
        </p:nvSpPr>
        <p:spPr>
          <a:xfrm>
            <a:off x="723900" y="3268980"/>
            <a:ext cx="10744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21"/>
          <p:cNvSpPr/>
          <p:nvPr/>
        </p:nvSpPr>
        <p:spPr>
          <a:xfrm>
            <a:off x="723900" y="4122420"/>
            <a:ext cx="10744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6" name="density-control-022"/>
          <p:cNvSpPr/>
          <p:nvPr/>
        </p:nvSpPr>
        <p:spPr>
          <a:xfrm>
            <a:off x="723900" y="498602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23"/>
          <p:cNvSpPr/>
          <p:nvPr/>
        </p:nvSpPr>
        <p:spPr>
          <a:xfrm>
            <a:off x="723900" y="1600200"/>
            <a:ext cx="1074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24"/>
          <p:cNvSpPr/>
          <p:nvPr/>
        </p:nvSpPr>
        <p:spPr>
          <a:xfrm>
            <a:off x="723900" y="2514600"/>
            <a:ext cx="10744200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25"/>
          <p:cNvSpPr/>
          <p:nvPr/>
        </p:nvSpPr>
        <p:spPr>
          <a:xfrm>
            <a:off x="723900" y="3425190"/>
            <a:ext cx="1074420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26"/>
          <p:cNvSpPr/>
          <p:nvPr/>
        </p:nvSpPr>
        <p:spPr>
          <a:xfrm>
            <a:off x="723900" y="4347210"/>
            <a:ext cx="1074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27"/>
          <p:cNvSpPr/>
          <p:nvPr/>
        </p:nvSpPr>
        <p:spPr>
          <a:xfrm>
            <a:off x="723900" y="1600200"/>
            <a:ext cx="1074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28"/>
          <p:cNvSpPr/>
          <p:nvPr/>
        </p:nvSpPr>
        <p:spPr>
          <a:xfrm>
            <a:off x="723900" y="254000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29"/>
          <p:cNvSpPr/>
          <p:nvPr/>
        </p:nvSpPr>
        <p:spPr>
          <a:xfrm>
            <a:off x="723900" y="3492500"/>
            <a:ext cx="107442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30"/>
          <p:cNvSpPr/>
          <p:nvPr/>
        </p:nvSpPr>
        <p:spPr>
          <a:xfrm>
            <a:off x="723900" y="4527550"/>
            <a:ext cx="1074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31"/>
          <p:cNvSpPr/>
          <p:nvPr/>
        </p:nvSpPr>
        <p:spPr>
          <a:xfrm>
            <a:off x="723900" y="1600200"/>
            <a:ext cx="1074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400" spc="-3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400" spc="-3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32"/>
          <p:cNvSpPr/>
          <p:nvPr/>
        </p:nvSpPr>
        <p:spPr>
          <a:xfrm>
            <a:off x="723900" y="2743200"/>
            <a:ext cx="10744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33"/>
          <p:cNvSpPr/>
          <p:nvPr/>
        </p:nvSpPr>
        <p:spPr>
          <a:xfrm>
            <a:off x="723900" y="3987800"/>
            <a:ext cx="10744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34"/>
          <p:cNvSpPr/>
          <p:nvPr/>
        </p:nvSpPr>
        <p:spPr>
          <a:xfrm>
            <a:off x="723900" y="53594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35"/>
          <p:cNvSpPr/>
          <p:nvPr/>
        </p:nvSpPr>
        <p:spPr>
          <a:xfrm>
            <a:off x="723900" y="16002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3" name="density-control-036"/>
          <p:cNvSpPr/>
          <p:nvPr/>
        </p:nvSpPr>
        <p:spPr>
          <a:xfrm>
            <a:off x="723900" y="21971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4" name="density-control-037"/>
          <p:cNvSpPr/>
          <p:nvPr/>
        </p:nvSpPr>
        <p:spPr>
          <a:xfrm>
            <a:off x="723900" y="27711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Medium"/>
                <a:ea typeface="IBM Plex Sans Medium"/>
                <a:cs typeface="IBM Plex Sans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Medium"/>
              <a:ea typeface="IBM Plex Sans Medium"/>
              <a:cs typeface="IBM Plex Sans Medium"/>
            </a:endParaRPr>
          </a:p>
        </p:txBody>
      </p:sp>
      <p:sp>
        <p:nvSpPr>
          <p:cNvPr id="5" name="density-control-038"/>
          <p:cNvSpPr/>
          <p:nvPr/>
        </p:nvSpPr>
        <p:spPr>
          <a:xfrm>
            <a:off x="723900" y="335026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39"/>
          <p:cNvSpPr/>
          <p:nvPr/>
        </p:nvSpPr>
        <p:spPr>
          <a:xfrm>
            <a:off x="723900" y="399161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7" name="density-control-040"/>
          <p:cNvSpPr/>
          <p:nvPr/>
        </p:nvSpPr>
        <p:spPr>
          <a:xfrm>
            <a:off x="723900" y="463931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8" name="density-control-041"/>
          <p:cNvSpPr/>
          <p:nvPr/>
        </p:nvSpPr>
        <p:spPr>
          <a:xfrm>
            <a:off x="723900" y="529336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42"/>
          <p:cNvSpPr/>
          <p:nvPr/>
        </p:nvSpPr>
        <p:spPr>
          <a:xfrm>
            <a:off x="723900" y="1600200"/>
            <a:ext cx="10744200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43"/>
          <p:cNvSpPr/>
          <p:nvPr/>
        </p:nvSpPr>
        <p:spPr>
          <a:xfrm>
            <a:off x="723900" y="2275205"/>
            <a:ext cx="1074420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44"/>
          <p:cNvSpPr/>
          <p:nvPr/>
        </p:nvSpPr>
        <p:spPr>
          <a:xfrm>
            <a:off x="723900" y="2957195"/>
            <a:ext cx="107442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45"/>
          <p:cNvSpPr/>
          <p:nvPr/>
        </p:nvSpPr>
        <p:spPr>
          <a:xfrm>
            <a:off x="723900" y="3646170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46"/>
          <p:cNvSpPr/>
          <p:nvPr/>
        </p:nvSpPr>
        <p:spPr>
          <a:xfrm>
            <a:off x="723900" y="435102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7" name="density-control-047"/>
          <p:cNvSpPr/>
          <p:nvPr/>
        </p:nvSpPr>
        <p:spPr>
          <a:xfrm>
            <a:off x="723900" y="505968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48"/>
          <p:cNvSpPr/>
          <p:nvPr/>
        </p:nvSpPr>
        <p:spPr>
          <a:xfrm>
            <a:off x="723900" y="160020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49"/>
          <p:cNvSpPr/>
          <p:nvPr/>
        </p:nvSpPr>
        <p:spPr>
          <a:xfrm>
            <a:off x="723900" y="232410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50"/>
          <p:cNvSpPr/>
          <p:nvPr/>
        </p:nvSpPr>
        <p:spPr>
          <a:xfrm>
            <a:off x="723900" y="307340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51"/>
          <p:cNvSpPr/>
          <p:nvPr/>
        </p:nvSpPr>
        <p:spPr>
          <a:xfrm>
            <a:off x="723900" y="383540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52"/>
          <p:cNvSpPr/>
          <p:nvPr/>
        </p:nvSpPr>
        <p:spPr>
          <a:xfrm>
            <a:off x="723900" y="461137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53"/>
          <p:cNvSpPr/>
          <p:nvPr/>
        </p:nvSpPr>
        <p:spPr>
          <a:xfrm>
            <a:off x="723900" y="160020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54"/>
          <p:cNvSpPr/>
          <p:nvPr/>
        </p:nvSpPr>
        <p:spPr>
          <a:xfrm>
            <a:off x="723900" y="239395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55"/>
          <p:cNvSpPr/>
          <p:nvPr/>
        </p:nvSpPr>
        <p:spPr>
          <a:xfrm>
            <a:off x="723900" y="3194050"/>
            <a:ext cx="10744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56"/>
          <p:cNvSpPr/>
          <p:nvPr/>
        </p:nvSpPr>
        <p:spPr>
          <a:xfrm>
            <a:off x="723900" y="401955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57"/>
          <p:cNvSpPr/>
          <p:nvPr/>
        </p:nvSpPr>
        <p:spPr>
          <a:xfrm>
            <a:off x="723900" y="4857750"/>
            <a:ext cx="107442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58"/>
          <p:cNvSpPr/>
          <p:nvPr/>
        </p:nvSpPr>
        <p:spPr>
          <a:xfrm>
            <a:off x="723900" y="1600200"/>
            <a:ext cx="10744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59"/>
          <p:cNvSpPr/>
          <p:nvPr/>
        </p:nvSpPr>
        <p:spPr>
          <a:xfrm>
            <a:off x="723900" y="2453640"/>
            <a:ext cx="10744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60"/>
          <p:cNvSpPr/>
          <p:nvPr/>
        </p:nvSpPr>
        <p:spPr>
          <a:xfrm>
            <a:off x="723900" y="331724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61"/>
          <p:cNvSpPr/>
          <p:nvPr/>
        </p:nvSpPr>
        <p:spPr>
          <a:xfrm>
            <a:off x="723900" y="4193540"/>
            <a:ext cx="1074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62"/>
          <p:cNvSpPr/>
          <p:nvPr/>
        </p:nvSpPr>
        <p:spPr>
          <a:xfrm>
            <a:off x="723900" y="5107940"/>
            <a:ext cx="10744200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63"/>
          <p:cNvSpPr/>
          <p:nvPr/>
        </p:nvSpPr>
        <p:spPr>
          <a:xfrm>
            <a:off x="723900" y="1600200"/>
            <a:ext cx="1074420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64"/>
          <p:cNvSpPr/>
          <p:nvPr/>
        </p:nvSpPr>
        <p:spPr>
          <a:xfrm>
            <a:off x="723900" y="2522220"/>
            <a:ext cx="1074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65"/>
          <p:cNvSpPr/>
          <p:nvPr/>
        </p:nvSpPr>
        <p:spPr>
          <a:xfrm>
            <a:off x="723900" y="3455670"/>
            <a:ext cx="1074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66"/>
          <p:cNvSpPr/>
          <p:nvPr/>
        </p:nvSpPr>
        <p:spPr>
          <a:xfrm>
            <a:off x="723900" y="4395470"/>
            <a:ext cx="107442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67"/>
          <p:cNvSpPr/>
          <p:nvPr/>
        </p:nvSpPr>
        <p:spPr>
          <a:xfrm>
            <a:off x="723900" y="1600200"/>
            <a:ext cx="1074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68"/>
          <p:cNvSpPr/>
          <p:nvPr/>
        </p:nvSpPr>
        <p:spPr>
          <a:xfrm>
            <a:off x="723900" y="2717800"/>
            <a:ext cx="10744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4" name="density-control-069"/>
          <p:cNvSpPr/>
          <p:nvPr/>
        </p:nvSpPr>
        <p:spPr>
          <a:xfrm>
            <a:off x="723900" y="39624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density-control-070"/>
          <p:cNvSpPr/>
          <p:nvPr/>
        </p:nvSpPr>
        <p:spPr>
          <a:xfrm>
            <a:off x="723900" y="45466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6" name="density-control-071"/>
          <p:cNvSpPr/>
          <p:nvPr/>
        </p:nvSpPr>
        <p:spPr>
          <a:xfrm>
            <a:off x="723900" y="51435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72"/>
          <p:cNvSpPr/>
          <p:nvPr/>
        </p:nvSpPr>
        <p:spPr>
          <a:xfrm>
            <a:off x="723900" y="160020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3" name="density-control-073"/>
          <p:cNvSpPr/>
          <p:nvPr/>
        </p:nvSpPr>
        <p:spPr>
          <a:xfrm>
            <a:off x="723900" y="217932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074"/>
          <p:cNvSpPr/>
          <p:nvPr/>
        </p:nvSpPr>
        <p:spPr>
          <a:xfrm>
            <a:off x="723900" y="282067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075"/>
          <p:cNvSpPr/>
          <p:nvPr/>
        </p:nvSpPr>
        <p:spPr>
          <a:xfrm>
            <a:off x="723900" y="346837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076"/>
          <p:cNvSpPr/>
          <p:nvPr/>
        </p:nvSpPr>
        <p:spPr>
          <a:xfrm>
            <a:off x="723900" y="412242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" name="density-control-077"/>
          <p:cNvSpPr/>
          <p:nvPr/>
        </p:nvSpPr>
        <p:spPr>
          <a:xfrm>
            <a:off x="723900" y="4782820"/>
            <a:ext cx="10744200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78"/>
          <p:cNvSpPr/>
          <p:nvPr/>
        </p:nvSpPr>
        <p:spPr>
          <a:xfrm>
            <a:off x="723900" y="1600200"/>
            <a:ext cx="1074420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079"/>
          <p:cNvSpPr/>
          <p:nvPr/>
        </p:nvSpPr>
        <p:spPr>
          <a:xfrm>
            <a:off x="723900" y="2282190"/>
            <a:ext cx="107442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080"/>
          <p:cNvSpPr/>
          <p:nvPr/>
        </p:nvSpPr>
        <p:spPr>
          <a:xfrm>
            <a:off x="723900" y="2971165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081"/>
          <p:cNvSpPr/>
          <p:nvPr/>
        </p:nvSpPr>
        <p:spPr>
          <a:xfrm>
            <a:off x="723900" y="3676015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082"/>
          <p:cNvSpPr/>
          <p:nvPr/>
        </p:nvSpPr>
        <p:spPr>
          <a:xfrm>
            <a:off x="723900" y="4384675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" name="density-control-083"/>
          <p:cNvSpPr/>
          <p:nvPr/>
        </p:nvSpPr>
        <p:spPr>
          <a:xfrm>
            <a:off x="723900" y="5100955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84"/>
          <p:cNvSpPr/>
          <p:nvPr/>
        </p:nvSpPr>
        <p:spPr>
          <a:xfrm>
            <a:off x="723900" y="160020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085"/>
          <p:cNvSpPr/>
          <p:nvPr/>
        </p:nvSpPr>
        <p:spPr>
          <a:xfrm>
            <a:off x="723900" y="234950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086"/>
          <p:cNvSpPr/>
          <p:nvPr/>
        </p:nvSpPr>
        <p:spPr>
          <a:xfrm>
            <a:off x="723900" y="312547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087"/>
          <p:cNvSpPr/>
          <p:nvPr/>
        </p:nvSpPr>
        <p:spPr>
          <a:xfrm>
            <a:off x="723900" y="391033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088"/>
          <p:cNvSpPr/>
          <p:nvPr/>
        </p:nvSpPr>
        <p:spPr>
          <a:xfrm>
            <a:off x="723900" y="470408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-14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89"/>
          <p:cNvSpPr/>
          <p:nvPr/>
        </p:nvSpPr>
        <p:spPr>
          <a:xfrm>
            <a:off x="723900" y="1600200"/>
            <a:ext cx="10744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090"/>
          <p:cNvSpPr/>
          <p:nvPr/>
        </p:nvSpPr>
        <p:spPr>
          <a:xfrm>
            <a:off x="723900" y="2425700"/>
            <a:ext cx="107442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091"/>
          <p:cNvSpPr/>
          <p:nvPr/>
        </p:nvSpPr>
        <p:spPr>
          <a:xfrm>
            <a:off x="723900" y="3268980"/>
            <a:ext cx="10744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092"/>
          <p:cNvSpPr/>
          <p:nvPr/>
        </p:nvSpPr>
        <p:spPr>
          <a:xfrm>
            <a:off x="723900" y="4122420"/>
            <a:ext cx="10744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093"/>
          <p:cNvSpPr/>
          <p:nvPr/>
        </p:nvSpPr>
        <p:spPr>
          <a:xfrm>
            <a:off x="723900" y="498602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94"/>
          <p:cNvSpPr/>
          <p:nvPr/>
        </p:nvSpPr>
        <p:spPr>
          <a:xfrm>
            <a:off x="723900" y="1600200"/>
            <a:ext cx="10744200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095"/>
          <p:cNvSpPr/>
          <p:nvPr/>
        </p:nvSpPr>
        <p:spPr>
          <a:xfrm>
            <a:off x="723900" y="2510790"/>
            <a:ext cx="1074420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096"/>
          <p:cNvSpPr/>
          <p:nvPr/>
        </p:nvSpPr>
        <p:spPr>
          <a:xfrm>
            <a:off x="723900" y="3432810"/>
            <a:ext cx="1074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097"/>
          <p:cNvSpPr/>
          <p:nvPr/>
        </p:nvSpPr>
        <p:spPr>
          <a:xfrm>
            <a:off x="723900" y="4366260"/>
            <a:ext cx="1074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27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098"/>
          <p:cNvSpPr/>
          <p:nvPr/>
        </p:nvSpPr>
        <p:spPr>
          <a:xfrm>
            <a:off x="723900" y="160020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099"/>
          <p:cNvSpPr/>
          <p:nvPr/>
        </p:nvSpPr>
        <p:spPr>
          <a:xfrm>
            <a:off x="723900" y="2552700"/>
            <a:ext cx="107442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100" spc="-32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100"/>
          <p:cNvSpPr/>
          <p:nvPr/>
        </p:nvSpPr>
        <p:spPr>
          <a:xfrm>
            <a:off x="723900" y="3587750"/>
            <a:ext cx="1074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101"/>
          <p:cNvSpPr/>
          <p:nvPr/>
        </p:nvSpPr>
        <p:spPr>
          <a:xfrm>
            <a:off x="723900" y="4705350"/>
            <a:ext cx="1074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3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3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02"/>
          <p:cNvSpPr/>
          <p:nvPr/>
        </p:nvSpPr>
        <p:spPr>
          <a:xfrm>
            <a:off x="723900" y="1600200"/>
            <a:ext cx="10744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800" spc="-56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103"/>
          <p:cNvSpPr/>
          <p:nvPr/>
        </p:nvSpPr>
        <p:spPr>
          <a:xfrm>
            <a:off x="723900" y="2844800"/>
            <a:ext cx="10744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104"/>
          <p:cNvSpPr/>
          <p:nvPr/>
        </p:nvSpPr>
        <p:spPr>
          <a:xfrm>
            <a:off x="723900" y="42164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105"/>
          <p:cNvSpPr/>
          <p:nvPr/>
        </p:nvSpPr>
        <p:spPr>
          <a:xfrm>
            <a:off x="723900" y="48006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106"/>
          <p:cNvSpPr/>
          <p:nvPr/>
        </p:nvSpPr>
        <p:spPr>
          <a:xfrm>
            <a:off x="723900" y="53975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07"/>
          <p:cNvSpPr/>
          <p:nvPr/>
        </p:nvSpPr>
        <p:spPr>
          <a:xfrm>
            <a:off x="723900" y="160020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108"/>
          <p:cNvSpPr/>
          <p:nvPr/>
        </p:nvSpPr>
        <p:spPr>
          <a:xfrm>
            <a:off x="723900" y="217932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09"/>
          <p:cNvSpPr/>
          <p:nvPr/>
        </p:nvSpPr>
        <p:spPr>
          <a:xfrm>
            <a:off x="723900" y="282067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8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8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control-110"/>
          <p:cNvSpPr/>
          <p:nvPr/>
        </p:nvSpPr>
        <p:spPr>
          <a:xfrm>
            <a:off x="723900" y="346837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control-111"/>
          <p:cNvSpPr/>
          <p:nvPr/>
        </p:nvSpPr>
        <p:spPr>
          <a:xfrm>
            <a:off x="723900" y="412242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7" name="density-control-112"/>
          <p:cNvSpPr/>
          <p:nvPr/>
        </p:nvSpPr>
        <p:spPr>
          <a:xfrm>
            <a:off x="723900" y="478282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13"/>
          <p:cNvSpPr/>
          <p:nvPr/>
        </p:nvSpPr>
        <p:spPr>
          <a:xfrm>
            <a:off x="723900" y="160020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14"/>
          <p:cNvSpPr/>
          <p:nvPr/>
        </p:nvSpPr>
        <p:spPr>
          <a:xfrm>
            <a:off x="723900" y="231648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15"/>
          <p:cNvSpPr/>
          <p:nvPr/>
        </p:nvSpPr>
        <p:spPr>
          <a:xfrm>
            <a:off x="723900" y="304038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control-116"/>
          <p:cNvSpPr/>
          <p:nvPr/>
        </p:nvSpPr>
        <p:spPr>
          <a:xfrm>
            <a:off x="723900" y="378968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control-117"/>
          <p:cNvSpPr/>
          <p:nvPr/>
        </p:nvSpPr>
        <p:spPr>
          <a:xfrm>
            <a:off x="723900" y="455168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18"/>
          <p:cNvSpPr/>
          <p:nvPr/>
        </p:nvSpPr>
        <p:spPr>
          <a:xfrm>
            <a:off x="723900" y="160020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19"/>
          <p:cNvSpPr/>
          <p:nvPr/>
        </p:nvSpPr>
        <p:spPr>
          <a:xfrm>
            <a:off x="723900" y="238506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20"/>
          <p:cNvSpPr/>
          <p:nvPr/>
        </p:nvSpPr>
        <p:spPr>
          <a:xfrm>
            <a:off x="723900" y="317881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control-121"/>
          <p:cNvSpPr/>
          <p:nvPr/>
        </p:nvSpPr>
        <p:spPr>
          <a:xfrm>
            <a:off x="723900" y="397891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control-122"/>
          <p:cNvSpPr/>
          <p:nvPr/>
        </p:nvSpPr>
        <p:spPr>
          <a:xfrm>
            <a:off x="723900" y="481711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23"/>
          <p:cNvSpPr/>
          <p:nvPr/>
        </p:nvSpPr>
        <p:spPr>
          <a:xfrm>
            <a:off x="723900" y="160020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1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24"/>
          <p:cNvSpPr/>
          <p:nvPr/>
        </p:nvSpPr>
        <p:spPr>
          <a:xfrm>
            <a:off x="723900" y="25527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25"/>
          <p:cNvSpPr/>
          <p:nvPr/>
        </p:nvSpPr>
        <p:spPr>
          <a:xfrm>
            <a:off x="723900" y="3619500"/>
            <a:ext cx="107442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26"/>
          <p:cNvSpPr/>
          <p:nvPr/>
        </p:nvSpPr>
        <p:spPr>
          <a:xfrm>
            <a:off x="723900" y="1600200"/>
            <a:ext cx="107442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27"/>
          <p:cNvSpPr/>
          <p:nvPr/>
        </p:nvSpPr>
        <p:spPr>
          <a:xfrm>
            <a:off x="723900" y="2921000"/>
            <a:ext cx="107442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600" spc="-72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3600" spc="-72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28"/>
          <p:cNvSpPr/>
          <p:nvPr/>
        </p:nvSpPr>
        <p:spPr>
          <a:xfrm>
            <a:off x="723900" y="4368800"/>
            <a:ext cx="10744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29"/>
          <p:cNvSpPr/>
          <p:nvPr/>
        </p:nvSpPr>
        <p:spPr>
          <a:xfrm>
            <a:off x="723900" y="1600200"/>
            <a:ext cx="107442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4800" spc="-96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4800" spc="-96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30"/>
          <p:cNvSpPr/>
          <p:nvPr/>
        </p:nvSpPr>
        <p:spPr>
          <a:xfrm>
            <a:off x="723900" y="34290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4" name="density-control-131"/>
          <p:cNvSpPr/>
          <p:nvPr/>
        </p:nvSpPr>
        <p:spPr>
          <a:xfrm>
            <a:off x="723900" y="40132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5" name="density-control-132"/>
          <p:cNvSpPr/>
          <p:nvPr/>
        </p:nvSpPr>
        <p:spPr>
          <a:xfrm>
            <a:off x="723900" y="46101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6" name="density-control-133"/>
          <p:cNvSpPr/>
          <p:nvPr/>
        </p:nvSpPr>
        <p:spPr>
          <a:xfrm>
            <a:off x="723900" y="51841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34"/>
          <p:cNvSpPr/>
          <p:nvPr/>
        </p:nvSpPr>
        <p:spPr>
          <a:xfrm>
            <a:off x="723900" y="1600200"/>
            <a:ext cx="107442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 Medium"/>
                <a:ea typeface="IBM Plex Mono Medium"/>
                <a:cs typeface="IBM Plex Mono Medium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 Medium"/>
              <a:ea typeface="IBM Plex Mono Medium"/>
              <a:cs typeface="IBM Plex Mono Medium"/>
            </a:endParaRPr>
          </a:p>
        </p:txBody>
      </p:sp>
      <p:sp>
        <p:nvSpPr>
          <p:cNvPr id="3" name="density-control-135"/>
          <p:cNvSpPr/>
          <p:nvPr/>
        </p:nvSpPr>
        <p:spPr>
          <a:xfrm>
            <a:off x="723900" y="221615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36"/>
          <p:cNvSpPr/>
          <p:nvPr/>
        </p:nvSpPr>
        <p:spPr>
          <a:xfrm>
            <a:off x="723900" y="285750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8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8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137"/>
          <p:cNvSpPr/>
          <p:nvPr/>
        </p:nvSpPr>
        <p:spPr>
          <a:xfrm>
            <a:off x="723900" y="350520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138"/>
          <p:cNvSpPr/>
          <p:nvPr/>
        </p:nvSpPr>
        <p:spPr>
          <a:xfrm>
            <a:off x="723900" y="415925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7" name="density-control-139"/>
          <p:cNvSpPr/>
          <p:nvPr/>
        </p:nvSpPr>
        <p:spPr>
          <a:xfrm>
            <a:off x="723900" y="481965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40"/>
          <p:cNvSpPr/>
          <p:nvPr/>
        </p:nvSpPr>
        <p:spPr>
          <a:xfrm>
            <a:off x="723900" y="160020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41"/>
          <p:cNvSpPr/>
          <p:nvPr/>
        </p:nvSpPr>
        <p:spPr>
          <a:xfrm>
            <a:off x="723900" y="231648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42"/>
          <p:cNvSpPr/>
          <p:nvPr/>
        </p:nvSpPr>
        <p:spPr>
          <a:xfrm>
            <a:off x="723900" y="304038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143"/>
          <p:cNvSpPr/>
          <p:nvPr/>
        </p:nvSpPr>
        <p:spPr>
          <a:xfrm>
            <a:off x="723900" y="378968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144"/>
          <p:cNvSpPr/>
          <p:nvPr/>
        </p:nvSpPr>
        <p:spPr>
          <a:xfrm>
            <a:off x="723900" y="455168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45"/>
          <p:cNvSpPr/>
          <p:nvPr/>
        </p:nvSpPr>
        <p:spPr>
          <a:xfrm>
            <a:off x="723900" y="160020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46"/>
          <p:cNvSpPr/>
          <p:nvPr/>
        </p:nvSpPr>
        <p:spPr>
          <a:xfrm>
            <a:off x="723900" y="238506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47"/>
          <p:cNvSpPr/>
          <p:nvPr/>
        </p:nvSpPr>
        <p:spPr>
          <a:xfrm>
            <a:off x="723900" y="317881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148"/>
          <p:cNvSpPr/>
          <p:nvPr/>
        </p:nvSpPr>
        <p:spPr>
          <a:xfrm>
            <a:off x="723900" y="397891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149"/>
          <p:cNvSpPr/>
          <p:nvPr/>
        </p:nvSpPr>
        <p:spPr>
          <a:xfrm>
            <a:off x="723900" y="481711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50"/>
          <p:cNvSpPr/>
          <p:nvPr/>
        </p:nvSpPr>
        <p:spPr>
          <a:xfrm>
            <a:off x="723900" y="160020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51"/>
          <p:cNvSpPr/>
          <p:nvPr/>
        </p:nvSpPr>
        <p:spPr>
          <a:xfrm>
            <a:off x="723900" y="25527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52"/>
          <p:cNvSpPr/>
          <p:nvPr/>
        </p:nvSpPr>
        <p:spPr>
          <a:xfrm>
            <a:off x="723900" y="3619500"/>
            <a:ext cx="107442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53"/>
          <p:cNvSpPr/>
          <p:nvPr/>
        </p:nvSpPr>
        <p:spPr>
          <a:xfrm>
            <a:off x="723900" y="1600200"/>
            <a:ext cx="107442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54"/>
          <p:cNvSpPr/>
          <p:nvPr/>
        </p:nvSpPr>
        <p:spPr>
          <a:xfrm>
            <a:off x="723900" y="2921000"/>
            <a:ext cx="107442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600" spc="-72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600" spc="-72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55"/>
          <p:cNvSpPr/>
          <p:nvPr/>
        </p:nvSpPr>
        <p:spPr>
          <a:xfrm>
            <a:off x="723900" y="4368800"/>
            <a:ext cx="10744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56"/>
          <p:cNvSpPr/>
          <p:nvPr/>
        </p:nvSpPr>
        <p:spPr>
          <a:xfrm>
            <a:off x="723900" y="1600200"/>
            <a:ext cx="107442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800" spc="-96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800" spc="-96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57"/>
          <p:cNvSpPr/>
          <p:nvPr/>
        </p:nvSpPr>
        <p:spPr>
          <a:xfrm>
            <a:off x="723900" y="34290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58"/>
          <p:cNvSpPr/>
          <p:nvPr/>
        </p:nvSpPr>
        <p:spPr>
          <a:xfrm>
            <a:off x="723900" y="40132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159"/>
          <p:cNvSpPr/>
          <p:nvPr/>
        </p:nvSpPr>
        <p:spPr>
          <a:xfrm>
            <a:off x="723900" y="46101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160"/>
          <p:cNvSpPr/>
          <p:nvPr/>
        </p:nvSpPr>
        <p:spPr>
          <a:xfrm>
            <a:off x="723900" y="51841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61"/>
          <p:cNvSpPr/>
          <p:nvPr/>
        </p:nvSpPr>
        <p:spPr>
          <a:xfrm>
            <a:off x="723900" y="1600200"/>
            <a:ext cx="107442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162"/>
          <p:cNvSpPr/>
          <p:nvPr/>
        </p:nvSpPr>
        <p:spPr>
          <a:xfrm>
            <a:off x="723900" y="2216150"/>
            <a:ext cx="10744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163"/>
          <p:cNvSpPr/>
          <p:nvPr/>
        </p:nvSpPr>
        <p:spPr>
          <a:xfrm>
            <a:off x="723900" y="284480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5" name="density-control-164"/>
          <p:cNvSpPr/>
          <p:nvPr/>
        </p:nvSpPr>
        <p:spPr>
          <a:xfrm>
            <a:off x="723900" y="348615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density-control-165"/>
          <p:cNvSpPr/>
          <p:nvPr/>
        </p:nvSpPr>
        <p:spPr>
          <a:xfrm>
            <a:off x="723900" y="414020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0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density-control-166"/>
          <p:cNvSpPr/>
          <p:nvPr/>
        </p:nvSpPr>
        <p:spPr>
          <a:xfrm>
            <a:off x="723900" y="480060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67"/>
          <p:cNvSpPr/>
          <p:nvPr/>
        </p:nvSpPr>
        <p:spPr>
          <a:xfrm>
            <a:off x="723900" y="160020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control-168"/>
          <p:cNvSpPr/>
          <p:nvPr/>
        </p:nvSpPr>
        <p:spPr>
          <a:xfrm>
            <a:off x="723900" y="231648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control-169"/>
          <p:cNvSpPr/>
          <p:nvPr/>
        </p:nvSpPr>
        <p:spPr>
          <a:xfrm>
            <a:off x="723900" y="304038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5" name="density-control-170"/>
          <p:cNvSpPr/>
          <p:nvPr/>
        </p:nvSpPr>
        <p:spPr>
          <a:xfrm>
            <a:off x="723900" y="378968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2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density-control-171"/>
          <p:cNvSpPr/>
          <p:nvPr/>
        </p:nvSpPr>
        <p:spPr>
          <a:xfrm>
            <a:off x="723900" y="455168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72"/>
          <p:cNvSpPr/>
          <p:nvPr/>
        </p:nvSpPr>
        <p:spPr>
          <a:xfrm>
            <a:off x="723900" y="160020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control-173"/>
          <p:cNvSpPr/>
          <p:nvPr/>
        </p:nvSpPr>
        <p:spPr>
          <a:xfrm>
            <a:off x="723900" y="238506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control-174"/>
          <p:cNvSpPr/>
          <p:nvPr/>
        </p:nvSpPr>
        <p:spPr>
          <a:xfrm>
            <a:off x="723900" y="317881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5" name="density-control-175"/>
          <p:cNvSpPr/>
          <p:nvPr/>
        </p:nvSpPr>
        <p:spPr>
          <a:xfrm>
            <a:off x="723900" y="397891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4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density-control-176"/>
          <p:cNvSpPr/>
          <p:nvPr/>
        </p:nvSpPr>
        <p:spPr>
          <a:xfrm>
            <a:off x="723900" y="481711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16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77"/>
          <p:cNvSpPr/>
          <p:nvPr/>
        </p:nvSpPr>
        <p:spPr>
          <a:xfrm>
            <a:off x="723900" y="16002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2400" spc="-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control-178"/>
          <p:cNvSpPr/>
          <p:nvPr/>
        </p:nvSpPr>
        <p:spPr>
          <a:xfrm>
            <a:off x="723900" y="2667000"/>
            <a:ext cx="107442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3000" spc="-6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control-179"/>
          <p:cNvSpPr/>
          <p:nvPr/>
        </p:nvSpPr>
        <p:spPr>
          <a:xfrm>
            <a:off x="723900" y="3924300"/>
            <a:ext cx="107442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3200" spc="-6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80"/>
          <p:cNvSpPr/>
          <p:nvPr/>
        </p:nvSpPr>
        <p:spPr>
          <a:xfrm>
            <a:off x="723900" y="1600200"/>
            <a:ext cx="10744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4000" spc="-8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control-181"/>
          <p:cNvSpPr/>
          <p:nvPr/>
        </p:nvSpPr>
        <p:spPr>
          <a:xfrm>
            <a:off x="723900" y="31750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6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control-182"/>
          <p:cNvSpPr/>
          <p:nvPr/>
        </p:nvSpPr>
        <p:spPr>
          <a:xfrm>
            <a:off x="723900" y="37592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48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5" name="density-control-183"/>
          <p:cNvSpPr/>
          <p:nvPr/>
        </p:nvSpPr>
        <p:spPr>
          <a:xfrm>
            <a:off x="723900" y="43561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6" name="density-control-184"/>
          <p:cNvSpPr/>
          <p:nvPr/>
        </p:nvSpPr>
        <p:spPr>
          <a:xfrm>
            <a:off x="723900" y="49301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8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85"/>
          <p:cNvSpPr/>
          <p:nvPr/>
        </p:nvSpPr>
        <p:spPr>
          <a:xfrm>
            <a:off x="723900" y="1600200"/>
            <a:ext cx="107442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72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3" name="density-control-186"/>
          <p:cNvSpPr/>
          <p:nvPr/>
        </p:nvSpPr>
        <p:spPr>
          <a:xfrm>
            <a:off x="723900" y="2216150"/>
            <a:ext cx="10744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Agyp Q012</a:t>
            </a:r>
            <a:endParaRPr lang="en-US" sz="900" spc="54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density-control-187"/>
          <p:cNvSpPr/>
          <p:nvPr/>
        </p:nvSpPr>
        <p:spPr>
          <a:xfrm>
            <a:off x="723900" y="284480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188"/>
          <p:cNvSpPr/>
          <p:nvPr/>
        </p:nvSpPr>
        <p:spPr>
          <a:xfrm>
            <a:off x="723900" y="348615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189"/>
          <p:cNvSpPr/>
          <p:nvPr/>
        </p:nvSpPr>
        <p:spPr>
          <a:xfrm>
            <a:off x="723900" y="413385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" name="density-control-190"/>
          <p:cNvSpPr/>
          <p:nvPr/>
        </p:nvSpPr>
        <p:spPr>
          <a:xfrm>
            <a:off x="723900" y="478790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91"/>
          <p:cNvSpPr/>
          <p:nvPr/>
        </p:nvSpPr>
        <p:spPr>
          <a:xfrm>
            <a:off x="723900" y="1600200"/>
            <a:ext cx="10744200" cy="52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265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192"/>
          <p:cNvSpPr/>
          <p:nvPr/>
        </p:nvSpPr>
        <p:spPr>
          <a:xfrm>
            <a:off x="723900" y="2275205"/>
            <a:ext cx="10744200" cy="529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2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193"/>
          <p:cNvSpPr/>
          <p:nvPr/>
        </p:nvSpPr>
        <p:spPr>
          <a:xfrm>
            <a:off x="723900" y="2957195"/>
            <a:ext cx="1074420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194"/>
          <p:cNvSpPr/>
          <p:nvPr/>
        </p:nvSpPr>
        <p:spPr>
          <a:xfrm>
            <a:off x="723900" y="3646170"/>
            <a:ext cx="10744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1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195"/>
          <p:cNvSpPr/>
          <p:nvPr/>
        </p:nvSpPr>
        <p:spPr>
          <a:xfrm>
            <a:off x="723900" y="435102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" name="density-control-196"/>
          <p:cNvSpPr/>
          <p:nvPr/>
        </p:nvSpPr>
        <p:spPr>
          <a:xfrm>
            <a:off x="723900" y="505968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197"/>
          <p:cNvSpPr/>
          <p:nvPr/>
        </p:nvSpPr>
        <p:spPr>
          <a:xfrm>
            <a:off x="723900" y="160020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198"/>
          <p:cNvSpPr/>
          <p:nvPr/>
        </p:nvSpPr>
        <p:spPr>
          <a:xfrm>
            <a:off x="723900" y="232410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199"/>
          <p:cNvSpPr/>
          <p:nvPr/>
        </p:nvSpPr>
        <p:spPr>
          <a:xfrm>
            <a:off x="723900" y="307340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200"/>
          <p:cNvSpPr/>
          <p:nvPr/>
        </p:nvSpPr>
        <p:spPr>
          <a:xfrm>
            <a:off x="723900" y="383540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201"/>
          <p:cNvSpPr/>
          <p:nvPr/>
        </p:nvSpPr>
        <p:spPr>
          <a:xfrm>
            <a:off x="723900" y="461137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02"/>
          <p:cNvSpPr/>
          <p:nvPr/>
        </p:nvSpPr>
        <p:spPr>
          <a:xfrm>
            <a:off x="723900" y="160020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203"/>
          <p:cNvSpPr/>
          <p:nvPr/>
        </p:nvSpPr>
        <p:spPr>
          <a:xfrm>
            <a:off x="723900" y="239395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-14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-14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-14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204"/>
          <p:cNvSpPr/>
          <p:nvPr/>
        </p:nvSpPr>
        <p:spPr>
          <a:xfrm>
            <a:off x="723900" y="3194050"/>
            <a:ext cx="107442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205"/>
          <p:cNvSpPr/>
          <p:nvPr/>
        </p:nvSpPr>
        <p:spPr>
          <a:xfrm>
            <a:off x="723900" y="4019550"/>
            <a:ext cx="107442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84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206"/>
          <p:cNvSpPr/>
          <p:nvPr/>
        </p:nvSpPr>
        <p:spPr>
          <a:xfrm>
            <a:off x="723900" y="4862830"/>
            <a:ext cx="10744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92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07"/>
          <p:cNvSpPr/>
          <p:nvPr/>
        </p:nvSpPr>
        <p:spPr>
          <a:xfrm>
            <a:off x="723900" y="1600200"/>
            <a:ext cx="10744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208"/>
          <p:cNvSpPr/>
          <p:nvPr/>
        </p:nvSpPr>
        <p:spPr>
          <a:xfrm>
            <a:off x="723900" y="246380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-1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-1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209"/>
          <p:cNvSpPr/>
          <p:nvPr/>
        </p:nvSpPr>
        <p:spPr>
          <a:xfrm>
            <a:off x="723900" y="3340100"/>
            <a:ext cx="1074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6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210"/>
          <p:cNvSpPr/>
          <p:nvPr/>
        </p:nvSpPr>
        <p:spPr>
          <a:xfrm>
            <a:off x="723900" y="4254500"/>
            <a:ext cx="10744200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07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211"/>
          <p:cNvSpPr/>
          <p:nvPr/>
        </p:nvSpPr>
        <p:spPr>
          <a:xfrm>
            <a:off x="723900" y="5165090"/>
            <a:ext cx="10744200" cy="76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16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12"/>
          <p:cNvSpPr/>
          <p:nvPr/>
        </p:nvSpPr>
        <p:spPr>
          <a:xfrm>
            <a:off x="723900" y="1600200"/>
            <a:ext cx="1074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213"/>
          <p:cNvSpPr/>
          <p:nvPr/>
        </p:nvSpPr>
        <p:spPr>
          <a:xfrm>
            <a:off x="723900" y="2533650"/>
            <a:ext cx="1074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27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spc="-27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27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214"/>
          <p:cNvSpPr/>
          <p:nvPr/>
        </p:nvSpPr>
        <p:spPr>
          <a:xfrm>
            <a:off x="723900" y="347345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-1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1800" spc="-1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215"/>
          <p:cNvSpPr/>
          <p:nvPr/>
        </p:nvSpPr>
        <p:spPr>
          <a:xfrm>
            <a:off x="723900" y="4425950"/>
            <a:ext cx="1074420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100" spc="-32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600"/>
              </a:lnSpc>
              <a:buNone/>
            </a:pPr>
            <a:r>
              <a:rPr lang="en-US" sz="2100" spc="-32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100" spc="-32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16"/>
          <p:cNvSpPr/>
          <p:nvPr/>
        </p:nvSpPr>
        <p:spPr>
          <a:xfrm>
            <a:off x="723900" y="1600200"/>
            <a:ext cx="10744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4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48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217"/>
          <p:cNvSpPr/>
          <p:nvPr/>
        </p:nvSpPr>
        <p:spPr>
          <a:xfrm>
            <a:off x="723900" y="2717800"/>
            <a:ext cx="10744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3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400" spc="-3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218"/>
          <p:cNvSpPr/>
          <p:nvPr/>
        </p:nvSpPr>
        <p:spPr>
          <a:xfrm>
            <a:off x="723900" y="3860800"/>
            <a:ext cx="10744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800" spc="-5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2800" spc="-56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19"/>
          <p:cNvSpPr/>
          <p:nvPr/>
        </p:nvSpPr>
        <p:spPr>
          <a:xfrm>
            <a:off x="723900" y="1600200"/>
            <a:ext cx="10744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3200" spc="-64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3200" spc="-64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3" name="density-control-220"/>
          <p:cNvSpPr/>
          <p:nvPr/>
        </p:nvSpPr>
        <p:spPr>
          <a:xfrm>
            <a:off x="723900" y="29718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" name="density-control-221"/>
          <p:cNvSpPr/>
          <p:nvPr/>
        </p:nvSpPr>
        <p:spPr>
          <a:xfrm>
            <a:off x="723900" y="35560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" name="density-control-222"/>
          <p:cNvSpPr/>
          <p:nvPr/>
        </p:nvSpPr>
        <p:spPr>
          <a:xfrm>
            <a:off x="723900" y="41529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density-control-223"/>
          <p:cNvSpPr/>
          <p:nvPr/>
        </p:nvSpPr>
        <p:spPr>
          <a:xfrm>
            <a:off x="723900" y="47269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" name="density-control-224"/>
          <p:cNvSpPr/>
          <p:nvPr/>
        </p:nvSpPr>
        <p:spPr>
          <a:xfrm>
            <a:off x="723900" y="5306060"/>
            <a:ext cx="1074420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25"/>
          <p:cNvSpPr/>
          <p:nvPr/>
        </p:nvSpPr>
        <p:spPr>
          <a:xfrm>
            <a:off x="723900" y="1600200"/>
            <a:ext cx="1074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8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8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26"/>
          <p:cNvSpPr/>
          <p:nvPr/>
        </p:nvSpPr>
        <p:spPr>
          <a:xfrm>
            <a:off x="723900" y="2247900"/>
            <a:ext cx="10744200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27"/>
          <p:cNvSpPr/>
          <p:nvPr/>
        </p:nvSpPr>
        <p:spPr>
          <a:xfrm>
            <a:off x="723900" y="2901950"/>
            <a:ext cx="10744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00"/>
              </a:lnSpc>
              <a:buNone/>
            </a:pPr>
            <a:r>
              <a:rPr lang="en-US" sz="10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0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228"/>
          <p:cNvSpPr/>
          <p:nvPr/>
        </p:nvSpPr>
        <p:spPr>
          <a:xfrm>
            <a:off x="723900" y="3562350"/>
            <a:ext cx="10744200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229"/>
          <p:cNvSpPr/>
          <p:nvPr/>
        </p:nvSpPr>
        <p:spPr>
          <a:xfrm>
            <a:off x="723900" y="4271010"/>
            <a:ext cx="10744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44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7" name="density-control-230"/>
          <p:cNvSpPr/>
          <p:nvPr/>
        </p:nvSpPr>
        <p:spPr>
          <a:xfrm>
            <a:off x="723900" y="4987290"/>
            <a:ext cx="10744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31"/>
          <p:cNvSpPr/>
          <p:nvPr/>
        </p:nvSpPr>
        <p:spPr>
          <a:xfrm>
            <a:off x="723900" y="1600200"/>
            <a:ext cx="10744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32"/>
          <p:cNvSpPr/>
          <p:nvPr/>
        </p:nvSpPr>
        <p:spPr>
          <a:xfrm>
            <a:off x="723900" y="2349500"/>
            <a:ext cx="1074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2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33"/>
          <p:cNvSpPr/>
          <p:nvPr/>
        </p:nvSpPr>
        <p:spPr>
          <a:xfrm>
            <a:off x="723900" y="3111500"/>
            <a:ext cx="10744200" cy="62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234"/>
          <p:cNvSpPr/>
          <p:nvPr/>
        </p:nvSpPr>
        <p:spPr>
          <a:xfrm>
            <a:off x="723900" y="3887470"/>
            <a:ext cx="1074420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68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235"/>
          <p:cNvSpPr/>
          <p:nvPr/>
        </p:nvSpPr>
        <p:spPr>
          <a:xfrm>
            <a:off x="723900" y="4672330"/>
            <a:ext cx="10744200" cy="64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36"/>
          <p:cNvSpPr/>
          <p:nvPr/>
        </p:nvSpPr>
        <p:spPr>
          <a:xfrm>
            <a:off x="723900" y="1600200"/>
            <a:ext cx="10744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800"/>
              </a:lnSpc>
              <a:buNone/>
            </a:pPr>
            <a:r>
              <a:rPr lang="en-US" sz="14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4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37"/>
          <p:cNvSpPr/>
          <p:nvPr/>
        </p:nvSpPr>
        <p:spPr>
          <a:xfrm>
            <a:off x="723900" y="2400300"/>
            <a:ext cx="107442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6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100"/>
              </a:lnSpc>
              <a:buNone/>
            </a:pPr>
            <a:r>
              <a:rPr lang="en-US" sz="16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6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38"/>
          <p:cNvSpPr/>
          <p:nvPr/>
        </p:nvSpPr>
        <p:spPr>
          <a:xfrm>
            <a:off x="723900" y="3276600"/>
            <a:ext cx="10744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1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1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239"/>
          <p:cNvSpPr/>
          <p:nvPr/>
        </p:nvSpPr>
        <p:spPr>
          <a:xfrm>
            <a:off x="723900" y="42291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2400" spc="-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2400"/>
              </a:lnSpc>
              <a:buNone/>
            </a:pPr>
            <a:r>
              <a:rPr lang="en-US" sz="2400" spc="-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2400" spc="-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40"/>
          <p:cNvSpPr/>
          <p:nvPr/>
        </p:nvSpPr>
        <p:spPr>
          <a:xfrm>
            <a:off x="723900" y="1600200"/>
            <a:ext cx="107442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000" spc="-6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000"/>
              </a:lnSpc>
              <a:buNone/>
            </a:pPr>
            <a:r>
              <a:rPr lang="en-US" sz="3000" spc="-6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000" spc="-6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41"/>
          <p:cNvSpPr/>
          <p:nvPr/>
        </p:nvSpPr>
        <p:spPr>
          <a:xfrm>
            <a:off x="723900" y="2857500"/>
            <a:ext cx="107442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200" spc="-6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3200" spc="-6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200" spc="-6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42"/>
          <p:cNvSpPr/>
          <p:nvPr/>
        </p:nvSpPr>
        <p:spPr>
          <a:xfrm>
            <a:off x="723900" y="4178300"/>
            <a:ext cx="107442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600" spc="-72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600" spc="-72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3600" spc="-72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43"/>
          <p:cNvSpPr/>
          <p:nvPr/>
        </p:nvSpPr>
        <p:spPr>
          <a:xfrm>
            <a:off x="723900" y="1600200"/>
            <a:ext cx="107442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000" spc="-8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4000"/>
              </a:lnSpc>
              <a:buNone/>
            </a:pPr>
            <a:r>
              <a:rPr lang="en-US" sz="4000" spc="-8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000" spc="-8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44"/>
          <p:cNvSpPr/>
          <p:nvPr/>
        </p:nvSpPr>
        <p:spPr>
          <a:xfrm>
            <a:off x="723900" y="3175000"/>
            <a:ext cx="107442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800" spc="-96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4800"/>
              </a:lnSpc>
              <a:buNone/>
            </a:pPr>
            <a:r>
              <a:rPr lang="en-US" sz="4800" spc="-96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4800" spc="-96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45"/>
          <p:cNvSpPr/>
          <p:nvPr/>
        </p:nvSpPr>
        <p:spPr>
          <a:xfrm>
            <a:off x="723900" y="5003800"/>
            <a:ext cx="10744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6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6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bare-0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nsity-control-246"/>
          <p:cNvSpPr/>
          <p:nvPr/>
        </p:nvSpPr>
        <p:spPr>
          <a:xfrm>
            <a:off x="723900" y="1600200"/>
            <a:ext cx="107442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800" spc="48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48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3" name="density-control-247"/>
          <p:cNvSpPr/>
          <p:nvPr/>
        </p:nvSpPr>
        <p:spPr>
          <a:xfrm>
            <a:off x="723900" y="2197100"/>
            <a:ext cx="1074420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2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4" name="density-control-248"/>
          <p:cNvSpPr/>
          <p:nvPr/>
        </p:nvSpPr>
        <p:spPr>
          <a:xfrm>
            <a:off x="723900" y="2771140"/>
            <a:ext cx="10744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960"/>
              </a:lnSpc>
              <a:buNone/>
            </a:pPr>
            <a:r>
              <a:rPr lang="en-US" sz="8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800" spc="0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5" name="density-control-249"/>
          <p:cNvSpPr/>
          <p:nvPr/>
        </p:nvSpPr>
        <p:spPr>
          <a:xfrm>
            <a:off x="723900" y="3350260"/>
            <a:ext cx="107442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72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72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  <p:sp>
        <p:nvSpPr>
          <p:cNvPr id="6" name="density-control-250"/>
          <p:cNvSpPr/>
          <p:nvPr/>
        </p:nvSpPr>
        <p:spPr>
          <a:xfrm>
            <a:off x="723900" y="3966210"/>
            <a:ext cx="10744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  <a:p>
            <a:pPr algn="l" indent="0" marL="0">
              <a:lnSpc>
                <a:spcPts val="1200"/>
              </a:lnSpc>
              <a:buNone/>
            </a:pPr>
            <a:r>
              <a:rPr lang="en-US" sz="900" spc="54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rPr>
              <a:t>Agyp Q012</a:t>
            </a:r>
            <a:endParaRPr lang="en-US" sz="900" spc="54" kern="0" b="1" i="0" dirty="0">
              <a:solidFill>
                <a:srgbClr val="070154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bare density native font controls</dc:title>
  <dc:subject>PptxGenJS Presentation</dc:subject>
  <dc:creator>PptxGenJS</dc:creator>
  <cp:lastModifiedBy>PptxGenJS</cp:lastModifiedBy>
  <cp:revision>1</cp:revision>
  <dcterms:created xsi:type="dcterms:W3CDTF">2026-10-06T13:59:45Z</dcterms:created>
  <dcterms:modified xsi:type="dcterms:W3CDTF">2026-10-06T13:59:45Z</dcterms:modified>
</cp:coreProperties>
</file>