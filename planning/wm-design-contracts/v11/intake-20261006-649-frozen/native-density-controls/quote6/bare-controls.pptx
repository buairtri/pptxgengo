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quote-control-001"/>
          <p:cNvSpPr/>
          <p:nvPr/>
        </p:nvSpPr>
        <p:spPr>
          <a:xfrm>
            <a:off x="723900" y="457200"/>
            <a:ext cx="10744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4800" spc="-72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4800" spc="-72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3600"/>
              </a:lnSpc>
              <a:buNone/>
            </a:pPr>
            <a:r>
              <a:rPr lang="en-US" sz="4800" spc="-72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4800" spc="-72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3" name="density-quote-control-002"/>
          <p:cNvSpPr/>
          <p:nvPr/>
        </p:nvSpPr>
        <p:spPr>
          <a:xfrm>
            <a:off x="723900" y="2133600"/>
            <a:ext cx="107442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6000" spc="-9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6000" spc="-9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3000"/>
              </a:lnSpc>
              <a:buNone/>
            </a:pPr>
            <a:r>
              <a:rPr lang="en-US" sz="6000" spc="-9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6000" spc="-9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4" name="density-quote-control-003"/>
          <p:cNvSpPr/>
          <p:nvPr/>
        </p:nvSpPr>
        <p:spPr>
          <a:xfrm>
            <a:off x="723900" y="3962400"/>
            <a:ext cx="10744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4267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4267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3200"/>
              </a:lnSpc>
              <a:buNone/>
            </a:pPr>
            <a:r>
              <a:rPr lang="en-US" sz="4267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4267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quote-control-004"/>
          <p:cNvSpPr/>
          <p:nvPr/>
        </p:nvSpPr>
        <p:spPr>
          <a:xfrm>
            <a:off x="723900" y="457200"/>
            <a:ext cx="107442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5250" spc="-79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5250" spc="-79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2625"/>
              </a:lnSpc>
              <a:buNone/>
            </a:pPr>
            <a:r>
              <a:rPr lang="en-US" sz="5250" spc="-79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5250" spc="-79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3" name="density-quote-control-005"/>
          <p:cNvSpPr/>
          <p:nvPr/>
        </p:nvSpPr>
        <p:spPr>
          <a:xfrm>
            <a:off x="723900" y="2095500"/>
            <a:ext cx="107442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4000" spc="-6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4000" spc="-6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3000"/>
              </a:lnSpc>
              <a:buNone/>
            </a:pPr>
            <a:r>
              <a:rPr lang="en-US" sz="4000" spc="-6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4000" spc="-6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4" name="density-quote-control-006"/>
          <p:cNvSpPr/>
          <p:nvPr/>
        </p:nvSpPr>
        <p:spPr>
          <a:xfrm>
            <a:off x="723900" y="3543300"/>
            <a:ext cx="107442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4500" spc="-6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4500" spc="-68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2250"/>
              </a:lnSpc>
              <a:buNone/>
            </a:pPr>
            <a:r>
              <a:rPr lang="en-US" sz="4500" spc="-6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4500" spc="-68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WMDS bare density native font controls</dc:title>
  <dc:subject>PptxGenJS Presentation</dc:subject>
  <dc:creator>PptxGenJS</dc:creator>
  <cp:lastModifiedBy>PptxGenJS</cp:lastModifiedBy>
  <cp:revision>1</cp:revision>
  <dcterms:created xsi:type="dcterms:W3CDTF">2026-10-06T16:42:08Z</dcterms:created>
  <dcterms:modified xsi:type="dcterms:W3CDTF">2026-10-06T16:42:08Z</dcterms:modified>
</cp:coreProperties>
</file>