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notesMaster" Target="notesMasters/notesMaster1.xml"/><Relationship Id="rId122" Type="http://schemas.openxmlformats.org/officeDocument/2006/relationships/presProps" Target="presProps.xml"/><Relationship Id="rId123" Type="http://schemas.openxmlformats.org/officeDocument/2006/relationships/viewProps" Target="viewProps.xml"/><Relationship Id="rId124" Type="http://schemas.openxmlformats.org/officeDocument/2006/relationships/theme" Target="theme/theme1.xml"/><Relationship Id="rId1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bc8dc65b84715bf43f70">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pic>
        <p:nvPicPr>
          <p:cNvPr id="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5"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c67b49e4cf4c688bc682">
    <p:bg>
      <p:bgPr>
        <a:solidFill>
          <a:srgbClr val="070154"/>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50658E"/>
          </a:solidFill>
          <a:ln>
            <a:noFill/>
          </a:ln>
        </p:spPr>
      </p:sp>
      <p:sp>
        <p:nvSpPr>
          <p:cNvPr id="3" name="wm.whiteboard.0.0"/>
          <p:cNvSpPr/>
          <p:nvPr/>
        </p:nvSpPr>
        <p:spPr>
          <a:xfrm>
            <a:off x="266700" y="228600"/>
            <a:ext cx="38100" cy="38100"/>
          </a:xfrm>
          <a:prstGeom prst="rect">
            <a:avLst/>
          </a:prstGeom>
          <a:solidFill>
            <a:srgbClr val="50658E"/>
          </a:solidFill>
          <a:ln>
            <a:noFill/>
          </a:ln>
        </p:spPr>
      </p:sp>
      <p:sp>
        <p:nvSpPr>
          <p:cNvPr id="4" name="wm.whiteboard.0.18"/>
          <p:cNvSpPr/>
          <p:nvPr/>
        </p:nvSpPr>
        <p:spPr>
          <a:xfrm>
            <a:off x="266700" y="457200"/>
            <a:ext cx="38100" cy="38100"/>
          </a:xfrm>
          <a:prstGeom prst="rect">
            <a:avLst/>
          </a:prstGeom>
          <a:solidFill>
            <a:srgbClr val="50658E"/>
          </a:solidFill>
          <a:ln>
            <a:noFill/>
          </a:ln>
        </p:spPr>
      </p:sp>
      <p:sp>
        <p:nvSpPr>
          <p:cNvPr id="5" name="wm.whiteboard.0.36"/>
          <p:cNvSpPr/>
          <p:nvPr/>
        </p:nvSpPr>
        <p:spPr>
          <a:xfrm>
            <a:off x="266700" y="685800"/>
            <a:ext cx="38100" cy="38100"/>
          </a:xfrm>
          <a:prstGeom prst="rect">
            <a:avLst/>
          </a:prstGeom>
          <a:solidFill>
            <a:srgbClr val="50658E"/>
          </a:solidFill>
          <a:ln>
            <a:noFill/>
          </a:ln>
        </p:spPr>
      </p:sp>
      <p:sp>
        <p:nvSpPr>
          <p:cNvPr id="6" name="wm.whiteboard.0.54"/>
          <p:cNvSpPr/>
          <p:nvPr/>
        </p:nvSpPr>
        <p:spPr>
          <a:xfrm>
            <a:off x="266700" y="914400"/>
            <a:ext cx="38100" cy="38100"/>
          </a:xfrm>
          <a:prstGeom prst="rect">
            <a:avLst/>
          </a:prstGeom>
          <a:solidFill>
            <a:srgbClr val="50658E"/>
          </a:solidFill>
          <a:ln>
            <a:noFill/>
          </a:ln>
        </p:spPr>
      </p:sp>
      <p:sp>
        <p:nvSpPr>
          <p:cNvPr id="7" name="wm.whiteboard.0.72"/>
          <p:cNvSpPr/>
          <p:nvPr/>
        </p:nvSpPr>
        <p:spPr>
          <a:xfrm>
            <a:off x="266700" y="1143000"/>
            <a:ext cx="38100" cy="38100"/>
          </a:xfrm>
          <a:prstGeom prst="rect">
            <a:avLst/>
          </a:prstGeom>
          <a:solidFill>
            <a:srgbClr val="50658E">
              <a:alpha val="85305"/>
            </a:srgbClr>
          </a:solidFill>
          <a:ln>
            <a:noFill/>
          </a:ln>
        </p:spPr>
      </p:sp>
      <p:sp>
        <p:nvSpPr>
          <p:cNvPr id="8" name="wm.whiteboard.0.90"/>
          <p:cNvSpPr/>
          <p:nvPr/>
        </p:nvSpPr>
        <p:spPr>
          <a:xfrm>
            <a:off x="266700" y="1371600"/>
            <a:ext cx="38100" cy="38100"/>
          </a:xfrm>
          <a:prstGeom prst="rect">
            <a:avLst/>
          </a:prstGeom>
          <a:solidFill>
            <a:srgbClr val="50658E">
              <a:alpha val="68524"/>
            </a:srgbClr>
          </a:solidFill>
          <a:ln>
            <a:noFill/>
          </a:ln>
        </p:spPr>
      </p:sp>
      <p:sp>
        <p:nvSpPr>
          <p:cNvPr id="9" name="wm.whiteboard.0.108"/>
          <p:cNvSpPr/>
          <p:nvPr/>
        </p:nvSpPr>
        <p:spPr>
          <a:xfrm>
            <a:off x="266700" y="1600200"/>
            <a:ext cx="38100" cy="38100"/>
          </a:xfrm>
          <a:prstGeom prst="rect">
            <a:avLst/>
          </a:prstGeom>
          <a:solidFill>
            <a:srgbClr val="50658E">
              <a:alpha val="51742"/>
            </a:srgbClr>
          </a:solidFill>
          <a:ln>
            <a:noFill/>
          </a:ln>
        </p:spPr>
      </p:sp>
      <p:sp>
        <p:nvSpPr>
          <p:cNvPr id="10" name="wm.whiteboard.0.126"/>
          <p:cNvSpPr/>
          <p:nvPr/>
        </p:nvSpPr>
        <p:spPr>
          <a:xfrm>
            <a:off x="266700" y="1828800"/>
            <a:ext cx="38100" cy="38100"/>
          </a:xfrm>
          <a:prstGeom prst="rect">
            <a:avLst/>
          </a:prstGeom>
          <a:solidFill>
            <a:srgbClr val="50658E">
              <a:alpha val="34959"/>
            </a:srgbClr>
          </a:solidFill>
          <a:ln>
            <a:noFill/>
          </a:ln>
        </p:spPr>
      </p:sp>
      <p:sp>
        <p:nvSpPr>
          <p:cNvPr id="11" name="wm.whiteboard.0.144"/>
          <p:cNvSpPr/>
          <p:nvPr/>
        </p:nvSpPr>
        <p:spPr>
          <a:xfrm>
            <a:off x="266700" y="2057400"/>
            <a:ext cx="38100" cy="38100"/>
          </a:xfrm>
          <a:prstGeom prst="rect">
            <a:avLst/>
          </a:prstGeom>
          <a:solidFill>
            <a:srgbClr val="50658E">
              <a:alpha val="18177"/>
            </a:srgbClr>
          </a:solidFill>
          <a:ln>
            <a:noFill/>
          </a:ln>
        </p:spPr>
      </p:sp>
      <p:sp>
        <p:nvSpPr>
          <p:cNvPr id="12" name="wm.whiteboard.0.162"/>
          <p:cNvSpPr/>
          <p:nvPr/>
        </p:nvSpPr>
        <p:spPr>
          <a:xfrm>
            <a:off x="266700" y="2286000"/>
            <a:ext cx="38100" cy="38100"/>
          </a:xfrm>
          <a:prstGeom prst="rect">
            <a:avLst/>
          </a:prstGeom>
          <a:solidFill>
            <a:srgbClr val="50658E">
              <a:alpha val="1394"/>
            </a:srgbClr>
          </a:solidFill>
          <a:ln>
            <a:noFill/>
          </a:ln>
        </p:spPr>
      </p:sp>
      <p:sp>
        <p:nvSpPr>
          <p:cNvPr id="13" name="wm.whiteboard.18.0"/>
          <p:cNvSpPr/>
          <p:nvPr/>
        </p:nvSpPr>
        <p:spPr>
          <a:xfrm>
            <a:off x="495300" y="228600"/>
            <a:ext cx="38100" cy="38100"/>
          </a:xfrm>
          <a:prstGeom prst="rect">
            <a:avLst/>
          </a:prstGeom>
          <a:solidFill>
            <a:srgbClr val="50658E"/>
          </a:solidFill>
          <a:ln>
            <a:noFill/>
          </a:ln>
        </p:spPr>
      </p:sp>
      <p:sp>
        <p:nvSpPr>
          <p:cNvPr id="14" name="wm.whiteboard.18.18"/>
          <p:cNvSpPr/>
          <p:nvPr/>
        </p:nvSpPr>
        <p:spPr>
          <a:xfrm>
            <a:off x="495300" y="457200"/>
            <a:ext cx="38100" cy="38100"/>
          </a:xfrm>
          <a:prstGeom prst="rect">
            <a:avLst/>
          </a:prstGeom>
          <a:solidFill>
            <a:srgbClr val="50658E"/>
          </a:solidFill>
          <a:ln>
            <a:noFill/>
          </a:ln>
        </p:spPr>
      </p:sp>
      <p:sp>
        <p:nvSpPr>
          <p:cNvPr id="15" name="wm.whiteboard.18.36"/>
          <p:cNvSpPr/>
          <p:nvPr/>
        </p:nvSpPr>
        <p:spPr>
          <a:xfrm>
            <a:off x="495300" y="685800"/>
            <a:ext cx="38100" cy="38100"/>
          </a:xfrm>
          <a:prstGeom prst="rect">
            <a:avLst/>
          </a:prstGeom>
          <a:solidFill>
            <a:srgbClr val="50658E"/>
          </a:solidFill>
          <a:ln>
            <a:noFill/>
          </a:ln>
        </p:spPr>
      </p:sp>
      <p:sp>
        <p:nvSpPr>
          <p:cNvPr id="16" name="wm.whiteboard.18.54"/>
          <p:cNvSpPr/>
          <p:nvPr/>
        </p:nvSpPr>
        <p:spPr>
          <a:xfrm>
            <a:off x="495300" y="914400"/>
            <a:ext cx="38100" cy="38100"/>
          </a:xfrm>
          <a:prstGeom prst="rect">
            <a:avLst/>
          </a:prstGeom>
          <a:solidFill>
            <a:srgbClr val="50658E">
              <a:alpha val="99988"/>
            </a:srgbClr>
          </a:solidFill>
          <a:ln>
            <a:noFill/>
          </a:ln>
        </p:spPr>
      </p:sp>
      <p:sp>
        <p:nvSpPr>
          <p:cNvPr id="17" name="wm.whiteboard.18.72"/>
          <p:cNvSpPr/>
          <p:nvPr/>
        </p:nvSpPr>
        <p:spPr>
          <a:xfrm>
            <a:off x="495300" y="1143000"/>
            <a:ext cx="38100" cy="38100"/>
          </a:xfrm>
          <a:prstGeom prst="rect">
            <a:avLst/>
          </a:prstGeom>
          <a:solidFill>
            <a:srgbClr val="50658E">
              <a:alpha val="83708"/>
            </a:srgbClr>
          </a:solidFill>
          <a:ln>
            <a:noFill/>
          </a:ln>
        </p:spPr>
      </p:sp>
      <p:sp>
        <p:nvSpPr>
          <p:cNvPr id="18" name="wm.whiteboard.18.90"/>
          <p:cNvSpPr/>
          <p:nvPr/>
        </p:nvSpPr>
        <p:spPr>
          <a:xfrm>
            <a:off x="495300" y="1371600"/>
            <a:ext cx="38100" cy="38100"/>
          </a:xfrm>
          <a:prstGeom prst="rect">
            <a:avLst/>
          </a:prstGeom>
          <a:solidFill>
            <a:srgbClr val="50658E">
              <a:alpha val="67236"/>
            </a:srgbClr>
          </a:solidFill>
          <a:ln>
            <a:noFill/>
          </a:ln>
        </p:spPr>
      </p:sp>
      <p:sp>
        <p:nvSpPr>
          <p:cNvPr id="19" name="wm.whiteboard.18.108"/>
          <p:cNvSpPr/>
          <p:nvPr/>
        </p:nvSpPr>
        <p:spPr>
          <a:xfrm>
            <a:off x="495300" y="1600200"/>
            <a:ext cx="38100" cy="38100"/>
          </a:xfrm>
          <a:prstGeom prst="rect">
            <a:avLst/>
          </a:prstGeom>
          <a:solidFill>
            <a:srgbClr val="50658E">
              <a:alpha val="50663"/>
            </a:srgbClr>
          </a:solidFill>
          <a:ln>
            <a:noFill/>
          </a:ln>
        </p:spPr>
      </p:sp>
      <p:sp>
        <p:nvSpPr>
          <p:cNvPr id="20" name="wm.whiteboard.18.126"/>
          <p:cNvSpPr/>
          <p:nvPr/>
        </p:nvSpPr>
        <p:spPr>
          <a:xfrm>
            <a:off x="495300" y="1828800"/>
            <a:ext cx="38100" cy="38100"/>
          </a:xfrm>
          <a:prstGeom prst="rect">
            <a:avLst/>
          </a:prstGeom>
          <a:solidFill>
            <a:srgbClr val="50658E">
              <a:alpha val="34032"/>
            </a:srgbClr>
          </a:solidFill>
          <a:ln>
            <a:noFill/>
          </a:ln>
        </p:spPr>
      </p:sp>
      <p:sp>
        <p:nvSpPr>
          <p:cNvPr id="21" name="wm.whiteboard.18.144"/>
          <p:cNvSpPr/>
          <p:nvPr/>
        </p:nvSpPr>
        <p:spPr>
          <a:xfrm>
            <a:off x="495300" y="2057400"/>
            <a:ext cx="38100" cy="38100"/>
          </a:xfrm>
          <a:prstGeom prst="rect">
            <a:avLst/>
          </a:prstGeom>
          <a:solidFill>
            <a:srgbClr val="50658E">
              <a:alpha val="17363"/>
            </a:srgbClr>
          </a:solidFill>
          <a:ln>
            <a:noFill/>
          </a:ln>
        </p:spPr>
      </p:sp>
      <p:sp>
        <p:nvSpPr>
          <p:cNvPr id="22" name="wm.whiteboard.18.162"/>
          <p:cNvSpPr/>
          <p:nvPr/>
        </p:nvSpPr>
        <p:spPr>
          <a:xfrm>
            <a:off x="495300" y="2286000"/>
            <a:ext cx="38100" cy="38100"/>
          </a:xfrm>
          <a:prstGeom prst="rect">
            <a:avLst/>
          </a:prstGeom>
          <a:solidFill>
            <a:srgbClr val="50658E">
              <a:alpha val="670"/>
            </a:srgbClr>
          </a:solidFill>
          <a:ln>
            <a:noFill/>
          </a:ln>
        </p:spPr>
      </p:sp>
      <p:sp>
        <p:nvSpPr>
          <p:cNvPr id="23" name="wm.whiteboard.36.0"/>
          <p:cNvSpPr/>
          <p:nvPr/>
        </p:nvSpPr>
        <p:spPr>
          <a:xfrm>
            <a:off x="723900" y="228600"/>
            <a:ext cx="38100" cy="38100"/>
          </a:xfrm>
          <a:prstGeom prst="rect">
            <a:avLst/>
          </a:prstGeom>
          <a:solidFill>
            <a:srgbClr val="50658E"/>
          </a:solidFill>
          <a:ln>
            <a:noFill/>
          </a:ln>
        </p:spPr>
      </p:sp>
      <p:sp>
        <p:nvSpPr>
          <p:cNvPr id="24" name="wm.whiteboard.36.18"/>
          <p:cNvSpPr/>
          <p:nvPr/>
        </p:nvSpPr>
        <p:spPr>
          <a:xfrm>
            <a:off x="723900" y="457200"/>
            <a:ext cx="38100" cy="38100"/>
          </a:xfrm>
          <a:prstGeom prst="rect">
            <a:avLst/>
          </a:prstGeom>
          <a:solidFill>
            <a:srgbClr val="50658E"/>
          </a:solidFill>
          <a:ln>
            <a:noFill/>
          </a:ln>
        </p:spPr>
      </p:sp>
      <p:sp>
        <p:nvSpPr>
          <p:cNvPr id="25" name="wm.whiteboard.36.36"/>
          <p:cNvSpPr/>
          <p:nvPr/>
        </p:nvSpPr>
        <p:spPr>
          <a:xfrm>
            <a:off x="723900" y="685800"/>
            <a:ext cx="38100" cy="38100"/>
          </a:xfrm>
          <a:prstGeom prst="rect">
            <a:avLst/>
          </a:prstGeom>
          <a:solidFill>
            <a:srgbClr val="50658E"/>
          </a:solidFill>
          <a:ln>
            <a:noFill/>
          </a:ln>
        </p:spPr>
      </p:sp>
      <p:sp>
        <p:nvSpPr>
          <p:cNvPr id="26" name="wm.whiteboard.36.54"/>
          <p:cNvSpPr/>
          <p:nvPr/>
        </p:nvSpPr>
        <p:spPr>
          <a:xfrm>
            <a:off x="723900" y="914400"/>
            <a:ext cx="38100" cy="38100"/>
          </a:xfrm>
          <a:prstGeom prst="rect">
            <a:avLst/>
          </a:prstGeom>
          <a:solidFill>
            <a:srgbClr val="50658E">
              <a:alpha val="94671"/>
            </a:srgbClr>
          </a:solidFill>
          <a:ln>
            <a:noFill/>
          </a:ln>
        </p:spPr>
      </p:sp>
      <p:sp>
        <p:nvSpPr>
          <p:cNvPr id="27" name="wm.whiteboard.36.72"/>
          <p:cNvSpPr/>
          <p:nvPr/>
        </p:nvSpPr>
        <p:spPr>
          <a:xfrm>
            <a:off x="723900" y="1143000"/>
            <a:ext cx="38100" cy="38100"/>
          </a:xfrm>
          <a:prstGeom prst="rect">
            <a:avLst/>
          </a:prstGeom>
          <a:solidFill>
            <a:srgbClr val="50658E">
              <a:alpha val="79547"/>
            </a:srgbClr>
          </a:solidFill>
          <a:ln>
            <a:noFill/>
          </a:ln>
        </p:spPr>
      </p:sp>
      <p:sp>
        <p:nvSpPr>
          <p:cNvPr id="28" name="wm.whiteboard.36.90"/>
          <p:cNvSpPr/>
          <p:nvPr/>
        </p:nvSpPr>
        <p:spPr>
          <a:xfrm>
            <a:off x="723900" y="1371600"/>
            <a:ext cx="38100" cy="38100"/>
          </a:xfrm>
          <a:prstGeom prst="rect">
            <a:avLst/>
          </a:prstGeom>
          <a:solidFill>
            <a:srgbClr val="50658E">
              <a:alpha val="63833"/>
            </a:srgbClr>
          </a:solidFill>
          <a:ln>
            <a:noFill/>
          </a:ln>
        </p:spPr>
      </p:sp>
      <p:sp>
        <p:nvSpPr>
          <p:cNvPr id="29" name="wm.whiteboard.36.108"/>
          <p:cNvSpPr/>
          <p:nvPr/>
        </p:nvSpPr>
        <p:spPr>
          <a:xfrm>
            <a:off x="723900" y="1600200"/>
            <a:ext cx="38100" cy="38100"/>
          </a:xfrm>
          <a:prstGeom prst="rect">
            <a:avLst/>
          </a:prstGeom>
          <a:solidFill>
            <a:srgbClr val="50658E">
              <a:alpha val="47790"/>
            </a:srgbClr>
          </a:solidFill>
          <a:ln>
            <a:noFill/>
          </a:ln>
        </p:spPr>
      </p:sp>
      <p:sp>
        <p:nvSpPr>
          <p:cNvPr id="30" name="wm.whiteboard.36.126"/>
          <p:cNvSpPr/>
          <p:nvPr/>
        </p:nvSpPr>
        <p:spPr>
          <a:xfrm>
            <a:off x="723900" y="1828800"/>
            <a:ext cx="38100" cy="38100"/>
          </a:xfrm>
          <a:prstGeom prst="rect">
            <a:avLst/>
          </a:prstGeom>
          <a:solidFill>
            <a:srgbClr val="50658E">
              <a:alpha val="31549"/>
            </a:srgbClr>
          </a:solidFill>
          <a:ln>
            <a:noFill/>
          </a:ln>
        </p:spPr>
      </p:sp>
      <p:sp>
        <p:nvSpPr>
          <p:cNvPr id="31" name="wm.whiteboard.36.144"/>
          <p:cNvSpPr/>
          <p:nvPr/>
        </p:nvSpPr>
        <p:spPr>
          <a:xfrm>
            <a:off x="723900" y="2057400"/>
            <a:ext cx="38100" cy="38100"/>
          </a:xfrm>
          <a:prstGeom prst="rect">
            <a:avLst/>
          </a:prstGeom>
          <a:solidFill>
            <a:srgbClr val="50658E">
              <a:alpha val="15179"/>
            </a:srgbClr>
          </a:solidFill>
          <a:ln>
            <a:noFill/>
          </a:ln>
        </p:spPr>
      </p:sp>
      <p:sp>
        <p:nvSpPr>
          <p:cNvPr id="32" name="wm.whiteboard.54.0"/>
          <p:cNvSpPr/>
          <p:nvPr/>
        </p:nvSpPr>
        <p:spPr>
          <a:xfrm>
            <a:off x="952500" y="228600"/>
            <a:ext cx="38100" cy="38100"/>
          </a:xfrm>
          <a:prstGeom prst="rect">
            <a:avLst/>
          </a:prstGeom>
          <a:solidFill>
            <a:srgbClr val="50658E"/>
          </a:solidFill>
          <a:ln>
            <a:noFill/>
          </a:ln>
        </p:spPr>
      </p:sp>
      <p:sp>
        <p:nvSpPr>
          <p:cNvPr id="33" name="wm.whiteboard.54.18"/>
          <p:cNvSpPr/>
          <p:nvPr/>
        </p:nvSpPr>
        <p:spPr>
          <a:xfrm>
            <a:off x="952500" y="457200"/>
            <a:ext cx="38100" cy="38100"/>
          </a:xfrm>
          <a:prstGeom prst="rect">
            <a:avLst/>
          </a:prstGeom>
          <a:solidFill>
            <a:srgbClr val="50658E"/>
          </a:solidFill>
          <a:ln>
            <a:noFill/>
          </a:ln>
        </p:spPr>
      </p:sp>
      <p:sp>
        <p:nvSpPr>
          <p:cNvPr id="34" name="wm.whiteboard.54.36"/>
          <p:cNvSpPr/>
          <p:nvPr/>
        </p:nvSpPr>
        <p:spPr>
          <a:xfrm>
            <a:off x="952500" y="685800"/>
            <a:ext cx="38100" cy="38100"/>
          </a:xfrm>
          <a:prstGeom prst="rect">
            <a:avLst/>
          </a:prstGeom>
          <a:solidFill>
            <a:srgbClr val="50658E">
              <a:alpha val="98827"/>
            </a:srgbClr>
          </a:solidFill>
          <a:ln>
            <a:noFill/>
          </a:ln>
        </p:spPr>
      </p:sp>
      <p:sp>
        <p:nvSpPr>
          <p:cNvPr id="35" name="wm.whiteboard.54.54"/>
          <p:cNvSpPr/>
          <p:nvPr/>
        </p:nvSpPr>
        <p:spPr>
          <a:xfrm>
            <a:off x="952500" y="914400"/>
            <a:ext cx="38100" cy="38100"/>
          </a:xfrm>
          <a:prstGeom prst="rect">
            <a:avLst/>
          </a:prstGeom>
          <a:solidFill>
            <a:srgbClr val="50658E">
              <a:alpha val="86895"/>
            </a:srgbClr>
          </a:solidFill>
          <a:ln>
            <a:noFill/>
          </a:ln>
        </p:spPr>
      </p:sp>
      <p:sp>
        <p:nvSpPr>
          <p:cNvPr id="36" name="wm.whiteboard.54.72"/>
          <p:cNvSpPr/>
          <p:nvPr/>
        </p:nvSpPr>
        <p:spPr>
          <a:xfrm>
            <a:off x="952500" y="1143000"/>
            <a:ext cx="38100" cy="38100"/>
          </a:xfrm>
          <a:prstGeom prst="rect">
            <a:avLst/>
          </a:prstGeom>
          <a:solidFill>
            <a:srgbClr val="50658E">
              <a:alpha val="73217"/>
            </a:srgbClr>
          </a:solidFill>
          <a:ln>
            <a:noFill/>
          </a:ln>
        </p:spPr>
      </p:sp>
      <p:sp>
        <p:nvSpPr>
          <p:cNvPr id="37" name="wm.whiteboard.54.90"/>
          <p:cNvSpPr/>
          <p:nvPr/>
        </p:nvSpPr>
        <p:spPr>
          <a:xfrm>
            <a:off x="952500" y="1371600"/>
            <a:ext cx="38100" cy="38100"/>
          </a:xfrm>
          <a:prstGeom prst="rect">
            <a:avLst/>
          </a:prstGeom>
          <a:solidFill>
            <a:srgbClr val="50658E">
              <a:alpha val="58541"/>
            </a:srgbClr>
          </a:solidFill>
          <a:ln>
            <a:noFill/>
          </a:ln>
        </p:spPr>
      </p:sp>
      <p:sp>
        <p:nvSpPr>
          <p:cNvPr id="38" name="wm.whiteboard.54.108"/>
          <p:cNvSpPr/>
          <p:nvPr/>
        </p:nvSpPr>
        <p:spPr>
          <a:xfrm>
            <a:off x="952500" y="1600200"/>
            <a:ext cx="38100" cy="38100"/>
          </a:xfrm>
          <a:prstGeom prst="rect">
            <a:avLst/>
          </a:prstGeom>
          <a:solidFill>
            <a:srgbClr val="50658E">
              <a:alpha val="43263"/>
            </a:srgbClr>
          </a:solidFill>
          <a:ln>
            <a:noFill/>
          </a:ln>
        </p:spPr>
      </p:sp>
      <p:sp>
        <p:nvSpPr>
          <p:cNvPr id="39" name="wm.whiteboard.54.126"/>
          <p:cNvSpPr/>
          <p:nvPr/>
        </p:nvSpPr>
        <p:spPr>
          <a:xfrm>
            <a:off x="952500" y="1828800"/>
            <a:ext cx="38100" cy="38100"/>
          </a:xfrm>
          <a:prstGeom prst="rect">
            <a:avLst/>
          </a:prstGeom>
          <a:solidFill>
            <a:srgbClr val="50658E">
              <a:alpha val="27603"/>
            </a:srgbClr>
          </a:solidFill>
          <a:ln>
            <a:noFill/>
          </a:ln>
        </p:spPr>
      </p:sp>
      <p:sp>
        <p:nvSpPr>
          <p:cNvPr id="40" name="wm.whiteboard.54.144"/>
          <p:cNvSpPr/>
          <p:nvPr/>
        </p:nvSpPr>
        <p:spPr>
          <a:xfrm>
            <a:off x="952500" y="2057400"/>
            <a:ext cx="38100" cy="38100"/>
          </a:xfrm>
          <a:prstGeom prst="rect">
            <a:avLst/>
          </a:prstGeom>
          <a:solidFill>
            <a:srgbClr val="50658E">
              <a:alpha val="11687"/>
            </a:srgbClr>
          </a:solidFill>
          <a:ln>
            <a:noFill/>
          </a:ln>
        </p:spPr>
      </p:sp>
      <p:sp>
        <p:nvSpPr>
          <p:cNvPr id="41" name="wm.whiteboard.72.0"/>
          <p:cNvSpPr/>
          <p:nvPr/>
        </p:nvSpPr>
        <p:spPr>
          <a:xfrm>
            <a:off x="1181100" y="228600"/>
            <a:ext cx="38100" cy="38100"/>
          </a:xfrm>
          <a:prstGeom prst="rect">
            <a:avLst/>
          </a:prstGeom>
          <a:solidFill>
            <a:srgbClr val="50658E">
              <a:alpha val="97572"/>
            </a:srgbClr>
          </a:solidFill>
          <a:ln>
            <a:noFill/>
          </a:ln>
        </p:spPr>
      </p:sp>
      <p:sp>
        <p:nvSpPr>
          <p:cNvPr id="42" name="wm.whiteboard.72.18"/>
          <p:cNvSpPr/>
          <p:nvPr/>
        </p:nvSpPr>
        <p:spPr>
          <a:xfrm>
            <a:off x="1181100" y="457200"/>
            <a:ext cx="38100" cy="38100"/>
          </a:xfrm>
          <a:prstGeom prst="rect">
            <a:avLst/>
          </a:prstGeom>
          <a:solidFill>
            <a:srgbClr val="50658E">
              <a:alpha val="94724"/>
            </a:srgbClr>
          </a:solidFill>
          <a:ln>
            <a:noFill/>
          </a:ln>
        </p:spPr>
      </p:sp>
      <p:sp>
        <p:nvSpPr>
          <p:cNvPr id="43" name="wm.whiteboard.72.36"/>
          <p:cNvSpPr/>
          <p:nvPr/>
        </p:nvSpPr>
        <p:spPr>
          <a:xfrm>
            <a:off x="1181100" y="685800"/>
            <a:ext cx="38100" cy="38100"/>
          </a:xfrm>
          <a:prstGeom prst="rect">
            <a:avLst/>
          </a:prstGeom>
          <a:solidFill>
            <a:srgbClr val="50658E">
              <a:alpha val="87609"/>
            </a:srgbClr>
          </a:solidFill>
          <a:ln>
            <a:noFill/>
          </a:ln>
        </p:spPr>
      </p:sp>
      <p:sp>
        <p:nvSpPr>
          <p:cNvPr id="44" name="wm.whiteboard.72.54"/>
          <p:cNvSpPr/>
          <p:nvPr/>
        </p:nvSpPr>
        <p:spPr>
          <a:xfrm>
            <a:off x="1181100" y="914400"/>
            <a:ext cx="38100" cy="38100"/>
          </a:xfrm>
          <a:prstGeom prst="rect">
            <a:avLst/>
          </a:prstGeom>
          <a:solidFill>
            <a:srgbClr val="50658E">
              <a:alpha val="77408"/>
            </a:srgbClr>
          </a:solidFill>
          <a:ln>
            <a:noFill/>
          </a:ln>
        </p:spPr>
      </p:sp>
      <p:sp>
        <p:nvSpPr>
          <p:cNvPr id="45" name="wm.whiteboard.72.72"/>
          <p:cNvSpPr/>
          <p:nvPr/>
        </p:nvSpPr>
        <p:spPr>
          <a:xfrm>
            <a:off x="1181100" y="1143000"/>
            <a:ext cx="38100" cy="38100"/>
          </a:xfrm>
          <a:prstGeom prst="rect">
            <a:avLst/>
          </a:prstGeom>
          <a:solidFill>
            <a:srgbClr val="50658E">
              <a:alpha val="65181"/>
            </a:srgbClr>
          </a:solidFill>
          <a:ln>
            <a:noFill/>
          </a:ln>
        </p:spPr>
      </p:sp>
      <p:sp>
        <p:nvSpPr>
          <p:cNvPr id="46" name="wm.whiteboard.72.90"/>
          <p:cNvSpPr/>
          <p:nvPr/>
        </p:nvSpPr>
        <p:spPr>
          <a:xfrm>
            <a:off x="1181100" y="1371600"/>
            <a:ext cx="38100" cy="38100"/>
          </a:xfrm>
          <a:prstGeom prst="rect">
            <a:avLst/>
          </a:prstGeom>
          <a:solidFill>
            <a:srgbClr val="50658E">
              <a:alpha val="51653"/>
            </a:srgbClr>
          </a:solidFill>
          <a:ln>
            <a:noFill/>
          </a:ln>
        </p:spPr>
      </p:sp>
      <p:sp>
        <p:nvSpPr>
          <p:cNvPr id="47" name="wm.whiteboard.72.108"/>
          <p:cNvSpPr/>
          <p:nvPr/>
        </p:nvSpPr>
        <p:spPr>
          <a:xfrm>
            <a:off x="1181100" y="1600200"/>
            <a:ext cx="38100" cy="38100"/>
          </a:xfrm>
          <a:prstGeom prst="rect">
            <a:avLst/>
          </a:prstGeom>
          <a:solidFill>
            <a:srgbClr val="50658E">
              <a:alpha val="37275"/>
            </a:srgbClr>
          </a:solidFill>
          <a:ln>
            <a:noFill/>
          </a:ln>
        </p:spPr>
      </p:sp>
      <p:sp>
        <p:nvSpPr>
          <p:cNvPr id="48" name="wm.whiteboard.72.126"/>
          <p:cNvSpPr/>
          <p:nvPr/>
        </p:nvSpPr>
        <p:spPr>
          <a:xfrm>
            <a:off x="1181100" y="1828800"/>
            <a:ext cx="38100" cy="38100"/>
          </a:xfrm>
          <a:prstGeom prst="rect">
            <a:avLst/>
          </a:prstGeom>
          <a:solidFill>
            <a:srgbClr val="50658E">
              <a:alpha val="22326"/>
            </a:srgbClr>
          </a:solidFill>
          <a:ln>
            <a:noFill/>
          </a:ln>
        </p:spPr>
      </p:sp>
      <p:sp>
        <p:nvSpPr>
          <p:cNvPr id="49" name="wm.whiteboard.72.144"/>
          <p:cNvSpPr/>
          <p:nvPr/>
        </p:nvSpPr>
        <p:spPr>
          <a:xfrm>
            <a:off x="1181100" y="2057400"/>
            <a:ext cx="38100" cy="38100"/>
          </a:xfrm>
          <a:prstGeom prst="rect">
            <a:avLst/>
          </a:prstGeom>
          <a:solidFill>
            <a:srgbClr val="50658E">
              <a:alpha val="6980"/>
            </a:srgbClr>
          </a:solidFill>
          <a:ln>
            <a:noFill/>
          </a:ln>
        </p:spPr>
      </p:sp>
      <p:sp>
        <p:nvSpPr>
          <p:cNvPr id="50" name="wm.whiteboard.90.0"/>
          <p:cNvSpPr/>
          <p:nvPr/>
        </p:nvSpPr>
        <p:spPr>
          <a:xfrm>
            <a:off x="1409700" y="228600"/>
            <a:ext cx="38100" cy="38100"/>
          </a:xfrm>
          <a:prstGeom prst="rect">
            <a:avLst/>
          </a:prstGeom>
          <a:solidFill>
            <a:srgbClr val="50658E">
              <a:alpha val="83798"/>
            </a:srgbClr>
          </a:solidFill>
          <a:ln>
            <a:noFill/>
          </a:ln>
        </p:spPr>
      </p:sp>
      <p:sp>
        <p:nvSpPr>
          <p:cNvPr id="51" name="wm.whiteboard.90.18"/>
          <p:cNvSpPr/>
          <p:nvPr/>
        </p:nvSpPr>
        <p:spPr>
          <a:xfrm>
            <a:off x="1409700" y="457200"/>
            <a:ext cx="38100" cy="38100"/>
          </a:xfrm>
          <a:prstGeom prst="rect">
            <a:avLst/>
          </a:prstGeom>
          <a:solidFill>
            <a:srgbClr val="50658E">
              <a:alpha val="81490"/>
            </a:srgbClr>
          </a:solidFill>
          <a:ln>
            <a:noFill/>
          </a:ln>
        </p:spPr>
      </p:sp>
      <p:sp>
        <p:nvSpPr>
          <p:cNvPr id="52" name="wm.whiteboard.90.36"/>
          <p:cNvSpPr/>
          <p:nvPr/>
        </p:nvSpPr>
        <p:spPr>
          <a:xfrm>
            <a:off x="1409700" y="685800"/>
            <a:ext cx="38100" cy="38100"/>
          </a:xfrm>
          <a:prstGeom prst="rect">
            <a:avLst/>
          </a:prstGeom>
          <a:solidFill>
            <a:srgbClr val="50658E">
              <a:alpha val="75569"/>
            </a:srgbClr>
          </a:solidFill>
          <a:ln>
            <a:noFill/>
          </a:ln>
        </p:spPr>
      </p:sp>
      <p:sp>
        <p:nvSpPr>
          <p:cNvPr id="53" name="wm.whiteboard.90.54"/>
          <p:cNvSpPr/>
          <p:nvPr/>
        </p:nvSpPr>
        <p:spPr>
          <a:xfrm>
            <a:off x="1409700" y="914400"/>
            <a:ext cx="38100" cy="38100"/>
          </a:xfrm>
          <a:prstGeom prst="rect">
            <a:avLst/>
          </a:prstGeom>
          <a:solidFill>
            <a:srgbClr val="50658E">
              <a:alpha val="66767"/>
            </a:srgbClr>
          </a:solidFill>
          <a:ln>
            <a:noFill/>
          </a:ln>
        </p:spPr>
      </p:sp>
      <p:sp>
        <p:nvSpPr>
          <p:cNvPr id="54" name="wm.whiteboard.90.72"/>
          <p:cNvSpPr/>
          <p:nvPr/>
        </p:nvSpPr>
        <p:spPr>
          <a:xfrm>
            <a:off x="1409700" y="1143000"/>
            <a:ext cx="38100" cy="38100"/>
          </a:xfrm>
          <a:prstGeom prst="rect">
            <a:avLst/>
          </a:prstGeom>
          <a:solidFill>
            <a:srgbClr val="50658E">
              <a:alpha val="55859"/>
            </a:srgbClr>
          </a:solidFill>
          <a:ln>
            <a:noFill/>
          </a:ln>
        </p:spPr>
      </p:sp>
      <p:sp>
        <p:nvSpPr>
          <p:cNvPr id="55" name="wm.whiteboard.90.90"/>
          <p:cNvSpPr/>
          <p:nvPr/>
        </p:nvSpPr>
        <p:spPr>
          <a:xfrm>
            <a:off x="1409700" y="1371600"/>
            <a:ext cx="38100" cy="38100"/>
          </a:xfrm>
          <a:prstGeom prst="rect">
            <a:avLst/>
          </a:prstGeom>
          <a:solidFill>
            <a:srgbClr val="50658E">
              <a:alpha val="43468"/>
            </a:srgbClr>
          </a:solidFill>
          <a:ln>
            <a:noFill/>
          </a:ln>
        </p:spPr>
      </p:sp>
      <p:sp>
        <p:nvSpPr>
          <p:cNvPr id="56" name="wm.whiteboard.90.108"/>
          <p:cNvSpPr/>
          <p:nvPr/>
        </p:nvSpPr>
        <p:spPr>
          <a:xfrm>
            <a:off x="1409700" y="1600200"/>
            <a:ext cx="38100" cy="38100"/>
          </a:xfrm>
          <a:prstGeom prst="rect">
            <a:avLst/>
          </a:prstGeom>
          <a:solidFill>
            <a:srgbClr val="50658E">
              <a:alpha val="30037"/>
            </a:srgbClr>
          </a:solidFill>
          <a:ln>
            <a:noFill/>
          </a:ln>
        </p:spPr>
      </p:sp>
      <p:sp>
        <p:nvSpPr>
          <p:cNvPr id="57" name="wm.whiteboard.90.126"/>
          <p:cNvSpPr/>
          <p:nvPr/>
        </p:nvSpPr>
        <p:spPr>
          <a:xfrm>
            <a:off x="1409700" y="1828800"/>
            <a:ext cx="38100" cy="38100"/>
          </a:xfrm>
          <a:prstGeom prst="rect">
            <a:avLst/>
          </a:prstGeom>
          <a:solidFill>
            <a:srgbClr val="50658E">
              <a:alpha val="15870"/>
            </a:srgbClr>
          </a:solidFill>
          <a:ln>
            <a:noFill/>
          </a:ln>
        </p:spPr>
      </p:sp>
      <p:sp>
        <p:nvSpPr>
          <p:cNvPr id="58" name="wm.whiteboard.90.144"/>
          <p:cNvSpPr/>
          <p:nvPr/>
        </p:nvSpPr>
        <p:spPr>
          <a:xfrm>
            <a:off x="1409700" y="2057400"/>
            <a:ext cx="38100" cy="38100"/>
          </a:xfrm>
          <a:prstGeom prst="rect">
            <a:avLst/>
          </a:prstGeom>
          <a:solidFill>
            <a:srgbClr val="50658E">
              <a:alpha val="1171"/>
            </a:srgbClr>
          </a:solidFill>
          <a:ln>
            <a:noFill/>
          </a:ln>
        </p:spPr>
      </p:sp>
      <p:sp>
        <p:nvSpPr>
          <p:cNvPr id="59" name="wm.whiteboard.108.0"/>
          <p:cNvSpPr/>
          <p:nvPr/>
        </p:nvSpPr>
        <p:spPr>
          <a:xfrm>
            <a:off x="1638300" y="228600"/>
            <a:ext cx="38100" cy="38100"/>
          </a:xfrm>
          <a:prstGeom prst="rect">
            <a:avLst/>
          </a:prstGeom>
          <a:solidFill>
            <a:srgbClr val="50658E">
              <a:alpha val="70023"/>
            </a:srgbClr>
          </a:solidFill>
          <a:ln>
            <a:noFill/>
          </a:ln>
        </p:spPr>
      </p:sp>
      <p:sp>
        <p:nvSpPr>
          <p:cNvPr id="60" name="wm.whiteboard.108.18"/>
          <p:cNvSpPr/>
          <p:nvPr/>
        </p:nvSpPr>
        <p:spPr>
          <a:xfrm>
            <a:off x="1638300" y="457200"/>
            <a:ext cx="38100" cy="38100"/>
          </a:xfrm>
          <a:prstGeom prst="rect">
            <a:avLst/>
          </a:prstGeom>
          <a:solidFill>
            <a:srgbClr val="50658E">
              <a:alpha val="68085"/>
            </a:srgbClr>
          </a:solidFill>
          <a:ln>
            <a:noFill/>
          </a:ln>
        </p:spPr>
      </p:sp>
      <p:sp>
        <p:nvSpPr>
          <p:cNvPr id="61" name="wm.whiteboard.108.36"/>
          <p:cNvSpPr/>
          <p:nvPr/>
        </p:nvSpPr>
        <p:spPr>
          <a:xfrm>
            <a:off x="1638300" y="685800"/>
            <a:ext cx="38100" cy="38100"/>
          </a:xfrm>
          <a:prstGeom prst="rect">
            <a:avLst/>
          </a:prstGeom>
          <a:solidFill>
            <a:srgbClr val="50658E">
              <a:alpha val="63033"/>
            </a:srgbClr>
          </a:solidFill>
          <a:ln>
            <a:noFill/>
          </a:ln>
        </p:spPr>
      </p:sp>
      <p:sp>
        <p:nvSpPr>
          <p:cNvPr id="62" name="wm.whiteboard.108.54"/>
          <p:cNvSpPr/>
          <p:nvPr/>
        </p:nvSpPr>
        <p:spPr>
          <a:xfrm>
            <a:off x="1638300" y="914400"/>
            <a:ext cx="38100" cy="38100"/>
          </a:xfrm>
          <a:prstGeom prst="rect">
            <a:avLst/>
          </a:prstGeom>
          <a:solidFill>
            <a:srgbClr val="50658E">
              <a:alpha val="55346"/>
            </a:srgbClr>
          </a:solidFill>
          <a:ln>
            <a:noFill/>
          </a:ln>
        </p:spPr>
      </p:sp>
      <p:sp>
        <p:nvSpPr>
          <p:cNvPr id="63" name="wm.whiteboard.108.72"/>
          <p:cNvSpPr/>
          <p:nvPr/>
        </p:nvSpPr>
        <p:spPr>
          <a:xfrm>
            <a:off x="1638300" y="1143000"/>
            <a:ext cx="38100" cy="38100"/>
          </a:xfrm>
          <a:prstGeom prst="rect">
            <a:avLst/>
          </a:prstGeom>
          <a:solidFill>
            <a:srgbClr val="50658E">
              <a:alpha val="45583"/>
            </a:srgbClr>
          </a:solidFill>
          <a:ln>
            <a:noFill/>
          </a:ln>
        </p:spPr>
      </p:sp>
      <p:sp>
        <p:nvSpPr>
          <p:cNvPr id="64" name="wm.whiteboard.108.90"/>
          <p:cNvSpPr/>
          <p:nvPr/>
        </p:nvSpPr>
        <p:spPr>
          <a:xfrm>
            <a:off x="1638300" y="1371600"/>
            <a:ext cx="38100" cy="38100"/>
          </a:xfrm>
          <a:prstGeom prst="rect">
            <a:avLst/>
          </a:prstGeom>
          <a:solidFill>
            <a:srgbClr val="50658E">
              <a:alpha val="34251"/>
            </a:srgbClr>
          </a:solidFill>
          <a:ln>
            <a:noFill/>
          </a:ln>
        </p:spPr>
      </p:sp>
      <p:sp>
        <p:nvSpPr>
          <p:cNvPr id="65" name="wm.whiteboard.108.108"/>
          <p:cNvSpPr/>
          <p:nvPr/>
        </p:nvSpPr>
        <p:spPr>
          <a:xfrm>
            <a:off x="1638300" y="1600200"/>
            <a:ext cx="38100" cy="38100"/>
          </a:xfrm>
          <a:prstGeom prst="rect">
            <a:avLst/>
          </a:prstGeom>
          <a:solidFill>
            <a:srgbClr val="50658E">
              <a:alpha val="21754"/>
            </a:srgbClr>
          </a:solidFill>
          <a:ln>
            <a:noFill/>
          </a:ln>
        </p:spPr>
      </p:sp>
      <p:sp>
        <p:nvSpPr>
          <p:cNvPr id="66" name="wm.whiteboard.108.126"/>
          <p:cNvSpPr/>
          <p:nvPr/>
        </p:nvSpPr>
        <p:spPr>
          <a:xfrm>
            <a:off x="1638300" y="1828800"/>
            <a:ext cx="38100" cy="38100"/>
          </a:xfrm>
          <a:prstGeom prst="rect">
            <a:avLst/>
          </a:prstGeom>
          <a:solidFill>
            <a:srgbClr val="50658E">
              <a:alpha val="8391"/>
            </a:srgbClr>
          </a:solidFill>
          <a:ln>
            <a:noFill/>
          </a:ln>
        </p:spPr>
      </p:sp>
      <p:sp>
        <p:nvSpPr>
          <p:cNvPr id="67" name="wm.whiteboard.126.0"/>
          <p:cNvSpPr/>
          <p:nvPr/>
        </p:nvSpPr>
        <p:spPr>
          <a:xfrm>
            <a:off x="1866900" y="228600"/>
            <a:ext cx="38100" cy="38100"/>
          </a:xfrm>
          <a:prstGeom prst="rect">
            <a:avLst/>
          </a:prstGeom>
          <a:solidFill>
            <a:srgbClr val="50658E">
              <a:alpha val="56247"/>
            </a:srgbClr>
          </a:solidFill>
          <a:ln>
            <a:noFill/>
          </a:ln>
        </p:spPr>
      </p:sp>
      <p:sp>
        <p:nvSpPr>
          <p:cNvPr id="68" name="wm.whiteboard.126.18"/>
          <p:cNvSpPr/>
          <p:nvPr/>
        </p:nvSpPr>
        <p:spPr>
          <a:xfrm>
            <a:off x="1866900" y="457200"/>
            <a:ext cx="38100" cy="38100"/>
          </a:xfrm>
          <a:prstGeom prst="rect">
            <a:avLst/>
          </a:prstGeom>
          <a:solidFill>
            <a:srgbClr val="50658E">
              <a:alpha val="54578"/>
            </a:srgbClr>
          </a:solidFill>
          <a:ln>
            <a:noFill/>
          </a:ln>
        </p:spPr>
      </p:sp>
      <p:sp>
        <p:nvSpPr>
          <p:cNvPr id="69" name="wm.whiteboard.126.36"/>
          <p:cNvSpPr/>
          <p:nvPr/>
        </p:nvSpPr>
        <p:spPr>
          <a:xfrm>
            <a:off x="1866900" y="685800"/>
            <a:ext cx="38100" cy="38100"/>
          </a:xfrm>
          <a:prstGeom prst="rect">
            <a:avLst/>
          </a:prstGeom>
          <a:solidFill>
            <a:srgbClr val="50658E">
              <a:alpha val="50182"/>
            </a:srgbClr>
          </a:solidFill>
          <a:ln>
            <a:noFill/>
          </a:ln>
        </p:spPr>
      </p:sp>
      <p:sp>
        <p:nvSpPr>
          <p:cNvPr id="70" name="wm.whiteboard.126.54"/>
          <p:cNvSpPr/>
          <p:nvPr/>
        </p:nvSpPr>
        <p:spPr>
          <a:xfrm>
            <a:off x="1866900" y="914400"/>
            <a:ext cx="38100" cy="38100"/>
          </a:xfrm>
          <a:prstGeom prst="rect">
            <a:avLst/>
          </a:prstGeom>
          <a:solidFill>
            <a:srgbClr val="50658E">
              <a:alpha val="43386"/>
            </a:srgbClr>
          </a:solidFill>
          <a:ln>
            <a:noFill/>
          </a:ln>
        </p:spPr>
      </p:sp>
      <p:sp>
        <p:nvSpPr>
          <p:cNvPr id="71" name="wm.whiteboard.126.72"/>
          <p:cNvSpPr/>
          <p:nvPr/>
        </p:nvSpPr>
        <p:spPr>
          <a:xfrm>
            <a:off x="1866900" y="1143000"/>
            <a:ext cx="38100" cy="38100"/>
          </a:xfrm>
          <a:prstGeom prst="rect">
            <a:avLst/>
          </a:prstGeom>
          <a:solidFill>
            <a:srgbClr val="50658E">
              <a:alpha val="34598"/>
            </a:srgbClr>
          </a:solidFill>
          <a:ln>
            <a:noFill/>
          </a:ln>
        </p:spPr>
      </p:sp>
      <p:sp>
        <p:nvSpPr>
          <p:cNvPr id="72" name="wm.whiteboard.126.90"/>
          <p:cNvSpPr/>
          <p:nvPr/>
        </p:nvSpPr>
        <p:spPr>
          <a:xfrm>
            <a:off x="1866900" y="1371600"/>
            <a:ext cx="38100" cy="38100"/>
          </a:xfrm>
          <a:prstGeom prst="rect">
            <a:avLst/>
          </a:prstGeom>
          <a:solidFill>
            <a:srgbClr val="50658E">
              <a:alpha val="24223"/>
            </a:srgbClr>
          </a:solidFill>
          <a:ln>
            <a:noFill/>
          </a:ln>
        </p:spPr>
      </p:sp>
      <p:sp>
        <p:nvSpPr>
          <p:cNvPr id="73" name="wm.whiteboard.126.108"/>
          <p:cNvSpPr/>
          <p:nvPr/>
        </p:nvSpPr>
        <p:spPr>
          <a:xfrm>
            <a:off x="1866900" y="1600200"/>
            <a:ext cx="38100" cy="38100"/>
          </a:xfrm>
          <a:prstGeom prst="rect">
            <a:avLst/>
          </a:prstGeom>
          <a:solidFill>
            <a:srgbClr val="50658E">
              <a:alpha val="12610"/>
            </a:srgbClr>
          </a:solidFill>
          <a:ln>
            <a:noFill/>
          </a:ln>
        </p:spPr>
      </p:sp>
      <p:sp>
        <p:nvSpPr>
          <p:cNvPr id="74" name="wm.whiteboard.126.126"/>
          <p:cNvSpPr/>
          <p:nvPr/>
        </p:nvSpPr>
        <p:spPr>
          <a:xfrm>
            <a:off x="1866900" y="1828800"/>
            <a:ext cx="38100" cy="38100"/>
          </a:xfrm>
          <a:prstGeom prst="rect">
            <a:avLst/>
          </a:prstGeom>
          <a:solidFill>
            <a:srgbClr val="50658E">
              <a:alpha val="40"/>
            </a:srgbClr>
          </a:solidFill>
          <a:ln>
            <a:noFill/>
          </a:ln>
        </p:spPr>
      </p:sp>
      <p:sp>
        <p:nvSpPr>
          <p:cNvPr id="75" name="wm.whiteboard.144.0"/>
          <p:cNvSpPr/>
          <p:nvPr/>
        </p:nvSpPr>
        <p:spPr>
          <a:xfrm>
            <a:off x="2095500" y="228600"/>
            <a:ext cx="38100" cy="38100"/>
          </a:xfrm>
          <a:prstGeom prst="rect">
            <a:avLst/>
          </a:prstGeom>
          <a:solidFill>
            <a:srgbClr val="50658E">
              <a:alpha val="42471"/>
            </a:srgbClr>
          </a:solidFill>
          <a:ln>
            <a:noFill/>
          </a:ln>
        </p:spPr>
      </p:sp>
      <p:sp>
        <p:nvSpPr>
          <p:cNvPr id="76" name="wm.whiteboard.144.18"/>
          <p:cNvSpPr/>
          <p:nvPr/>
        </p:nvSpPr>
        <p:spPr>
          <a:xfrm>
            <a:off x="2095500" y="457200"/>
            <a:ext cx="38100" cy="38100"/>
          </a:xfrm>
          <a:prstGeom prst="rect">
            <a:avLst/>
          </a:prstGeom>
          <a:solidFill>
            <a:srgbClr val="50658E">
              <a:alpha val="41005"/>
            </a:srgbClr>
          </a:solidFill>
          <a:ln>
            <a:noFill/>
          </a:ln>
        </p:spPr>
      </p:sp>
      <p:sp>
        <p:nvSpPr>
          <p:cNvPr id="77" name="wm.whiteboard.144.36"/>
          <p:cNvSpPr/>
          <p:nvPr/>
        </p:nvSpPr>
        <p:spPr>
          <a:xfrm>
            <a:off x="2095500" y="685800"/>
            <a:ext cx="38100" cy="38100"/>
          </a:xfrm>
          <a:prstGeom prst="rect">
            <a:avLst/>
          </a:prstGeom>
          <a:solidFill>
            <a:srgbClr val="50658E">
              <a:alpha val="37120"/>
            </a:srgbClr>
          </a:solidFill>
          <a:ln>
            <a:noFill/>
          </a:ln>
        </p:spPr>
      </p:sp>
      <p:sp>
        <p:nvSpPr>
          <p:cNvPr id="78" name="wm.whiteboard.144.54"/>
          <p:cNvSpPr/>
          <p:nvPr/>
        </p:nvSpPr>
        <p:spPr>
          <a:xfrm>
            <a:off x="2095500" y="914400"/>
            <a:ext cx="38100" cy="38100"/>
          </a:xfrm>
          <a:prstGeom prst="rect">
            <a:avLst/>
          </a:prstGeom>
          <a:solidFill>
            <a:srgbClr val="50658E">
              <a:alpha val="31044"/>
            </a:srgbClr>
          </a:solidFill>
          <a:ln>
            <a:noFill/>
          </a:ln>
        </p:spPr>
      </p:sp>
      <p:sp>
        <p:nvSpPr>
          <p:cNvPr id="79" name="wm.whiteboard.144.72"/>
          <p:cNvSpPr/>
          <p:nvPr/>
        </p:nvSpPr>
        <p:spPr>
          <a:xfrm>
            <a:off x="2095500" y="1143000"/>
            <a:ext cx="38100" cy="38100"/>
          </a:xfrm>
          <a:prstGeom prst="rect">
            <a:avLst/>
          </a:prstGeom>
          <a:solidFill>
            <a:srgbClr val="50658E">
              <a:alpha val="23083"/>
            </a:srgbClr>
          </a:solidFill>
          <a:ln>
            <a:noFill/>
          </a:ln>
        </p:spPr>
      </p:sp>
      <p:sp>
        <p:nvSpPr>
          <p:cNvPr id="80" name="wm.whiteboard.144.90"/>
          <p:cNvSpPr/>
          <p:nvPr/>
        </p:nvSpPr>
        <p:spPr>
          <a:xfrm>
            <a:off x="2095500" y="1371600"/>
            <a:ext cx="38100" cy="38100"/>
          </a:xfrm>
          <a:prstGeom prst="rect">
            <a:avLst/>
          </a:prstGeom>
          <a:solidFill>
            <a:srgbClr val="50658E">
              <a:alpha val="13557"/>
            </a:srgbClr>
          </a:solidFill>
          <a:ln>
            <a:noFill/>
          </a:ln>
        </p:spPr>
      </p:sp>
      <p:sp>
        <p:nvSpPr>
          <p:cNvPr id="81" name="wm.whiteboard.144.108"/>
          <p:cNvSpPr/>
          <p:nvPr/>
        </p:nvSpPr>
        <p:spPr>
          <a:xfrm>
            <a:off x="2095500" y="1600200"/>
            <a:ext cx="38100" cy="38100"/>
          </a:xfrm>
          <a:prstGeom prst="rect">
            <a:avLst/>
          </a:prstGeom>
          <a:solidFill>
            <a:srgbClr val="50658E">
              <a:alpha val="2762"/>
            </a:srgbClr>
          </a:solidFill>
          <a:ln>
            <a:noFill/>
          </a:ln>
        </p:spPr>
      </p:sp>
      <p:sp>
        <p:nvSpPr>
          <p:cNvPr id="82" name="wm.whiteboard.162.0"/>
          <p:cNvSpPr/>
          <p:nvPr/>
        </p:nvSpPr>
        <p:spPr>
          <a:xfrm>
            <a:off x="2324100" y="228600"/>
            <a:ext cx="38100" cy="38100"/>
          </a:xfrm>
          <a:prstGeom prst="rect">
            <a:avLst/>
          </a:prstGeom>
          <a:solidFill>
            <a:srgbClr val="50658E">
              <a:alpha val="28695"/>
            </a:srgbClr>
          </a:solidFill>
          <a:ln>
            <a:noFill/>
          </a:ln>
        </p:spPr>
      </p:sp>
      <p:sp>
        <p:nvSpPr>
          <p:cNvPr id="83" name="wm.whiteboard.162.18"/>
          <p:cNvSpPr/>
          <p:nvPr/>
        </p:nvSpPr>
        <p:spPr>
          <a:xfrm>
            <a:off x="2324100" y="457200"/>
            <a:ext cx="38100" cy="38100"/>
          </a:xfrm>
          <a:prstGeom prst="rect">
            <a:avLst/>
          </a:prstGeom>
          <a:solidFill>
            <a:srgbClr val="50658E">
              <a:alpha val="27389"/>
            </a:srgbClr>
          </a:solidFill>
          <a:ln>
            <a:noFill/>
          </a:ln>
        </p:spPr>
      </p:sp>
      <p:sp>
        <p:nvSpPr>
          <p:cNvPr id="84" name="wm.whiteboard.162.36"/>
          <p:cNvSpPr/>
          <p:nvPr/>
        </p:nvSpPr>
        <p:spPr>
          <a:xfrm>
            <a:off x="2324100" y="685800"/>
            <a:ext cx="38100" cy="38100"/>
          </a:xfrm>
          <a:prstGeom prst="rect">
            <a:avLst/>
          </a:prstGeom>
          <a:solidFill>
            <a:srgbClr val="50658E">
              <a:alpha val="23910"/>
            </a:srgbClr>
          </a:solidFill>
          <a:ln>
            <a:noFill/>
          </a:ln>
        </p:spPr>
      </p:sp>
      <p:sp>
        <p:nvSpPr>
          <p:cNvPr id="85" name="wm.whiteboard.162.54"/>
          <p:cNvSpPr/>
          <p:nvPr/>
        </p:nvSpPr>
        <p:spPr>
          <a:xfrm>
            <a:off x="2324100" y="914400"/>
            <a:ext cx="38100" cy="38100"/>
          </a:xfrm>
          <a:prstGeom prst="rect">
            <a:avLst/>
          </a:prstGeom>
          <a:solidFill>
            <a:srgbClr val="50658E">
              <a:alpha val="18425"/>
            </a:srgbClr>
          </a:solidFill>
          <a:ln>
            <a:noFill/>
          </a:ln>
        </p:spPr>
      </p:sp>
      <p:sp>
        <p:nvSpPr>
          <p:cNvPr id="86" name="wm.whiteboard.162.72"/>
          <p:cNvSpPr/>
          <p:nvPr/>
        </p:nvSpPr>
        <p:spPr>
          <a:xfrm>
            <a:off x="2324100" y="1143000"/>
            <a:ext cx="38100" cy="38100"/>
          </a:xfrm>
          <a:prstGeom prst="rect">
            <a:avLst/>
          </a:prstGeom>
          <a:solidFill>
            <a:srgbClr val="50658E">
              <a:alpha val="11167"/>
            </a:srgbClr>
          </a:solidFill>
          <a:ln>
            <a:noFill/>
          </a:ln>
        </p:spPr>
      </p:sp>
      <p:sp>
        <p:nvSpPr>
          <p:cNvPr id="87" name="wm.whiteboard.162.90"/>
          <p:cNvSpPr/>
          <p:nvPr/>
        </p:nvSpPr>
        <p:spPr>
          <a:xfrm>
            <a:off x="2324100" y="1371600"/>
            <a:ext cx="38100" cy="38100"/>
          </a:xfrm>
          <a:prstGeom prst="rect">
            <a:avLst/>
          </a:prstGeom>
          <a:solidFill>
            <a:srgbClr val="50658E">
              <a:alpha val="2388"/>
            </a:srgbClr>
          </a:solidFill>
          <a:ln>
            <a:noFill/>
          </a:ln>
        </p:spPr>
      </p:sp>
      <p:sp>
        <p:nvSpPr>
          <p:cNvPr id="88" name="wm.whiteboard.180.0"/>
          <p:cNvSpPr/>
          <p:nvPr/>
        </p:nvSpPr>
        <p:spPr>
          <a:xfrm>
            <a:off x="2552700" y="228600"/>
            <a:ext cx="38100" cy="38100"/>
          </a:xfrm>
          <a:prstGeom prst="rect">
            <a:avLst/>
          </a:prstGeom>
          <a:solidFill>
            <a:srgbClr val="50658E">
              <a:alpha val="14918"/>
            </a:srgbClr>
          </a:solidFill>
          <a:ln>
            <a:noFill/>
          </a:ln>
        </p:spPr>
      </p:sp>
      <p:sp>
        <p:nvSpPr>
          <p:cNvPr id="89" name="wm.whiteboard.180.18"/>
          <p:cNvSpPr/>
          <p:nvPr/>
        </p:nvSpPr>
        <p:spPr>
          <a:xfrm>
            <a:off x="2552700" y="457200"/>
            <a:ext cx="38100" cy="38100"/>
          </a:xfrm>
          <a:prstGeom prst="rect">
            <a:avLst/>
          </a:prstGeom>
          <a:solidFill>
            <a:srgbClr val="50658E">
              <a:alpha val="13741"/>
            </a:srgbClr>
          </a:solidFill>
          <a:ln>
            <a:noFill/>
          </a:ln>
        </p:spPr>
      </p:sp>
      <p:sp>
        <p:nvSpPr>
          <p:cNvPr id="90" name="wm.whiteboard.180.36"/>
          <p:cNvSpPr/>
          <p:nvPr/>
        </p:nvSpPr>
        <p:spPr>
          <a:xfrm>
            <a:off x="2552700" y="685800"/>
            <a:ext cx="38100" cy="38100"/>
          </a:xfrm>
          <a:prstGeom prst="rect">
            <a:avLst/>
          </a:prstGeom>
          <a:solidFill>
            <a:srgbClr val="50658E">
              <a:alpha val="10593"/>
            </a:srgbClr>
          </a:solidFill>
          <a:ln>
            <a:noFill/>
          </a:ln>
        </p:spPr>
      </p:sp>
      <p:sp>
        <p:nvSpPr>
          <p:cNvPr id="91" name="wm.whiteboard.180.54"/>
          <p:cNvSpPr/>
          <p:nvPr/>
        </p:nvSpPr>
        <p:spPr>
          <a:xfrm>
            <a:off x="2552700" y="914400"/>
            <a:ext cx="38100" cy="38100"/>
          </a:xfrm>
          <a:prstGeom prst="rect">
            <a:avLst/>
          </a:prstGeom>
          <a:solidFill>
            <a:srgbClr val="50658E">
              <a:alpha val="5600"/>
            </a:srgbClr>
          </a:solidFill>
          <a:ln>
            <a:noFill/>
          </a:ln>
        </p:spPr>
      </p:sp>
      <p:sp>
        <p:nvSpPr>
          <p:cNvPr id="92" name="wm.whiteboard.198.0"/>
          <p:cNvSpPr/>
          <p:nvPr/>
        </p:nvSpPr>
        <p:spPr>
          <a:xfrm>
            <a:off x="2781300" y="228600"/>
            <a:ext cx="38100" cy="38100"/>
          </a:xfrm>
          <a:prstGeom prst="rect">
            <a:avLst/>
          </a:prstGeom>
          <a:solidFill>
            <a:srgbClr val="50658E">
              <a:alpha val="1142"/>
            </a:srgbClr>
          </a:solidFill>
          <a:ln>
            <a:noFill/>
          </a:ln>
        </p:spPr>
      </p:sp>
      <p:sp>
        <p:nvSpPr>
          <p:cNvPr id="93" name="wm.whiteboard.198.18"/>
          <p:cNvSpPr/>
          <p:nvPr/>
        </p:nvSpPr>
        <p:spPr>
          <a:xfrm>
            <a:off x="2781300" y="457200"/>
            <a:ext cx="38100" cy="38100"/>
          </a:xfrm>
          <a:prstGeom prst="rect">
            <a:avLst/>
          </a:prstGeom>
          <a:solidFill>
            <a:srgbClr val="50658E">
              <a:alpha val="69"/>
            </a:srgbClr>
          </a:solidFill>
          <a:ln>
            <a:noFill/>
          </a:ln>
        </p:spPr>
      </p:sp>
      <p:sp>
        <p:nvSpPr>
          <p:cNvPr id="94" name="wm.header.rule"/>
          <p:cNvSpPr/>
          <p:nvPr/>
        </p:nvSpPr>
        <p:spPr>
          <a:xfrm>
            <a:off x="723900" y="1371600"/>
            <a:ext cx="10744200" cy="9525"/>
          </a:xfrm>
          <a:prstGeom prst="rect">
            <a:avLst/>
          </a:prstGeom>
          <a:solidFill>
            <a:srgbClr val="50658E"/>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CED7E6"/>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CED7E6"/>
              </a:solidFill>
              <a:latin typeface="IBM Plex Mono"/>
              <a:ea typeface="IBM Plex Mono"/>
              <a:cs typeface="IBM Plex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mds.frame.fb708f5938cf2f20be1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pic>
        <p:nvPicPr>
          <p:cNvPr id="3"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4"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mds.frame.c0aa20900c8916a1fd0f">
    <p:bg>
      <p:bgPr>
        <a:solidFill>
          <a:srgbClr val="070154"/>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50658E"/>
          </a:solidFill>
          <a:ln>
            <a:noFill/>
          </a:ln>
        </p:spPr>
      </p:sp>
      <p:pic>
        <p:nvPicPr>
          <p:cNvPr id="3"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4" name="wm.legal"/>
          <p:cNvSpPr/>
          <p:nvPr/>
        </p:nvSpPr>
        <p:spPr>
          <a:xfrm>
            <a:off x="2171700" y="6172200"/>
            <a:ext cx="9296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CED7E6"/>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CED7E6"/>
              </a:solidFill>
              <a:latin typeface="IBM Plex Mono"/>
              <a:ea typeface="IBM Plex Mono"/>
              <a:cs typeface="IBM Plex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mds.frame.553c346042c23db17db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wmds.frame.565fa27430157ff1bff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wmds.frame.35f4ac6a035d68d48d30">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wmds.frame.466d7d554085fe9f3d1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mds.frame.7e3405850516957645c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mds.frame.bc4df357f66601ba7cf3">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mds.frame.18d901d1753b9c83f90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wmds.frame.46f9419afd4d082fa33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wmds.frame.cfd50940dcc715534324">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wmds.frame.ad6910ea27b9db5aa061">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wmds.frame.592f39e1ac4fbb3a592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wmds.frame.7d6f1a8810e384dd54f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wmds.frame.5d16813eb8256bb67114">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wmds.frame.33634671705f8a2761c7">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wmds.frame.405fa4e8dcd2cdcd4e74">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wmds.frame.78677fb235580748422b">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wmds.frame.7c73e94ddf913d9b3a8d">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wmds.frame.3beb4a113709e8973b7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1430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wmds.frame.19a61bd512103ea93be2">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wmds.frame.7af10fa5063581789a42">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band"/>
          <p:cNvSpPr/>
          <p:nvPr/>
        </p:nvSpPr>
        <p:spPr>
          <a:xfrm>
            <a:off x="0" y="6172200"/>
            <a:ext cx="8724900" cy="685800"/>
          </a:xfrm>
          <a:prstGeom prst="rect">
            <a:avLst/>
          </a:prstGeom>
          <a:solidFill>
            <a:srgbClr val="E8EEF8"/>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7" name="wm.legal"/>
          <p:cNvSpPr/>
          <p:nvPr/>
        </p:nvSpPr>
        <p:spPr>
          <a:xfrm>
            <a:off x="2171700" y="64008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wmds.frame.4f047a8330c1be2128b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wmds.frame.6f6fc8402aaa304b293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wmds.frame.f3f788c0b63ea64c3024">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wmds.frame.7a57b1feae2e91b1900f">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wmds.frame.852e334d09cfb8be9814">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mds.frame.7a4e27b4659912866ede">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band"/>
          <p:cNvSpPr/>
          <p:nvPr/>
        </p:nvSpPr>
        <p:spPr>
          <a:xfrm>
            <a:off x="3467100" y="6172200"/>
            <a:ext cx="8724900" cy="685800"/>
          </a:xfrm>
          <a:prstGeom prst="rect">
            <a:avLst/>
          </a:prstGeom>
          <a:solidFill>
            <a:srgbClr val="E8EEF8"/>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7" name="wm.legal"/>
          <p:cNvSpPr/>
          <p:nvPr/>
        </p:nvSpPr>
        <p:spPr>
          <a:xfrm>
            <a:off x="4381500" y="64008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mds.frame.79d108b15b5b0536b9e6">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wmds.frame.495c9d01d3dcb665064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wmds.frame.ece407501237e7b5b39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3924300" y="228600"/>
            <a:ext cx="38100" cy="38100"/>
          </a:xfrm>
          <a:prstGeom prst="rect">
            <a:avLst/>
          </a:prstGeom>
          <a:solidFill>
            <a:srgbClr val="CED7E6"/>
          </a:solidFill>
          <a:ln>
            <a:noFill/>
          </a:ln>
        </p:spPr>
      </p:sp>
      <p:sp>
        <p:nvSpPr>
          <p:cNvPr id="4" name="wm.whiteboard.0.18"/>
          <p:cNvSpPr/>
          <p:nvPr/>
        </p:nvSpPr>
        <p:spPr>
          <a:xfrm>
            <a:off x="3924300" y="457200"/>
            <a:ext cx="38100" cy="38100"/>
          </a:xfrm>
          <a:prstGeom prst="rect">
            <a:avLst/>
          </a:prstGeom>
          <a:solidFill>
            <a:srgbClr val="CED7E6"/>
          </a:solidFill>
          <a:ln>
            <a:noFill/>
          </a:ln>
        </p:spPr>
      </p:sp>
      <p:sp>
        <p:nvSpPr>
          <p:cNvPr id="5" name="wm.whiteboard.0.36"/>
          <p:cNvSpPr/>
          <p:nvPr/>
        </p:nvSpPr>
        <p:spPr>
          <a:xfrm>
            <a:off x="3924300" y="685800"/>
            <a:ext cx="38100" cy="38100"/>
          </a:xfrm>
          <a:prstGeom prst="rect">
            <a:avLst/>
          </a:prstGeom>
          <a:solidFill>
            <a:srgbClr val="CED7E6"/>
          </a:solidFill>
          <a:ln>
            <a:noFill/>
          </a:ln>
        </p:spPr>
      </p:sp>
      <p:sp>
        <p:nvSpPr>
          <p:cNvPr id="6" name="wm.whiteboard.0.54"/>
          <p:cNvSpPr/>
          <p:nvPr/>
        </p:nvSpPr>
        <p:spPr>
          <a:xfrm>
            <a:off x="3924300" y="914400"/>
            <a:ext cx="38100" cy="38100"/>
          </a:xfrm>
          <a:prstGeom prst="rect">
            <a:avLst/>
          </a:prstGeom>
          <a:solidFill>
            <a:srgbClr val="CED7E6"/>
          </a:solidFill>
          <a:ln>
            <a:noFill/>
          </a:ln>
        </p:spPr>
      </p:sp>
      <p:sp>
        <p:nvSpPr>
          <p:cNvPr id="7" name="wm.whiteboard.0.72"/>
          <p:cNvSpPr/>
          <p:nvPr/>
        </p:nvSpPr>
        <p:spPr>
          <a:xfrm>
            <a:off x="3924300" y="1143000"/>
            <a:ext cx="38100" cy="38100"/>
          </a:xfrm>
          <a:prstGeom prst="rect">
            <a:avLst/>
          </a:prstGeom>
          <a:solidFill>
            <a:srgbClr val="CED7E6">
              <a:alpha val="85305"/>
            </a:srgbClr>
          </a:solidFill>
          <a:ln>
            <a:noFill/>
          </a:ln>
        </p:spPr>
      </p:sp>
      <p:sp>
        <p:nvSpPr>
          <p:cNvPr id="8" name="wm.whiteboard.0.90"/>
          <p:cNvSpPr/>
          <p:nvPr/>
        </p:nvSpPr>
        <p:spPr>
          <a:xfrm>
            <a:off x="3924300" y="1371600"/>
            <a:ext cx="38100" cy="38100"/>
          </a:xfrm>
          <a:prstGeom prst="rect">
            <a:avLst/>
          </a:prstGeom>
          <a:solidFill>
            <a:srgbClr val="CED7E6">
              <a:alpha val="68524"/>
            </a:srgbClr>
          </a:solidFill>
          <a:ln>
            <a:noFill/>
          </a:ln>
        </p:spPr>
      </p:sp>
      <p:sp>
        <p:nvSpPr>
          <p:cNvPr id="9" name="wm.whiteboard.0.108"/>
          <p:cNvSpPr/>
          <p:nvPr/>
        </p:nvSpPr>
        <p:spPr>
          <a:xfrm>
            <a:off x="3924300" y="1600200"/>
            <a:ext cx="38100" cy="38100"/>
          </a:xfrm>
          <a:prstGeom prst="rect">
            <a:avLst/>
          </a:prstGeom>
          <a:solidFill>
            <a:srgbClr val="CED7E6">
              <a:alpha val="51742"/>
            </a:srgbClr>
          </a:solidFill>
          <a:ln>
            <a:noFill/>
          </a:ln>
        </p:spPr>
      </p:sp>
      <p:sp>
        <p:nvSpPr>
          <p:cNvPr id="10" name="wm.whiteboard.0.126"/>
          <p:cNvSpPr/>
          <p:nvPr/>
        </p:nvSpPr>
        <p:spPr>
          <a:xfrm>
            <a:off x="3924300" y="1828800"/>
            <a:ext cx="38100" cy="38100"/>
          </a:xfrm>
          <a:prstGeom prst="rect">
            <a:avLst/>
          </a:prstGeom>
          <a:solidFill>
            <a:srgbClr val="CED7E6">
              <a:alpha val="34959"/>
            </a:srgbClr>
          </a:solidFill>
          <a:ln>
            <a:noFill/>
          </a:ln>
        </p:spPr>
      </p:sp>
      <p:sp>
        <p:nvSpPr>
          <p:cNvPr id="11" name="wm.whiteboard.0.144"/>
          <p:cNvSpPr/>
          <p:nvPr/>
        </p:nvSpPr>
        <p:spPr>
          <a:xfrm>
            <a:off x="3924300" y="2057400"/>
            <a:ext cx="38100" cy="38100"/>
          </a:xfrm>
          <a:prstGeom prst="rect">
            <a:avLst/>
          </a:prstGeom>
          <a:solidFill>
            <a:srgbClr val="CED7E6">
              <a:alpha val="18177"/>
            </a:srgbClr>
          </a:solidFill>
          <a:ln>
            <a:noFill/>
          </a:ln>
        </p:spPr>
      </p:sp>
      <p:sp>
        <p:nvSpPr>
          <p:cNvPr id="12" name="wm.whiteboard.0.162"/>
          <p:cNvSpPr/>
          <p:nvPr/>
        </p:nvSpPr>
        <p:spPr>
          <a:xfrm>
            <a:off x="3924300" y="2286000"/>
            <a:ext cx="38100" cy="38100"/>
          </a:xfrm>
          <a:prstGeom prst="rect">
            <a:avLst/>
          </a:prstGeom>
          <a:solidFill>
            <a:srgbClr val="CED7E6">
              <a:alpha val="1394"/>
            </a:srgbClr>
          </a:solidFill>
          <a:ln>
            <a:noFill/>
          </a:ln>
        </p:spPr>
      </p:sp>
      <p:sp>
        <p:nvSpPr>
          <p:cNvPr id="13" name="wm.whiteboard.18.0"/>
          <p:cNvSpPr/>
          <p:nvPr/>
        </p:nvSpPr>
        <p:spPr>
          <a:xfrm>
            <a:off x="4152900" y="228600"/>
            <a:ext cx="38100" cy="38100"/>
          </a:xfrm>
          <a:prstGeom prst="rect">
            <a:avLst/>
          </a:prstGeom>
          <a:solidFill>
            <a:srgbClr val="CED7E6"/>
          </a:solidFill>
          <a:ln>
            <a:noFill/>
          </a:ln>
        </p:spPr>
      </p:sp>
      <p:sp>
        <p:nvSpPr>
          <p:cNvPr id="14" name="wm.whiteboard.18.18"/>
          <p:cNvSpPr/>
          <p:nvPr/>
        </p:nvSpPr>
        <p:spPr>
          <a:xfrm>
            <a:off x="4152900" y="457200"/>
            <a:ext cx="38100" cy="38100"/>
          </a:xfrm>
          <a:prstGeom prst="rect">
            <a:avLst/>
          </a:prstGeom>
          <a:solidFill>
            <a:srgbClr val="CED7E6"/>
          </a:solidFill>
          <a:ln>
            <a:noFill/>
          </a:ln>
        </p:spPr>
      </p:sp>
      <p:sp>
        <p:nvSpPr>
          <p:cNvPr id="15" name="wm.whiteboard.18.36"/>
          <p:cNvSpPr/>
          <p:nvPr/>
        </p:nvSpPr>
        <p:spPr>
          <a:xfrm>
            <a:off x="4152900" y="685800"/>
            <a:ext cx="38100" cy="38100"/>
          </a:xfrm>
          <a:prstGeom prst="rect">
            <a:avLst/>
          </a:prstGeom>
          <a:solidFill>
            <a:srgbClr val="CED7E6"/>
          </a:solidFill>
          <a:ln>
            <a:noFill/>
          </a:ln>
        </p:spPr>
      </p:sp>
      <p:sp>
        <p:nvSpPr>
          <p:cNvPr id="16" name="wm.whiteboard.18.54"/>
          <p:cNvSpPr/>
          <p:nvPr/>
        </p:nvSpPr>
        <p:spPr>
          <a:xfrm>
            <a:off x="4152900" y="914400"/>
            <a:ext cx="38100" cy="38100"/>
          </a:xfrm>
          <a:prstGeom prst="rect">
            <a:avLst/>
          </a:prstGeom>
          <a:solidFill>
            <a:srgbClr val="CED7E6">
              <a:alpha val="99988"/>
            </a:srgbClr>
          </a:solidFill>
          <a:ln>
            <a:noFill/>
          </a:ln>
        </p:spPr>
      </p:sp>
      <p:sp>
        <p:nvSpPr>
          <p:cNvPr id="17" name="wm.whiteboard.18.72"/>
          <p:cNvSpPr/>
          <p:nvPr/>
        </p:nvSpPr>
        <p:spPr>
          <a:xfrm>
            <a:off x="4152900" y="1143000"/>
            <a:ext cx="38100" cy="38100"/>
          </a:xfrm>
          <a:prstGeom prst="rect">
            <a:avLst/>
          </a:prstGeom>
          <a:solidFill>
            <a:srgbClr val="CED7E6">
              <a:alpha val="83708"/>
            </a:srgbClr>
          </a:solidFill>
          <a:ln>
            <a:noFill/>
          </a:ln>
        </p:spPr>
      </p:sp>
      <p:sp>
        <p:nvSpPr>
          <p:cNvPr id="18" name="wm.whiteboard.18.90"/>
          <p:cNvSpPr/>
          <p:nvPr/>
        </p:nvSpPr>
        <p:spPr>
          <a:xfrm>
            <a:off x="4152900" y="1371600"/>
            <a:ext cx="38100" cy="38100"/>
          </a:xfrm>
          <a:prstGeom prst="rect">
            <a:avLst/>
          </a:prstGeom>
          <a:solidFill>
            <a:srgbClr val="CED7E6">
              <a:alpha val="67236"/>
            </a:srgbClr>
          </a:solidFill>
          <a:ln>
            <a:noFill/>
          </a:ln>
        </p:spPr>
      </p:sp>
      <p:sp>
        <p:nvSpPr>
          <p:cNvPr id="19" name="wm.whiteboard.18.108"/>
          <p:cNvSpPr/>
          <p:nvPr/>
        </p:nvSpPr>
        <p:spPr>
          <a:xfrm>
            <a:off x="4152900" y="1600200"/>
            <a:ext cx="38100" cy="38100"/>
          </a:xfrm>
          <a:prstGeom prst="rect">
            <a:avLst/>
          </a:prstGeom>
          <a:solidFill>
            <a:srgbClr val="CED7E6">
              <a:alpha val="50663"/>
            </a:srgbClr>
          </a:solidFill>
          <a:ln>
            <a:noFill/>
          </a:ln>
        </p:spPr>
      </p:sp>
      <p:sp>
        <p:nvSpPr>
          <p:cNvPr id="20" name="wm.whiteboard.18.126"/>
          <p:cNvSpPr/>
          <p:nvPr/>
        </p:nvSpPr>
        <p:spPr>
          <a:xfrm>
            <a:off x="4152900" y="1828800"/>
            <a:ext cx="38100" cy="38100"/>
          </a:xfrm>
          <a:prstGeom prst="rect">
            <a:avLst/>
          </a:prstGeom>
          <a:solidFill>
            <a:srgbClr val="CED7E6">
              <a:alpha val="34032"/>
            </a:srgbClr>
          </a:solidFill>
          <a:ln>
            <a:noFill/>
          </a:ln>
        </p:spPr>
      </p:sp>
      <p:sp>
        <p:nvSpPr>
          <p:cNvPr id="21" name="wm.whiteboard.18.144"/>
          <p:cNvSpPr/>
          <p:nvPr/>
        </p:nvSpPr>
        <p:spPr>
          <a:xfrm>
            <a:off x="4152900" y="2057400"/>
            <a:ext cx="38100" cy="38100"/>
          </a:xfrm>
          <a:prstGeom prst="rect">
            <a:avLst/>
          </a:prstGeom>
          <a:solidFill>
            <a:srgbClr val="CED7E6">
              <a:alpha val="17363"/>
            </a:srgbClr>
          </a:solidFill>
          <a:ln>
            <a:noFill/>
          </a:ln>
        </p:spPr>
      </p:sp>
      <p:sp>
        <p:nvSpPr>
          <p:cNvPr id="22" name="wm.whiteboard.18.162"/>
          <p:cNvSpPr/>
          <p:nvPr/>
        </p:nvSpPr>
        <p:spPr>
          <a:xfrm>
            <a:off x="4152900" y="2286000"/>
            <a:ext cx="38100" cy="38100"/>
          </a:xfrm>
          <a:prstGeom prst="rect">
            <a:avLst/>
          </a:prstGeom>
          <a:solidFill>
            <a:srgbClr val="CED7E6">
              <a:alpha val="670"/>
            </a:srgbClr>
          </a:solidFill>
          <a:ln>
            <a:noFill/>
          </a:ln>
        </p:spPr>
      </p:sp>
      <p:sp>
        <p:nvSpPr>
          <p:cNvPr id="23" name="wm.whiteboard.36.0"/>
          <p:cNvSpPr/>
          <p:nvPr/>
        </p:nvSpPr>
        <p:spPr>
          <a:xfrm>
            <a:off x="4381500" y="228600"/>
            <a:ext cx="38100" cy="38100"/>
          </a:xfrm>
          <a:prstGeom prst="rect">
            <a:avLst/>
          </a:prstGeom>
          <a:solidFill>
            <a:srgbClr val="CED7E6"/>
          </a:solidFill>
          <a:ln>
            <a:noFill/>
          </a:ln>
        </p:spPr>
      </p:sp>
      <p:sp>
        <p:nvSpPr>
          <p:cNvPr id="24" name="wm.whiteboard.36.18"/>
          <p:cNvSpPr/>
          <p:nvPr/>
        </p:nvSpPr>
        <p:spPr>
          <a:xfrm>
            <a:off x="4381500" y="457200"/>
            <a:ext cx="38100" cy="38100"/>
          </a:xfrm>
          <a:prstGeom prst="rect">
            <a:avLst/>
          </a:prstGeom>
          <a:solidFill>
            <a:srgbClr val="CED7E6"/>
          </a:solidFill>
          <a:ln>
            <a:noFill/>
          </a:ln>
        </p:spPr>
      </p:sp>
      <p:sp>
        <p:nvSpPr>
          <p:cNvPr id="25" name="wm.whiteboard.36.36"/>
          <p:cNvSpPr/>
          <p:nvPr/>
        </p:nvSpPr>
        <p:spPr>
          <a:xfrm>
            <a:off x="4381500" y="685800"/>
            <a:ext cx="38100" cy="38100"/>
          </a:xfrm>
          <a:prstGeom prst="rect">
            <a:avLst/>
          </a:prstGeom>
          <a:solidFill>
            <a:srgbClr val="CED7E6"/>
          </a:solidFill>
          <a:ln>
            <a:noFill/>
          </a:ln>
        </p:spPr>
      </p:sp>
      <p:sp>
        <p:nvSpPr>
          <p:cNvPr id="26" name="wm.whiteboard.36.54"/>
          <p:cNvSpPr/>
          <p:nvPr/>
        </p:nvSpPr>
        <p:spPr>
          <a:xfrm>
            <a:off x="4381500" y="914400"/>
            <a:ext cx="38100" cy="38100"/>
          </a:xfrm>
          <a:prstGeom prst="rect">
            <a:avLst/>
          </a:prstGeom>
          <a:solidFill>
            <a:srgbClr val="CED7E6">
              <a:alpha val="94671"/>
            </a:srgbClr>
          </a:solidFill>
          <a:ln>
            <a:noFill/>
          </a:ln>
        </p:spPr>
      </p:sp>
      <p:sp>
        <p:nvSpPr>
          <p:cNvPr id="27" name="wm.whiteboard.36.72"/>
          <p:cNvSpPr/>
          <p:nvPr/>
        </p:nvSpPr>
        <p:spPr>
          <a:xfrm>
            <a:off x="4381500" y="1143000"/>
            <a:ext cx="38100" cy="38100"/>
          </a:xfrm>
          <a:prstGeom prst="rect">
            <a:avLst/>
          </a:prstGeom>
          <a:solidFill>
            <a:srgbClr val="CED7E6">
              <a:alpha val="79547"/>
            </a:srgbClr>
          </a:solidFill>
          <a:ln>
            <a:noFill/>
          </a:ln>
        </p:spPr>
      </p:sp>
      <p:sp>
        <p:nvSpPr>
          <p:cNvPr id="28" name="wm.whiteboard.36.90"/>
          <p:cNvSpPr/>
          <p:nvPr/>
        </p:nvSpPr>
        <p:spPr>
          <a:xfrm>
            <a:off x="4381500" y="1371600"/>
            <a:ext cx="38100" cy="38100"/>
          </a:xfrm>
          <a:prstGeom prst="rect">
            <a:avLst/>
          </a:prstGeom>
          <a:solidFill>
            <a:srgbClr val="CED7E6">
              <a:alpha val="63833"/>
            </a:srgbClr>
          </a:solidFill>
          <a:ln>
            <a:noFill/>
          </a:ln>
        </p:spPr>
      </p:sp>
      <p:sp>
        <p:nvSpPr>
          <p:cNvPr id="29" name="wm.whiteboard.36.108"/>
          <p:cNvSpPr/>
          <p:nvPr/>
        </p:nvSpPr>
        <p:spPr>
          <a:xfrm>
            <a:off x="4381500" y="1600200"/>
            <a:ext cx="38100" cy="38100"/>
          </a:xfrm>
          <a:prstGeom prst="rect">
            <a:avLst/>
          </a:prstGeom>
          <a:solidFill>
            <a:srgbClr val="CED7E6">
              <a:alpha val="47790"/>
            </a:srgbClr>
          </a:solidFill>
          <a:ln>
            <a:noFill/>
          </a:ln>
        </p:spPr>
      </p:sp>
      <p:sp>
        <p:nvSpPr>
          <p:cNvPr id="30" name="wm.whiteboard.36.126"/>
          <p:cNvSpPr/>
          <p:nvPr/>
        </p:nvSpPr>
        <p:spPr>
          <a:xfrm>
            <a:off x="4381500" y="1828800"/>
            <a:ext cx="38100" cy="38100"/>
          </a:xfrm>
          <a:prstGeom prst="rect">
            <a:avLst/>
          </a:prstGeom>
          <a:solidFill>
            <a:srgbClr val="CED7E6">
              <a:alpha val="31549"/>
            </a:srgbClr>
          </a:solidFill>
          <a:ln>
            <a:noFill/>
          </a:ln>
        </p:spPr>
      </p:sp>
      <p:sp>
        <p:nvSpPr>
          <p:cNvPr id="31" name="wm.whiteboard.36.144"/>
          <p:cNvSpPr/>
          <p:nvPr/>
        </p:nvSpPr>
        <p:spPr>
          <a:xfrm>
            <a:off x="4381500" y="2057400"/>
            <a:ext cx="38100" cy="38100"/>
          </a:xfrm>
          <a:prstGeom prst="rect">
            <a:avLst/>
          </a:prstGeom>
          <a:solidFill>
            <a:srgbClr val="CED7E6">
              <a:alpha val="15179"/>
            </a:srgbClr>
          </a:solidFill>
          <a:ln>
            <a:noFill/>
          </a:ln>
        </p:spPr>
      </p:sp>
      <p:sp>
        <p:nvSpPr>
          <p:cNvPr id="32" name="wm.whiteboard.54.0"/>
          <p:cNvSpPr/>
          <p:nvPr/>
        </p:nvSpPr>
        <p:spPr>
          <a:xfrm>
            <a:off x="4610100" y="228600"/>
            <a:ext cx="38100" cy="38100"/>
          </a:xfrm>
          <a:prstGeom prst="rect">
            <a:avLst/>
          </a:prstGeom>
          <a:solidFill>
            <a:srgbClr val="CED7E6"/>
          </a:solidFill>
          <a:ln>
            <a:noFill/>
          </a:ln>
        </p:spPr>
      </p:sp>
      <p:sp>
        <p:nvSpPr>
          <p:cNvPr id="33" name="wm.whiteboard.54.18"/>
          <p:cNvSpPr/>
          <p:nvPr/>
        </p:nvSpPr>
        <p:spPr>
          <a:xfrm>
            <a:off x="4610100" y="457200"/>
            <a:ext cx="38100" cy="38100"/>
          </a:xfrm>
          <a:prstGeom prst="rect">
            <a:avLst/>
          </a:prstGeom>
          <a:solidFill>
            <a:srgbClr val="CED7E6"/>
          </a:solidFill>
          <a:ln>
            <a:noFill/>
          </a:ln>
        </p:spPr>
      </p:sp>
      <p:sp>
        <p:nvSpPr>
          <p:cNvPr id="34" name="wm.whiteboard.54.36"/>
          <p:cNvSpPr/>
          <p:nvPr/>
        </p:nvSpPr>
        <p:spPr>
          <a:xfrm>
            <a:off x="4610100" y="685800"/>
            <a:ext cx="38100" cy="38100"/>
          </a:xfrm>
          <a:prstGeom prst="rect">
            <a:avLst/>
          </a:prstGeom>
          <a:solidFill>
            <a:srgbClr val="CED7E6">
              <a:alpha val="98827"/>
            </a:srgbClr>
          </a:solidFill>
          <a:ln>
            <a:noFill/>
          </a:ln>
        </p:spPr>
      </p:sp>
      <p:sp>
        <p:nvSpPr>
          <p:cNvPr id="35" name="wm.whiteboard.54.54"/>
          <p:cNvSpPr/>
          <p:nvPr/>
        </p:nvSpPr>
        <p:spPr>
          <a:xfrm>
            <a:off x="4610100" y="914400"/>
            <a:ext cx="38100" cy="38100"/>
          </a:xfrm>
          <a:prstGeom prst="rect">
            <a:avLst/>
          </a:prstGeom>
          <a:solidFill>
            <a:srgbClr val="CED7E6">
              <a:alpha val="86895"/>
            </a:srgbClr>
          </a:solidFill>
          <a:ln>
            <a:noFill/>
          </a:ln>
        </p:spPr>
      </p:sp>
      <p:sp>
        <p:nvSpPr>
          <p:cNvPr id="36" name="wm.whiteboard.54.72"/>
          <p:cNvSpPr/>
          <p:nvPr/>
        </p:nvSpPr>
        <p:spPr>
          <a:xfrm>
            <a:off x="4610100" y="1143000"/>
            <a:ext cx="38100" cy="38100"/>
          </a:xfrm>
          <a:prstGeom prst="rect">
            <a:avLst/>
          </a:prstGeom>
          <a:solidFill>
            <a:srgbClr val="CED7E6">
              <a:alpha val="73217"/>
            </a:srgbClr>
          </a:solidFill>
          <a:ln>
            <a:noFill/>
          </a:ln>
        </p:spPr>
      </p:sp>
      <p:sp>
        <p:nvSpPr>
          <p:cNvPr id="37" name="wm.whiteboard.54.90"/>
          <p:cNvSpPr/>
          <p:nvPr/>
        </p:nvSpPr>
        <p:spPr>
          <a:xfrm>
            <a:off x="4610100" y="1371600"/>
            <a:ext cx="38100" cy="38100"/>
          </a:xfrm>
          <a:prstGeom prst="rect">
            <a:avLst/>
          </a:prstGeom>
          <a:solidFill>
            <a:srgbClr val="CED7E6">
              <a:alpha val="58541"/>
            </a:srgbClr>
          </a:solidFill>
          <a:ln>
            <a:noFill/>
          </a:ln>
        </p:spPr>
      </p:sp>
      <p:sp>
        <p:nvSpPr>
          <p:cNvPr id="38" name="wm.whiteboard.54.108"/>
          <p:cNvSpPr/>
          <p:nvPr/>
        </p:nvSpPr>
        <p:spPr>
          <a:xfrm>
            <a:off x="4610100" y="1600200"/>
            <a:ext cx="38100" cy="38100"/>
          </a:xfrm>
          <a:prstGeom prst="rect">
            <a:avLst/>
          </a:prstGeom>
          <a:solidFill>
            <a:srgbClr val="CED7E6">
              <a:alpha val="43263"/>
            </a:srgbClr>
          </a:solidFill>
          <a:ln>
            <a:noFill/>
          </a:ln>
        </p:spPr>
      </p:sp>
      <p:sp>
        <p:nvSpPr>
          <p:cNvPr id="39" name="wm.whiteboard.54.126"/>
          <p:cNvSpPr/>
          <p:nvPr/>
        </p:nvSpPr>
        <p:spPr>
          <a:xfrm>
            <a:off x="4610100" y="1828800"/>
            <a:ext cx="38100" cy="38100"/>
          </a:xfrm>
          <a:prstGeom prst="rect">
            <a:avLst/>
          </a:prstGeom>
          <a:solidFill>
            <a:srgbClr val="CED7E6">
              <a:alpha val="27603"/>
            </a:srgbClr>
          </a:solidFill>
          <a:ln>
            <a:noFill/>
          </a:ln>
        </p:spPr>
      </p:sp>
      <p:sp>
        <p:nvSpPr>
          <p:cNvPr id="40" name="wm.whiteboard.54.144"/>
          <p:cNvSpPr/>
          <p:nvPr/>
        </p:nvSpPr>
        <p:spPr>
          <a:xfrm>
            <a:off x="4610100" y="2057400"/>
            <a:ext cx="38100" cy="38100"/>
          </a:xfrm>
          <a:prstGeom prst="rect">
            <a:avLst/>
          </a:prstGeom>
          <a:solidFill>
            <a:srgbClr val="CED7E6">
              <a:alpha val="11687"/>
            </a:srgbClr>
          </a:solidFill>
          <a:ln>
            <a:noFill/>
          </a:ln>
        </p:spPr>
      </p:sp>
      <p:sp>
        <p:nvSpPr>
          <p:cNvPr id="41" name="wm.whiteboard.72.0"/>
          <p:cNvSpPr/>
          <p:nvPr/>
        </p:nvSpPr>
        <p:spPr>
          <a:xfrm>
            <a:off x="4838700" y="228600"/>
            <a:ext cx="38100" cy="38100"/>
          </a:xfrm>
          <a:prstGeom prst="rect">
            <a:avLst/>
          </a:prstGeom>
          <a:solidFill>
            <a:srgbClr val="CED7E6">
              <a:alpha val="97572"/>
            </a:srgbClr>
          </a:solidFill>
          <a:ln>
            <a:noFill/>
          </a:ln>
        </p:spPr>
      </p:sp>
      <p:sp>
        <p:nvSpPr>
          <p:cNvPr id="42" name="wm.whiteboard.72.18"/>
          <p:cNvSpPr/>
          <p:nvPr/>
        </p:nvSpPr>
        <p:spPr>
          <a:xfrm>
            <a:off x="4838700" y="457200"/>
            <a:ext cx="38100" cy="38100"/>
          </a:xfrm>
          <a:prstGeom prst="rect">
            <a:avLst/>
          </a:prstGeom>
          <a:solidFill>
            <a:srgbClr val="CED7E6">
              <a:alpha val="94724"/>
            </a:srgbClr>
          </a:solidFill>
          <a:ln>
            <a:noFill/>
          </a:ln>
        </p:spPr>
      </p:sp>
      <p:sp>
        <p:nvSpPr>
          <p:cNvPr id="43" name="wm.whiteboard.72.36"/>
          <p:cNvSpPr/>
          <p:nvPr/>
        </p:nvSpPr>
        <p:spPr>
          <a:xfrm>
            <a:off x="4838700" y="685800"/>
            <a:ext cx="38100" cy="38100"/>
          </a:xfrm>
          <a:prstGeom prst="rect">
            <a:avLst/>
          </a:prstGeom>
          <a:solidFill>
            <a:srgbClr val="CED7E6">
              <a:alpha val="87609"/>
            </a:srgbClr>
          </a:solidFill>
          <a:ln>
            <a:noFill/>
          </a:ln>
        </p:spPr>
      </p:sp>
      <p:sp>
        <p:nvSpPr>
          <p:cNvPr id="44" name="wm.whiteboard.72.54"/>
          <p:cNvSpPr/>
          <p:nvPr/>
        </p:nvSpPr>
        <p:spPr>
          <a:xfrm>
            <a:off x="4838700" y="914400"/>
            <a:ext cx="38100" cy="38100"/>
          </a:xfrm>
          <a:prstGeom prst="rect">
            <a:avLst/>
          </a:prstGeom>
          <a:solidFill>
            <a:srgbClr val="CED7E6">
              <a:alpha val="77408"/>
            </a:srgbClr>
          </a:solidFill>
          <a:ln>
            <a:noFill/>
          </a:ln>
        </p:spPr>
      </p:sp>
      <p:sp>
        <p:nvSpPr>
          <p:cNvPr id="45" name="wm.whiteboard.72.72"/>
          <p:cNvSpPr/>
          <p:nvPr/>
        </p:nvSpPr>
        <p:spPr>
          <a:xfrm>
            <a:off x="4838700" y="1143000"/>
            <a:ext cx="38100" cy="38100"/>
          </a:xfrm>
          <a:prstGeom prst="rect">
            <a:avLst/>
          </a:prstGeom>
          <a:solidFill>
            <a:srgbClr val="CED7E6">
              <a:alpha val="65181"/>
            </a:srgbClr>
          </a:solidFill>
          <a:ln>
            <a:noFill/>
          </a:ln>
        </p:spPr>
      </p:sp>
      <p:sp>
        <p:nvSpPr>
          <p:cNvPr id="46" name="wm.whiteboard.72.90"/>
          <p:cNvSpPr/>
          <p:nvPr/>
        </p:nvSpPr>
        <p:spPr>
          <a:xfrm>
            <a:off x="4838700" y="1371600"/>
            <a:ext cx="38100" cy="38100"/>
          </a:xfrm>
          <a:prstGeom prst="rect">
            <a:avLst/>
          </a:prstGeom>
          <a:solidFill>
            <a:srgbClr val="CED7E6">
              <a:alpha val="51653"/>
            </a:srgbClr>
          </a:solidFill>
          <a:ln>
            <a:noFill/>
          </a:ln>
        </p:spPr>
      </p:sp>
      <p:sp>
        <p:nvSpPr>
          <p:cNvPr id="47" name="wm.whiteboard.72.108"/>
          <p:cNvSpPr/>
          <p:nvPr/>
        </p:nvSpPr>
        <p:spPr>
          <a:xfrm>
            <a:off x="4838700" y="1600200"/>
            <a:ext cx="38100" cy="38100"/>
          </a:xfrm>
          <a:prstGeom prst="rect">
            <a:avLst/>
          </a:prstGeom>
          <a:solidFill>
            <a:srgbClr val="CED7E6">
              <a:alpha val="37275"/>
            </a:srgbClr>
          </a:solidFill>
          <a:ln>
            <a:noFill/>
          </a:ln>
        </p:spPr>
      </p:sp>
      <p:sp>
        <p:nvSpPr>
          <p:cNvPr id="48" name="wm.whiteboard.72.126"/>
          <p:cNvSpPr/>
          <p:nvPr/>
        </p:nvSpPr>
        <p:spPr>
          <a:xfrm>
            <a:off x="4838700" y="1828800"/>
            <a:ext cx="38100" cy="38100"/>
          </a:xfrm>
          <a:prstGeom prst="rect">
            <a:avLst/>
          </a:prstGeom>
          <a:solidFill>
            <a:srgbClr val="CED7E6">
              <a:alpha val="22326"/>
            </a:srgbClr>
          </a:solidFill>
          <a:ln>
            <a:noFill/>
          </a:ln>
        </p:spPr>
      </p:sp>
      <p:sp>
        <p:nvSpPr>
          <p:cNvPr id="49" name="wm.whiteboard.72.144"/>
          <p:cNvSpPr/>
          <p:nvPr/>
        </p:nvSpPr>
        <p:spPr>
          <a:xfrm>
            <a:off x="4838700" y="2057400"/>
            <a:ext cx="38100" cy="38100"/>
          </a:xfrm>
          <a:prstGeom prst="rect">
            <a:avLst/>
          </a:prstGeom>
          <a:solidFill>
            <a:srgbClr val="CED7E6">
              <a:alpha val="6980"/>
            </a:srgbClr>
          </a:solidFill>
          <a:ln>
            <a:noFill/>
          </a:ln>
        </p:spPr>
      </p:sp>
      <p:sp>
        <p:nvSpPr>
          <p:cNvPr id="50" name="wm.whiteboard.90.0"/>
          <p:cNvSpPr/>
          <p:nvPr/>
        </p:nvSpPr>
        <p:spPr>
          <a:xfrm>
            <a:off x="5067300" y="228600"/>
            <a:ext cx="38100" cy="38100"/>
          </a:xfrm>
          <a:prstGeom prst="rect">
            <a:avLst/>
          </a:prstGeom>
          <a:solidFill>
            <a:srgbClr val="CED7E6">
              <a:alpha val="83798"/>
            </a:srgbClr>
          </a:solidFill>
          <a:ln>
            <a:noFill/>
          </a:ln>
        </p:spPr>
      </p:sp>
      <p:sp>
        <p:nvSpPr>
          <p:cNvPr id="51" name="wm.whiteboard.90.18"/>
          <p:cNvSpPr/>
          <p:nvPr/>
        </p:nvSpPr>
        <p:spPr>
          <a:xfrm>
            <a:off x="5067300" y="457200"/>
            <a:ext cx="38100" cy="38100"/>
          </a:xfrm>
          <a:prstGeom prst="rect">
            <a:avLst/>
          </a:prstGeom>
          <a:solidFill>
            <a:srgbClr val="CED7E6">
              <a:alpha val="81490"/>
            </a:srgbClr>
          </a:solidFill>
          <a:ln>
            <a:noFill/>
          </a:ln>
        </p:spPr>
      </p:sp>
      <p:sp>
        <p:nvSpPr>
          <p:cNvPr id="52" name="wm.whiteboard.90.36"/>
          <p:cNvSpPr/>
          <p:nvPr/>
        </p:nvSpPr>
        <p:spPr>
          <a:xfrm>
            <a:off x="5067300" y="685800"/>
            <a:ext cx="38100" cy="38100"/>
          </a:xfrm>
          <a:prstGeom prst="rect">
            <a:avLst/>
          </a:prstGeom>
          <a:solidFill>
            <a:srgbClr val="CED7E6">
              <a:alpha val="75569"/>
            </a:srgbClr>
          </a:solidFill>
          <a:ln>
            <a:noFill/>
          </a:ln>
        </p:spPr>
      </p:sp>
      <p:sp>
        <p:nvSpPr>
          <p:cNvPr id="53" name="wm.whiteboard.90.54"/>
          <p:cNvSpPr/>
          <p:nvPr/>
        </p:nvSpPr>
        <p:spPr>
          <a:xfrm>
            <a:off x="5067300" y="914400"/>
            <a:ext cx="38100" cy="38100"/>
          </a:xfrm>
          <a:prstGeom prst="rect">
            <a:avLst/>
          </a:prstGeom>
          <a:solidFill>
            <a:srgbClr val="CED7E6">
              <a:alpha val="66767"/>
            </a:srgbClr>
          </a:solidFill>
          <a:ln>
            <a:noFill/>
          </a:ln>
        </p:spPr>
      </p:sp>
      <p:sp>
        <p:nvSpPr>
          <p:cNvPr id="54" name="wm.whiteboard.90.72"/>
          <p:cNvSpPr/>
          <p:nvPr/>
        </p:nvSpPr>
        <p:spPr>
          <a:xfrm>
            <a:off x="5067300" y="1143000"/>
            <a:ext cx="38100" cy="38100"/>
          </a:xfrm>
          <a:prstGeom prst="rect">
            <a:avLst/>
          </a:prstGeom>
          <a:solidFill>
            <a:srgbClr val="CED7E6">
              <a:alpha val="55859"/>
            </a:srgbClr>
          </a:solidFill>
          <a:ln>
            <a:noFill/>
          </a:ln>
        </p:spPr>
      </p:sp>
      <p:sp>
        <p:nvSpPr>
          <p:cNvPr id="55" name="wm.whiteboard.90.90"/>
          <p:cNvSpPr/>
          <p:nvPr/>
        </p:nvSpPr>
        <p:spPr>
          <a:xfrm>
            <a:off x="5067300" y="1371600"/>
            <a:ext cx="38100" cy="38100"/>
          </a:xfrm>
          <a:prstGeom prst="rect">
            <a:avLst/>
          </a:prstGeom>
          <a:solidFill>
            <a:srgbClr val="CED7E6">
              <a:alpha val="43468"/>
            </a:srgbClr>
          </a:solidFill>
          <a:ln>
            <a:noFill/>
          </a:ln>
        </p:spPr>
      </p:sp>
      <p:sp>
        <p:nvSpPr>
          <p:cNvPr id="56" name="wm.whiteboard.90.108"/>
          <p:cNvSpPr/>
          <p:nvPr/>
        </p:nvSpPr>
        <p:spPr>
          <a:xfrm>
            <a:off x="5067300" y="1600200"/>
            <a:ext cx="38100" cy="38100"/>
          </a:xfrm>
          <a:prstGeom prst="rect">
            <a:avLst/>
          </a:prstGeom>
          <a:solidFill>
            <a:srgbClr val="CED7E6">
              <a:alpha val="30037"/>
            </a:srgbClr>
          </a:solidFill>
          <a:ln>
            <a:noFill/>
          </a:ln>
        </p:spPr>
      </p:sp>
      <p:sp>
        <p:nvSpPr>
          <p:cNvPr id="57" name="wm.whiteboard.90.126"/>
          <p:cNvSpPr/>
          <p:nvPr/>
        </p:nvSpPr>
        <p:spPr>
          <a:xfrm>
            <a:off x="5067300" y="1828800"/>
            <a:ext cx="38100" cy="38100"/>
          </a:xfrm>
          <a:prstGeom prst="rect">
            <a:avLst/>
          </a:prstGeom>
          <a:solidFill>
            <a:srgbClr val="CED7E6">
              <a:alpha val="15870"/>
            </a:srgbClr>
          </a:solidFill>
          <a:ln>
            <a:noFill/>
          </a:ln>
        </p:spPr>
      </p:sp>
      <p:sp>
        <p:nvSpPr>
          <p:cNvPr id="58" name="wm.whiteboard.90.144"/>
          <p:cNvSpPr/>
          <p:nvPr/>
        </p:nvSpPr>
        <p:spPr>
          <a:xfrm>
            <a:off x="5067300" y="2057400"/>
            <a:ext cx="38100" cy="38100"/>
          </a:xfrm>
          <a:prstGeom prst="rect">
            <a:avLst/>
          </a:prstGeom>
          <a:solidFill>
            <a:srgbClr val="CED7E6">
              <a:alpha val="1171"/>
            </a:srgbClr>
          </a:solidFill>
          <a:ln>
            <a:noFill/>
          </a:ln>
        </p:spPr>
      </p:sp>
      <p:sp>
        <p:nvSpPr>
          <p:cNvPr id="59" name="wm.whiteboard.108.0"/>
          <p:cNvSpPr/>
          <p:nvPr/>
        </p:nvSpPr>
        <p:spPr>
          <a:xfrm>
            <a:off x="5295900" y="228600"/>
            <a:ext cx="38100" cy="38100"/>
          </a:xfrm>
          <a:prstGeom prst="rect">
            <a:avLst/>
          </a:prstGeom>
          <a:solidFill>
            <a:srgbClr val="CED7E6">
              <a:alpha val="70023"/>
            </a:srgbClr>
          </a:solidFill>
          <a:ln>
            <a:noFill/>
          </a:ln>
        </p:spPr>
      </p:sp>
      <p:sp>
        <p:nvSpPr>
          <p:cNvPr id="60" name="wm.whiteboard.108.18"/>
          <p:cNvSpPr/>
          <p:nvPr/>
        </p:nvSpPr>
        <p:spPr>
          <a:xfrm>
            <a:off x="5295900" y="457200"/>
            <a:ext cx="38100" cy="38100"/>
          </a:xfrm>
          <a:prstGeom prst="rect">
            <a:avLst/>
          </a:prstGeom>
          <a:solidFill>
            <a:srgbClr val="CED7E6">
              <a:alpha val="68085"/>
            </a:srgbClr>
          </a:solidFill>
          <a:ln>
            <a:noFill/>
          </a:ln>
        </p:spPr>
      </p:sp>
      <p:sp>
        <p:nvSpPr>
          <p:cNvPr id="61" name="wm.whiteboard.108.36"/>
          <p:cNvSpPr/>
          <p:nvPr/>
        </p:nvSpPr>
        <p:spPr>
          <a:xfrm>
            <a:off x="5295900" y="685800"/>
            <a:ext cx="38100" cy="38100"/>
          </a:xfrm>
          <a:prstGeom prst="rect">
            <a:avLst/>
          </a:prstGeom>
          <a:solidFill>
            <a:srgbClr val="CED7E6">
              <a:alpha val="63033"/>
            </a:srgbClr>
          </a:solidFill>
          <a:ln>
            <a:noFill/>
          </a:ln>
        </p:spPr>
      </p:sp>
      <p:sp>
        <p:nvSpPr>
          <p:cNvPr id="62" name="wm.whiteboard.108.54"/>
          <p:cNvSpPr/>
          <p:nvPr/>
        </p:nvSpPr>
        <p:spPr>
          <a:xfrm>
            <a:off x="5295900" y="914400"/>
            <a:ext cx="38100" cy="38100"/>
          </a:xfrm>
          <a:prstGeom prst="rect">
            <a:avLst/>
          </a:prstGeom>
          <a:solidFill>
            <a:srgbClr val="CED7E6">
              <a:alpha val="55346"/>
            </a:srgbClr>
          </a:solidFill>
          <a:ln>
            <a:noFill/>
          </a:ln>
        </p:spPr>
      </p:sp>
      <p:sp>
        <p:nvSpPr>
          <p:cNvPr id="63" name="wm.whiteboard.108.72"/>
          <p:cNvSpPr/>
          <p:nvPr/>
        </p:nvSpPr>
        <p:spPr>
          <a:xfrm>
            <a:off x="5295900" y="1143000"/>
            <a:ext cx="38100" cy="38100"/>
          </a:xfrm>
          <a:prstGeom prst="rect">
            <a:avLst/>
          </a:prstGeom>
          <a:solidFill>
            <a:srgbClr val="CED7E6">
              <a:alpha val="45583"/>
            </a:srgbClr>
          </a:solidFill>
          <a:ln>
            <a:noFill/>
          </a:ln>
        </p:spPr>
      </p:sp>
      <p:sp>
        <p:nvSpPr>
          <p:cNvPr id="64" name="wm.whiteboard.108.90"/>
          <p:cNvSpPr/>
          <p:nvPr/>
        </p:nvSpPr>
        <p:spPr>
          <a:xfrm>
            <a:off x="5295900" y="1371600"/>
            <a:ext cx="38100" cy="38100"/>
          </a:xfrm>
          <a:prstGeom prst="rect">
            <a:avLst/>
          </a:prstGeom>
          <a:solidFill>
            <a:srgbClr val="CED7E6">
              <a:alpha val="34251"/>
            </a:srgbClr>
          </a:solidFill>
          <a:ln>
            <a:noFill/>
          </a:ln>
        </p:spPr>
      </p:sp>
      <p:sp>
        <p:nvSpPr>
          <p:cNvPr id="65" name="wm.whiteboard.108.108"/>
          <p:cNvSpPr/>
          <p:nvPr/>
        </p:nvSpPr>
        <p:spPr>
          <a:xfrm>
            <a:off x="5295900" y="1600200"/>
            <a:ext cx="38100" cy="38100"/>
          </a:xfrm>
          <a:prstGeom prst="rect">
            <a:avLst/>
          </a:prstGeom>
          <a:solidFill>
            <a:srgbClr val="CED7E6">
              <a:alpha val="21754"/>
            </a:srgbClr>
          </a:solidFill>
          <a:ln>
            <a:noFill/>
          </a:ln>
        </p:spPr>
      </p:sp>
      <p:sp>
        <p:nvSpPr>
          <p:cNvPr id="66" name="wm.whiteboard.108.126"/>
          <p:cNvSpPr/>
          <p:nvPr/>
        </p:nvSpPr>
        <p:spPr>
          <a:xfrm>
            <a:off x="5295900" y="1828800"/>
            <a:ext cx="38100" cy="38100"/>
          </a:xfrm>
          <a:prstGeom prst="rect">
            <a:avLst/>
          </a:prstGeom>
          <a:solidFill>
            <a:srgbClr val="CED7E6">
              <a:alpha val="8391"/>
            </a:srgbClr>
          </a:solidFill>
          <a:ln>
            <a:noFill/>
          </a:ln>
        </p:spPr>
      </p:sp>
      <p:sp>
        <p:nvSpPr>
          <p:cNvPr id="67" name="wm.whiteboard.126.0"/>
          <p:cNvSpPr/>
          <p:nvPr/>
        </p:nvSpPr>
        <p:spPr>
          <a:xfrm>
            <a:off x="5524500" y="228600"/>
            <a:ext cx="38100" cy="38100"/>
          </a:xfrm>
          <a:prstGeom prst="rect">
            <a:avLst/>
          </a:prstGeom>
          <a:solidFill>
            <a:srgbClr val="CED7E6">
              <a:alpha val="56247"/>
            </a:srgbClr>
          </a:solidFill>
          <a:ln>
            <a:noFill/>
          </a:ln>
        </p:spPr>
      </p:sp>
      <p:sp>
        <p:nvSpPr>
          <p:cNvPr id="68" name="wm.whiteboard.126.18"/>
          <p:cNvSpPr/>
          <p:nvPr/>
        </p:nvSpPr>
        <p:spPr>
          <a:xfrm>
            <a:off x="5524500" y="457200"/>
            <a:ext cx="38100" cy="38100"/>
          </a:xfrm>
          <a:prstGeom prst="rect">
            <a:avLst/>
          </a:prstGeom>
          <a:solidFill>
            <a:srgbClr val="CED7E6">
              <a:alpha val="54578"/>
            </a:srgbClr>
          </a:solidFill>
          <a:ln>
            <a:noFill/>
          </a:ln>
        </p:spPr>
      </p:sp>
      <p:sp>
        <p:nvSpPr>
          <p:cNvPr id="69" name="wm.whiteboard.126.36"/>
          <p:cNvSpPr/>
          <p:nvPr/>
        </p:nvSpPr>
        <p:spPr>
          <a:xfrm>
            <a:off x="5524500" y="685800"/>
            <a:ext cx="38100" cy="38100"/>
          </a:xfrm>
          <a:prstGeom prst="rect">
            <a:avLst/>
          </a:prstGeom>
          <a:solidFill>
            <a:srgbClr val="CED7E6">
              <a:alpha val="50182"/>
            </a:srgbClr>
          </a:solidFill>
          <a:ln>
            <a:noFill/>
          </a:ln>
        </p:spPr>
      </p:sp>
      <p:sp>
        <p:nvSpPr>
          <p:cNvPr id="70" name="wm.whiteboard.126.54"/>
          <p:cNvSpPr/>
          <p:nvPr/>
        </p:nvSpPr>
        <p:spPr>
          <a:xfrm>
            <a:off x="5524500" y="914400"/>
            <a:ext cx="38100" cy="38100"/>
          </a:xfrm>
          <a:prstGeom prst="rect">
            <a:avLst/>
          </a:prstGeom>
          <a:solidFill>
            <a:srgbClr val="CED7E6">
              <a:alpha val="43386"/>
            </a:srgbClr>
          </a:solidFill>
          <a:ln>
            <a:noFill/>
          </a:ln>
        </p:spPr>
      </p:sp>
      <p:sp>
        <p:nvSpPr>
          <p:cNvPr id="71" name="wm.whiteboard.126.72"/>
          <p:cNvSpPr/>
          <p:nvPr/>
        </p:nvSpPr>
        <p:spPr>
          <a:xfrm>
            <a:off x="5524500" y="1143000"/>
            <a:ext cx="38100" cy="38100"/>
          </a:xfrm>
          <a:prstGeom prst="rect">
            <a:avLst/>
          </a:prstGeom>
          <a:solidFill>
            <a:srgbClr val="CED7E6">
              <a:alpha val="34598"/>
            </a:srgbClr>
          </a:solidFill>
          <a:ln>
            <a:noFill/>
          </a:ln>
        </p:spPr>
      </p:sp>
      <p:sp>
        <p:nvSpPr>
          <p:cNvPr id="72" name="wm.whiteboard.126.90"/>
          <p:cNvSpPr/>
          <p:nvPr/>
        </p:nvSpPr>
        <p:spPr>
          <a:xfrm>
            <a:off x="5524500" y="1371600"/>
            <a:ext cx="38100" cy="38100"/>
          </a:xfrm>
          <a:prstGeom prst="rect">
            <a:avLst/>
          </a:prstGeom>
          <a:solidFill>
            <a:srgbClr val="CED7E6">
              <a:alpha val="24223"/>
            </a:srgbClr>
          </a:solidFill>
          <a:ln>
            <a:noFill/>
          </a:ln>
        </p:spPr>
      </p:sp>
      <p:sp>
        <p:nvSpPr>
          <p:cNvPr id="73" name="wm.whiteboard.126.108"/>
          <p:cNvSpPr/>
          <p:nvPr/>
        </p:nvSpPr>
        <p:spPr>
          <a:xfrm>
            <a:off x="5524500" y="1600200"/>
            <a:ext cx="38100" cy="38100"/>
          </a:xfrm>
          <a:prstGeom prst="rect">
            <a:avLst/>
          </a:prstGeom>
          <a:solidFill>
            <a:srgbClr val="CED7E6">
              <a:alpha val="12610"/>
            </a:srgbClr>
          </a:solidFill>
          <a:ln>
            <a:noFill/>
          </a:ln>
        </p:spPr>
      </p:sp>
      <p:sp>
        <p:nvSpPr>
          <p:cNvPr id="74" name="wm.whiteboard.126.126"/>
          <p:cNvSpPr/>
          <p:nvPr/>
        </p:nvSpPr>
        <p:spPr>
          <a:xfrm>
            <a:off x="5524500" y="1828800"/>
            <a:ext cx="38100" cy="38100"/>
          </a:xfrm>
          <a:prstGeom prst="rect">
            <a:avLst/>
          </a:prstGeom>
          <a:solidFill>
            <a:srgbClr val="CED7E6">
              <a:alpha val="40"/>
            </a:srgbClr>
          </a:solidFill>
          <a:ln>
            <a:noFill/>
          </a:ln>
        </p:spPr>
      </p:sp>
      <p:sp>
        <p:nvSpPr>
          <p:cNvPr id="75" name="wm.whiteboard.144.0"/>
          <p:cNvSpPr/>
          <p:nvPr/>
        </p:nvSpPr>
        <p:spPr>
          <a:xfrm>
            <a:off x="5753100" y="228600"/>
            <a:ext cx="38100" cy="38100"/>
          </a:xfrm>
          <a:prstGeom prst="rect">
            <a:avLst/>
          </a:prstGeom>
          <a:solidFill>
            <a:srgbClr val="CED7E6">
              <a:alpha val="42471"/>
            </a:srgbClr>
          </a:solidFill>
          <a:ln>
            <a:noFill/>
          </a:ln>
        </p:spPr>
      </p:sp>
      <p:sp>
        <p:nvSpPr>
          <p:cNvPr id="76" name="wm.whiteboard.144.18"/>
          <p:cNvSpPr/>
          <p:nvPr/>
        </p:nvSpPr>
        <p:spPr>
          <a:xfrm>
            <a:off x="5753100" y="457200"/>
            <a:ext cx="38100" cy="38100"/>
          </a:xfrm>
          <a:prstGeom prst="rect">
            <a:avLst/>
          </a:prstGeom>
          <a:solidFill>
            <a:srgbClr val="CED7E6">
              <a:alpha val="41005"/>
            </a:srgbClr>
          </a:solidFill>
          <a:ln>
            <a:noFill/>
          </a:ln>
        </p:spPr>
      </p:sp>
      <p:sp>
        <p:nvSpPr>
          <p:cNvPr id="77" name="wm.whiteboard.144.36"/>
          <p:cNvSpPr/>
          <p:nvPr/>
        </p:nvSpPr>
        <p:spPr>
          <a:xfrm>
            <a:off x="5753100" y="685800"/>
            <a:ext cx="38100" cy="38100"/>
          </a:xfrm>
          <a:prstGeom prst="rect">
            <a:avLst/>
          </a:prstGeom>
          <a:solidFill>
            <a:srgbClr val="CED7E6">
              <a:alpha val="37120"/>
            </a:srgbClr>
          </a:solidFill>
          <a:ln>
            <a:noFill/>
          </a:ln>
        </p:spPr>
      </p:sp>
      <p:sp>
        <p:nvSpPr>
          <p:cNvPr id="78" name="wm.whiteboard.144.54"/>
          <p:cNvSpPr/>
          <p:nvPr/>
        </p:nvSpPr>
        <p:spPr>
          <a:xfrm>
            <a:off x="5753100" y="914400"/>
            <a:ext cx="38100" cy="38100"/>
          </a:xfrm>
          <a:prstGeom prst="rect">
            <a:avLst/>
          </a:prstGeom>
          <a:solidFill>
            <a:srgbClr val="CED7E6">
              <a:alpha val="31044"/>
            </a:srgbClr>
          </a:solidFill>
          <a:ln>
            <a:noFill/>
          </a:ln>
        </p:spPr>
      </p:sp>
      <p:sp>
        <p:nvSpPr>
          <p:cNvPr id="79" name="wm.whiteboard.144.72"/>
          <p:cNvSpPr/>
          <p:nvPr/>
        </p:nvSpPr>
        <p:spPr>
          <a:xfrm>
            <a:off x="5753100" y="1143000"/>
            <a:ext cx="38100" cy="38100"/>
          </a:xfrm>
          <a:prstGeom prst="rect">
            <a:avLst/>
          </a:prstGeom>
          <a:solidFill>
            <a:srgbClr val="CED7E6">
              <a:alpha val="23083"/>
            </a:srgbClr>
          </a:solidFill>
          <a:ln>
            <a:noFill/>
          </a:ln>
        </p:spPr>
      </p:sp>
      <p:sp>
        <p:nvSpPr>
          <p:cNvPr id="80" name="wm.whiteboard.144.90"/>
          <p:cNvSpPr/>
          <p:nvPr/>
        </p:nvSpPr>
        <p:spPr>
          <a:xfrm>
            <a:off x="5753100" y="1371600"/>
            <a:ext cx="38100" cy="38100"/>
          </a:xfrm>
          <a:prstGeom prst="rect">
            <a:avLst/>
          </a:prstGeom>
          <a:solidFill>
            <a:srgbClr val="CED7E6">
              <a:alpha val="13557"/>
            </a:srgbClr>
          </a:solidFill>
          <a:ln>
            <a:noFill/>
          </a:ln>
        </p:spPr>
      </p:sp>
      <p:sp>
        <p:nvSpPr>
          <p:cNvPr id="81" name="wm.whiteboard.144.108"/>
          <p:cNvSpPr/>
          <p:nvPr/>
        </p:nvSpPr>
        <p:spPr>
          <a:xfrm>
            <a:off x="5753100" y="1600200"/>
            <a:ext cx="38100" cy="38100"/>
          </a:xfrm>
          <a:prstGeom prst="rect">
            <a:avLst/>
          </a:prstGeom>
          <a:solidFill>
            <a:srgbClr val="CED7E6">
              <a:alpha val="2762"/>
            </a:srgbClr>
          </a:solidFill>
          <a:ln>
            <a:noFill/>
          </a:ln>
        </p:spPr>
      </p:sp>
      <p:sp>
        <p:nvSpPr>
          <p:cNvPr id="82" name="wm.whiteboard.162.0"/>
          <p:cNvSpPr/>
          <p:nvPr/>
        </p:nvSpPr>
        <p:spPr>
          <a:xfrm>
            <a:off x="5981700" y="228600"/>
            <a:ext cx="38100" cy="38100"/>
          </a:xfrm>
          <a:prstGeom prst="rect">
            <a:avLst/>
          </a:prstGeom>
          <a:solidFill>
            <a:srgbClr val="CED7E6">
              <a:alpha val="28695"/>
            </a:srgbClr>
          </a:solidFill>
          <a:ln>
            <a:noFill/>
          </a:ln>
        </p:spPr>
      </p:sp>
      <p:sp>
        <p:nvSpPr>
          <p:cNvPr id="83" name="wm.whiteboard.162.18"/>
          <p:cNvSpPr/>
          <p:nvPr/>
        </p:nvSpPr>
        <p:spPr>
          <a:xfrm>
            <a:off x="5981700" y="457200"/>
            <a:ext cx="38100" cy="38100"/>
          </a:xfrm>
          <a:prstGeom prst="rect">
            <a:avLst/>
          </a:prstGeom>
          <a:solidFill>
            <a:srgbClr val="CED7E6">
              <a:alpha val="27389"/>
            </a:srgbClr>
          </a:solidFill>
          <a:ln>
            <a:noFill/>
          </a:ln>
        </p:spPr>
      </p:sp>
      <p:sp>
        <p:nvSpPr>
          <p:cNvPr id="84" name="wm.whiteboard.162.36"/>
          <p:cNvSpPr/>
          <p:nvPr/>
        </p:nvSpPr>
        <p:spPr>
          <a:xfrm>
            <a:off x="5981700" y="685800"/>
            <a:ext cx="38100" cy="38100"/>
          </a:xfrm>
          <a:prstGeom prst="rect">
            <a:avLst/>
          </a:prstGeom>
          <a:solidFill>
            <a:srgbClr val="CED7E6">
              <a:alpha val="23910"/>
            </a:srgbClr>
          </a:solidFill>
          <a:ln>
            <a:noFill/>
          </a:ln>
        </p:spPr>
      </p:sp>
      <p:sp>
        <p:nvSpPr>
          <p:cNvPr id="85" name="wm.whiteboard.162.54"/>
          <p:cNvSpPr/>
          <p:nvPr/>
        </p:nvSpPr>
        <p:spPr>
          <a:xfrm>
            <a:off x="5981700" y="914400"/>
            <a:ext cx="38100" cy="38100"/>
          </a:xfrm>
          <a:prstGeom prst="rect">
            <a:avLst/>
          </a:prstGeom>
          <a:solidFill>
            <a:srgbClr val="CED7E6">
              <a:alpha val="18425"/>
            </a:srgbClr>
          </a:solidFill>
          <a:ln>
            <a:noFill/>
          </a:ln>
        </p:spPr>
      </p:sp>
      <p:sp>
        <p:nvSpPr>
          <p:cNvPr id="86" name="wm.whiteboard.162.72"/>
          <p:cNvSpPr/>
          <p:nvPr/>
        </p:nvSpPr>
        <p:spPr>
          <a:xfrm>
            <a:off x="5981700" y="1143000"/>
            <a:ext cx="38100" cy="38100"/>
          </a:xfrm>
          <a:prstGeom prst="rect">
            <a:avLst/>
          </a:prstGeom>
          <a:solidFill>
            <a:srgbClr val="CED7E6">
              <a:alpha val="11167"/>
            </a:srgbClr>
          </a:solidFill>
          <a:ln>
            <a:noFill/>
          </a:ln>
        </p:spPr>
      </p:sp>
      <p:sp>
        <p:nvSpPr>
          <p:cNvPr id="87" name="wm.whiteboard.162.90"/>
          <p:cNvSpPr/>
          <p:nvPr/>
        </p:nvSpPr>
        <p:spPr>
          <a:xfrm>
            <a:off x="5981700" y="1371600"/>
            <a:ext cx="38100" cy="38100"/>
          </a:xfrm>
          <a:prstGeom prst="rect">
            <a:avLst/>
          </a:prstGeom>
          <a:solidFill>
            <a:srgbClr val="CED7E6">
              <a:alpha val="2388"/>
            </a:srgbClr>
          </a:solidFill>
          <a:ln>
            <a:noFill/>
          </a:ln>
        </p:spPr>
      </p:sp>
      <p:sp>
        <p:nvSpPr>
          <p:cNvPr id="88" name="wm.whiteboard.180.0"/>
          <p:cNvSpPr/>
          <p:nvPr/>
        </p:nvSpPr>
        <p:spPr>
          <a:xfrm>
            <a:off x="6210300" y="228600"/>
            <a:ext cx="38100" cy="38100"/>
          </a:xfrm>
          <a:prstGeom prst="rect">
            <a:avLst/>
          </a:prstGeom>
          <a:solidFill>
            <a:srgbClr val="CED7E6">
              <a:alpha val="14918"/>
            </a:srgbClr>
          </a:solidFill>
          <a:ln>
            <a:noFill/>
          </a:ln>
        </p:spPr>
      </p:sp>
      <p:sp>
        <p:nvSpPr>
          <p:cNvPr id="89" name="wm.whiteboard.180.18"/>
          <p:cNvSpPr/>
          <p:nvPr/>
        </p:nvSpPr>
        <p:spPr>
          <a:xfrm>
            <a:off x="6210300" y="457200"/>
            <a:ext cx="38100" cy="38100"/>
          </a:xfrm>
          <a:prstGeom prst="rect">
            <a:avLst/>
          </a:prstGeom>
          <a:solidFill>
            <a:srgbClr val="CED7E6">
              <a:alpha val="13741"/>
            </a:srgbClr>
          </a:solidFill>
          <a:ln>
            <a:noFill/>
          </a:ln>
        </p:spPr>
      </p:sp>
      <p:sp>
        <p:nvSpPr>
          <p:cNvPr id="90" name="wm.whiteboard.180.36"/>
          <p:cNvSpPr/>
          <p:nvPr/>
        </p:nvSpPr>
        <p:spPr>
          <a:xfrm>
            <a:off x="6210300" y="685800"/>
            <a:ext cx="38100" cy="38100"/>
          </a:xfrm>
          <a:prstGeom prst="rect">
            <a:avLst/>
          </a:prstGeom>
          <a:solidFill>
            <a:srgbClr val="CED7E6">
              <a:alpha val="10593"/>
            </a:srgbClr>
          </a:solidFill>
          <a:ln>
            <a:noFill/>
          </a:ln>
        </p:spPr>
      </p:sp>
      <p:sp>
        <p:nvSpPr>
          <p:cNvPr id="91" name="wm.whiteboard.180.54"/>
          <p:cNvSpPr/>
          <p:nvPr/>
        </p:nvSpPr>
        <p:spPr>
          <a:xfrm>
            <a:off x="6210300" y="914400"/>
            <a:ext cx="38100" cy="38100"/>
          </a:xfrm>
          <a:prstGeom prst="rect">
            <a:avLst/>
          </a:prstGeom>
          <a:solidFill>
            <a:srgbClr val="CED7E6">
              <a:alpha val="5600"/>
            </a:srgbClr>
          </a:solidFill>
          <a:ln>
            <a:noFill/>
          </a:ln>
        </p:spPr>
      </p:sp>
      <p:sp>
        <p:nvSpPr>
          <p:cNvPr id="92" name="wm.whiteboard.198.0"/>
          <p:cNvSpPr/>
          <p:nvPr/>
        </p:nvSpPr>
        <p:spPr>
          <a:xfrm>
            <a:off x="6438900" y="228600"/>
            <a:ext cx="38100" cy="38100"/>
          </a:xfrm>
          <a:prstGeom prst="rect">
            <a:avLst/>
          </a:prstGeom>
          <a:solidFill>
            <a:srgbClr val="CED7E6">
              <a:alpha val="1142"/>
            </a:srgbClr>
          </a:solidFill>
          <a:ln>
            <a:noFill/>
          </a:ln>
        </p:spPr>
      </p:sp>
      <p:sp>
        <p:nvSpPr>
          <p:cNvPr id="93" name="wm.whiteboard.198.18"/>
          <p:cNvSpPr/>
          <p:nvPr/>
        </p:nvSpPr>
        <p:spPr>
          <a:xfrm>
            <a:off x="6438900" y="457200"/>
            <a:ext cx="38100" cy="38100"/>
          </a:xfrm>
          <a:prstGeom prst="rect">
            <a:avLst/>
          </a:prstGeom>
          <a:solidFill>
            <a:srgbClr val="CED7E6">
              <a:alpha val="69"/>
            </a:srgbClr>
          </a:solidFill>
          <a:ln>
            <a:noFill/>
          </a:ln>
        </p:spPr>
      </p:sp>
      <p:sp>
        <p:nvSpPr>
          <p:cNvPr id="94" name="wm.header.rule"/>
          <p:cNvSpPr/>
          <p:nvPr/>
        </p:nvSpPr>
        <p:spPr>
          <a:xfrm>
            <a:off x="4381500" y="13716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wmds.frame.dd5aea566f1027c5fff0">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mds.frame.97e107fd3a05a028b946">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slideLayout" Target="../slideLayouts/slideLayout7.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slideLayout" Target="../slideLayouts/slideLayout7.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svg"/><Relationship Id="rId4" Type="http://schemas.openxmlformats.org/officeDocument/2006/relationships/image" Target="../media/image-23-4.png"/><Relationship Id="rId5" Type="http://schemas.openxmlformats.org/officeDocument/2006/relationships/image" Target="../media/image-23-5.svg"/><Relationship Id="rId6" Type="http://schemas.openxmlformats.org/officeDocument/2006/relationships/image" Target="../media/image-23-6.png"/><Relationship Id="rId7" Type="http://schemas.openxmlformats.org/officeDocument/2006/relationships/image" Target="../media/image-23-7.svg"/><Relationship Id="rId8" Type="http://schemas.openxmlformats.org/officeDocument/2006/relationships/slideLayout" Target="../slideLayouts/slideLayout13.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image" Target="../media/image-24-5.png"/><Relationship Id="rId6" Type="http://schemas.openxmlformats.org/officeDocument/2006/relationships/image" Target="../media/image-24-6.svg"/><Relationship Id="rId7" Type="http://schemas.openxmlformats.org/officeDocument/2006/relationships/image" Target="../media/image-24-7.png"/><Relationship Id="rId8" Type="http://schemas.openxmlformats.org/officeDocument/2006/relationships/image" Target="../media/image-24-8.svg"/><Relationship Id="rId9" Type="http://schemas.openxmlformats.org/officeDocument/2006/relationships/image" Target="../media/image-24-9.png"/><Relationship Id="rId10" Type="http://schemas.openxmlformats.org/officeDocument/2006/relationships/image" Target="../media/image-24-10.svg"/><Relationship Id="rId11" Type="http://schemas.openxmlformats.org/officeDocument/2006/relationships/image" Target="../media/image-24-11.png"/><Relationship Id="rId12" Type="http://schemas.openxmlformats.org/officeDocument/2006/relationships/image" Target="../media/image-24-12.svg"/><Relationship Id="rId13" Type="http://schemas.openxmlformats.org/officeDocument/2006/relationships/image" Target="../media/image-24-13.png"/><Relationship Id="rId14" Type="http://schemas.openxmlformats.org/officeDocument/2006/relationships/image" Target="../media/image-24-14.svg"/><Relationship Id="rId15" Type="http://schemas.openxmlformats.org/officeDocument/2006/relationships/image" Target="../media/image-24-15.png"/><Relationship Id="rId16" Type="http://schemas.openxmlformats.org/officeDocument/2006/relationships/image" Target="../media/image-24-16.svg"/><Relationship Id="rId17" Type="http://schemas.openxmlformats.org/officeDocument/2006/relationships/slideLayout" Target="../slideLayouts/slideLayout6.xml"/><Relationship Id="rId1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24-7.png"/><Relationship Id="rId2" Type="http://schemas.openxmlformats.org/officeDocument/2006/relationships/image" Target="../media/image-24-8.svg"/><Relationship Id="rId3" Type="http://schemas.openxmlformats.org/officeDocument/2006/relationships/slideLayout" Target="../slideLayouts/slideLayout6.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24-7.png"/><Relationship Id="rId2" Type="http://schemas.openxmlformats.org/officeDocument/2006/relationships/image" Target="../media/image-24-8.svg"/><Relationship Id="rId3" Type="http://schemas.openxmlformats.org/officeDocument/2006/relationships/slideLayout" Target="../slideLayouts/slideLayout15.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1.png"/><Relationship Id="rId4" Type="http://schemas.openxmlformats.org/officeDocument/2006/relationships/image" Target="../media/image-34-2.svg"/><Relationship Id="rId5" Type="http://schemas.openxmlformats.org/officeDocument/2006/relationships/image" Target="../media/image-34-1.png"/><Relationship Id="rId6" Type="http://schemas.openxmlformats.org/officeDocument/2006/relationships/image" Target="../media/image-34-2.svg"/><Relationship Id="rId7" Type="http://schemas.openxmlformats.org/officeDocument/2006/relationships/image" Target="../media/image-34-1.png"/><Relationship Id="rId8" Type="http://schemas.openxmlformats.org/officeDocument/2006/relationships/image" Target="../media/image-34-2.svg"/><Relationship Id="rId9" Type="http://schemas.openxmlformats.org/officeDocument/2006/relationships/slideLayout" Target="../slideLayouts/slideLayout6.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6.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18.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svg"/><Relationship Id="rId3" Type="http://schemas.openxmlformats.org/officeDocument/2006/relationships/image" Target="../media/image-64-3.png"/><Relationship Id="rId4" Type="http://schemas.openxmlformats.org/officeDocument/2006/relationships/image" Target="../media/image-64-4.svg"/><Relationship Id="rId5" Type="http://schemas.openxmlformats.org/officeDocument/2006/relationships/image" Target="../media/image-64-5.png"/><Relationship Id="rId6" Type="http://schemas.openxmlformats.org/officeDocument/2006/relationships/image" Target="../media/image-64-6.svg"/><Relationship Id="rId7" Type="http://schemas.openxmlformats.org/officeDocument/2006/relationships/image" Target="../media/image-64-7.png"/><Relationship Id="rId8" Type="http://schemas.openxmlformats.org/officeDocument/2006/relationships/image" Target="../media/image-64-8.svg"/><Relationship Id="rId9" Type="http://schemas.openxmlformats.org/officeDocument/2006/relationships/image" Target="../media/image-64-1.png"/><Relationship Id="rId10" Type="http://schemas.openxmlformats.org/officeDocument/2006/relationships/image" Target="../media/image-64-2.svg"/><Relationship Id="rId11" Type="http://schemas.openxmlformats.org/officeDocument/2006/relationships/slideLayout" Target="../slideLayouts/slideLayout23.xml"/><Relationship Id="rId1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5.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svg"/><Relationship Id="rId3" Type="http://schemas.openxmlformats.org/officeDocument/2006/relationships/image" Target="../media/image-79-3.png"/><Relationship Id="rId4" Type="http://schemas.openxmlformats.org/officeDocument/2006/relationships/image" Target="../media/image-24-10.svg"/><Relationship Id="rId5" Type="http://schemas.openxmlformats.org/officeDocument/2006/relationships/image" Target="../media/image-79-5.png"/><Relationship Id="rId6" Type="http://schemas.openxmlformats.org/officeDocument/2006/relationships/image" Target="../media/image-79-6.svg"/><Relationship Id="rId7" Type="http://schemas.openxmlformats.org/officeDocument/2006/relationships/image" Target="../media/image-79-7.png"/><Relationship Id="rId8" Type="http://schemas.openxmlformats.org/officeDocument/2006/relationships/image" Target="../media/image-79-8.svg"/><Relationship Id="rId9" Type="http://schemas.openxmlformats.org/officeDocument/2006/relationships/image" Target="../media/image-79-9.png"/><Relationship Id="rId10" Type="http://schemas.openxmlformats.org/officeDocument/2006/relationships/image" Target="../media/image-79-10.svg"/><Relationship Id="rId11" Type="http://schemas.openxmlformats.org/officeDocument/2006/relationships/slideLayout" Target="../slideLayouts/slideLayout6.xml"/><Relationship Id="rId1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svg"/><Relationship Id="rId3" Type="http://schemas.openxmlformats.org/officeDocument/2006/relationships/image" Target="../media/image-79-3.png"/><Relationship Id="rId4" Type="http://schemas.openxmlformats.org/officeDocument/2006/relationships/image" Target="../media/image-24-10.svg"/><Relationship Id="rId5" Type="http://schemas.openxmlformats.org/officeDocument/2006/relationships/image" Target="../media/image-79-5.png"/><Relationship Id="rId6" Type="http://schemas.openxmlformats.org/officeDocument/2006/relationships/image" Target="../media/image-79-6.svg"/><Relationship Id="rId7" Type="http://schemas.openxmlformats.org/officeDocument/2006/relationships/image" Target="../media/image-79-7.png"/><Relationship Id="rId8" Type="http://schemas.openxmlformats.org/officeDocument/2006/relationships/image" Target="../media/image-79-8.svg"/><Relationship Id="rId9" Type="http://schemas.openxmlformats.org/officeDocument/2006/relationships/image" Target="../media/image-79-9.png"/><Relationship Id="rId10" Type="http://schemas.openxmlformats.org/officeDocument/2006/relationships/image" Target="../media/image-79-10.svg"/><Relationship Id="rId11" Type="http://schemas.openxmlformats.org/officeDocument/2006/relationships/slideLayout" Target="../slideLayouts/slideLayout27.xml"/><Relationship Id="rId1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6.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1.png"/><Relationship Id="rId3" Type="http://schemas.openxmlformats.org/officeDocument/2006/relationships/slideLayout" Target="../slideLayouts/slideLayout17.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6.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9.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34.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7.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svg"/><Relationship Id="rId3" Type="http://schemas.openxmlformats.org/officeDocument/2006/relationships/slideLayout" Target="../slideLayouts/slideLayout17.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image" Target="../media/image-110-2.svg"/><Relationship Id="rId3" Type="http://schemas.openxmlformats.org/officeDocument/2006/relationships/slideLayout" Target="../slideLayouts/slideLayout17.xml"/><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eg"/><Relationship Id="rId2" Type="http://schemas.openxmlformats.org/officeDocument/2006/relationships/slideLayout" Target="../slideLayouts/slideLayout7.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2.svg"/><Relationship Id="rId3" Type="http://schemas.openxmlformats.org/officeDocument/2006/relationships/image" Target="../media/image-118-1.png"/><Relationship Id="rId4" Type="http://schemas.openxmlformats.org/officeDocument/2006/relationships/image" Target="../media/image-118-4.svg"/><Relationship Id="rId5" Type="http://schemas.openxmlformats.org/officeDocument/2006/relationships/image" Target="../media/image-118-1.png"/><Relationship Id="rId6" Type="http://schemas.openxmlformats.org/officeDocument/2006/relationships/image" Target="../media/image-118-6.svg"/><Relationship Id="rId7" Type="http://schemas.openxmlformats.org/officeDocument/2006/relationships/slideLayout" Target="../slideLayouts/slideLayout7.xml"/><Relationship Id="rId8"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5-1.jpeg"/><Relationship Id="rId2" Type="http://schemas.openxmlformats.org/officeDocument/2006/relationships/slideLayout" Target="../slideLayouts/slideLayout36.xml"/><Relationship Id="rId3" Type="http://schemas.openxmlformats.org/officeDocument/2006/relationships/notesSlide" Target="../notesSlides/notesSlide119.xml"/></Relationships>
</file>

<file path=ppt/slides/slide1.xml><?xml version="1.0" encoding="utf-8"?>
<p:sld xmlns:a="http://schemas.openxmlformats.org/drawingml/2006/main" xmlns:r="http://schemas.openxmlformats.org/officeDocument/2006/relationships" xmlns:p="http://schemas.openxmlformats.org/presentationml/2006/main">
  <p:cSld name="source-019">
    <p:spTree>
      <p:nvGrpSpPr>
        <p:cNvPr id="1" name=""/>
        <p:cNvGrpSpPr/>
        <p:nvPr/>
      </p:nvGrpSpPr>
      <p:grpSpPr>
        <a:xfrm>
          <a:off x="0" y="0"/>
          <a:ext cx="0" cy="0"/>
          <a:chOff x="0" y="0"/>
          <a:chExt cx="0" cy="0"/>
        </a:xfrm>
      </p:grpSpPr>
      <p:sp>
        <p:nvSpPr>
          <p:cNvPr id="2" name="wm.library-whiteboard.001.001.001"/>
          <p:cNvSpPr/>
          <p:nvPr/>
        </p:nvSpPr>
        <p:spPr>
          <a:xfrm>
            <a:off x="3695700" y="228600"/>
            <a:ext cx="38100" cy="38100"/>
          </a:xfrm>
          <a:prstGeom prst="rect">
            <a:avLst/>
          </a:prstGeom>
          <a:solidFill>
            <a:srgbClr val="CED7E6"/>
          </a:solidFill>
          <a:ln>
            <a:noFill/>
          </a:ln>
        </p:spPr>
      </p:sp>
      <p:sp>
        <p:nvSpPr>
          <p:cNvPr id="3" name="wm.library-whiteboard.001.001.002"/>
          <p:cNvSpPr/>
          <p:nvPr/>
        </p:nvSpPr>
        <p:spPr>
          <a:xfrm>
            <a:off x="3695700" y="457200"/>
            <a:ext cx="38100" cy="38100"/>
          </a:xfrm>
          <a:prstGeom prst="rect">
            <a:avLst/>
          </a:prstGeom>
          <a:solidFill>
            <a:srgbClr val="CED7E6"/>
          </a:solidFill>
          <a:ln>
            <a:noFill/>
          </a:ln>
        </p:spPr>
      </p:sp>
      <p:sp>
        <p:nvSpPr>
          <p:cNvPr id="4" name="wm.library-whiteboard.001.001.003"/>
          <p:cNvSpPr/>
          <p:nvPr/>
        </p:nvSpPr>
        <p:spPr>
          <a:xfrm>
            <a:off x="3695700" y="685800"/>
            <a:ext cx="38100" cy="38100"/>
          </a:xfrm>
          <a:prstGeom prst="rect">
            <a:avLst/>
          </a:prstGeom>
          <a:solidFill>
            <a:srgbClr val="CED7E6"/>
          </a:solidFill>
          <a:ln>
            <a:noFill/>
          </a:ln>
        </p:spPr>
      </p:sp>
      <p:sp>
        <p:nvSpPr>
          <p:cNvPr id="5" name="wm.library-whiteboard.001.001.004"/>
          <p:cNvSpPr/>
          <p:nvPr/>
        </p:nvSpPr>
        <p:spPr>
          <a:xfrm>
            <a:off x="3695700" y="914400"/>
            <a:ext cx="38100" cy="38100"/>
          </a:xfrm>
          <a:prstGeom prst="rect">
            <a:avLst/>
          </a:prstGeom>
          <a:solidFill>
            <a:srgbClr val="CED7E6"/>
          </a:solidFill>
          <a:ln>
            <a:noFill/>
          </a:ln>
        </p:spPr>
      </p:sp>
      <p:sp>
        <p:nvSpPr>
          <p:cNvPr id="6" name="wm.library-whiteboard.001.001.005"/>
          <p:cNvSpPr/>
          <p:nvPr/>
        </p:nvSpPr>
        <p:spPr>
          <a:xfrm>
            <a:off x="3695700" y="1143000"/>
            <a:ext cx="38100" cy="38100"/>
          </a:xfrm>
          <a:prstGeom prst="rect">
            <a:avLst/>
          </a:prstGeom>
          <a:solidFill>
            <a:srgbClr val="CED7E6"/>
          </a:solidFill>
          <a:ln>
            <a:noFill/>
          </a:ln>
        </p:spPr>
      </p:sp>
      <p:sp>
        <p:nvSpPr>
          <p:cNvPr id="7" name="wm.library-whiteboard.001.001.006"/>
          <p:cNvSpPr/>
          <p:nvPr/>
        </p:nvSpPr>
        <p:spPr>
          <a:xfrm>
            <a:off x="3695700" y="1371600"/>
            <a:ext cx="38100" cy="38100"/>
          </a:xfrm>
          <a:prstGeom prst="rect">
            <a:avLst/>
          </a:prstGeom>
          <a:solidFill>
            <a:srgbClr val="CED7E6"/>
          </a:solidFill>
          <a:ln>
            <a:noFill/>
          </a:ln>
        </p:spPr>
      </p:sp>
      <p:sp>
        <p:nvSpPr>
          <p:cNvPr id="8" name="wm.library-whiteboard.001.001.007"/>
          <p:cNvSpPr/>
          <p:nvPr/>
        </p:nvSpPr>
        <p:spPr>
          <a:xfrm>
            <a:off x="3695700" y="1600200"/>
            <a:ext cx="38100" cy="38100"/>
          </a:xfrm>
          <a:prstGeom prst="rect">
            <a:avLst/>
          </a:prstGeom>
          <a:solidFill>
            <a:srgbClr val="CED7E6"/>
          </a:solidFill>
          <a:ln>
            <a:noFill/>
          </a:ln>
        </p:spPr>
      </p:sp>
      <p:sp>
        <p:nvSpPr>
          <p:cNvPr id="9" name="wm.library-whiteboard.001.001.008"/>
          <p:cNvSpPr/>
          <p:nvPr/>
        </p:nvSpPr>
        <p:spPr>
          <a:xfrm>
            <a:off x="3695700" y="1828800"/>
            <a:ext cx="38100" cy="38100"/>
          </a:xfrm>
          <a:prstGeom prst="rect">
            <a:avLst/>
          </a:prstGeom>
          <a:solidFill>
            <a:srgbClr val="CED7E6"/>
          </a:solidFill>
          <a:ln>
            <a:noFill/>
          </a:ln>
        </p:spPr>
      </p:sp>
      <p:sp>
        <p:nvSpPr>
          <p:cNvPr id="10" name="wm.library-whiteboard.001.001.009"/>
          <p:cNvSpPr/>
          <p:nvPr/>
        </p:nvSpPr>
        <p:spPr>
          <a:xfrm>
            <a:off x="3695700" y="2057400"/>
            <a:ext cx="38100" cy="38100"/>
          </a:xfrm>
          <a:prstGeom prst="rect">
            <a:avLst/>
          </a:prstGeom>
          <a:solidFill>
            <a:srgbClr val="CED7E6"/>
          </a:solidFill>
          <a:ln>
            <a:noFill/>
          </a:ln>
        </p:spPr>
      </p:sp>
      <p:sp>
        <p:nvSpPr>
          <p:cNvPr id="11" name="wm.library-whiteboard.001.001.010"/>
          <p:cNvSpPr/>
          <p:nvPr/>
        </p:nvSpPr>
        <p:spPr>
          <a:xfrm>
            <a:off x="3695700" y="2286000"/>
            <a:ext cx="38100" cy="38100"/>
          </a:xfrm>
          <a:prstGeom prst="rect">
            <a:avLst/>
          </a:prstGeom>
          <a:solidFill>
            <a:srgbClr val="CED7E6"/>
          </a:solidFill>
          <a:ln>
            <a:noFill/>
          </a:ln>
        </p:spPr>
      </p:sp>
      <p:sp>
        <p:nvSpPr>
          <p:cNvPr id="12" name="wm.library-whiteboard.001.001.011"/>
          <p:cNvSpPr/>
          <p:nvPr/>
        </p:nvSpPr>
        <p:spPr>
          <a:xfrm>
            <a:off x="3695700" y="2514600"/>
            <a:ext cx="38100" cy="38100"/>
          </a:xfrm>
          <a:prstGeom prst="rect">
            <a:avLst/>
          </a:prstGeom>
          <a:solidFill>
            <a:srgbClr val="CED7E6">
              <a:alpha val="99890"/>
            </a:srgbClr>
          </a:solidFill>
          <a:ln>
            <a:noFill/>
          </a:ln>
        </p:spPr>
      </p:sp>
      <p:sp>
        <p:nvSpPr>
          <p:cNvPr id="13" name="wm.library-whiteboard.001.001.012"/>
          <p:cNvSpPr/>
          <p:nvPr/>
        </p:nvSpPr>
        <p:spPr>
          <a:xfrm>
            <a:off x="3695700" y="2743200"/>
            <a:ext cx="38100" cy="38100"/>
          </a:xfrm>
          <a:prstGeom prst="rect">
            <a:avLst/>
          </a:prstGeom>
          <a:solidFill>
            <a:srgbClr val="CED7E6">
              <a:alpha val="93267"/>
            </a:srgbClr>
          </a:solidFill>
          <a:ln>
            <a:noFill/>
          </a:ln>
        </p:spPr>
      </p:sp>
      <p:sp>
        <p:nvSpPr>
          <p:cNvPr id="14" name="wm.library-whiteboard.001.001.013"/>
          <p:cNvSpPr/>
          <p:nvPr/>
        </p:nvSpPr>
        <p:spPr>
          <a:xfrm>
            <a:off x="3695700" y="2971800"/>
            <a:ext cx="38100" cy="38100"/>
          </a:xfrm>
          <a:prstGeom prst="rect">
            <a:avLst/>
          </a:prstGeom>
          <a:solidFill>
            <a:srgbClr val="CED7E6">
              <a:alpha val="86645"/>
            </a:srgbClr>
          </a:solidFill>
          <a:ln>
            <a:noFill/>
          </a:ln>
        </p:spPr>
      </p:sp>
      <p:sp>
        <p:nvSpPr>
          <p:cNvPr id="15" name="wm.library-whiteboard.001.001.014"/>
          <p:cNvSpPr/>
          <p:nvPr/>
        </p:nvSpPr>
        <p:spPr>
          <a:xfrm>
            <a:off x="3695700" y="3200400"/>
            <a:ext cx="38100" cy="38100"/>
          </a:xfrm>
          <a:prstGeom prst="rect">
            <a:avLst/>
          </a:prstGeom>
          <a:solidFill>
            <a:srgbClr val="CED7E6">
              <a:alpha val="80022"/>
            </a:srgbClr>
          </a:solidFill>
          <a:ln>
            <a:noFill/>
          </a:ln>
        </p:spPr>
      </p:sp>
      <p:sp>
        <p:nvSpPr>
          <p:cNvPr id="16" name="wm.library-whiteboard.001.001.015"/>
          <p:cNvSpPr/>
          <p:nvPr/>
        </p:nvSpPr>
        <p:spPr>
          <a:xfrm>
            <a:off x="3695700" y="3429000"/>
            <a:ext cx="38100" cy="38100"/>
          </a:xfrm>
          <a:prstGeom prst="rect">
            <a:avLst/>
          </a:prstGeom>
          <a:solidFill>
            <a:srgbClr val="CED7E6">
              <a:alpha val="73400"/>
            </a:srgbClr>
          </a:solidFill>
          <a:ln>
            <a:noFill/>
          </a:ln>
        </p:spPr>
      </p:sp>
      <p:sp>
        <p:nvSpPr>
          <p:cNvPr id="17" name="wm.library-whiteboard.001.001.016"/>
          <p:cNvSpPr/>
          <p:nvPr/>
        </p:nvSpPr>
        <p:spPr>
          <a:xfrm>
            <a:off x="3695700" y="3657600"/>
            <a:ext cx="38100" cy="38100"/>
          </a:xfrm>
          <a:prstGeom prst="rect">
            <a:avLst/>
          </a:prstGeom>
          <a:solidFill>
            <a:srgbClr val="CED7E6">
              <a:alpha val="66777"/>
            </a:srgbClr>
          </a:solidFill>
          <a:ln>
            <a:noFill/>
          </a:ln>
        </p:spPr>
      </p:sp>
      <p:sp>
        <p:nvSpPr>
          <p:cNvPr id="18" name="wm.library-whiteboard.001.001.017"/>
          <p:cNvSpPr/>
          <p:nvPr/>
        </p:nvSpPr>
        <p:spPr>
          <a:xfrm>
            <a:off x="3695700" y="3886200"/>
            <a:ext cx="38100" cy="38100"/>
          </a:xfrm>
          <a:prstGeom prst="rect">
            <a:avLst/>
          </a:prstGeom>
          <a:solidFill>
            <a:srgbClr val="CED7E6">
              <a:alpha val="60155"/>
            </a:srgbClr>
          </a:solidFill>
          <a:ln>
            <a:noFill/>
          </a:ln>
        </p:spPr>
      </p:sp>
      <p:sp>
        <p:nvSpPr>
          <p:cNvPr id="19" name="wm.library-whiteboard.001.001.018"/>
          <p:cNvSpPr/>
          <p:nvPr/>
        </p:nvSpPr>
        <p:spPr>
          <a:xfrm>
            <a:off x="3695700" y="4114800"/>
            <a:ext cx="38100" cy="38100"/>
          </a:xfrm>
          <a:prstGeom prst="rect">
            <a:avLst/>
          </a:prstGeom>
          <a:solidFill>
            <a:srgbClr val="CED7E6">
              <a:alpha val="53532"/>
            </a:srgbClr>
          </a:solidFill>
          <a:ln>
            <a:noFill/>
          </a:ln>
        </p:spPr>
      </p:sp>
      <p:sp>
        <p:nvSpPr>
          <p:cNvPr id="20" name="wm.library-whiteboard.001.001.019"/>
          <p:cNvSpPr/>
          <p:nvPr/>
        </p:nvSpPr>
        <p:spPr>
          <a:xfrm>
            <a:off x="3695700" y="4343400"/>
            <a:ext cx="38100" cy="38100"/>
          </a:xfrm>
          <a:prstGeom prst="rect">
            <a:avLst/>
          </a:prstGeom>
          <a:solidFill>
            <a:srgbClr val="CED7E6">
              <a:alpha val="46909"/>
            </a:srgbClr>
          </a:solidFill>
          <a:ln>
            <a:noFill/>
          </a:ln>
        </p:spPr>
      </p:sp>
      <p:sp>
        <p:nvSpPr>
          <p:cNvPr id="21" name="wm.library-whiteboard.001.001.020"/>
          <p:cNvSpPr/>
          <p:nvPr/>
        </p:nvSpPr>
        <p:spPr>
          <a:xfrm>
            <a:off x="3695700" y="4572000"/>
            <a:ext cx="38100" cy="38100"/>
          </a:xfrm>
          <a:prstGeom prst="rect">
            <a:avLst/>
          </a:prstGeom>
          <a:solidFill>
            <a:srgbClr val="CED7E6">
              <a:alpha val="40287"/>
            </a:srgbClr>
          </a:solidFill>
          <a:ln>
            <a:noFill/>
          </a:ln>
        </p:spPr>
      </p:sp>
      <p:sp>
        <p:nvSpPr>
          <p:cNvPr id="22" name="wm.library-whiteboard.001.001.021"/>
          <p:cNvSpPr/>
          <p:nvPr/>
        </p:nvSpPr>
        <p:spPr>
          <a:xfrm>
            <a:off x="3695700" y="4800600"/>
            <a:ext cx="38100" cy="38100"/>
          </a:xfrm>
          <a:prstGeom prst="rect">
            <a:avLst/>
          </a:prstGeom>
          <a:solidFill>
            <a:srgbClr val="CED7E6">
              <a:alpha val="33664"/>
            </a:srgbClr>
          </a:solidFill>
          <a:ln>
            <a:noFill/>
          </a:ln>
        </p:spPr>
      </p:sp>
      <p:sp>
        <p:nvSpPr>
          <p:cNvPr id="23" name="wm.library-whiteboard.001.001.022"/>
          <p:cNvSpPr/>
          <p:nvPr/>
        </p:nvSpPr>
        <p:spPr>
          <a:xfrm>
            <a:off x="3695700" y="5029200"/>
            <a:ext cx="38100" cy="38100"/>
          </a:xfrm>
          <a:prstGeom prst="rect">
            <a:avLst/>
          </a:prstGeom>
          <a:solidFill>
            <a:srgbClr val="CED7E6">
              <a:alpha val="27042"/>
            </a:srgbClr>
          </a:solidFill>
          <a:ln>
            <a:noFill/>
          </a:ln>
        </p:spPr>
      </p:sp>
      <p:sp>
        <p:nvSpPr>
          <p:cNvPr id="24" name="wm.library-whiteboard.001.001.023"/>
          <p:cNvSpPr/>
          <p:nvPr/>
        </p:nvSpPr>
        <p:spPr>
          <a:xfrm>
            <a:off x="3695700" y="5257800"/>
            <a:ext cx="38100" cy="38100"/>
          </a:xfrm>
          <a:prstGeom prst="rect">
            <a:avLst/>
          </a:prstGeom>
          <a:solidFill>
            <a:srgbClr val="CED7E6">
              <a:alpha val="20419"/>
            </a:srgbClr>
          </a:solidFill>
          <a:ln>
            <a:noFill/>
          </a:ln>
        </p:spPr>
      </p:sp>
      <p:sp>
        <p:nvSpPr>
          <p:cNvPr id="25" name="wm.library-whiteboard.001.001.024"/>
          <p:cNvSpPr/>
          <p:nvPr/>
        </p:nvSpPr>
        <p:spPr>
          <a:xfrm>
            <a:off x="3695700" y="5486400"/>
            <a:ext cx="38100" cy="38100"/>
          </a:xfrm>
          <a:prstGeom prst="rect">
            <a:avLst/>
          </a:prstGeom>
          <a:solidFill>
            <a:srgbClr val="CED7E6">
              <a:alpha val="13797"/>
            </a:srgbClr>
          </a:solidFill>
          <a:ln>
            <a:noFill/>
          </a:ln>
        </p:spPr>
      </p:sp>
      <p:sp>
        <p:nvSpPr>
          <p:cNvPr id="26" name="wm.library-whiteboard.001.001.025"/>
          <p:cNvSpPr/>
          <p:nvPr/>
        </p:nvSpPr>
        <p:spPr>
          <a:xfrm>
            <a:off x="3695700" y="5715000"/>
            <a:ext cx="38100" cy="38100"/>
          </a:xfrm>
          <a:prstGeom prst="rect">
            <a:avLst/>
          </a:prstGeom>
          <a:solidFill>
            <a:srgbClr val="CED7E6">
              <a:alpha val="7174"/>
            </a:srgbClr>
          </a:solidFill>
          <a:ln>
            <a:noFill/>
          </a:ln>
        </p:spPr>
      </p:sp>
      <p:sp>
        <p:nvSpPr>
          <p:cNvPr id="27" name="wm.library-whiteboard.001.001.026"/>
          <p:cNvSpPr/>
          <p:nvPr/>
        </p:nvSpPr>
        <p:spPr>
          <a:xfrm>
            <a:off x="3695700" y="5943600"/>
            <a:ext cx="38100" cy="38100"/>
          </a:xfrm>
          <a:prstGeom prst="rect">
            <a:avLst/>
          </a:prstGeom>
          <a:solidFill>
            <a:srgbClr val="CED7E6">
              <a:alpha val="552"/>
            </a:srgbClr>
          </a:solidFill>
          <a:ln>
            <a:noFill/>
          </a:ln>
        </p:spPr>
      </p:sp>
      <p:sp>
        <p:nvSpPr>
          <p:cNvPr id="28" name="wm.library-whiteboard.001.002.001"/>
          <p:cNvSpPr/>
          <p:nvPr/>
        </p:nvSpPr>
        <p:spPr>
          <a:xfrm>
            <a:off x="3924300" y="228600"/>
            <a:ext cx="38100" cy="38100"/>
          </a:xfrm>
          <a:prstGeom prst="rect">
            <a:avLst/>
          </a:prstGeom>
          <a:solidFill>
            <a:srgbClr val="CED7E6"/>
          </a:solidFill>
          <a:ln>
            <a:noFill/>
          </a:ln>
        </p:spPr>
      </p:sp>
      <p:sp>
        <p:nvSpPr>
          <p:cNvPr id="29" name="wm.library-whiteboard.001.002.002"/>
          <p:cNvSpPr/>
          <p:nvPr/>
        </p:nvSpPr>
        <p:spPr>
          <a:xfrm>
            <a:off x="3924300" y="457200"/>
            <a:ext cx="38100" cy="38100"/>
          </a:xfrm>
          <a:prstGeom prst="rect">
            <a:avLst/>
          </a:prstGeom>
          <a:solidFill>
            <a:srgbClr val="CED7E6"/>
          </a:solidFill>
          <a:ln>
            <a:noFill/>
          </a:ln>
        </p:spPr>
      </p:sp>
      <p:sp>
        <p:nvSpPr>
          <p:cNvPr id="30" name="wm.library-whiteboard.001.002.003"/>
          <p:cNvSpPr/>
          <p:nvPr/>
        </p:nvSpPr>
        <p:spPr>
          <a:xfrm>
            <a:off x="3924300" y="685800"/>
            <a:ext cx="38100" cy="38100"/>
          </a:xfrm>
          <a:prstGeom prst="rect">
            <a:avLst/>
          </a:prstGeom>
          <a:solidFill>
            <a:srgbClr val="CED7E6"/>
          </a:solidFill>
          <a:ln>
            <a:noFill/>
          </a:ln>
        </p:spPr>
      </p:sp>
      <p:sp>
        <p:nvSpPr>
          <p:cNvPr id="31" name="wm.library-whiteboard.001.002.004"/>
          <p:cNvSpPr/>
          <p:nvPr/>
        </p:nvSpPr>
        <p:spPr>
          <a:xfrm>
            <a:off x="3924300" y="914400"/>
            <a:ext cx="38100" cy="38100"/>
          </a:xfrm>
          <a:prstGeom prst="rect">
            <a:avLst/>
          </a:prstGeom>
          <a:solidFill>
            <a:srgbClr val="CED7E6"/>
          </a:solidFill>
          <a:ln>
            <a:noFill/>
          </a:ln>
        </p:spPr>
      </p:sp>
      <p:sp>
        <p:nvSpPr>
          <p:cNvPr id="32" name="wm.library-whiteboard.001.002.005"/>
          <p:cNvSpPr/>
          <p:nvPr/>
        </p:nvSpPr>
        <p:spPr>
          <a:xfrm>
            <a:off x="3924300" y="1143000"/>
            <a:ext cx="38100" cy="38100"/>
          </a:xfrm>
          <a:prstGeom prst="rect">
            <a:avLst/>
          </a:prstGeom>
          <a:solidFill>
            <a:srgbClr val="CED7E6"/>
          </a:solidFill>
          <a:ln>
            <a:noFill/>
          </a:ln>
        </p:spPr>
      </p:sp>
      <p:sp>
        <p:nvSpPr>
          <p:cNvPr id="33" name="wm.library-whiteboard.001.002.006"/>
          <p:cNvSpPr/>
          <p:nvPr/>
        </p:nvSpPr>
        <p:spPr>
          <a:xfrm>
            <a:off x="3924300" y="1371600"/>
            <a:ext cx="38100" cy="38100"/>
          </a:xfrm>
          <a:prstGeom prst="rect">
            <a:avLst/>
          </a:prstGeom>
          <a:solidFill>
            <a:srgbClr val="CED7E6"/>
          </a:solidFill>
          <a:ln>
            <a:noFill/>
          </a:ln>
        </p:spPr>
      </p:sp>
      <p:sp>
        <p:nvSpPr>
          <p:cNvPr id="34" name="wm.library-whiteboard.001.002.007"/>
          <p:cNvSpPr/>
          <p:nvPr/>
        </p:nvSpPr>
        <p:spPr>
          <a:xfrm>
            <a:off x="3924300" y="1600200"/>
            <a:ext cx="38100" cy="38100"/>
          </a:xfrm>
          <a:prstGeom prst="rect">
            <a:avLst/>
          </a:prstGeom>
          <a:solidFill>
            <a:srgbClr val="CED7E6"/>
          </a:solidFill>
          <a:ln>
            <a:noFill/>
          </a:ln>
        </p:spPr>
      </p:sp>
      <p:sp>
        <p:nvSpPr>
          <p:cNvPr id="35" name="wm.library-whiteboard.001.002.008"/>
          <p:cNvSpPr/>
          <p:nvPr/>
        </p:nvSpPr>
        <p:spPr>
          <a:xfrm>
            <a:off x="3924300" y="1828800"/>
            <a:ext cx="38100" cy="38100"/>
          </a:xfrm>
          <a:prstGeom prst="rect">
            <a:avLst/>
          </a:prstGeom>
          <a:solidFill>
            <a:srgbClr val="CED7E6"/>
          </a:solidFill>
          <a:ln>
            <a:noFill/>
          </a:ln>
        </p:spPr>
      </p:sp>
      <p:sp>
        <p:nvSpPr>
          <p:cNvPr id="36" name="wm.library-whiteboard.001.002.009"/>
          <p:cNvSpPr/>
          <p:nvPr/>
        </p:nvSpPr>
        <p:spPr>
          <a:xfrm>
            <a:off x="3924300" y="2057400"/>
            <a:ext cx="38100" cy="38100"/>
          </a:xfrm>
          <a:prstGeom prst="rect">
            <a:avLst/>
          </a:prstGeom>
          <a:solidFill>
            <a:srgbClr val="CED7E6"/>
          </a:solidFill>
          <a:ln>
            <a:noFill/>
          </a:ln>
        </p:spPr>
      </p:sp>
      <p:sp>
        <p:nvSpPr>
          <p:cNvPr id="37" name="wm.library-whiteboard.001.002.010"/>
          <p:cNvSpPr/>
          <p:nvPr/>
        </p:nvSpPr>
        <p:spPr>
          <a:xfrm>
            <a:off x="3924300" y="2286000"/>
            <a:ext cx="38100" cy="38100"/>
          </a:xfrm>
          <a:prstGeom prst="rect">
            <a:avLst/>
          </a:prstGeom>
          <a:solidFill>
            <a:srgbClr val="CED7E6"/>
          </a:solidFill>
          <a:ln>
            <a:noFill/>
          </a:ln>
        </p:spPr>
      </p:sp>
      <p:sp>
        <p:nvSpPr>
          <p:cNvPr id="38" name="wm.library-whiteboard.001.002.011"/>
          <p:cNvSpPr/>
          <p:nvPr/>
        </p:nvSpPr>
        <p:spPr>
          <a:xfrm>
            <a:off x="3924300" y="2514600"/>
            <a:ext cx="38100" cy="38100"/>
          </a:xfrm>
          <a:prstGeom prst="rect">
            <a:avLst/>
          </a:prstGeom>
          <a:solidFill>
            <a:srgbClr val="CED7E6">
              <a:alpha val="99890"/>
            </a:srgbClr>
          </a:solidFill>
          <a:ln>
            <a:noFill/>
          </a:ln>
        </p:spPr>
      </p:sp>
      <p:sp>
        <p:nvSpPr>
          <p:cNvPr id="39" name="wm.library-whiteboard.001.002.012"/>
          <p:cNvSpPr/>
          <p:nvPr/>
        </p:nvSpPr>
        <p:spPr>
          <a:xfrm>
            <a:off x="3924300" y="2743200"/>
            <a:ext cx="38100" cy="38100"/>
          </a:xfrm>
          <a:prstGeom prst="rect">
            <a:avLst/>
          </a:prstGeom>
          <a:solidFill>
            <a:srgbClr val="CED7E6">
              <a:alpha val="93267"/>
            </a:srgbClr>
          </a:solidFill>
          <a:ln>
            <a:noFill/>
          </a:ln>
        </p:spPr>
      </p:sp>
      <p:sp>
        <p:nvSpPr>
          <p:cNvPr id="40" name="wm.library-whiteboard.001.002.013"/>
          <p:cNvSpPr/>
          <p:nvPr/>
        </p:nvSpPr>
        <p:spPr>
          <a:xfrm>
            <a:off x="3924300" y="2971800"/>
            <a:ext cx="38100" cy="38100"/>
          </a:xfrm>
          <a:prstGeom prst="rect">
            <a:avLst/>
          </a:prstGeom>
          <a:solidFill>
            <a:srgbClr val="CED7E6">
              <a:alpha val="86645"/>
            </a:srgbClr>
          </a:solidFill>
          <a:ln>
            <a:noFill/>
          </a:ln>
        </p:spPr>
      </p:sp>
      <p:sp>
        <p:nvSpPr>
          <p:cNvPr id="41" name="wm.library-whiteboard.001.002.014"/>
          <p:cNvSpPr/>
          <p:nvPr/>
        </p:nvSpPr>
        <p:spPr>
          <a:xfrm>
            <a:off x="3924300" y="3200400"/>
            <a:ext cx="38100" cy="38100"/>
          </a:xfrm>
          <a:prstGeom prst="rect">
            <a:avLst/>
          </a:prstGeom>
          <a:solidFill>
            <a:srgbClr val="CED7E6">
              <a:alpha val="80022"/>
            </a:srgbClr>
          </a:solidFill>
          <a:ln>
            <a:noFill/>
          </a:ln>
        </p:spPr>
      </p:sp>
      <p:sp>
        <p:nvSpPr>
          <p:cNvPr id="42" name="wm.library-whiteboard.001.002.015"/>
          <p:cNvSpPr/>
          <p:nvPr/>
        </p:nvSpPr>
        <p:spPr>
          <a:xfrm>
            <a:off x="3924300" y="3429000"/>
            <a:ext cx="38100" cy="38100"/>
          </a:xfrm>
          <a:prstGeom prst="rect">
            <a:avLst/>
          </a:prstGeom>
          <a:solidFill>
            <a:srgbClr val="CED7E6">
              <a:alpha val="73400"/>
            </a:srgbClr>
          </a:solidFill>
          <a:ln>
            <a:noFill/>
          </a:ln>
        </p:spPr>
      </p:sp>
      <p:sp>
        <p:nvSpPr>
          <p:cNvPr id="43" name="wm.library-whiteboard.001.002.016"/>
          <p:cNvSpPr/>
          <p:nvPr/>
        </p:nvSpPr>
        <p:spPr>
          <a:xfrm>
            <a:off x="3924300" y="3657600"/>
            <a:ext cx="38100" cy="38100"/>
          </a:xfrm>
          <a:prstGeom prst="rect">
            <a:avLst/>
          </a:prstGeom>
          <a:solidFill>
            <a:srgbClr val="CED7E6">
              <a:alpha val="66777"/>
            </a:srgbClr>
          </a:solidFill>
          <a:ln>
            <a:noFill/>
          </a:ln>
        </p:spPr>
      </p:sp>
      <p:sp>
        <p:nvSpPr>
          <p:cNvPr id="44" name="wm.library-whiteboard.001.002.017"/>
          <p:cNvSpPr/>
          <p:nvPr/>
        </p:nvSpPr>
        <p:spPr>
          <a:xfrm>
            <a:off x="3924300" y="3886200"/>
            <a:ext cx="38100" cy="38100"/>
          </a:xfrm>
          <a:prstGeom prst="rect">
            <a:avLst/>
          </a:prstGeom>
          <a:solidFill>
            <a:srgbClr val="CED7E6">
              <a:alpha val="60155"/>
            </a:srgbClr>
          </a:solidFill>
          <a:ln>
            <a:noFill/>
          </a:ln>
        </p:spPr>
      </p:sp>
      <p:sp>
        <p:nvSpPr>
          <p:cNvPr id="45" name="wm.library-whiteboard.001.002.018"/>
          <p:cNvSpPr/>
          <p:nvPr/>
        </p:nvSpPr>
        <p:spPr>
          <a:xfrm>
            <a:off x="3924300" y="4114800"/>
            <a:ext cx="38100" cy="38100"/>
          </a:xfrm>
          <a:prstGeom prst="rect">
            <a:avLst/>
          </a:prstGeom>
          <a:solidFill>
            <a:srgbClr val="CED7E6">
              <a:alpha val="53532"/>
            </a:srgbClr>
          </a:solidFill>
          <a:ln>
            <a:noFill/>
          </a:ln>
        </p:spPr>
      </p:sp>
      <p:sp>
        <p:nvSpPr>
          <p:cNvPr id="46" name="wm.library-whiteboard.001.002.019"/>
          <p:cNvSpPr/>
          <p:nvPr/>
        </p:nvSpPr>
        <p:spPr>
          <a:xfrm>
            <a:off x="3924300" y="4343400"/>
            <a:ext cx="38100" cy="38100"/>
          </a:xfrm>
          <a:prstGeom prst="rect">
            <a:avLst/>
          </a:prstGeom>
          <a:solidFill>
            <a:srgbClr val="CED7E6">
              <a:alpha val="46909"/>
            </a:srgbClr>
          </a:solidFill>
          <a:ln>
            <a:noFill/>
          </a:ln>
        </p:spPr>
      </p:sp>
      <p:sp>
        <p:nvSpPr>
          <p:cNvPr id="47" name="wm.library-whiteboard.001.002.020"/>
          <p:cNvSpPr/>
          <p:nvPr/>
        </p:nvSpPr>
        <p:spPr>
          <a:xfrm>
            <a:off x="3924300" y="4572000"/>
            <a:ext cx="38100" cy="38100"/>
          </a:xfrm>
          <a:prstGeom prst="rect">
            <a:avLst/>
          </a:prstGeom>
          <a:solidFill>
            <a:srgbClr val="CED7E6">
              <a:alpha val="40287"/>
            </a:srgbClr>
          </a:solidFill>
          <a:ln>
            <a:noFill/>
          </a:ln>
        </p:spPr>
      </p:sp>
      <p:sp>
        <p:nvSpPr>
          <p:cNvPr id="48" name="wm.library-whiteboard.001.002.021"/>
          <p:cNvSpPr/>
          <p:nvPr/>
        </p:nvSpPr>
        <p:spPr>
          <a:xfrm>
            <a:off x="3924300" y="4800600"/>
            <a:ext cx="38100" cy="38100"/>
          </a:xfrm>
          <a:prstGeom prst="rect">
            <a:avLst/>
          </a:prstGeom>
          <a:solidFill>
            <a:srgbClr val="CED7E6">
              <a:alpha val="33664"/>
            </a:srgbClr>
          </a:solidFill>
          <a:ln>
            <a:noFill/>
          </a:ln>
        </p:spPr>
      </p:sp>
      <p:sp>
        <p:nvSpPr>
          <p:cNvPr id="49" name="wm.library-whiteboard.001.002.022"/>
          <p:cNvSpPr/>
          <p:nvPr/>
        </p:nvSpPr>
        <p:spPr>
          <a:xfrm>
            <a:off x="3924300" y="5029200"/>
            <a:ext cx="38100" cy="38100"/>
          </a:xfrm>
          <a:prstGeom prst="rect">
            <a:avLst/>
          </a:prstGeom>
          <a:solidFill>
            <a:srgbClr val="CED7E6">
              <a:alpha val="27042"/>
            </a:srgbClr>
          </a:solidFill>
          <a:ln>
            <a:noFill/>
          </a:ln>
        </p:spPr>
      </p:sp>
      <p:sp>
        <p:nvSpPr>
          <p:cNvPr id="50" name="wm.library-whiteboard.001.002.023"/>
          <p:cNvSpPr/>
          <p:nvPr/>
        </p:nvSpPr>
        <p:spPr>
          <a:xfrm>
            <a:off x="3924300" y="5257800"/>
            <a:ext cx="38100" cy="38100"/>
          </a:xfrm>
          <a:prstGeom prst="rect">
            <a:avLst/>
          </a:prstGeom>
          <a:solidFill>
            <a:srgbClr val="CED7E6">
              <a:alpha val="20419"/>
            </a:srgbClr>
          </a:solidFill>
          <a:ln>
            <a:noFill/>
          </a:ln>
        </p:spPr>
      </p:sp>
      <p:sp>
        <p:nvSpPr>
          <p:cNvPr id="51" name="wm.library-whiteboard.001.002.024"/>
          <p:cNvSpPr/>
          <p:nvPr/>
        </p:nvSpPr>
        <p:spPr>
          <a:xfrm>
            <a:off x="3924300" y="5486400"/>
            <a:ext cx="38100" cy="38100"/>
          </a:xfrm>
          <a:prstGeom prst="rect">
            <a:avLst/>
          </a:prstGeom>
          <a:solidFill>
            <a:srgbClr val="CED7E6">
              <a:alpha val="13797"/>
            </a:srgbClr>
          </a:solidFill>
          <a:ln>
            <a:noFill/>
          </a:ln>
        </p:spPr>
      </p:sp>
      <p:sp>
        <p:nvSpPr>
          <p:cNvPr id="52" name="wm.library-whiteboard.001.002.025"/>
          <p:cNvSpPr/>
          <p:nvPr/>
        </p:nvSpPr>
        <p:spPr>
          <a:xfrm>
            <a:off x="3924300" y="5715000"/>
            <a:ext cx="38100" cy="38100"/>
          </a:xfrm>
          <a:prstGeom prst="rect">
            <a:avLst/>
          </a:prstGeom>
          <a:solidFill>
            <a:srgbClr val="CED7E6">
              <a:alpha val="7174"/>
            </a:srgbClr>
          </a:solidFill>
          <a:ln>
            <a:noFill/>
          </a:ln>
        </p:spPr>
      </p:sp>
      <p:sp>
        <p:nvSpPr>
          <p:cNvPr id="53" name="wm.library-whiteboard.001.002.026"/>
          <p:cNvSpPr/>
          <p:nvPr/>
        </p:nvSpPr>
        <p:spPr>
          <a:xfrm>
            <a:off x="3924300" y="5943600"/>
            <a:ext cx="38100" cy="38100"/>
          </a:xfrm>
          <a:prstGeom prst="rect">
            <a:avLst/>
          </a:prstGeom>
          <a:solidFill>
            <a:srgbClr val="CED7E6">
              <a:alpha val="552"/>
            </a:srgbClr>
          </a:solidFill>
          <a:ln>
            <a:noFill/>
          </a:ln>
        </p:spPr>
      </p:sp>
      <p:sp>
        <p:nvSpPr>
          <p:cNvPr id="54" name="wm.library-whiteboard.001.003.001"/>
          <p:cNvSpPr/>
          <p:nvPr/>
        </p:nvSpPr>
        <p:spPr>
          <a:xfrm>
            <a:off x="4152900" y="228600"/>
            <a:ext cx="38100" cy="38100"/>
          </a:xfrm>
          <a:prstGeom prst="rect">
            <a:avLst/>
          </a:prstGeom>
          <a:solidFill>
            <a:srgbClr val="CED7E6"/>
          </a:solidFill>
          <a:ln>
            <a:noFill/>
          </a:ln>
        </p:spPr>
      </p:sp>
      <p:sp>
        <p:nvSpPr>
          <p:cNvPr id="55" name="wm.library-whiteboard.001.003.002"/>
          <p:cNvSpPr/>
          <p:nvPr/>
        </p:nvSpPr>
        <p:spPr>
          <a:xfrm>
            <a:off x="4152900" y="457200"/>
            <a:ext cx="38100" cy="38100"/>
          </a:xfrm>
          <a:prstGeom prst="rect">
            <a:avLst/>
          </a:prstGeom>
          <a:solidFill>
            <a:srgbClr val="CED7E6"/>
          </a:solidFill>
          <a:ln>
            <a:noFill/>
          </a:ln>
        </p:spPr>
      </p:sp>
      <p:sp>
        <p:nvSpPr>
          <p:cNvPr id="56" name="wm.library-whiteboard.001.003.003"/>
          <p:cNvSpPr/>
          <p:nvPr/>
        </p:nvSpPr>
        <p:spPr>
          <a:xfrm>
            <a:off x="4152900" y="685800"/>
            <a:ext cx="38100" cy="38100"/>
          </a:xfrm>
          <a:prstGeom prst="rect">
            <a:avLst/>
          </a:prstGeom>
          <a:solidFill>
            <a:srgbClr val="CED7E6"/>
          </a:solidFill>
          <a:ln>
            <a:noFill/>
          </a:ln>
        </p:spPr>
      </p:sp>
      <p:sp>
        <p:nvSpPr>
          <p:cNvPr id="57" name="wm.library-whiteboard.001.003.004"/>
          <p:cNvSpPr/>
          <p:nvPr/>
        </p:nvSpPr>
        <p:spPr>
          <a:xfrm>
            <a:off x="4152900" y="914400"/>
            <a:ext cx="38100" cy="38100"/>
          </a:xfrm>
          <a:prstGeom prst="rect">
            <a:avLst/>
          </a:prstGeom>
          <a:solidFill>
            <a:srgbClr val="CED7E6"/>
          </a:solidFill>
          <a:ln>
            <a:noFill/>
          </a:ln>
        </p:spPr>
      </p:sp>
      <p:sp>
        <p:nvSpPr>
          <p:cNvPr id="58" name="wm.library-whiteboard.001.003.005"/>
          <p:cNvSpPr/>
          <p:nvPr/>
        </p:nvSpPr>
        <p:spPr>
          <a:xfrm>
            <a:off x="4152900" y="1143000"/>
            <a:ext cx="38100" cy="38100"/>
          </a:xfrm>
          <a:prstGeom prst="rect">
            <a:avLst/>
          </a:prstGeom>
          <a:solidFill>
            <a:srgbClr val="CED7E6"/>
          </a:solidFill>
          <a:ln>
            <a:noFill/>
          </a:ln>
        </p:spPr>
      </p:sp>
      <p:sp>
        <p:nvSpPr>
          <p:cNvPr id="59" name="wm.library-whiteboard.001.003.006"/>
          <p:cNvSpPr/>
          <p:nvPr/>
        </p:nvSpPr>
        <p:spPr>
          <a:xfrm>
            <a:off x="4152900" y="1371600"/>
            <a:ext cx="38100" cy="38100"/>
          </a:xfrm>
          <a:prstGeom prst="rect">
            <a:avLst/>
          </a:prstGeom>
          <a:solidFill>
            <a:srgbClr val="CED7E6"/>
          </a:solidFill>
          <a:ln>
            <a:noFill/>
          </a:ln>
        </p:spPr>
      </p:sp>
      <p:sp>
        <p:nvSpPr>
          <p:cNvPr id="60" name="wm.library-whiteboard.001.003.007"/>
          <p:cNvSpPr/>
          <p:nvPr/>
        </p:nvSpPr>
        <p:spPr>
          <a:xfrm>
            <a:off x="4152900" y="1600200"/>
            <a:ext cx="38100" cy="38100"/>
          </a:xfrm>
          <a:prstGeom prst="rect">
            <a:avLst/>
          </a:prstGeom>
          <a:solidFill>
            <a:srgbClr val="CED7E6"/>
          </a:solidFill>
          <a:ln>
            <a:noFill/>
          </a:ln>
        </p:spPr>
      </p:sp>
      <p:sp>
        <p:nvSpPr>
          <p:cNvPr id="61" name="wm.library-whiteboard.001.003.008"/>
          <p:cNvSpPr/>
          <p:nvPr/>
        </p:nvSpPr>
        <p:spPr>
          <a:xfrm>
            <a:off x="4152900" y="1828800"/>
            <a:ext cx="38100" cy="38100"/>
          </a:xfrm>
          <a:prstGeom prst="rect">
            <a:avLst/>
          </a:prstGeom>
          <a:solidFill>
            <a:srgbClr val="CED7E6"/>
          </a:solidFill>
          <a:ln>
            <a:noFill/>
          </a:ln>
        </p:spPr>
      </p:sp>
      <p:sp>
        <p:nvSpPr>
          <p:cNvPr id="62" name="wm.library-whiteboard.001.003.009"/>
          <p:cNvSpPr/>
          <p:nvPr/>
        </p:nvSpPr>
        <p:spPr>
          <a:xfrm>
            <a:off x="4152900" y="2057400"/>
            <a:ext cx="38100" cy="38100"/>
          </a:xfrm>
          <a:prstGeom prst="rect">
            <a:avLst/>
          </a:prstGeom>
          <a:solidFill>
            <a:srgbClr val="CED7E6"/>
          </a:solidFill>
          <a:ln>
            <a:noFill/>
          </a:ln>
        </p:spPr>
      </p:sp>
      <p:sp>
        <p:nvSpPr>
          <p:cNvPr id="63" name="wm.library-whiteboard.001.003.010"/>
          <p:cNvSpPr/>
          <p:nvPr/>
        </p:nvSpPr>
        <p:spPr>
          <a:xfrm>
            <a:off x="4152900" y="2286000"/>
            <a:ext cx="38100" cy="38100"/>
          </a:xfrm>
          <a:prstGeom prst="rect">
            <a:avLst/>
          </a:prstGeom>
          <a:solidFill>
            <a:srgbClr val="CED7E6"/>
          </a:solidFill>
          <a:ln>
            <a:noFill/>
          </a:ln>
        </p:spPr>
      </p:sp>
      <p:sp>
        <p:nvSpPr>
          <p:cNvPr id="64" name="wm.library-whiteboard.001.003.011"/>
          <p:cNvSpPr/>
          <p:nvPr/>
        </p:nvSpPr>
        <p:spPr>
          <a:xfrm>
            <a:off x="4152900" y="2514600"/>
            <a:ext cx="38100" cy="38100"/>
          </a:xfrm>
          <a:prstGeom prst="rect">
            <a:avLst/>
          </a:prstGeom>
          <a:solidFill>
            <a:srgbClr val="CED7E6">
              <a:alpha val="99890"/>
            </a:srgbClr>
          </a:solidFill>
          <a:ln>
            <a:noFill/>
          </a:ln>
        </p:spPr>
      </p:sp>
      <p:sp>
        <p:nvSpPr>
          <p:cNvPr id="65" name="wm.library-whiteboard.001.003.012"/>
          <p:cNvSpPr/>
          <p:nvPr/>
        </p:nvSpPr>
        <p:spPr>
          <a:xfrm>
            <a:off x="4152900" y="2743200"/>
            <a:ext cx="38100" cy="38100"/>
          </a:xfrm>
          <a:prstGeom prst="rect">
            <a:avLst/>
          </a:prstGeom>
          <a:solidFill>
            <a:srgbClr val="CED7E6">
              <a:alpha val="93267"/>
            </a:srgbClr>
          </a:solidFill>
          <a:ln>
            <a:noFill/>
          </a:ln>
        </p:spPr>
      </p:sp>
      <p:sp>
        <p:nvSpPr>
          <p:cNvPr id="66" name="wm.library-whiteboard.001.003.013"/>
          <p:cNvSpPr/>
          <p:nvPr/>
        </p:nvSpPr>
        <p:spPr>
          <a:xfrm>
            <a:off x="4152900" y="2971800"/>
            <a:ext cx="38100" cy="38100"/>
          </a:xfrm>
          <a:prstGeom prst="rect">
            <a:avLst/>
          </a:prstGeom>
          <a:solidFill>
            <a:srgbClr val="CED7E6">
              <a:alpha val="86645"/>
            </a:srgbClr>
          </a:solidFill>
          <a:ln>
            <a:noFill/>
          </a:ln>
        </p:spPr>
      </p:sp>
      <p:sp>
        <p:nvSpPr>
          <p:cNvPr id="67" name="wm.library-whiteboard.001.003.014"/>
          <p:cNvSpPr/>
          <p:nvPr/>
        </p:nvSpPr>
        <p:spPr>
          <a:xfrm>
            <a:off x="4152900" y="3200400"/>
            <a:ext cx="38100" cy="38100"/>
          </a:xfrm>
          <a:prstGeom prst="rect">
            <a:avLst/>
          </a:prstGeom>
          <a:solidFill>
            <a:srgbClr val="CED7E6">
              <a:alpha val="80022"/>
            </a:srgbClr>
          </a:solidFill>
          <a:ln>
            <a:noFill/>
          </a:ln>
        </p:spPr>
      </p:sp>
      <p:sp>
        <p:nvSpPr>
          <p:cNvPr id="68" name="wm.library-whiteboard.001.003.015"/>
          <p:cNvSpPr/>
          <p:nvPr/>
        </p:nvSpPr>
        <p:spPr>
          <a:xfrm>
            <a:off x="4152900" y="3429000"/>
            <a:ext cx="38100" cy="38100"/>
          </a:xfrm>
          <a:prstGeom prst="rect">
            <a:avLst/>
          </a:prstGeom>
          <a:solidFill>
            <a:srgbClr val="CED7E6">
              <a:alpha val="73400"/>
            </a:srgbClr>
          </a:solidFill>
          <a:ln>
            <a:noFill/>
          </a:ln>
        </p:spPr>
      </p:sp>
      <p:sp>
        <p:nvSpPr>
          <p:cNvPr id="69" name="wm.library-whiteboard.001.003.016"/>
          <p:cNvSpPr/>
          <p:nvPr/>
        </p:nvSpPr>
        <p:spPr>
          <a:xfrm>
            <a:off x="4152900" y="3657600"/>
            <a:ext cx="38100" cy="38100"/>
          </a:xfrm>
          <a:prstGeom prst="rect">
            <a:avLst/>
          </a:prstGeom>
          <a:solidFill>
            <a:srgbClr val="CED7E6">
              <a:alpha val="66777"/>
            </a:srgbClr>
          </a:solidFill>
          <a:ln>
            <a:noFill/>
          </a:ln>
        </p:spPr>
      </p:sp>
      <p:sp>
        <p:nvSpPr>
          <p:cNvPr id="70" name="wm.library-whiteboard.001.003.017"/>
          <p:cNvSpPr/>
          <p:nvPr/>
        </p:nvSpPr>
        <p:spPr>
          <a:xfrm>
            <a:off x="4152900" y="3886200"/>
            <a:ext cx="38100" cy="38100"/>
          </a:xfrm>
          <a:prstGeom prst="rect">
            <a:avLst/>
          </a:prstGeom>
          <a:solidFill>
            <a:srgbClr val="CED7E6">
              <a:alpha val="60155"/>
            </a:srgbClr>
          </a:solidFill>
          <a:ln>
            <a:noFill/>
          </a:ln>
        </p:spPr>
      </p:sp>
      <p:sp>
        <p:nvSpPr>
          <p:cNvPr id="71" name="wm.library-whiteboard.001.003.018"/>
          <p:cNvSpPr/>
          <p:nvPr/>
        </p:nvSpPr>
        <p:spPr>
          <a:xfrm>
            <a:off x="4152900" y="4114800"/>
            <a:ext cx="38100" cy="38100"/>
          </a:xfrm>
          <a:prstGeom prst="rect">
            <a:avLst/>
          </a:prstGeom>
          <a:solidFill>
            <a:srgbClr val="CED7E6">
              <a:alpha val="53532"/>
            </a:srgbClr>
          </a:solidFill>
          <a:ln>
            <a:noFill/>
          </a:ln>
        </p:spPr>
      </p:sp>
      <p:sp>
        <p:nvSpPr>
          <p:cNvPr id="72" name="wm.library-whiteboard.001.003.019"/>
          <p:cNvSpPr/>
          <p:nvPr/>
        </p:nvSpPr>
        <p:spPr>
          <a:xfrm>
            <a:off x="4152900" y="4343400"/>
            <a:ext cx="38100" cy="38100"/>
          </a:xfrm>
          <a:prstGeom prst="rect">
            <a:avLst/>
          </a:prstGeom>
          <a:solidFill>
            <a:srgbClr val="CED7E6">
              <a:alpha val="46909"/>
            </a:srgbClr>
          </a:solidFill>
          <a:ln>
            <a:noFill/>
          </a:ln>
        </p:spPr>
      </p:sp>
      <p:sp>
        <p:nvSpPr>
          <p:cNvPr id="73" name="wm.library-whiteboard.001.003.020"/>
          <p:cNvSpPr/>
          <p:nvPr/>
        </p:nvSpPr>
        <p:spPr>
          <a:xfrm>
            <a:off x="4152900" y="4572000"/>
            <a:ext cx="38100" cy="38100"/>
          </a:xfrm>
          <a:prstGeom prst="rect">
            <a:avLst/>
          </a:prstGeom>
          <a:solidFill>
            <a:srgbClr val="CED7E6">
              <a:alpha val="40287"/>
            </a:srgbClr>
          </a:solidFill>
          <a:ln>
            <a:noFill/>
          </a:ln>
        </p:spPr>
      </p:sp>
      <p:sp>
        <p:nvSpPr>
          <p:cNvPr id="74" name="wm.library-whiteboard.001.003.021"/>
          <p:cNvSpPr/>
          <p:nvPr/>
        </p:nvSpPr>
        <p:spPr>
          <a:xfrm>
            <a:off x="4152900" y="4800600"/>
            <a:ext cx="38100" cy="38100"/>
          </a:xfrm>
          <a:prstGeom prst="rect">
            <a:avLst/>
          </a:prstGeom>
          <a:solidFill>
            <a:srgbClr val="CED7E6">
              <a:alpha val="33664"/>
            </a:srgbClr>
          </a:solidFill>
          <a:ln>
            <a:noFill/>
          </a:ln>
        </p:spPr>
      </p:sp>
      <p:sp>
        <p:nvSpPr>
          <p:cNvPr id="75" name="wm.library-whiteboard.001.003.022"/>
          <p:cNvSpPr/>
          <p:nvPr/>
        </p:nvSpPr>
        <p:spPr>
          <a:xfrm>
            <a:off x="4152900" y="5029200"/>
            <a:ext cx="38100" cy="38100"/>
          </a:xfrm>
          <a:prstGeom prst="rect">
            <a:avLst/>
          </a:prstGeom>
          <a:solidFill>
            <a:srgbClr val="CED7E6">
              <a:alpha val="27042"/>
            </a:srgbClr>
          </a:solidFill>
          <a:ln>
            <a:noFill/>
          </a:ln>
        </p:spPr>
      </p:sp>
      <p:sp>
        <p:nvSpPr>
          <p:cNvPr id="76" name="wm.library-whiteboard.001.003.023"/>
          <p:cNvSpPr/>
          <p:nvPr/>
        </p:nvSpPr>
        <p:spPr>
          <a:xfrm>
            <a:off x="4152900" y="5257800"/>
            <a:ext cx="38100" cy="38100"/>
          </a:xfrm>
          <a:prstGeom prst="rect">
            <a:avLst/>
          </a:prstGeom>
          <a:solidFill>
            <a:srgbClr val="CED7E6">
              <a:alpha val="20419"/>
            </a:srgbClr>
          </a:solidFill>
          <a:ln>
            <a:noFill/>
          </a:ln>
        </p:spPr>
      </p:sp>
      <p:sp>
        <p:nvSpPr>
          <p:cNvPr id="77" name="wm.library-whiteboard.001.003.024"/>
          <p:cNvSpPr/>
          <p:nvPr/>
        </p:nvSpPr>
        <p:spPr>
          <a:xfrm>
            <a:off x="4152900" y="5486400"/>
            <a:ext cx="38100" cy="38100"/>
          </a:xfrm>
          <a:prstGeom prst="rect">
            <a:avLst/>
          </a:prstGeom>
          <a:solidFill>
            <a:srgbClr val="CED7E6">
              <a:alpha val="13797"/>
            </a:srgbClr>
          </a:solidFill>
          <a:ln>
            <a:noFill/>
          </a:ln>
        </p:spPr>
      </p:sp>
      <p:sp>
        <p:nvSpPr>
          <p:cNvPr id="78" name="wm.library-whiteboard.001.003.025"/>
          <p:cNvSpPr/>
          <p:nvPr/>
        </p:nvSpPr>
        <p:spPr>
          <a:xfrm>
            <a:off x="4152900" y="5715000"/>
            <a:ext cx="38100" cy="38100"/>
          </a:xfrm>
          <a:prstGeom prst="rect">
            <a:avLst/>
          </a:prstGeom>
          <a:solidFill>
            <a:srgbClr val="CED7E6">
              <a:alpha val="7174"/>
            </a:srgbClr>
          </a:solidFill>
          <a:ln>
            <a:noFill/>
          </a:ln>
        </p:spPr>
      </p:sp>
      <p:sp>
        <p:nvSpPr>
          <p:cNvPr id="79" name="wm.library-whiteboard.001.003.026"/>
          <p:cNvSpPr/>
          <p:nvPr/>
        </p:nvSpPr>
        <p:spPr>
          <a:xfrm>
            <a:off x="4152900" y="5943600"/>
            <a:ext cx="38100" cy="38100"/>
          </a:xfrm>
          <a:prstGeom prst="rect">
            <a:avLst/>
          </a:prstGeom>
          <a:solidFill>
            <a:srgbClr val="CED7E6">
              <a:alpha val="552"/>
            </a:srgbClr>
          </a:solidFill>
          <a:ln>
            <a:noFill/>
          </a:ln>
        </p:spPr>
      </p:sp>
      <p:sp>
        <p:nvSpPr>
          <p:cNvPr id="80" name="wm.library-whiteboard.001.004.001"/>
          <p:cNvSpPr/>
          <p:nvPr/>
        </p:nvSpPr>
        <p:spPr>
          <a:xfrm>
            <a:off x="4381500" y="228600"/>
            <a:ext cx="38100" cy="38100"/>
          </a:xfrm>
          <a:prstGeom prst="rect">
            <a:avLst/>
          </a:prstGeom>
          <a:solidFill>
            <a:srgbClr val="CED7E6"/>
          </a:solidFill>
          <a:ln>
            <a:noFill/>
          </a:ln>
        </p:spPr>
      </p:sp>
      <p:sp>
        <p:nvSpPr>
          <p:cNvPr id="81" name="wm.library-whiteboard.001.004.002"/>
          <p:cNvSpPr/>
          <p:nvPr/>
        </p:nvSpPr>
        <p:spPr>
          <a:xfrm>
            <a:off x="4381500" y="457200"/>
            <a:ext cx="38100" cy="38100"/>
          </a:xfrm>
          <a:prstGeom prst="rect">
            <a:avLst/>
          </a:prstGeom>
          <a:solidFill>
            <a:srgbClr val="CED7E6"/>
          </a:solidFill>
          <a:ln>
            <a:noFill/>
          </a:ln>
        </p:spPr>
      </p:sp>
      <p:sp>
        <p:nvSpPr>
          <p:cNvPr id="82" name="wm.library-whiteboard.001.004.003"/>
          <p:cNvSpPr/>
          <p:nvPr/>
        </p:nvSpPr>
        <p:spPr>
          <a:xfrm>
            <a:off x="4381500" y="685800"/>
            <a:ext cx="38100" cy="38100"/>
          </a:xfrm>
          <a:prstGeom prst="rect">
            <a:avLst/>
          </a:prstGeom>
          <a:solidFill>
            <a:srgbClr val="CED7E6"/>
          </a:solidFill>
          <a:ln>
            <a:noFill/>
          </a:ln>
        </p:spPr>
      </p:sp>
      <p:sp>
        <p:nvSpPr>
          <p:cNvPr id="83" name="wm.library-whiteboard.001.004.004"/>
          <p:cNvSpPr/>
          <p:nvPr/>
        </p:nvSpPr>
        <p:spPr>
          <a:xfrm>
            <a:off x="4381500" y="914400"/>
            <a:ext cx="38100" cy="38100"/>
          </a:xfrm>
          <a:prstGeom prst="rect">
            <a:avLst/>
          </a:prstGeom>
          <a:solidFill>
            <a:srgbClr val="CED7E6"/>
          </a:solidFill>
          <a:ln>
            <a:noFill/>
          </a:ln>
        </p:spPr>
      </p:sp>
      <p:sp>
        <p:nvSpPr>
          <p:cNvPr id="84" name="wm.library-whiteboard.001.004.005"/>
          <p:cNvSpPr/>
          <p:nvPr/>
        </p:nvSpPr>
        <p:spPr>
          <a:xfrm>
            <a:off x="4381500" y="1143000"/>
            <a:ext cx="38100" cy="38100"/>
          </a:xfrm>
          <a:prstGeom prst="rect">
            <a:avLst/>
          </a:prstGeom>
          <a:solidFill>
            <a:srgbClr val="CED7E6"/>
          </a:solidFill>
          <a:ln>
            <a:noFill/>
          </a:ln>
        </p:spPr>
      </p:sp>
      <p:sp>
        <p:nvSpPr>
          <p:cNvPr id="85" name="wm.library-whiteboard.001.004.006"/>
          <p:cNvSpPr/>
          <p:nvPr/>
        </p:nvSpPr>
        <p:spPr>
          <a:xfrm>
            <a:off x="4381500" y="1371600"/>
            <a:ext cx="38100" cy="38100"/>
          </a:xfrm>
          <a:prstGeom prst="rect">
            <a:avLst/>
          </a:prstGeom>
          <a:solidFill>
            <a:srgbClr val="CED7E6"/>
          </a:solidFill>
          <a:ln>
            <a:noFill/>
          </a:ln>
        </p:spPr>
      </p:sp>
      <p:sp>
        <p:nvSpPr>
          <p:cNvPr id="86" name="wm.library-whiteboard.001.004.007"/>
          <p:cNvSpPr/>
          <p:nvPr/>
        </p:nvSpPr>
        <p:spPr>
          <a:xfrm>
            <a:off x="4381500" y="1600200"/>
            <a:ext cx="38100" cy="38100"/>
          </a:xfrm>
          <a:prstGeom prst="rect">
            <a:avLst/>
          </a:prstGeom>
          <a:solidFill>
            <a:srgbClr val="CED7E6"/>
          </a:solidFill>
          <a:ln>
            <a:noFill/>
          </a:ln>
        </p:spPr>
      </p:sp>
      <p:sp>
        <p:nvSpPr>
          <p:cNvPr id="87" name="wm.library-whiteboard.001.004.008"/>
          <p:cNvSpPr/>
          <p:nvPr/>
        </p:nvSpPr>
        <p:spPr>
          <a:xfrm>
            <a:off x="4381500" y="1828800"/>
            <a:ext cx="38100" cy="38100"/>
          </a:xfrm>
          <a:prstGeom prst="rect">
            <a:avLst/>
          </a:prstGeom>
          <a:solidFill>
            <a:srgbClr val="CED7E6"/>
          </a:solidFill>
          <a:ln>
            <a:noFill/>
          </a:ln>
        </p:spPr>
      </p:sp>
      <p:sp>
        <p:nvSpPr>
          <p:cNvPr id="88" name="wm.library-whiteboard.001.004.009"/>
          <p:cNvSpPr/>
          <p:nvPr/>
        </p:nvSpPr>
        <p:spPr>
          <a:xfrm>
            <a:off x="4381500" y="2057400"/>
            <a:ext cx="38100" cy="38100"/>
          </a:xfrm>
          <a:prstGeom prst="rect">
            <a:avLst/>
          </a:prstGeom>
          <a:solidFill>
            <a:srgbClr val="CED7E6"/>
          </a:solidFill>
          <a:ln>
            <a:noFill/>
          </a:ln>
        </p:spPr>
      </p:sp>
      <p:sp>
        <p:nvSpPr>
          <p:cNvPr id="89" name="wm.library-whiteboard.001.004.010"/>
          <p:cNvSpPr/>
          <p:nvPr/>
        </p:nvSpPr>
        <p:spPr>
          <a:xfrm>
            <a:off x="4381500" y="2286000"/>
            <a:ext cx="38100" cy="38100"/>
          </a:xfrm>
          <a:prstGeom prst="rect">
            <a:avLst/>
          </a:prstGeom>
          <a:solidFill>
            <a:srgbClr val="CED7E6"/>
          </a:solidFill>
          <a:ln>
            <a:noFill/>
          </a:ln>
        </p:spPr>
      </p:sp>
      <p:sp>
        <p:nvSpPr>
          <p:cNvPr id="90" name="wm.library-whiteboard.001.004.011"/>
          <p:cNvSpPr/>
          <p:nvPr/>
        </p:nvSpPr>
        <p:spPr>
          <a:xfrm>
            <a:off x="4381500" y="2514600"/>
            <a:ext cx="38100" cy="38100"/>
          </a:xfrm>
          <a:prstGeom prst="rect">
            <a:avLst/>
          </a:prstGeom>
          <a:solidFill>
            <a:srgbClr val="CED7E6">
              <a:alpha val="99890"/>
            </a:srgbClr>
          </a:solidFill>
          <a:ln>
            <a:noFill/>
          </a:ln>
        </p:spPr>
      </p:sp>
      <p:sp>
        <p:nvSpPr>
          <p:cNvPr id="91" name="wm.library-whiteboard.001.004.012"/>
          <p:cNvSpPr/>
          <p:nvPr/>
        </p:nvSpPr>
        <p:spPr>
          <a:xfrm>
            <a:off x="4381500" y="2743200"/>
            <a:ext cx="38100" cy="38100"/>
          </a:xfrm>
          <a:prstGeom prst="rect">
            <a:avLst/>
          </a:prstGeom>
          <a:solidFill>
            <a:srgbClr val="CED7E6">
              <a:alpha val="93267"/>
            </a:srgbClr>
          </a:solidFill>
          <a:ln>
            <a:noFill/>
          </a:ln>
        </p:spPr>
      </p:sp>
      <p:sp>
        <p:nvSpPr>
          <p:cNvPr id="92" name="wm.library-whiteboard.001.004.013"/>
          <p:cNvSpPr/>
          <p:nvPr/>
        </p:nvSpPr>
        <p:spPr>
          <a:xfrm>
            <a:off x="4381500" y="2971800"/>
            <a:ext cx="38100" cy="38100"/>
          </a:xfrm>
          <a:prstGeom prst="rect">
            <a:avLst/>
          </a:prstGeom>
          <a:solidFill>
            <a:srgbClr val="CED7E6">
              <a:alpha val="86645"/>
            </a:srgbClr>
          </a:solidFill>
          <a:ln>
            <a:noFill/>
          </a:ln>
        </p:spPr>
      </p:sp>
      <p:sp>
        <p:nvSpPr>
          <p:cNvPr id="93" name="wm.library-whiteboard.001.004.014"/>
          <p:cNvSpPr/>
          <p:nvPr/>
        </p:nvSpPr>
        <p:spPr>
          <a:xfrm>
            <a:off x="4381500" y="3200400"/>
            <a:ext cx="38100" cy="38100"/>
          </a:xfrm>
          <a:prstGeom prst="rect">
            <a:avLst/>
          </a:prstGeom>
          <a:solidFill>
            <a:srgbClr val="CED7E6">
              <a:alpha val="80022"/>
            </a:srgbClr>
          </a:solidFill>
          <a:ln>
            <a:noFill/>
          </a:ln>
        </p:spPr>
      </p:sp>
      <p:sp>
        <p:nvSpPr>
          <p:cNvPr id="94" name="wm.library-whiteboard.001.004.015"/>
          <p:cNvSpPr/>
          <p:nvPr/>
        </p:nvSpPr>
        <p:spPr>
          <a:xfrm>
            <a:off x="4381500" y="3429000"/>
            <a:ext cx="38100" cy="38100"/>
          </a:xfrm>
          <a:prstGeom prst="rect">
            <a:avLst/>
          </a:prstGeom>
          <a:solidFill>
            <a:srgbClr val="CED7E6">
              <a:alpha val="73400"/>
            </a:srgbClr>
          </a:solidFill>
          <a:ln>
            <a:noFill/>
          </a:ln>
        </p:spPr>
      </p:sp>
      <p:sp>
        <p:nvSpPr>
          <p:cNvPr id="95" name="wm.library-whiteboard.001.004.016"/>
          <p:cNvSpPr/>
          <p:nvPr/>
        </p:nvSpPr>
        <p:spPr>
          <a:xfrm>
            <a:off x="4381500" y="3657600"/>
            <a:ext cx="38100" cy="38100"/>
          </a:xfrm>
          <a:prstGeom prst="rect">
            <a:avLst/>
          </a:prstGeom>
          <a:solidFill>
            <a:srgbClr val="CED7E6">
              <a:alpha val="66777"/>
            </a:srgbClr>
          </a:solidFill>
          <a:ln>
            <a:noFill/>
          </a:ln>
        </p:spPr>
      </p:sp>
      <p:sp>
        <p:nvSpPr>
          <p:cNvPr id="96" name="wm.library-whiteboard.001.004.017"/>
          <p:cNvSpPr/>
          <p:nvPr/>
        </p:nvSpPr>
        <p:spPr>
          <a:xfrm>
            <a:off x="4381500" y="3886200"/>
            <a:ext cx="38100" cy="38100"/>
          </a:xfrm>
          <a:prstGeom prst="rect">
            <a:avLst/>
          </a:prstGeom>
          <a:solidFill>
            <a:srgbClr val="CED7E6">
              <a:alpha val="60155"/>
            </a:srgbClr>
          </a:solidFill>
          <a:ln>
            <a:noFill/>
          </a:ln>
        </p:spPr>
      </p:sp>
      <p:sp>
        <p:nvSpPr>
          <p:cNvPr id="97" name="wm.library-whiteboard.001.004.018"/>
          <p:cNvSpPr/>
          <p:nvPr/>
        </p:nvSpPr>
        <p:spPr>
          <a:xfrm>
            <a:off x="4381500" y="4114800"/>
            <a:ext cx="38100" cy="38100"/>
          </a:xfrm>
          <a:prstGeom prst="rect">
            <a:avLst/>
          </a:prstGeom>
          <a:solidFill>
            <a:srgbClr val="CED7E6">
              <a:alpha val="53532"/>
            </a:srgbClr>
          </a:solidFill>
          <a:ln>
            <a:noFill/>
          </a:ln>
        </p:spPr>
      </p:sp>
      <p:sp>
        <p:nvSpPr>
          <p:cNvPr id="98" name="wm.library-whiteboard.001.004.019"/>
          <p:cNvSpPr/>
          <p:nvPr/>
        </p:nvSpPr>
        <p:spPr>
          <a:xfrm>
            <a:off x="4381500" y="4343400"/>
            <a:ext cx="38100" cy="38100"/>
          </a:xfrm>
          <a:prstGeom prst="rect">
            <a:avLst/>
          </a:prstGeom>
          <a:solidFill>
            <a:srgbClr val="CED7E6">
              <a:alpha val="46909"/>
            </a:srgbClr>
          </a:solidFill>
          <a:ln>
            <a:noFill/>
          </a:ln>
        </p:spPr>
      </p:sp>
      <p:sp>
        <p:nvSpPr>
          <p:cNvPr id="99" name="wm.library-whiteboard.001.004.020"/>
          <p:cNvSpPr/>
          <p:nvPr/>
        </p:nvSpPr>
        <p:spPr>
          <a:xfrm>
            <a:off x="4381500" y="4572000"/>
            <a:ext cx="38100" cy="38100"/>
          </a:xfrm>
          <a:prstGeom prst="rect">
            <a:avLst/>
          </a:prstGeom>
          <a:solidFill>
            <a:srgbClr val="CED7E6">
              <a:alpha val="40287"/>
            </a:srgbClr>
          </a:solidFill>
          <a:ln>
            <a:noFill/>
          </a:ln>
        </p:spPr>
      </p:sp>
      <p:sp>
        <p:nvSpPr>
          <p:cNvPr id="100" name="wm.library-whiteboard.001.004.021"/>
          <p:cNvSpPr/>
          <p:nvPr/>
        </p:nvSpPr>
        <p:spPr>
          <a:xfrm>
            <a:off x="4381500" y="4800600"/>
            <a:ext cx="38100" cy="38100"/>
          </a:xfrm>
          <a:prstGeom prst="rect">
            <a:avLst/>
          </a:prstGeom>
          <a:solidFill>
            <a:srgbClr val="CED7E6">
              <a:alpha val="33664"/>
            </a:srgbClr>
          </a:solidFill>
          <a:ln>
            <a:noFill/>
          </a:ln>
        </p:spPr>
      </p:sp>
      <p:sp>
        <p:nvSpPr>
          <p:cNvPr id="101" name="wm.library-whiteboard.001.004.022"/>
          <p:cNvSpPr/>
          <p:nvPr/>
        </p:nvSpPr>
        <p:spPr>
          <a:xfrm>
            <a:off x="4381500" y="5029200"/>
            <a:ext cx="38100" cy="38100"/>
          </a:xfrm>
          <a:prstGeom prst="rect">
            <a:avLst/>
          </a:prstGeom>
          <a:solidFill>
            <a:srgbClr val="CED7E6">
              <a:alpha val="27042"/>
            </a:srgbClr>
          </a:solidFill>
          <a:ln>
            <a:noFill/>
          </a:ln>
        </p:spPr>
      </p:sp>
      <p:sp>
        <p:nvSpPr>
          <p:cNvPr id="102" name="wm.library-whiteboard.001.004.023"/>
          <p:cNvSpPr/>
          <p:nvPr/>
        </p:nvSpPr>
        <p:spPr>
          <a:xfrm>
            <a:off x="4381500" y="5257800"/>
            <a:ext cx="38100" cy="38100"/>
          </a:xfrm>
          <a:prstGeom prst="rect">
            <a:avLst/>
          </a:prstGeom>
          <a:solidFill>
            <a:srgbClr val="CED7E6">
              <a:alpha val="20419"/>
            </a:srgbClr>
          </a:solidFill>
          <a:ln>
            <a:noFill/>
          </a:ln>
        </p:spPr>
      </p:sp>
      <p:sp>
        <p:nvSpPr>
          <p:cNvPr id="103" name="wm.library-whiteboard.001.004.024"/>
          <p:cNvSpPr/>
          <p:nvPr/>
        </p:nvSpPr>
        <p:spPr>
          <a:xfrm>
            <a:off x="4381500" y="5486400"/>
            <a:ext cx="38100" cy="38100"/>
          </a:xfrm>
          <a:prstGeom prst="rect">
            <a:avLst/>
          </a:prstGeom>
          <a:solidFill>
            <a:srgbClr val="CED7E6">
              <a:alpha val="13797"/>
            </a:srgbClr>
          </a:solidFill>
          <a:ln>
            <a:noFill/>
          </a:ln>
        </p:spPr>
      </p:sp>
      <p:sp>
        <p:nvSpPr>
          <p:cNvPr id="104" name="wm.library-whiteboard.001.004.025"/>
          <p:cNvSpPr/>
          <p:nvPr/>
        </p:nvSpPr>
        <p:spPr>
          <a:xfrm>
            <a:off x="4381500" y="5715000"/>
            <a:ext cx="38100" cy="38100"/>
          </a:xfrm>
          <a:prstGeom prst="rect">
            <a:avLst/>
          </a:prstGeom>
          <a:solidFill>
            <a:srgbClr val="CED7E6">
              <a:alpha val="7174"/>
            </a:srgbClr>
          </a:solidFill>
          <a:ln>
            <a:noFill/>
          </a:ln>
        </p:spPr>
      </p:sp>
      <p:sp>
        <p:nvSpPr>
          <p:cNvPr id="105" name="wm.library-whiteboard.001.004.026"/>
          <p:cNvSpPr/>
          <p:nvPr/>
        </p:nvSpPr>
        <p:spPr>
          <a:xfrm>
            <a:off x="4381500" y="5943600"/>
            <a:ext cx="38100" cy="38100"/>
          </a:xfrm>
          <a:prstGeom prst="rect">
            <a:avLst/>
          </a:prstGeom>
          <a:solidFill>
            <a:srgbClr val="CED7E6">
              <a:alpha val="552"/>
            </a:srgbClr>
          </a:solidFill>
          <a:ln>
            <a:noFill/>
          </a:ln>
        </p:spPr>
      </p:sp>
      <p:sp>
        <p:nvSpPr>
          <p:cNvPr id="106" name="wm.library-whiteboard.001.005.001"/>
          <p:cNvSpPr/>
          <p:nvPr/>
        </p:nvSpPr>
        <p:spPr>
          <a:xfrm>
            <a:off x="4610100" y="228600"/>
            <a:ext cx="38100" cy="38100"/>
          </a:xfrm>
          <a:prstGeom prst="rect">
            <a:avLst/>
          </a:prstGeom>
          <a:solidFill>
            <a:srgbClr val="CED7E6"/>
          </a:solidFill>
          <a:ln>
            <a:noFill/>
          </a:ln>
        </p:spPr>
      </p:sp>
      <p:sp>
        <p:nvSpPr>
          <p:cNvPr id="107" name="wm.library-whiteboard.001.005.002"/>
          <p:cNvSpPr/>
          <p:nvPr/>
        </p:nvSpPr>
        <p:spPr>
          <a:xfrm>
            <a:off x="4610100" y="457200"/>
            <a:ext cx="38100" cy="38100"/>
          </a:xfrm>
          <a:prstGeom prst="rect">
            <a:avLst/>
          </a:prstGeom>
          <a:solidFill>
            <a:srgbClr val="CED7E6"/>
          </a:solidFill>
          <a:ln>
            <a:noFill/>
          </a:ln>
        </p:spPr>
      </p:sp>
      <p:sp>
        <p:nvSpPr>
          <p:cNvPr id="108" name="wm.library-whiteboard.001.005.003"/>
          <p:cNvSpPr/>
          <p:nvPr/>
        </p:nvSpPr>
        <p:spPr>
          <a:xfrm>
            <a:off x="4610100" y="685800"/>
            <a:ext cx="38100" cy="38100"/>
          </a:xfrm>
          <a:prstGeom prst="rect">
            <a:avLst/>
          </a:prstGeom>
          <a:solidFill>
            <a:srgbClr val="CED7E6"/>
          </a:solidFill>
          <a:ln>
            <a:noFill/>
          </a:ln>
        </p:spPr>
      </p:sp>
      <p:sp>
        <p:nvSpPr>
          <p:cNvPr id="109" name="wm.library-whiteboard.001.005.004"/>
          <p:cNvSpPr/>
          <p:nvPr/>
        </p:nvSpPr>
        <p:spPr>
          <a:xfrm>
            <a:off x="4610100" y="914400"/>
            <a:ext cx="38100" cy="38100"/>
          </a:xfrm>
          <a:prstGeom prst="rect">
            <a:avLst/>
          </a:prstGeom>
          <a:solidFill>
            <a:srgbClr val="CED7E6"/>
          </a:solidFill>
          <a:ln>
            <a:noFill/>
          </a:ln>
        </p:spPr>
      </p:sp>
      <p:sp>
        <p:nvSpPr>
          <p:cNvPr id="110" name="wm.library-whiteboard.001.005.005"/>
          <p:cNvSpPr/>
          <p:nvPr/>
        </p:nvSpPr>
        <p:spPr>
          <a:xfrm>
            <a:off x="4610100" y="1143000"/>
            <a:ext cx="38100" cy="38100"/>
          </a:xfrm>
          <a:prstGeom prst="rect">
            <a:avLst/>
          </a:prstGeom>
          <a:solidFill>
            <a:srgbClr val="CED7E6"/>
          </a:solidFill>
          <a:ln>
            <a:noFill/>
          </a:ln>
        </p:spPr>
      </p:sp>
      <p:sp>
        <p:nvSpPr>
          <p:cNvPr id="111" name="wm.library-whiteboard.001.005.006"/>
          <p:cNvSpPr/>
          <p:nvPr/>
        </p:nvSpPr>
        <p:spPr>
          <a:xfrm>
            <a:off x="4610100" y="1371600"/>
            <a:ext cx="38100" cy="38100"/>
          </a:xfrm>
          <a:prstGeom prst="rect">
            <a:avLst/>
          </a:prstGeom>
          <a:solidFill>
            <a:srgbClr val="CED7E6"/>
          </a:solidFill>
          <a:ln>
            <a:noFill/>
          </a:ln>
        </p:spPr>
      </p:sp>
      <p:sp>
        <p:nvSpPr>
          <p:cNvPr id="112" name="wm.library-whiteboard.001.005.007"/>
          <p:cNvSpPr/>
          <p:nvPr/>
        </p:nvSpPr>
        <p:spPr>
          <a:xfrm>
            <a:off x="4610100" y="1600200"/>
            <a:ext cx="38100" cy="38100"/>
          </a:xfrm>
          <a:prstGeom prst="rect">
            <a:avLst/>
          </a:prstGeom>
          <a:solidFill>
            <a:srgbClr val="CED7E6"/>
          </a:solidFill>
          <a:ln>
            <a:noFill/>
          </a:ln>
        </p:spPr>
      </p:sp>
      <p:sp>
        <p:nvSpPr>
          <p:cNvPr id="113" name="wm.library-whiteboard.001.005.008"/>
          <p:cNvSpPr/>
          <p:nvPr/>
        </p:nvSpPr>
        <p:spPr>
          <a:xfrm>
            <a:off x="4610100" y="1828800"/>
            <a:ext cx="38100" cy="38100"/>
          </a:xfrm>
          <a:prstGeom prst="rect">
            <a:avLst/>
          </a:prstGeom>
          <a:solidFill>
            <a:srgbClr val="CED7E6"/>
          </a:solidFill>
          <a:ln>
            <a:noFill/>
          </a:ln>
        </p:spPr>
      </p:sp>
      <p:sp>
        <p:nvSpPr>
          <p:cNvPr id="114" name="wm.library-whiteboard.001.005.009"/>
          <p:cNvSpPr/>
          <p:nvPr/>
        </p:nvSpPr>
        <p:spPr>
          <a:xfrm>
            <a:off x="4610100" y="2057400"/>
            <a:ext cx="38100" cy="38100"/>
          </a:xfrm>
          <a:prstGeom prst="rect">
            <a:avLst/>
          </a:prstGeom>
          <a:solidFill>
            <a:srgbClr val="CED7E6"/>
          </a:solidFill>
          <a:ln>
            <a:noFill/>
          </a:ln>
        </p:spPr>
      </p:sp>
      <p:sp>
        <p:nvSpPr>
          <p:cNvPr id="115" name="wm.library-whiteboard.001.005.010"/>
          <p:cNvSpPr/>
          <p:nvPr/>
        </p:nvSpPr>
        <p:spPr>
          <a:xfrm>
            <a:off x="4610100" y="2286000"/>
            <a:ext cx="38100" cy="38100"/>
          </a:xfrm>
          <a:prstGeom prst="rect">
            <a:avLst/>
          </a:prstGeom>
          <a:solidFill>
            <a:srgbClr val="CED7E6"/>
          </a:solidFill>
          <a:ln>
            <a:noFill/>
          </a:ln>
        </p:spPr>
      </p:sp>
      <p:sp>
        <p:nvSpPr>
          <p:cNvPr id="116" name="wm.library-whiteboard.001.005.011"/>
          <p:cNvSpPr/>
          <p:nvPr/>
        </p:nvSpPr>
        <p:spPr>
          <a:xfrm>
            <a:off x="4610100" y="2514600"/>
            <a:ext cx="38100" cy="38100"/>
          </a:xfrm>
          <a:prstGeom prst="rect">
            <a:avLst/>
          </a:prstGeom>
          <a:solidFill>
            <a:srgbClr val="CED7E6">
              <a:alpha val="99890"/>
            </a:srgbClr>
          </a:solidFill>
          <a:ln>
            <a:noFill/>
          </a:ln>
        </p:spPr>
      </p:sp>
      <p:sp>
        <p:nvSpPr>
          <p:cNvPr id="117" name="wm.library-whiteboard.001.005.012"/>
          <p:cNvSpPr/>
          <p:nvPr/>
        </p:nvSpPr>
        <p:spPr>
          <a:xfrm>
            <a:off x="4610100" y="2743200"/>
            <a:ext cx="38100" cy="38100"/>
          </a:xfrm>
          <a:prstGeom prst="rect">
            <a:avLst/>
          </a:prstGeom>
          <a:solidFill>
            <a:srgbClr val="CED7E6">
              <a:alpha val="93267"/>
            </a:srgbClr>
          </a:solidFill>
          <a:ln>
            <a:noFill/>
          </a:ln>
        </p:spPr>
      </p:sp>
      <p:sp>
        <p:nvSpPr>
          <p:cNvPr id="118" name="wm.library-whiteboard.001.005.013"/>
          <p:cNvSpPr/>
          <p:nvPr/>
        </p:nvSpPr>
        <p:spPr>
          <a:xfrm>
            <a:off x="4610100" y="2971800"/>
            <a:ext cx="38100" cy="38100"/>
          </a:xfrm>
          <a:prstGeom prst="rect">
            <a:avLst/>
          </a:prstGeom>
          <a:solidFill>
            <a:srgbClr val="CED7E6">
              <a:alpha val="86645"/>
            </a:srgbClr>
          </a:solidFill>
          <a:ln>
            <a:noFill/>
          </a:ln>
        </p:spPr>
      </p:sp>
      <p:sp>
        <p:nvSpPr>
          <p:cNvPr id="119" name="wm.library-whiteboard.001.005.014"/>
          <p:cNvSpPr/>
          <p:nvPr/>
        </p:nvSpPr>
        <p:spPr>
          <a:xfrm>
            <a:off x="4610100" y="3200400"/>
            <a:ext cx="38100" cy="38100"/>
          </a:xfrm>
          <a:prstGeom prst="rect">
            <a:avLst/>
          </a:prstGeom>
          <a:solidFill>
            <a:srgbClr val="CED7E6">
              <a:alpha val="80022"/>
            </a:srgbClr>
          </a:solidFill>
          <a:ln>
            <a:noFill/>
          </a:ln>
        </p:spPr>
      </p:sp>
      <p:sp>
        <p:nvSpPr>
          <p:cNvPr id="120" name="wm.library-whiteboard.001.005.015"/>
          <p:cNvSpPr/>
          <p:nvPr/>
        </p:nvSpPr>
        <p:spPr>
          <a:xfrm>
            <a:off x="4610100" y="3429000"/>
            <a:ext cx="38100" cy="38100"/>
          </a:xfrm>
          <a:prstGeom prst="rect">
            <a:avLst/>
          </a:prstGeom>
          <a:solidFill>
            <a:srgbClr val="CED7E6">
              <a:alpha val="73400"/>
            </a:srgbClr>
          </a:solidFill>
          <a:ln>
            <a:noFill/>
          </a:ln>
        </p:spPr>
      </p:sp>
      <p:sp>
        <p:nvSpPr>
          <p:cNvPr id="121" name="wm.library-whiteboard.001.005.016"/>
          <p:cNvSpPr/>
          <p:nvPr/>
        </p:nvSpPr>
        <p:spPr>
          <a:xfrm>
            <a:off x="4610100" y="3657600"/>
            <a:ext cx="38100" cy="38100"/>
          </a:xfrm>
          <a:prstGeom prst="rect">
            <a:avLst/>
          </a:prstGeom>
          <a:solidFill>
            <a:srgbClr val="CED7E6">
              <a:alpha val="66777"/>
            </a:srgbClr>
          </a:solidFill>
          <a:ln>
            <a:noFill/>
          </a:ln>
        </p:spPr>
      </p:sp>
      <p:sp>
        <p:nvSpPr>
          <p:cNvPr id="122" name="wm.library-whiteboard.001.005.017"/>
          <p:cNvSpPr/>
          <p:nvPr/>
        </p:nvSpPr>
        <p:spPr>
          <a:xfrm>
            <a:off x="4610100" y="3886200"/>
            <a:ext cx="38100" cy="38100"/>
          </a:xfrm>
          <a:prstGeom prst="rect">
            <a:avLst/>
          </a:prstGeom>
          <a:solidFill>
            <a:srgbClr val="CED7E6">
              <a:alpha val="60155"/>
            </a:srgbClr>
          </a:solidFill>
          <a:ln>
            <a:noFill/>
          </a:ln>
        </p:spPr>
      </p:sp>
      <p:sp>
        <p:nvSpPr>
          <p:cNvPr id="123" name="wm.library-whiteboard.001.005.018"/>
          <p:cNvSpPr/>
          <p:nvPr/>
        </p:nvSpPr>
        <p:spPr>
          <a:xfrm>
            <a:off x="4610100" y="4114800"/>
            <a:ext cx="38100" cy="38100"/>
          </a:xfrm>
          <a:prstGeom prst="rect">
            <a:avLst/>
          </a:prstGeom>
          <a:solidFill>
            <a:srgbClr val="CED7E6">
              <a:alpha val="53532"/>
            </a:srgbClr>
          </a:solidFill>
          <a:ln>
            <a:noFill/>
          </a:ln>
        </p:spPr>
      </p:sp>
      <p:sp>
        <p:nvSpPr>
          <p:cNvPr id="124" name="wm.library-whiteboard.001.005.019"/>
          <p:cNvSpPr/>
          <p:nvPr/>
        </p:nvSpPr>
        <p:spPr>
          <a:xfrm>
            <a:off x="4610100" y="4343400"/>
            <a:ext cx="38100" cy="38100"/>
          </a:xfrm>
          <a:prstGeom prst="rect">
            <a:avLst/>
          </a:prstGeom>
          <a:solidFill>
            <a:srgbClr val="CED7E6">
              <a:alpha val="46909"/>
            </a:srgbClr>
          </a:solidFill>
          <a:ln>
            <a:noFill/>
          </a:ln>
        </p:spPr>
      </p:sp>
      <p:sp>
        <p:nvSpPr>
          <p:cNvPr id="125" name="wm.library-whiteboard.001.005.020"/>
          <p:cNvSpPr/>
          <p:nvPr/>
        </p:nvSpPr>
        <p:spPr>
          <a:xfrm>
            <a:off x="4610100" y="4572000"/>
            <a:ext cx="38100" cy="38100"/>
          </a:xfrm>
          <a:prstGeom prst="rect">
            <a:avLst/>
          </a:prstGeom>
          <a:solidFill>
            <a:srgbClr val="CED7E6">
              <a:alpha val="40287"/>
            </a:srgbClr>
          </a:solidFill>
          <a:ln>
            <a:noFill/>
          </a:ln>
        </p:spPr>
      </p:sp>
      <p:sp>
        <p:nvSpPr>
          <p:cNvPr id="126" name="wm.library-whiteboard.001.005.021"/>
          <p:cNvSpPr/>
          <p:nvPr/>
        </p:nvSpPr>
        <p:spPr>
          <a:xfrm>
            <a:off x="4610100" y="4800600"/>
            <a:ext cx="38100" cy="38100"/>
          </a:xfrm>
          <a:prstGeom prst="rect">
            <a:avLst/>
          </a:prstGeom>
          <a:solidFill>
            <a:srgbClr val="CED7E6">
              <a:alpha val="33664"/>
            </a:srgbClr>
          </a:solidFill>
          <a:ln>
            <a:noFill/>
          </a:ln>
        </p:spPr>
      </p:sp>
      <p:sp>
        <p:nvSpPr>
          <p:cNvPr id="127" name="wm.library-whiteboard.001.005.022"/>
          <p:cNvSpPr/>
          <p:nvPr/>
        </p:nvSpPr>
        <p:spPr>
          <a:xfrm>
            <a:off x="4610100" y="5029200"/>
            <a:ext cx="38100" cy="38100"/>
          </a:xfrm>
          <a:prstGeom prst="rect">
            <a:avLst/>
          </a:prstGeom>
          <a:solidFill>
            <a:srgbClr val="CED7E6">
              <a:alpha val="27042"/>
            </a:srgbClr>
          </a:solidFill>
          <a:ln>
            <a:noFill/>
          </a:ln>
        </p:spPr>
      </p:sp>
      <p:sp>
        <p:nvSpPr>
          <p:cNvPr id="128" name="wm.library-whiteboard.001.005.023"/>
          <p:cNvSpPr/>
          <p:nvPr/>
        </p:nvSpPr>
        <p:spPr>
          <a:xfrm>
            <a:off x="4610100" y="5257800"/>
            <a:ext cx="38100" cy="38100"/>
          </a:xfrm>
          <a:prstGeom prst="rect">
            <a:avLst/>
          </a:prstGeom>
          <a:solidFill>
            <a:srgbClr val="CED7E6">
              <a:alpha val="20419"/>
            </a:srgbClr>
          </a:solidFill>
          <a:ln>
            <a:noFill/>
          </a:ln>
        </p:spPr>
      </p:sp>
      <p:sp>
        <p:nvSpPr>
          <p:cNvPr id="129" name="wm.library-whiteboard.001.005.024"/>
          <p:cNvSpPr/>
          <p:nvPr/>
        </p:nvSpPr>
        <p:spPr>
          <a:xfrm>
            <a:off x="4610100" y="5486400"/>
            <a:ext cx="38100" cy="38100"/>
          </a:xfrm>
          <a:prstGeom prst="rect">
            <a:avLst/>
          </a:prstGeom>
          <a:solidFill>
            <a:srgbClr val="CED7E6">
              <a:alpha val="13797"/>
            </a:srgbClr>
          </a:solidFill>
          <a:ln>
            <a:noFill/>
          </a:ln>
        </p:spPr>
      </p:sp>
      <p:sp>
        <p:nvSpPr>
          <p:cNvPr id="130" name="wm.library-whiteboard.001.005.025"/>
          <p:cNvSpPr/>
          <p:nvPr/>
        </p:nvSpPr>
        <p:spPr>
          <a:xfrm>
            <a:off x="4610100" y="5715000"/>
            <a:ext cx="38100" cy="38100"/>
          </a:xfrm>
          <a:prstGeom prst="rect">
            <a:avLst/>
          </a:prstGeom>
          <a:solidFill>
            <a:srgbClr val="CED7E6">
              <a:alpha val="7174"/>
            </a:srgbClr>
          </a:solidFill>
          <a:ln>
            <a:noFill/>
          </a:ln>
        </p:spPr>
      </p:sp>
      <p:sp>
        <p:nvSpPr>
          <p:cNvPr id="131" name="wm.library-whiteboard.001.005.026"/>
          <p:cNvSpPr/>
          <p:nvPr/>
        </p:nvSpPr>
        <p:spPr>
          <a:xfrm>
            <a:off x="4610100" y="5943600"/>
            <a:ext cx="38100" cy="38100"/>
          </a:xfrm>
          <a:prstGeom prst="rect">
            <a:avLst/>
          </a:prstGeom>
          <a:solidFill>
            <a:srgbClr val="CED7E6">
              <a:alpha val="552"/>
            </a:srgbClr>
          </a:solidFill>
          <a:ln>
            <a:noFill/>
          </a:ln>
        </p:spPr>
      </p:sp>
      <p:sp>
        <p:nvSpPr>
          <p:cNvPr id="132" name="wm.library-whiteboard.001.006.001"/>
          <p:cNvSpPr/>
          <p:nvPr/>
        </p:nvSpPr>
        <p:spPr>
          <a:xfrm>
            <a:off x="4838700" y="228600"/>
            <a:ext cx="38100" cy="38100"/>
          </a:xfrm>
          <a:prstGeom prst="rect">
            <a:avLst/>
          </a:prstGeom>
          <a:solidFill>
            <a:srgbClr val="CED7E6"/>
          </a:solidFill>
          <a:ln>
            <a:noFill/>
          </a:ln>
        </p:spPr>
      </p:sp>
      <p:sp>
        <p:nvSpPr>
          <p:cNvPr id="133" name="wm.library-whiteboard.001.006.002"/>
          <p:cNvSpPr/>
          <p:nvPr/>
        </p:nvSpPr>
        <p:spPr>
          <a:xfrm>
            <a:off x="4838700" y="457200"/>
            <a:ext cx="38100" cy="38100"/>
          </a:xfrm>
          <a:prstGeom prst="rect">
            <a:avLst/>
          </a:prstGeom>
          <a:solidFill>
            <a:srgbClr val="CED7E6"/>
          </a:solidFill>
          <a:ln>
            <a:noFill/>
          </a:ln>
        </p:spPr>
      </p:sp>
      <p:sp>
        <p:nvSpPr>
          <p:cNvPr id="134" name="wm.library-whiteboard.001.006.003"/>
          <p:cNvSpPr/>
          <p:nvPr/>
        </p:nvSpPr>
        <p:spPr>
          <a:xfrm>
            <a:off x="4838700" y="685800"/>
            <a:ext cx="38100" cy="38100"/>
          </a:xfrm>
          <a:prstGeom prst="rect">
            <a:avLst/>
          </a:prstGeom>
          <a:solidFill>
            <a:srgbClr val="CED7E6"/>
          </a:solidFill>
          <a:ln>
            <a:noFill/>
          </a:ln>
        </p:spPr>
      </p:sp>
      <p:sp>
        <p:nvSpPr>
          <p:cNvPr id="135" name="wm.library-whiteboard.001.006.004"/>
          <p:cNvSpPr/>
          <p:nvPr/>
        </p:nvSpPr>
        <p:spPr>
          <a:xfrm>
            <a:off x="4838700" y="914400"/>
            <a:ext cx="38100" cy="38100"/>
          </a:xfrm>
          <a:prstGeom prst="rect">
            <a:avLst/>
          </a:prstGeom>
          <a:solidFill>
            <a:srgbClr val="CED7E6"/>
          </a:solidFill>
          <a:ln>
            <a:noFill/>
          </a:ln>
        </p:spPr>
      </p:sp>
      <p:sp>
        <p:nvSpPr>
          <p:cNvPr id="136" name="wm.library-whiteboard.001.006.005"/>
          <p:cNvSpPr/>
          <p:nvPr/>
        </p:nvSpPr>
        <p:spPr>
          <a:xfrm>
            <a:off x="4838700" y="1143000"/>
            <a:ext cx="38100" cy="38100"/>
          </a:xfrm>
          <a:prstGeom prst="rect">
            <a:avLst/>
          </a:prstGeom>
          <a:solidFill>
            <a:srgbClr val="CED7E6"/>
          </a:solidFill>
          <a:ln>
            <a:noFill/>
          </a:ln>
        </p:spPr>
      </p:sp>
      <p:sp>
        <p:nvSpPr>
          <p:cNvPr id="137" name="wm.library-whiteboard.001.006.006"/>
          <p:cNvSpPr/>
          <p:nvPr/>
        </p:nvSpPr>
        <p:spPr>
          <a:xfrm>
            <a:off x="4838700" y="1371600"/>
            <a:ext cx="38100" cy="38100"/>
          </a:xfrm>
          <a:prstGeom prst="rect">
            <a:avLst/>
          </a:prstGeom>
          <a:solidFill>
            <a:srgbClr val="CED7E6"/>
          </a:solidFill>
          <a:ln>
            <a:noFill/>
          </a:ln>
        </p:spPr>
      </p:sp>
      <p:sp>
        <p:nvSpPr>
          <p:cNvPr id="138" name="wm.library-whiteboard.001.006.007"/>
          <p:cNvSpPr/>
          <p:nvPr/>
        </p:nvSpPr>
        <p:spPr>
          <a:xfrm>
            <a:off x="4838700" y="1600200"/>
            <a:ext cx="38100" cy="38100"/>
          </a:xfrm>
          <a:prstGeom prst="rect">
            <a:avLst/>
          </a:prstGeom>
          <a:solidFill>
            <a:srgbClr val="CED7E6"/>
          </a:solidFill>
          <a:ln>
            <a:noFill/>
          </a:ln>
        </p:spPr>
      </p:sp>
      <p:sp>
        <p:nvSpPr>
          <p:cNvPr id="139" name="wm.library-whiteboard.001.006.008"/>
          <p:cNvSpPr/>
          <p:nvPr/>
        </p:nvSpPr>
        <p:spPr>
          <a:xfrm>
            <a:off x="4838700" y="1828800"/>
            <a:ext cx="38100" cy="38100"/>
          </a:xfrm>
          <a:prstGeom prst="rect">
            <a:avLst/>
          </a:prstGeom>
          <a:solidFill>
            <a:srgbClr val="CED7E6"/>
          </a:solidFill>
          <a:ln>
            <a:noFill/>
          </a:ln>
        </p:spPr>
      </p:sp>
      <p:sp>
        <p:nvSpPr>
          <p:cNvPr id="140" name="wm.library-whiteboard.001.006.009"/>
          <p:cNvSpPr/>
          <p:nvPr/>
        </p:nvSpPr>
        <p:spPr>
          <a:xfrm>
            <a:off x="4838700" y="2057400"/>
            <a:ext cx="38100" cy="38100"/>
          </a:xfrm>
          <a:prstGeom prst="rect">
            <a:avLst/>
          </a:prstGeom>
          <a:solidFill>
            <a:srgbClr val="CED7E6"/>
          </a:solidFill>
          <a:ln>
            <a:noFill/>
          </a:ln>
        </p:spPr>
      </p:sp>
      <p:sp>
        <p:nvSpPr>
          <p:cNvPr id="141" name="wm.library-whiteboard.001.006.010"/>
          <p:cNvSpPr/>
          <p:nvPr/>
        </p:nvSpPr>
        <p:spPr>
          <a:xfrm>
            <a:off x="4838700" y="2286000"/>
            <a:ext cx="38100" cy="38100"/>
          </a:xfrm>
          <a:prstGeom prst="rect">
            <a:avLst/>
          </a:prstGeom>
          <a:solidFill>
            <a:srgbClr val="CED7E6"/>
          </a:solidFill>
          <a:ln>
            <a:noFill/>
          </a:ln>
        </p:spPr>
      </p:sp>
      <p:sp>
        <p:nvSpPr>
          <p:cNvPr id="142" name="wm.library-whiteboard.001.006.011"/>
          <p:cNvSpPr/>
          <p:nvPr/>
        </p:nvSpPr>
        <p:spPr>
          <a:xfrm>
            <a:off x="4838700" y="2514600"/>
            <a:ext cx="38100" cy="38100"/>
          </a:xfrm>
          <a:prstGeom prst="rect">
            <a:avLst/>
          </a:prstGeom>
          <a:solidFill>
            <a:srgbClr val="CED7E6">
              <a:alpha val="99890"/>
            </a:srgbClr>
          </a:solidFill>
          <a:ln>
            <a:noFill/>
          </a:ln>
        </p:spPr>
      </p:sp>
      <p:sp>
        <p:nvSpPr>
          <p:cNvPr id="143" name="wm.library-whiteboard.001.006.012"/>
          <p:cNvSpPr/>
          <p:nvPr/>
        </p:nvSpPr>
        <p:spPr>
          <a:xfrm>
            <a:off x="4838700" y="2743200"/>
            <a:ext cx="38100" cy="38100"/>
          </a:xfrm>
          <a:prstGeom prst="rect">
            <a:avLst/>
          </a:prstGeom>
          <a:solidFill>
            <a:srgbClr val="CED7E6">
              <a:alpha val="93267"/>
            </a:srgbClr>
          </a:solidFill>
          <a:ln>
            <a:noFill/>
          </a:ln>
        </p:spPr>
      </p:sp>
      <p:sp>
        <p:nvSpPr>
          <p:cNvPr id="144" name="wm.library-whiteboard.001.006.013"/>
          <p:cNvSpPr/>
          <p:nvPr/>
        </p:nvSpPr>
        <p:spPr>
          <a:xfrm>
            <a:off x="4838700" y="2971800"/>
            <a:ext cx="38100" cy="38100"/>
          </a:xfrm>
          <a:prstGeom prst="rect">
            <a:avLst/>
          </a:prstGeom>
          <a:solidFill>
            <a:srgbClr val="CED7E6">
              <a:alpha val="86645"/>
            </a:srgbClr>
          </a:solidFill>
          <a:ln>
            <a:noFill/>
          </a:ln>
        </p:spPr>
      </p:sp>
      <p:sp>
        <p:nvSpPr>
          <p:cNvPr id="145" name="wm.library-whiteboard.001.006.014"/>
          <p:cNvSpPr/>
          <p:nvPr/>
        </p:nvSpPr>
        <p:spPr>
          <a:xfrm>
            <a:off x="4838700" y="3200400"/>
            <a:ext cx="38100" cy="38100"/>
          </a:xfrm>
          <a:prstGeom prst="rect">
            <a:avLst/>
          </a:prstGeom>
          <a:solidFill>
            <a:srgbClr val="CED7E6">
              <a:alpha val="80022"/>
            </a:srgbClr>
          </a:solidFill>
          <a:ln>
            <a:noFill/>
          </a:ln>
        </p:spPr>
      </p:sp>
      <p:sp>
        <p:nvSpPr>
          <p:cNvPr id="146" name="wm.library-whiteboard.001.006.015"/>
          <p:cNvSpPr/>
          <p:nvPr/>
        </p:nvSpPr>
        <p:spPr>
          <a:xfrm>
            <a:off x="4838700" y="3429000"/>
            <a:ext cx="38100" cy="38100"/>
          </a:xfrm>
          <a:prstGeom prst="rect">
            <a:avLst/>
          </a:prstGeom>
          <a:solidFill>
            <a:srgbClr val="CED7E6">
              <a:alpha val="73400"/>
            </a:srgbClr>
          </a:solidFill>
          <a:ln>
            <a:noFill/>
          </a:ln>
        </p:spPr>
      </p:sp>
      <p:sp>
        <p:nvSpPr>
          <p:cNvPr id="147" name="wm.library-whiteboard.001.006.016"/>
          <p:cNvSpPr/>
          <p:nvPr/>
        </p:nvSpPr>
        <p:spPr>
          <a:xfrm>
            <a:off x="4838700" y="3657600"/>
            <a:ext cx="38100" cy="38100"/>
          </a:xfrm>
          <a:prstGeom prst="rect">
            <a:avLst/>
          </a:prstGeom>
          <a:solidFill>
            <a:srgbClr val="CED7E6">
              <a:alpha val="66777"/>
            </a:srgbClr>
          </a:solidFill>
          <a:ln>
            <a:noFill/>
          </a:ln>
        </p:spPr>
      </p:sp>
      <p:sp>
        <p:nvSpPr>
          <p:cNvPr id="148" name="wm.library-whiteboard.001.006.017"/>
          <p:cNvSpPr/>
          <p:nvPr/>
        </p:nvSpPr>
        <p:spPr>
          <a:xfrm>
            <a:off x="4838700" y="3886200"/>
            <a:ext cx="38100" cy="38100"/>
          </a:xfrm>
          <a:prstGeom prst="rect">
            <a:avLst/>
          </a:prstGeom>
          <a:solidFill>
            <a:srgbClr val="CED7E6">
              <a:alpha val="60155"/>
            </a:srgbClr>
          </a:solidFill>
          <a:ln>
            <a:noFill/>
          </a:ln>
        </p:spPr>
      </p:sp>
      <p:sp>
        <p:nvSpPr>
          <p:cNvPr id="149" name="wm.library-whiteboard.001.006.018"/>
          <p:cNvSpPr/>
          <p:nvPr/>
        </p:nvSpPr>
        <p:spPr>
          <a:xfrm>
            <a:off x="4838700" y="4114800"/>
            <a:ext cx="38100" cy="38100"/>
          </a:xfrm>
          <a:prstGeom prst="rect">
            <a:avLst/>
          </a:prstGeom>
          <a:solidFill>
            <a:srgbClr val="CED7E6">
              <a:alpha val="53532"/>
            </a:srgbClr>
          </a:solidFill>
          <a:ln>
            <a:noFill/>
          </a:ln>
        </p:spPr>
      </p:sp>
      <p:sp>
        <p:nvSpPr>
          <p:cNvPr id="150" name="wm.library-whiteboard.001.006.019"/>
          <p:cNvSpPr/>
          <p:nvPr/>
        </p:nvSpPr>
        <p:spPr>
          <a:xfrm>
            <a:off x="4838700" y="4343400"/>
            <a:ext cx="38100" cy="38100"/>
          </a:xfrm>
          <a:prstGeom prst="rect">
            <a:avLst/>
          </a:prstGeom>
          <a:solidFill>
            <a:srgbClr val="CED7E6">
              <a:alpha val="46909"/>
            </a:srgbClr>
          </a:solidFill>
          <a:ln>
            <a:noFill/>
          </a:ln>
        </p:spPr>
      </p:sp>
      <p:sp>
        <p:nvSpPr>
          <p:cNvPr id="151" name="wm.library-whiteboard.001.006.020"/>
          <p:cNvSpPr/>
          <p:nvPr/>
        </p:nvSpPr>
        <p:spPr>
          <a:xfrm>
            <a:off x="4838700" y="4572000"/>
            <a:ext cx="38100" cy="38100"/>
          </a:xfrm>
          <a:prstGeom prst="rect">
            <a:avLst/>
          </a:prstGeom>
          <a:solidFill>
            <a:srgbClr val="CED7E6">
              <a:alpha val="40287"/>
            </a:srgbClr>
          </a:solidFill>
          <a:ln>
            <a:noFill/>
          </a:ln>
        </p:spPr>
      </p:sp>
      <p:sp>
        <p:nvSpPr>
          <p:cNvPr id="152" name="wm.library-whiteboard.001.006.021"/>
          <p:cNvSpPr/>
          <p:nvPr/>
        </p:nvSpPr>
        <p:spPr>
          <a:xfrm>
            <a:off x="4838700" y="4800600"/>
            <a:ext cx="38100" cy="38100"/>
          </a:xfrm>
          <a:prstGeom prst="rect">
            <a:avLst/>
          </a:prstGeom>
          <a:solidFill>
            <a:srgbClr val="CED7E6">
              <a:alpha val="33664"/>
            </a:srgbClr>
          </a:solidFill>
          <a:ln>
            <a:noFill/>
          </a:ln>
        </p:spPr>
      </p:sp>
      <p:sp>
        <p:nvSpPr>
          <p:cNvPr id="153" name="wm.library-whiteboard.001.006.022"/>
          <p:cNvSpPr/>
          <p:nvPr/>
        </p:nvSpPr>
        <p:spPr>
          <a:xfrm>
            <a:off x="4838700" y="5029200"/>
            <a:ext cx="38100" cy="38100"/>
          </a:xfrm>
          <a:prstGeom prst="rect">
            <a:avLst/>
          </a:prstGeom>
          <a:solidFill>
            <a:srgbClr val="CED7E6">
              <a:alpha val="27042"/>
            </a:srgbClr>
          </a:solidFill>
          <a:ln>
            <a:noFill/>
          </a:ln>
        </p:spPr>
      </p:sp>
      <p:sp>
        <p:nvSpPr>
          <p:cNvPr id="154" name="wm.library-whiteboard.001.006.023"/>
          <p:cNvSpPr/>
          <p:nvPr/>
        </p:nvSpPr>
        <p:spPr>
          <a:xfrm>
            <a:off x="4838700" y="5257800"/>
            <a:ext cx="38100" cy="38100"/>
          </a:xfrm>
          <a:prstGeom prst="rect">
            <a:avLst/>
          </a:prstGeom>
          <a:solidFill>
            <a:srgbClr val="CED7E6">
              <a:alpha val="20419"/>
            </a:srgbClr>
          </a:solidFill>
          <a:ln>
            <a:noFill/>
          </a:ln>
        </p:spPr>
      </p:sp>
      <p:sp>
        <p:nvSpPr>
          <p:cNvPr id="155" name="wm.library-whiteboard.001.006.024"/>
          <p:cNvSpPr/>
          <p:nvPr/>
        </p:nvSpPr>
        <p:spPr>
          <a:xfrm>
            <a:off x="4838700" y="5486400"/>
            <a:ext cx="38100" cy="38100"/>
          </a:xfrm>
          <a:prstGeom prst="rect">
            <a:avLst/>
          </a:prstGeom>
          <a:solidFill>
            <a:srgbClr val="CED7E6">
              <a:alpha val="13797"/>
            </a:srgbClr>
          </a:solidFill>
          <a:ln>
            <a:noFill/>
          </a:ln>
        </p:spPr>
      </p:sp>
      <p:sp>
        <p:nvSpPr>
          <p:cNvPr id="156" name="wm.library-whiteboard.001.006.025"/>
          <p:cNvSpPr/>
          <p:nvPr/>
        </p:nvSpPr>
        <p:spPr>
          <a:xfrm>
            <a:off x="4838700" y="5715000"/>
            <a:ext cx="38100" cy="38100"/>
          </a:xfrm>
          <a:prstGeom prst="rect">
            <a:avLst/>
          </a:prstGeom>
          <a:solidFill>
            <a:srgbClr val="CED7E6">
              <a:alpha val="7174"/>
            </a:srgbClr>
          </a:solidFill>
          <a:ln>
            <a:noFill/>
          </a:ln>
        </p:spPr>
      </p:sp>
      <p:sp>
        <p:nvSpPr>
          <p:cNvPr id="157" name="wm.library-whiteboard.001.006.026"/>
          <p:cNvSpPr/>
          <p:nvPr/>
        </p:nvSpPr>
        <p:spPr>
          <a:xfrm>
            <a:off x="4838700" y="5943600"/>
            <a:ext cx="38100" cy="38100"/>
          </a:xfrm>
          <a:prstGeom prst="rect">
            <a:avLst/>
          </a:prstGeom>
          <a:solidFill>
            <a:srgbClr val="CED7E6">
              <a:alpha val="552"/>
            </a:srgbClr>
          </a:solidFill>
          <a:ln>
            <a:noFill/>
          </a:ln>
        </p:spPr>
      </p:sp>
      <p:sp>
        <p:nvSpPr>
          <p:cNvPr id="158" name="wm.library-whiteboard.001.007.001"/>
          <p:cNvSpPr/>
          <p:nvPr/>
        </p:nvSpPr>
        <p:spPr>
          <a:xfrm>
            <a:off x="5067300" y="228600"/>
            <a:ext cx="38100" cy="38100"/>
          </a:xfrm>
          <a:prstGeom prst="rect">
            <a:avLst/>
          </a:prstGeom>
          <a:solidFill>
            <a:srgbClr val="CED7E6"/>
          </a:solidFill>
          <a:ln>
            <a:noFill/>
          </a:ln>
        </p:spPr>
      </p:sp>
      <p:sp>
        <p:nvSpPr>
          <p:cNvPr id="159" name="wm.library-whiteboard.001.007.002"/>
          <p:cNvSpPr/>
          <p:nvPr/>
        </p:nvSpPr>
        <p:spPr>
          <a:xfrm>
            <a:off x="5067300" y="457200"/>
            <a:ext cx="38100" cy="38100"/>
          </a:xfrm>
          <a:prstGeom prst="rect">
            <a:avLst/>
          </a:prstGeom>
          <a:solidFill>
            <a:srgbClr val="CED7E6"/>
          </a:solidFill>
          <a:ln>
            <a:noFill/>
          </a:ln>
        </p:spPr>
      </p:sp>
      <p:sp>
        <p:nvSpPr>
          <p:cNvPr id="160" name="wm.library-whiteboard.001.007.003"/>
          <p:cNvSpPr/>
          <p:nvPr/>
        </p:nvSpPr>
        <p:spPr>
          <a:xfrm>
            <a:off x="5067300" y="685800"/>
            <a:ext cx="38100" cy="38100"/>
          </a:xfrm>
          <a:prstGeom prst="rect">
            <a:avLst/>
          </a:prstGeom>
          <a:solidFill>
            <a:srgbClr val="CED7E6"/>
          </a:solidFill>
          <a:ln>
            <a:noFill/>
          </a:ln>
        </p:spPr>
      </p:sp>
      <p:sp>
        <p:nvSpPr>
          <p:cNvPr id="161" name="wm.library-whiteboard.001.007.004"/>
          <p:cNvSpPr/>
          <p:nvPr/>
        </p:nvSpPr>
        <p:spPr>
          <a:xfrm>
            <a:off x="5067300" y="914400"/>
            <a:ext cx="38100" cy="38100"/>
          </a:xfrm>
          <a:prstGeom prst="rect">
            <a:avLst/>
          </a:prstGeom>
          <a:solidFill>
            <a:srgbClr val="CED7E6"/>
          </a:solidFill>
          <a:ln>
            <a:noFill/>
          </a:ln>
        </p:spPr>
      </p:sp>
      <p:sp>
        <p:nvSpPr>
          <p:cNvPr id="162" name="wm.library-whiteboard.001.007.005"/>
          <p:cNvSpPr/>
          <p:nvPr/>
        </p:nvSpPr>
        <p:spPr>
          <a:xfrm>
            <a:off x="5067300" y="1143000"/>
            <a:ext cx="38100" cy="38100"/>
          </a:xfrm>
          <a:prstGeom prst="rect">
            <a:avLst/>
          </a:prstGeom>
          <a:solidFill>
            <a:srgbClr val="CED7E6"/>
          </a:solidFill>
          <a:ln>
            <a:noFill/>
          </a:ln>
        </p:spPr>
      </p:sp>
      <p:sp>
        <p:nvSpPr>
          <p:cNvPr id="163" name="wm.library-whiteboard.001.007.006"/>
          <p:cNvSpPr/>
          <p:nvPr/>
        </p:nvSpPr>
        <p:spPr>
          <a:xfrm>
            <a:off x="5067300" y="1371600"/>
            <a:ext cx="38100" cy="38100"/>
          </a:xfrm>
          <a:prstGeom prst="rect">
            <a:avLst/>
          </a:prstGeom>
          <a:solidFill>
            <a:srgbClr val="CED7E6"/>
          </a:solidFill>
          <a:ln>
            <a:noFill/>
          </a:ln>
        </p:spPr>
      </p:sp>
      <p:sp>
        <p:nvSpPr>
          <p:cNvPr id="164" name="wm.library-whiteboard.001.007.007"/>
          <p:cNvSpPr/>
          <p:nvPr/>
        </p:nvSpPr>
        <p:spPr>
          <a:xfrm>
            <a:off x="5067300" y="1600200"/>
            <a:ext cx="38100" cy="38100"/>
          </a:xfrm>
          <a:prstGeom prst="rect">
            <a:avLst/>
          </a:prstGeom>
          <a:solidFill>
            <a:srgbClr val="CED7E6"/>
          </a:solidFill>
          <a:ln>
            <a:noFill/>
          </a:ln>
        </p:spPr>
      </p:sp>
      <p:sp>
        <p:nvSpPr>
          <p:cNvPr id="165" name="wm.library-whiteboard.001.007.008"/>
          <p:cNvSpPr/>
          <p:nvPr/>
        </p:nvSpPr>
        <p:spPr>
          <a:xfrm>
            <a:off x="5067300" y="1828800"/>
            <a:ext cx="38100" cy="38100"/>
          </a:xfrm>
          <a:prstGeom prst="rect">
            <a:avLst/>
          </a:prstGeom>
          <a:solidFill>
            <a:srgbClr val="CED7E6"/>
          </a:solidFill>
          <a:ln>
            <a:noFill/>
          </a:ln>
        </p:spPr>
      </p:sp>
      <p:sp>
        <p:nvSpPr>
          <p:cNvPr id="166" name="wm.library-whiteboard.001.007.009"/>
          <p:cNvSpPr/>
          <p:nvPr/>
        </p:nvSpPr>
        <p:spPr>
          <a:xfrm>
            <a:off x="5067300" y="2057400"/>
            <a:ext cx="38100" cy="38100"/>
          </a:xfrm>
          <a:prstGeom prst="rect">
            <a:avLst/>
          </a:prstGeom>
          <a:solidFill>
            <a:srgbClr val="CED7E6"/>
          </a:solidFill>
          <a:ln>
            <a:noFill/>
          </a:ln>
        </p:spPr>
      </p:sp>
      <p:sp>
        <p:nvSpPr>
          <p:cNvPr id="167" name="wm.library-whiteboard.001.007.010"/>
          <p:cNvSpPr/>
          <p:nvPr/>
        </p:nvSpPr>
        <p:spPr>
          <a:xfrm>
            <a:off x="5067300" y="2286000"/>
            <a:ext cx="38100" cy="38100"/>
          </a:xfrm>
          <a:prstGeom prst="rect">
            <a:avLst/>
          </a:prstGeom>
          <a:solidFill>
            <a:srgbClr val="CED7E6"/>
          </a:solidFill>
          <a:ln>
            <a:noFill/>
          </a:ln>
        </p:spPr>
      </p:sp>
      <p:sp>
        <p:nvSpPr>
          <p:cNvPr id="168" name="wm.library-whiteboard.001.007.011"/>
          <p:cNvSpPr/>
          <p:nvPr/>
        </p:nvSpPr>
        <p:spPr>
          <a:xfrm>
            <a:off x="5067300" y="2514600"/>
            <a:ext cx="38100" cy="38100"/>
          </a:xfrm>
          <a:prstGeom prst="rect">
            <a:avLst/>
          </a:prstGeom>
          <a:solidFill>
            <a:srgbClr val="CED7E6">
              <a:alpha val="99890"/>
            </a:srgbClr>
          </a:solidFill>
          <a:ln>
            <a:noFill/>
          </a:ln>
        </p:spPr>
      </p:sp>
      <p:sp>
        <p:nvSpPr>
          <p:cNvPr id="169" name="wm.library-whiteboard.001.007.012"/>
          <p:cNvSpPr/>
          <p:nvPr/>
        </p:nvSpPr>
        <p:spPr>
          <a:xfrm>
            <a:off x="5067300" y="2743200"/>
            <a:ext cx="38100" cy="38100"/>
          </a:xfrm>
          <a:prstGeom prst="rect">
            <a:avLst/>
          </a:prstGeom>
          <a:solidFill>
            <a:srgbClr val="CED7E6">
              <a:alpha val="93267"/>
            </a:srgbClr>
          </a:solidFill>
          <a:ln>
            <a:noFill/>
          </a:ln>
        </p:spPr>
      </p:sp>
      <p:sp>
        <p:nvSpPr>
          <p:cNvPr id="170" name="wm.library-whiteboard.001.007.013"/>
          <p:cNvSpPr/>
          <p:nvPr/>
        </p:nvSpPr>
        <p:spPr>
          <a:xfrm>
            <a:off x="5067300" y="2971800"/>
            <a:ext cx="38100" cy="38100"/>
          </a:xfrm>
          <a:prstGeom prst="rect">
            <a:avLst/>
          </a:prstGeom>
          <a:solidFill>
            <a:srgbClr val="CED7E6">
              <a:alpha val="86645"/>
            </a:srgbClr>
          </a:solidFill>
          <a:ln>
            <a:noFill/>
          </a:ln>
        </p:spPr>
      </p:sp>
      <p:sp>
        <p:nvSpPr>
          <p:cNvPr id="171" name="wm.library-whiteboard.001.007.014"/>
          <p:cNvSpPr/>
          <p:nvPr/>
        </p:nvSpPr>
        <p:spPr>
          <a:xfrm>
            <a:off x="5067300" y="3200400"/>
            <a:ext cx="38100" cy="38100"/>
          </a:xfrm>
          <a:prstGeom prst="rect">
            <a:avLst/>
          </a:prstGeom>
          <a:solidFill>
            <a:srgbClr val="CED7E6">
              <a:alpha val="80022"/>
            </a:srgbClr>
          </a:solidFill>
          <a:ln>
            <a:noFill/>
          </a:ln>
        </p:spPr>
      </p:sp>
      <p:sp>
        <p:nvSpPr>
          <p:cNvPr id="172" name="wm.library-whiteboard.001.007.015"/>
          <p:cNvSpPr/>
          <p:nvPr/>
        </p:nvSpPr>
        <p:spPr>
          <a:xfrm>
            <a:off x="5067300" y="3429000"/>
            <a:ext cx="38100" cy="38100"/>
          </a:xfrm>
          <a:prstGeom prst="rect">
            <a:avLst/>
          </a:prstGeom>
          <a:solidFill>
            <a:srgbClr val="CED7E6">
              <a:alpha val="73400"/>
            </a:srgbClr>
          </a:solidFill>
          <a:ln>
            <a:noFill/>
          </a:ln>
        </p:spPr>
      </p:sp>
      <p:sp>
        <p:nvSpPr>
          <p:cNvPr id="173" name="wm.library-whiteboard.001.007.016"/>
          <p:cNvSpPr/>
          <p:nvPr/>
        </p:nvSpPr>
        <p:spPr>
          <a:xfrm>
            <a:off x="5067300" y="3657600"/>
            <a:ext cx="38100" cy="38100"/>
          </a:xfrm>
          <a:prstGeom prst="rect">
            <a:avLst/>
          </a:prstGeom>
          <a:solidFill>
            <a:srgbClr val="CED7E6">
              <a:alpha val="66777"/>
            </a:srgbClr>
          </a:solidFill>
          <a:ln>
            <a:noFill/>
          </a:ln>
        </p:spPr>
      </p:sp>
      <p:sp>
        <p:nvSpPr>
          <p:cNvPr id="174" name="wm.library-whiteboard.001.007.017"/>
          <p:cNvSpPr/>
          <p:nvPr/>
        </p:nvSpPr>
        <p:spPr>
          <a:xfrm>
            <a:off x="5067300" y="3886200"/>
            <a:ext cx="38100" cy="38100"/>
          </a:xfrm>
          <a:prstGeom prst="rect">
            <a:avLst/>
          </a:prstGeom>
          <a:solidFill>
            <a:srgbClr val="CED7E6">
              <a:alpha val="60155"/>
            </a:srgbClr>
          </a:solidFill>
          <a:ln>
            <a:noFill/>
          </a:ln>
        </p:spPr>
      </p:sp>
      <p:sp>
        <p:nvSpPr>
          <p:cNvPr id="175" name="wm.library-whiteboard.001.007.018"/>
          <p:cNvSpPr/>
          <p:nvPr/>
        </p:nvSpPr>
        <p:spPr>
          <a:xfrm>
            <a:off x="5067300" y="4114800"/>
            <a:ext cx="38100" cy="38100"/>
          </a:xfrm>
          <a:prstGeom prst="rect">
            <a:avLst/>
          </a:prstGeom>
          <a:solidFill>
            <a:srgbClr val="CED7E6">
              <a:alpha val="53532"/>
            </a:srgbClr>
          </a:solidFill>
          <a:ln>
            <a:noFill/>
          </a:ln>
        </p:spPr>
      </p:sp>
      <p:sp>
        <p:nvSpPr>
          <p:cNvPr id="176" name="wm.library-whiteboard.001.007.019"/>
          <p:cNvSpPr/>
          <p:nvPr/>
        </p:nvSpPr>
        <p:spPr>
          <a:xfrm>
            <a:off x="5067300" y="4343400"/>
            <a:ext cx="38100" cy="38100"/>
          </a:xfrm>
          <a:prstGeom prst="rect">
            <a:avLst/>
          </a:prstGeom>
          <a:solidFill>
            <a:srgbClr val="CED7E6">
              <a:alpha val="46909"/>
            </a:srgbClr>
          </a:solidFill>
          <a:ln>
            <a:noFill/>
          </a:ln>
        </p:spPr>
      </p:sp>
      <p:sp>
        <p:nvSpPr>
          <p:cNvPr id="177" name="wm.library-whiteboard.001.007.020"/>
          <p:cNvSpPr/>
          <p:nvPr/>
        </p:nvSpPr>
        <p:spPr>
          <a:xfrm>
            <a:off x="5067300" y="4572000"/>
            <a:ext cx="38100" cy="38100"/>
          </a:xfrm>
          <a:prstGeom prst="rect">
            <a:avLst/>
          </a:prstGeom>
          <a:solidFill>
            <a:srgbClr val="CED7E6">
              <a:alpha val="40287"/>
            </a:srgbClr>
          </a:solidFill>
          <a:ln>
            <a:noFill/>
          </a:ln>
        </p:spPr>
      </p:sp>
      <p:sp>
        <p:nvSpPr>
          <p:cNvPr id="178" name="wm.library-whiteboard.001.007.021"/>
          <p:cNvSpPr/>
          <p:nvPr/>
        </p:nvSpPr>
        <p:spPr>
          <a:xfrm>
            <a:off x="5067300" y="4800600"/>
            <a:ext cx="38100" cy="38100"/>
          </a:xfrm>
          <a:prstGeom prst="rect">
            <a:avLst/>
          </a:prstGeom>
          <a:solidFill>
            <a:srgbClr val="CED7E6">
              <a:alpha val="33664"/>
            </a:srgbClr>
          </a:solidFill>
          <a:ln>
            <a:noFill/>
          </a:ln>
        </p:spPr>
      </p:sp>
      <p:sp>
        <p:nvSpPr>
          <p:cNvPr id="179" name="wm.library-whiteboard.001.007.022"/>
          <p:cNvSpPr/>
          <p:nvPr/>
        </p:nvSpPr>
        <p:spPr>
          <a:xfrm>
            <a:off x="5067300" y="5029200"/>
            <a:ext cx="38100" cy="38100"/>
          </a:xfrm>
          <a:prstGeom prst="rect">
            <a:avLst/>
          </a:prstGeom>
          <a:solidFill>
            <a:srgbClr val="CED7E6">
              <a:alpha val="27042"/>
            </a:srgbClr>
          </a:solidFill>
          <a:ln>
            <a:noFill/>
          </a:ln>
        </p:spPr>
      </p:sp>
      <p:sp>
        <p:nvSpPr>
          <p:cNvPr id="180" name="wm.library-whiteboard.001.007.023"/>
          <p:cNvSpPr/>
          <p:nvPr/>
        </p:nvSpPr>
        <p:spPr>
          <a:xfrm>
            <a:off x="5067300" y="5257800"/>
            <a:ext cx="38100" cy="38100"/>
          </a:xfrm>
          <a:prstGeom prst="rect">
            <a:avLst/>
          </a:prstGeom>
          <a:solidFill>
            <a:srgbClr val="CED7E6">
              <a:alpha val="20419"/>
            </a:srgbClr>
          </a:solidFill>
          <a:ln>
            <a:noFill/>
          </a:ln>
        </p:spPr>
      </p:sp>
      <p:sp>
        <p:nvSpPr>
          <p:cNvPr id="181" name="wm.library-whiteboard.001.007.024"/>
          <p:cNvSpPr/>
          <p:nvPr/>
        </p:nvSpPr>
        <p:spPr>
          <a:xfrm>
            <a:off x="5067300" y="5486400"/>
            <a:ext cx="38100" cy="38100"/>
          </a:xfrm>
          <a:prstGeom prst="rect">
            <a:avLst/>
          </a:prstGeom>
          <a:solidFill>
            <a:srgbClr val="CED7E6">
              <a:alpha val="13797"/>
            </a:srgbClr>
          </a:solidFill>
          <a:ln>
            <a:noFill/>
          </a:ln>
        </p:spPr>
      </p:sp>
      <p:sp>
        <p:nvSpPr>
          <p:cNvPr id="182" name="wm.library-whiteboard.001.007.025"/>
          <p:cNvSpPr/>
          <p:nvPr/>
        </p:nvSpPr>
        <p:spPr>
          <a:xfrm>
            <a:off x="5067300" y="5715000"/>
            <a:ext cx="38100" cy="38100"/>
          </a:xfrm>
          <a:prstGeom prst="rect">
            <a:avLst/>
          </a:prstGeom>
          <a:solidFill>
            <a:srgbClr val="CED7E6">
              <a:alpha val="7174"/>
            </a:srgbClr>
          </a:solidFill>
          <a:ln>
            <a:noFill/>
          </a:ln>
        </p:spPr>
      </p:sp>
      <p:sp>
        <p:nvSpPr>
          <p:cNvPr id="183" name="wm.library-whiteboard.001.007.026"/>
          <p:cNvSpPr/>
          <p:nvPr/>
        </p:nvSpPr>
        <p:spPr>
          <a:xfrm>
            <a:off x="5067300" y="5943600"/>
            <a:ext cx="38100" cy="38100"/>
          </a:xfrm>
          <a:prstGeom prst="rect">
            <a:avLst/>
          </a:prstGeom>
          <a:solidFill>
            <a:srgbClr val="CED7E6">
              <a:alpha val="552"/>
            </a:srgbClr>
          </a:solidFill>
          <a:ln>
            <a:noFill/>
          </a:ln>
        </p:spPr>
      </p:sp>
      <p:sp>
        <p:nvSpPr>
          <p:cNvPr id="18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a:t>
            </a:fld>
            <a:endParaRPr lang="en-US" sz="700" spc="0" kern="0" b="0" i="0" dirty="0">
              <a:solidFill>
                <a:srgbClr val="070154"/>
              </a:solidFill>
              <a:latin typeface="IBM Plex Mono SemiBold"/>
              <a:ea typeface="IBM Plex Mono SemiBold"/>
              <a:cs typeface="IBM Plex Mono SemiBold"/>
            </a:endParaRPr>
          </a:p>
        </p:txBody>
      </p:sp>
      <p:grpSp>
        <p:nvGrpSpPr>
          <p:cNvPr id="209" name="node01"/>
          <p:cNvGrpSpPr/>
          <p:nvPr/>
        </p:nvGrpSpPr>
        <p:grpSpPr>
          <a:xfrm>
            <a:off x="723900" y="457200"/>
            <a:ext cx="2514600" cy="152400"/>
            <a:chOff x="723900" y="457200"/>
            <a:chExt cx="2514600" cy="152400"/>
          </a:xfrm>
        </p:grpSpPr>
        <p:sp>
          <p:nvSpPr>
            <p:cNvPr id="186" name="node01.text"/>
            <p:cNvSpPr/>
            <p:nvPr/>
          </p:nvSpPr>
          <p:spPr>
            <a:xfrm>
              <a:off x="723900" y="457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AGENDA</a:t>
              </a:r>
              <a:endParaRPr lang="en-US" sz="1000" spc="80" kern="0" b="0" i="0" dirty="0">
                <a:solidFill>
                  <a:srgbClr val="F900D3"/>
                </a:solidFill>
                <a:latin typeface="IBM Plex Mono SemiBold"/>
                <a:ea typeface="IBM Plex Mono SemiBold"/>
                <a:cs typeface="IBM Plex Mono SemiBold"/>
              </a:endParaRPr>
            </a:p>
          </p:txBody>
        </p:sp>
      </p:grpSp>
      <p:grpSp>
        <p:nvGrpSpPr>
          <p:cNvPr id="210" name="node02"/>
          <p:cNvGrpSpPr/>
          <p:nvPr/>
        </p:nvGrpSpPr>
        <p:grpSpPr>
          <a:xfrm>
            <a:off x="723900" y="685800"/>
            <a:ext cx="2514600" cy="914400"/>
            <a:chOff x="723900" y="685800"/>
            <a:chExt cx="2514600" cy="914400"/>
          </a:xfrm>
        </p:grpSpPr>
        <p:sp>
          <p:nvSpPr>
            <p:cNvPr id="187" name="node02.text"/>
            <p:cNvSpPr/>
            <p:nvPr/>
          </p:nvSpPr>
          <p:spPr>
            <a:xfrm>
              <a:off x="723900" y="685800"/>
              <a:ext cx="2514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What we will cover today</a:t>
              </a:r>
              <a:endParaRPr lang="en-US" sz="3200" spc="-64" kern="0" b="0" i="0" dirty="0">
                <a:solidFill>
                  <a:srgbClr val="FFFFFF"/>
                </a:solidFill>
                <a:latin typeface="IBM Plex Sans SemiBold"/>
                <a:ea typeface="IBM Plex Sans SemiBold"/>
                <a:cs typeface="IBM Plex Sans SemiBold"/>
              </a:endParaRPr>
            </a:p>
          </p:txBody>
        </p:sp>
      </p:grpSp>
      <p:grpSp>
        <p:nvGrpSpPr>
          <p:cNvPr id="211" name="node03"/>
          <p:cNvGrpSpPr/>
          <p:nvPr/>
        </p:nvGrpSpPr>
        <p:grpSpPr>
          <a:xfrm>
            <a:off x="1638300" y="3657600"/>
            <a:ext cx="2743200" cy="2057400"/>
            <a:chOff x="1638300" y="3657600"/>
            <a:chExt cx="2743200" cy="2057400"/>
          </a:xfrm>
        </p:grpSpPr>
        <p:pic>
          <p:nvPicPr>
            <p:cNvPr id="188" name="node03.image" descr="photo-team-meeting; canonical SHA256=87a8140df1e1b077b99aa8c4ae4a438a46be52fea4be0270dc8d66549f4d9397">    </p:cNvPr>
            <p:cNvPicPr>
              <a:picLocks noChangeAspect="1"/>
            </p:cNvPicPr>
            <p:nvPr/>
          </p:nvPicPr>
          <p:blipFill>
            <a:blip r:embed="rId1"/>
            <a:srcRect l="5556" r="5556" t="0" b="0"/>
            <a:stretch/>
          </p:blipFill>
          <p:spPr>
            <a:xfrm>
              <a:off x="1638300" y="3657600"/>
              <a:ext cx="2743200" cy="2057400"/>
            </a:xfrm>
            <a:prstGeom prst="rect">
              <a:avLst/>
            </a:prstGeom>
          </p:spPr>
        </p:pic>
      </p:grpSp>
      <p:grpSp>
        <p:nvGrpSpPr>
          <p:cNvPr id="212" name="node04"/>
          <p:cNvGrpSpPr/>
          <p:nvPr/>
        </p:nvGrpSpPr>
        <p:grpSpPr>
          <a:xfrm>
            <a:off x="5295900" y="685800"/>
            <a:ext cx="6172200" cy="4572000"/>
            <a:chOff x="5295900" y="685800"/>
            <a:chExt cx="6172200" cy="4572000"/>
          </a:xfrm>
        </p:grpSpPr>
        <p:sp>
          <p:nvSpPr>
            <p:cNvPr id="189" name="node04.source-001.number"/>
            <p:cNvSpPr/>
            <p:nvPr/>
          </p:nvSpPr>
          <p:spPr>
            <a:xfrm>
              <a:off x="5295900" y="1066800"/>
              <a:ext cx="914400" cy="15240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01</a:t>
              </a:r>
              <a:endParaRPr lang="en-US" sz="1100" spc="66" kern="0" b="0" i="0" dirty="0">
                <a:solidFill>
                  <a:srgbClr val="0047FF"/>
                </a:solidFill>
                <a:latin typeface="IBM Plex Mono SemiBold"/>
                <a:ea typeface="IBM Plex Mono SemiBold"/>
                <a:cs typeface="IBM Plex Mono SemiBold"/>
              </a:endParaRPr>
            </a:p>
          </p:txBody>
        </p:sp>
        <p:sp>
          <p:nvSpPr>
            <p:cNvPr id="190" name="node04.source-001.title"/>
            <p:cNvSpPr/>
            <p:nvPr/>
          </p:nvSpPr>
          <p:spPr>
            <a:xfrm>
              <a:off x="6210300" y="9906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Where the close loses time</a:t>
              </a:r>
              <a:endParaRPr lang="en-US" sz="1800" spc="-18" kern="0" b="0" i="0" dirty="0">
                <a:solidFill>
                  <a:srgbClr val="070154"/>
                </a:solidFill>
                <a:latin typeface="IBM Plex Sans SemiBold"/>
                <a:ea typeface="IBM Plex Sans SemiBold"/>
                <a:cs typeface="IBM Plex Sans SemiBold"/>
              </a:endParaRPr>
            </a:p>
          </p:txBody>
        </p:sp>
        <p:sp>
          <p:nvSpPr>
            <p:cNvPr id="191" name="node04.source-001.page"/>
            <p:cNvSpPr/>
            <p:nvPr/>
          </p:nvSpPr>
          <p:spPr>
            <a:xfrm>
              <a:off x="10782300" y="10668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3</a:t>
              </a:r>
              <a:endParaRPr lang="en-US" sz="900" spc="54" kern="0" b="0" i="0" dirty="0">
                <a:solidFill>
                  <a:srgbClr val="50658E"/>
                </a:solidFill>
                <a:latin typeface="IBM Plex Mono Medium"/>
                <a:ea typeface="IBM Plex Mono Medium"/>
                <a:cs typeface="IBM Plex Mono Medium"/>
              </a:endParaRPr>
            </a:p>
          </p:txBody>
        </p:sp>
        <p:sp>
          <p:nvSpPr>
            <p:cNvPr id="192" name="node04.source-001.rule"/>
            <p:cNvSpPr/>
            <p:nvPr/>
          </p:nvSpPr>
          <p:spPr>
            <a:xfrm>
              <a:off x="5295900" y="1590675"/>
              <a:ext cx="6172200" cy="9525"/>
            </a:xfrm>
            <a:prstGeom prst="rect">
              <a:avLst/>
            </a:prstGeom>
            <a:solidFill>
              <a:srgbClr val="CED7E6"/>
            </a:solidFill>
            <a:ln>
              <a:noFill/>
            </a:ln>
          </p:spPr>
        </p:sp>
        <p:sp>
          <p:nvSpPr>
            <p:cNvPr id="193" name="node04.source-002.number"/>
            <p:cNvSpPr/>
            <p:nvPr/>
          </p:nvSpPr>
          <p:spPr>
            <a:xfrm>
              <a:off x="5295900" y="1981200"/>
              <a:ext cx="914400" cy="15240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02</a:t>
              </a:r>
              <a:endParaRPr lang="en-US" sz="1100" spc="66" kern="0" b="0" i="0" dirty="0">
                <a:solidFill>
                  <a:srgbClr val="0047FF"/>
                </a:solidFill>
                <a:latin typeface="IBM Plex Mono SemiBold"/>
                <a:ea typeface="IBM Plex Mono SemiBold"/>
                <a:cs typeface="IBM Plex Mono SemiBold"/>
              </a:endParaRPr>
            </a:p>
          </p:txBody>
        </p:sp>
        <p:sp>
          <p:nvSpPr>
            <p:cNvPr id="194" name="node04.source-002.title"/>
            <p:cNvSpPr/>
            <p:nvPr/>
          </p:nvSpPr>
          <p:spPr>
            <a:xfrm>
              <a:off x="6210300" y="19050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Target operating model</a:t>
              </a:r>
              <a:endParaRPr lang="en-US" sz="1800" spc="-18" kern="0" b="0" i="0" dirty="0">
                <a:solidFill>
                  <a:srgbClr val="070154"/>
                </a:solidFill>
                <a:latin typeface="IBM Plex Sans SemiBold"/>
                <a:ea typeface="IBM Plex Sans SemiBold"/>
                <a:cs typeface="IBM Plex Sans SemiBold"/>
              </a:endParaRPr>
            </a:p>
          </p:txBody>
        </p:sp>
        <p:sp>
          <p:nvSpPr>
            <p:cNvPr id="195" name="node04.source-002.page"/>
            <p:cNvSpPr/>
            <p:nvPr/>
          </p:nvSpPr>
          <p:spPr>
            <a:xfrm>
              <a:off x="10782300" y="19812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7</a:t>
              </a:r>
              <a:endParaRPr lang="en-US" sz="900" spc="54" kern="0" b="0" i="0" dirty="0">
                <a:solidFill>
                  <a:srgbClr val="50658E"/>
                </a:solidFill>
                <a:latin typeface="IBM Plex Mono Medium"/>
                <a:ea typeface="IBM Plex Mono Medium"/>
                <a:cs typeface="IBM Plex Mono Medium"/>
              </a:endParaRPr>
            </a:p>
          </p:txBody>
        </p:sp>
        <p:sp>
          <p:nvSpPr>
            <p:cNvPr id="196" name="node04.source-002.rule"/>
            <p:cNvSpPr/>
            <p:nvPr/>
          </p:nvSpPr>
          <p:spPr>
            <a:xfrm>
              <a:off x="5295900" y="2505075"/>
              <a:ext cx="6172200" cy="9525"/>
            </a:xfrm>
            <a:prstGeom prst="rect">
              <a:avLst/>
            </a:prstGeom>
            <a:solidFill>
              <a:srgbClr val="CED7E6"/>
            </a:solidFill>
            <a:ln>
              <a:noFill/>
            </a:ln>
          </p:spPr>
        </p:sp>
        <p:sp>
          <p:nvSpPr>
            <p:cNvPr id="197" name="node04.source-003.number"/>
            <p:cNvSpPr/>
            <p:nvPr/>
          </p:nvSpPr>
          <p:spPr>
            <a:xfrm>
              <a:off x="5295900" y="2895600"/>
              <a:ext cx="914400" cy="15240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03</a:t>
              </a:r>
              <a:endParaRPr lang="en-US" sz="1100" spc="66" kern="0" b="0" i="0" dirty="0">
                <a:solidFill>
                  <a:srgbClr val="0047FF"/>
                </a:solidFill>
                <a:latin typeface="IBM Plex Mono SemiBold"/>
                <a:ea typeface="IBM Plex Mono SemiBold"/>
                <a:cs typeface="IBM Plex Mono SemiBold"/>
              </a:endParaRPr>
            </a:p>
          </p:txBody>
        </p:sp>
        <p:sp>
          <p:nvSpPr>
            <p:cNvPr id="198" name="node04.source-003.title"/>
            <p:cNvSpPr/>
            <p:nvPr/>
          </p:nvSpPr>
          <p:spPr>
            <a:xfrm>
              <a:off x="6210300" y="28194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Phased roadmap</a:t>
              </a:r>
              <a:endParaRPr lang="en-US" sz="1800" spc="-18" kern="0" b="0" i="0" dirty="0">
                <a:solidFill>
                  <a:srgbClr val="070154"/>
                </a:solidFill>
                <a:latin typeface="IBM Plex Sans SemiBold"/>
                <a:ea typeface="IBM Plex Sans SemiBold"/>
                <a:cs typeface="IBM Plex Sans SemiBold"/>
              </a:endParaRPr>
            </a:p>
          </p:txBody>
        </p:sp>
        <p:sp>
          <p:nvSpPr>
            <p:cNvPr id="199" name="node04.source-003.page"/>
            <p:cNvSpPr/>
            <p:nvPr/>
          </p:nvSpPr>
          <p:spPr>
            <a:xfrm>
              <a:off x="10782300" y="28956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12</a:t>
              </a:r>
              <a:endParaRPr lang="en-US" sz="900" spc="54" kern="0" b="0" i="0" dirty="0">
                <a:solidFill>
                  <a:srgbClr val="50658E"/>
                </a:solidFill>
                <a:latin typeface="IBM Plex Mono Medium"/>
                <a:ea typeface="IBM Plex Mono Medium"/>
                <a:cs typeface="IBM Plex Mono Medium"/>
              </a:endParaRPr>
            </a:p>
          </p:txBody>
        </p:sp>
        <p:sp>
          <p:nvSpPr>
            <p:cNvPr id="200" name="node04.source-003.rule"/>
            <p:cNvSpPr/>
            <p:nvPr/>
          </p:nvSpPr>
          <p:spPr>
            <a:xfrm>
              <a:off x="5295900" y="3419475"/>
              <a:ext cx="6172200" cy="9525"/>
            </a:xfrm>
            <a:prstGeom prst="rect">
              <a:avLst/>
            </a:prstGeom>
            <a:solidFill>
              <a:srgbClr val="CED7E6"/>
            </a:solidFill>
            <a:ln>
              <a:noFill/>
            </a:ln>
          </p:spPr>
        </p:sp>
        <p:sp>
          <p:nvSpPr>
            <p:cNvPr id="201" name="node04.source-004.number"/>
            <p:cNvSpPr/>
            <p:nvPr/>
          </p:nvSpPr>
          <p:spPr>
            <a:xfrm>
              <a:off x="5295900" y="3810000"/>
              <a:ext cx="914400" cy="15240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04</a:t>
              </a:r>
              <a:endParaRPr lang="en-US" sz="1100" spc="66" kern="0" b="0" i="0" dirty="0">
                <a:solidFill>
                  <a:srgbClr val="0047FF"/>
                </a:solidFill>
                <a:latin typeface="IBM Plex Mono SemiBold"/>
                <a:ea typeface="IBM Plex Mono SemiBold"/>
                <a:cs typeface="IBM Plex Mono SemiBold"/>
              </a:endParaRPr>
            </a:p>
          </p:txBody>
        </p:sp>
        <p:sp>
          <p:nvSpPr>
            <p:cNvPr id="202" name="node04.source-004.title"/>
            <p:cNvSpPr/>
            <p:nvPr/>
          </p:nvSpPr>
          <p:spPr>
            <a:xfrm>
              <a:off x="6210300" y="37338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Business case</a:t>
              </a:r>
              <a:endParaRPr lang="en-US" sz="1800" spc="-18" kern="0" b="0" i="0" dirty="0">
                <a:solidFill>
                  <a:srgbClr val="070154"/>
                </a:solidFill>
                <a:latin typeface="IBM Plex Sans SemiBold"/>
                <a:ea typeface="IBM Plex Sans SemiBold"/>
                <a:cs typeface="IBM Plex Sans SemiBold"/>
              </a:endParaRPr>
            </a:p>
          </p:txBody>
        </p:sp>
        <p:sp>
          <p:nvSpPr>
            <p:cNvPr id="203" name="node04.source-004.page"/>
            <p:cNvSpPr/>
            <p:nvPr/>
          </p:nvSpPr>
          <p:spPr>
            <a:xfrm>
              <a:off x="10782300" y="38100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18</a:t>
              </a:r>
              <a:endParaRPr lang="en-US" sz="900" spc="54" kern="0" b="0" i="0" dirty="0">
                <a:solidFill>
                  <a:srgbClr val="50658E"/>
                </a:solidFill>
                <a:latin typeface="IBM Plex Mono Medium"/>
                <a:ea typeface="IBM Plex Mono Medium"/>
                <a:cs typeface="IBM Plex Mono Medium"/>
              </a:endParaRPr>
            </a:p>
          </p:txBody>
        </p:sp>
        <p:sp>
          <p:nvSpPr>
            <p:cNvPr id="204" name="node04.source-004.rule"/>
            <p:cNvSpPr/>
            <p:nvPr/>
          </p:nvSpPr>
          <p:spPr>
            <a:xfrm>
              <a:off x="5295900" y="4333875"/>
              <a:ext cx="6172200" cy="9525"/>
            </a:xfrm>
            <a:prstGeom prst="rect">
              <a:avLst/>
            </a:prstGeom>
            <a:solidFill>
              <a:srgbClr val="CED7E6"/>
            </a:solidFill>
            <a:ln>
              <a:noFill/>
            </a:ln>
          </p:spPr>
        </p:sp>
        <p:sp>
          <p:nvSpPr>
            <p:cNvPr id="205" name="node04.source-005.number"/>
            <p:cNvSpPr/>
            <p:nvPr/>
          </p:nvSpPr>
          <p:spPr>
            <a:xfrm>
              <a:off x="5295900" y="4724400"/>
              <a:ext cx="914400" cy="15240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05</a:t>
              </a:r>
              <a:endParaRPr lang="en-US" sz="1100" spc="66" kern="0" b="0" i="0" dirty="0">
                <a:solidFill>
                  <a:srgbClr val="0047FF"/>
                </a:solidFill>
                <a:latin typeface="IBM Plex Mono SemiBold"/>
                <a:ea typeface="IBM Plex Mono SemiBold"/>
                <a:cs typeface="IBM Plex Mono SemiBold"/>
              </a:endParaRPr>
            </a:p>
          </p:txBody>
        </p:sp>
        <p:sp>
          <p:nvSpPr>
            <p:cNvPr id="206" name="node04.source-005.title"/>
            <p:cNvSpPr/>
            <p:nvPr/>
          </p:nvSpPr>
          <p:spPr>
            <a:xfrm>
              <a:off x="6210300" y="46482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Team and next steps</a:t>
              </a:r>
              <a:endParaRPr lang="en-US" sz="1800" spc="-18" kern="0" b="0" i="0" dirty="0">
                <a:solidFill>
                  <a:srgbClr val="070154"/>
                </a:solidFill>
                <a:latin typeface="IBM Plex Sans SemiBold"/>
                <a:ea typeface="IBM Plex Sans SemiBold"/>
                <a:cs typeface="IBM Plex Sans SemiBold"/>
              </a:endParaRPr>
            </a:p>
          </p:txBody>
        </p:sp>
        <p:sp>
          <p:nvSpPr>
            <p:cNvPr id="207" name="node04.source-005.page"/>
            <p:cNvSpPr/>
            <p:nvPr/>
          </p:nvSpPr>
          <p:spPr>
            <a:xfrm>
              <a:off x="10782300" y="47244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22</a:t>
              </a:r>
              <a:endParaRPr lang="en-US" sz="900" spc="54" kern="0" b="0" i="0" dirty="0">
                <a:solidFill>
                  <a:srgbClr val="50658E"/>
                </a:solidFill>
                <a:latin typeface="IBM Plex Mono Medium"/>
                <a:ea typeface="IBM Plex Mono Medium"/>
                <a:cs typeface="IBM Plex Mono Medium"/>
              </a:endParaRPr>
            </a:p>
          </p:txBody>
        </p:sp>
        <p:sp>
          <p:nvSpPr>
            <p:cNvPr id="208" name="node04.source-005.rule"/>
            <p:cNvSpPr/>
            <p:nvPr/>
          </p:nvSpPr>
          <p:spPr>
            <a:xfrm>
              <a:off x="5295900" y="5248275"/>
              <a:ext cx="6172200" cy="9525"/>
            </a:xfrm>
            <a:prstGeom prst="rect">
              <a:avLst/>
            </a:prstGeom>
            <a:solidFill>
              <a:srgbClr val="CED7E6"/>
            </a:solidFill>
            <a:ln>
              <a:noFill/>
            </a:ln>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ource-198">
    <p:spTree>
      <p:nvGrpSpPr>
        <p:cNvPr id="1" name=""/>
        <p:cNvGrpSpPr/>
        <p:nvPr/>
      </p:nvGrpSpPr>
      <p:grpSpPr>
        <a:xfrm>
          <a:off x="0" y="0"/>
          <a:ext cx="0" cy="0"/>
          <a:chOff x="0" y="0"/>
          <a:chExt cx="0" cy="0"/>
        </a:xfrm>
      </p:grpSpPr>
      <p:sp>
        <p:nvSpPr>
          <p:cNvPr id="3" name="eyebrow"/>
          <p:cNvSpPr/>
          <p:nvPr/>
        </p:nvSpPr>
        <p:spPr>
          <a:xfrm>
            <a:off x="723900" y="457200"/>
            <a:ext cx="8458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DECK GUIDE</a:t>
            </a:r>
            <a:endParaRPr lang="en-US" sz="1000" spc="80" kern="0" b="0" i="0" dirty="0">
              <a:solidFill>
                <a:srgbClr val="F900D3"/>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How to use this deck</a:t>
            </a:r>
            <a:endParaRPr lang="en-US" sz="3200" spc="-64" kern="0" b="0" i="0" dirty="0">
              <a:solidFill>
                <a:srgbClr val="FFFFFF"/>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a:t>
            </a:fld>
            <a:endParaRPr lang="en-US" sz="700" spc="0" kern="0" b="0" i="0" dirty="0">
              <a:solidFill>
                <a:srgbClr val="FFFFFF"/>
              </a:solidFill>
              <a:latin typeface="IBM Plex Mono SemiBold"/>
              <a:ea typeface="IBM Plex Mono SemiBold"/>
              <a:cs typeface="IBM Plex Mono SemiBold"/>
            </a:endParaRPr>
          </a:p>
        </p:txBody>
      </p:sp>
      <p:grpSp>
        <p:nvGrpSpPr>
          <p:cNvPr id="37" name="node01"/>
          <p:cNvGrpSpPr/>
          <p:nvPr/>
        </p:nvGrpSpPr>
        <p:grpSpPr>
          <a:xfrm>
            <a:off x="723900" y="1600200"/>
            <a:ext cx="3429000" cy="152400"/>
            <a:chOff x="723900" y="1600200"/>
            <a:chExt cx="3429000" cy="152400"/>
          </a:xfrm>
        </p:grpSpPr>
        <p:sp>
          <p:nvSpPr>
            <p:cNvPr id="6"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NARRATIVE</a:t>
              </a:r>
              <a:endParaRPr lang="en-US" sz="1000" spc="80" kern="0" b="0" i="0" dirty="0">
                <a:solidFill>
                  <a:srgbClr val="F900D3"/>
                </a:solidFill>
                <a:latin typeface="IBM Plex Mono SemiBold"/>
                <a:ea typeface="IBM Plex Mono SemiBold"/>
                <a:cs typeface="IBM Plex Mono SemiBold"/>
              </a:endParaRPr>
            </a:p>
          </p:txBody>
        </p:sp>
      </p:grpSp>
      <p:grpSp>
        <p:nvGrpSpPr>
          <p:cNvPr id="38" name="node02"/>
          <p:cNvGrpSpPr/>
          <p:nvPr/>
        </p:nvGrpSpPr>
        <p:grpSpPr>
          <a:xfrm>
            <a:off x="723900" y="1905000"/>
            <a:ext cx="3429000" cy="1600200"/>
            <a:chOff x="723900" y="1905000"/>
            <a:chExt cx="3429000" cy="1600200"/>
          </a:xfrm>
        </p:grpSpPr>
        <p:sp>
          <p:nvSpPr>
            <p:cNvPr id="7" name="node02.text"/>
            <p:cNvSpPr/>
            <p:nvPr/>
          </p:nvSpPr>
          <p:spPr>
            <a:xfrm>
              <a:off x="723900" y="1905000"/>
              <a:ext cx="3429000" cy="16002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This deck is a library, not a story told start to finish. Each section answers one buyer question for Northfield Health System, from why change now to what happens next. Pull only the slides that fit the buyer and the moment.</a:t>
              </a:r>
              <a:endParaRPr lang="en-US" sz="1400" spc="0" kern="0" b="0" i="0" dirty="0">
                <a:solidFill>
                  <a:srgbClr val="FFFFFF"/>
                </a:solidFill>
                <a:latin typeface="IBM Plex Sans"/>
                <a:ea typeface="IBM Plex Sans"/>
                <a:cs typeface="IBM Plex Sans"/>
              </a:endParaRPr>
            </a:p>
          </p:txBody>
        </p:sp>
      </p:grpSp>
      <p:grpSp>
        <p:nvGrpSpPr>
          <p:cNvPr id="39" name="node03"/>
          <p:cNvGrpSpPr/>
          <p:nvPr/>
        </p:nvGrpSpPr>
        <p:grpSpPr>
          <a:xfrm>
            <a:off x="4381500" y="1600200"/>
            <a:ext cx="3429000" cy="152400"/>
            <a:chOff x="4381500" y="1600200"/>
            <a:chExt cx="3429000" cy="152400"/>
          </a:xfrm>
        </p:grpSpPr>
        <p:sp>
          <p:nvSpPr>
            <p:cNvPr id="8" name="node03.text"/>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HOW IT IS ORGANIZED</a:t>
              </a:r>
              <a:endParaRPr lang="en-US" sz="1000" spc="80" kern="0" b="0" i="0" dirty="0">
                <a:solidFill>
                  <a:srgbClr val="F900D3"/>
                </a:solidFill>
                <a:latin typeface="IBM Plex Mono SemiBold"/>
                <a:ea typeface="IBM Plex Mono SemiBold"/>
                <a:cs typeface="IBM Plex Mono SemiBold"/>
              </a:endParaRPr>
            </a:p>
          </p:txBody>
        </p:sp>
      </p:grpSp>
      <p:grpSp>
        <p:nvGrpSpPr>
          <p:cNvPr id="40" name="node04"/>
          <p:cNvGrpSpPr/>
          <p:nvPr/>
        </p:nvGrpSpPr>
        <p:grpSpPr>
          <a:xfrm>
            <a:off x="4381500" y="1905000"/>
            <a:ext cx="381000" cy="304800"/>
            <a:chOff x="4381500" y="1905000"/>
            <a:chExt cx="381000" cy="304800"/>
          </a:xfrm>
        </p:grpSpPr>
        <p:sp>
          <p:nvSpPr>
            <p:cNvPr id="9" name="node04.text"/>
            <p:cNvSpPr/>
            <p:nvPr/>
          </p:nvSpPr>
          <p:spPr>
            <a:xfrm>
              <a:off x="4381500" y="19050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grpSp>
      <p:grpSp>
        <p:nvGrpSpPr>
          <p:cNvPr id="41" name="node05"/>
          <p:cNvGrpSpPr/>
          <p:nvPr/>
        </p:nvGrpSpPr>
        <p:grpSpPr>
          <a:xfrm>
            <a:off x="4838700" y="1905000"/>
            <a:ext cx="2971800" cy="304800"/>
            <a:chOff x="4838700" y="1905000"/>
            <a:chExt cx="2971800" cy="304800"/>
          </a:xfrm>
        </p:grpSpPr>
        <p:sp>
          <p:nvSpPr>
            <p:cNvPr id="10" name="node05.text"/>
            <p:cNvSpPr/>
            <p:nvPr/>
          </p:nvSpPr>
          <p:spPr>
            <a:xfrm>
              <a:off x="4838700" y="19050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Context</a:t>
              </a:r>
              <a:endParaRPr lang="en-US" sz="1800" spc="-18" kern="0" b="0" i="0" dirty="0">
                <a:solidFill>
                  <a:srgbClr val="FFFFFF"/>
                </a:solidFill>
                <a:latin typeface="IBM Plex Sans SemiBold"/>
                <a:ea typeface="IBM Plex Sans SemiBold"/>
                <a:cs typeface="IBM Plex Sans SemiBold"/>
              </a:endParaRPr>
            </a:p>
          </p:txBody>
        </p:sp>
      </p:grpSp>
      <p:grpSp>
        <p:nvGrpSpPr>
          <p:cNvPr id="42" name="node06"/>
          <p:cNvGrpSpPr/>
          <p:nvPr/>
        </p:nvGrpSpPr>
        <p:grpSpPr>
          <a:xfrm>
            <a:off x="4838700" y="2171700"/>
            <a:ext cx="2971800" cy="228600"/>
            <a:chOff x="4838700" y="2171700"/>
            <a:chExt cx="2971800" cy="228600"/>
          </a:xfrm>
        </p:grpSpPr>
        <p:sp>
          <p:nvSpPr>
            <p:cNvPr id="11" name="node06.text"/>
            <p:cNvSpPr/>
            <p:nvPr/>
          </p:nvSpPr>
          <p:spPr>
            <a:xfrm>
              <a:off x="4838700" y="2171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Why the buyer acts now</a:t>
              </a:r>
              <a:endParaRPr lang="en-US" sz="1200" spc="0" kern="0" b="0" i="0" dirty="0">
                <a:solidFill>
                  <a:srgbClr val="CED7E6"/>
                </a:solidFill>
                <a:latin typeface="IBM Plex Sans"/>
                <a:ea typeface="IBM Plex Sans"/>
                <a:cs typeface="IBM Plex Sans"/>
              </a:endParaRPr>
            </a:p>
          </p:txBody>
        </p:sp>
      </p:grpSp>
      <p:grpSp>
        <p:nvGrpSpPr>
          <p:cNvPr id="43" name="node07"/>
          <p:cNvGrpSpPr/>
          <p:nvPr/>
        </p:nvGrpSpPr>
        <p:grpSpPr>
          <a:xfrm>
            <a:off x="4381500" y="2565400"/>
            <a:ext cx="381000" cy="304800"/>
            <a:chOff x="4381500" y="2565400"/>
            <a:chExt cx="381000" cy="304800"/>
          </a:xfrm>
        </p:grpSpPr>
        <p:sp>
          <p:nvSpPr>
            <p:cNvPr id="12" name="node07.text"/>
            <p:cNvSpPr/>
            <p:nvPr/>
          </p:nvSpPr>
          <p:spPr>
            <a:xfrm>
              <a:off x="4381500" y="25654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grpSp>
      <p:grpSp>
        <p:nvGrpSpPr>
          <p:cNvPr id="44" name="node08"/>
          <p:cNvGrpSpPr/>
          <p:nvPr/>
        </p:nvGrpSpPr>
        <p:grpSpPr>
          <a:xfrm>
            <a:off x="4838700" y="2565400"/>
            <a:ext cx="2971800" cy="304800"/>
            <a:chOff x="4838700" y="2565400"/>
            <a:chExt cx="2971800" cy="304800"/>
          </a:xfrm>
        </p:grpSpPr>
        <p:sp>
          <p:nvSpPr>
            <p:cNvPr id="13" name="node08.text"/>
            <p:cNvSpPr/>
            <p:nvPr/>
          </p:nvSpPr>
          <p:spPr>
            <a:xfrm>
              <a:off x="4838700" y="2565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Economics</a:t>
              </a:r>
              <a:endParaRPr lang="en-US" sz="1800" spc="-18" kern="0" b="0" i="0" dirty="0">
                <a:solidFill>
                  <a:srgbClr val="FFFFFF"/>
                </a:solidFill>
                <a:latin typeface="IBM Plex Sans SemiBold"/>
                <a:ea typeface="IBM Plex Sans SemiBold"/>
                <a:cs typeface="IBM Plex Sans SemiBold"/>
              </a:endParaRPr>
            </a:p>
          </p:txBody>
        </p:sp>
      </p:grpSp>
      <p:grpSp>
        <p:nvGrpSpPr>
          <p:cNvPr id="45" name="node09"/>
          <p:cNvGrpSpPr/>
          <p:nvPr/>
        </p:nvGrpSpPr>
        <p:grpSpPr>
          <a:xfrm>
            <a:off x="4838700" y="2832100"/>
            <a:ext cx="2971800" cy="228600"/>
            <a:chOff x="4838700" y="2832100"/>
            <a:chExt cx="2971800" cy="228600"/>
          </a:xfrm>
        </p:grpSpPr>
        <p:sp>
          <p:nvSpPr>
            <p:cNvPr id="14" name="node09.text"/>
            <p:cNvSpPr/>
            <p:nvPr/>
          </p:nvSpPr>
          <p:spPr>
            <a:xfrm>
              <a:off x="4838700" y="2832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What modernization costs and returns</a:t>
              </a:r>
              <a:endParaRPr lang="en-US" sz="1200" spc="0" kern="0" b="0" i="0" dirty="0">
                <a:solidFill>
                  <a:srgbClr val="CED7E6"/>
                </a:solidFill>
                <a:latin typeface="IBM Plex Sans"/>
                <a:ea typeface="IBM Plex Sans"/>
                <a:cs typeface="IBM Plex Sans"/>
              </a:endParaRPr>
            </a:p>
          </p:txBody>
        </p:sp>
      </p:grpSp>
      <p:grpSp>
        <p:nvGrpSpPr>
          <p:cNvPr id="46" name="node10"/>
          <p:cNvGrpSpPr/>
          <p:nvPr/>
        </p:nvGrpSpPr>
        <p:grpSpPr>
          <a:xfrm>
            <a:off x="4381500" y="3225800"/>
            <a:ext cx="381000" cy="304800"/>
            <a:chOff x="4381500" y="3225800"/>
            <a:chExt cx="381000" cy="304800"/>
          </a:xfrm>
        </p:grpSpPr>
        <p:sp>
          <p:nvSpPr>
            <p:cNvPr id="15" name="node10.text"/>
            <p:cNvSpPr/>
            <p:nvPr/>
          </p:nvSpPr>
          <p:spPr>
            <a:xfrm>
              <a:off x="4381500" y="32258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grpSp>
      <p:grpSp>
        <p:nvGrpSpPr>
          <p:cNvPr id="47" name="node11"/>
          <p:cNvGrpSpPr/>
          <p:nvPr/>
        </p:nvGrpSpPr>
        <p:grpSpPr>
          <a:xfrm>
            <a:off x="4838700" y="3225800"/>
            <a:ext cx="2971800" cy="304800"/>
            <a:chOff x="4838700" y="3225800"/>
            <a:chExt cx="2971800" cy="304800"/>
          </a:xfrm>
        </p:grpSpPr>
        <p:sp>
          <p:nvSpPr>
            <p:cNvPr id="16" name="node11.text"/>
            <p:cNvSpPr/>
            <p:nvPr/>
          </p:nvSpPr>
          <p:spPr>
            <a:xfrm>
              <a:off x="4838700" y="3225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Approach</a:t>
              </a:r>
              <a:endParaRPr lang="en-US" sz="1800" spc="-18" kern="0" b="0" i="0" dirty="0">
                <a:solidFill>
                  <a:srgbClr val="FFFFFF"/>
                </a:solidFill>
                <a:latin typeface="IBM Plex Sans SemiBold"/>
                <a:ea typeface="IBM Plex Sans SemiBold"/>
                <a:cs typeface="IBM Plex Sans SemiBold"/>
              </a:endParaRPr>
            </a:p>
          </p:txBody>
        </p:sp>
      </p:grpSp>
      <p:grpSp>
        <p:nvGrpSpPr>
          <p:cNvPr id="48" name="node12"/>
          <p:cNvGrpSpPr/>
          <p:nvPr/>
        </p:nvGrpSpPr>
        <p:grpSpPr>
          <a:xfrm>
            <a:off x="4838700" y="3492500"/>
            <a:ext cx="2971800" cy="228600"/>
            <a:chOff x="4838700" y="3492500"/>
            <a:chExt cx="2971800" cy="228600"/>
          </a:xfrm>
        </p:grpSpPr>
        <p:sp>
          <p:nvSpPr>
            <p:cNvPr id="17" name="node12.text"/>
            <p:cNvSpPr/>
            <p:nvPr/>
          </p:nvSpPr>
          <p:spPr>
            <a:xfrm>
              <a:off x="4838700" y="3492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How the work gets delivered</a:t>
              </a:r>
              <a:endParaRPr lang="en-US" sz="1200" spc="0" kern="0" b="0" i="0" dirty="0">
                <a:solidFill>
                  <a:srgbClr val="CED7E6"/>
                </a:solidFill>
                <a:latin typeface="IBM Plex Sans"/>
                <a:ea typeface="IBM Plex Sans"/>
                <a:cs typeface="IBM Plex Sans"/>
              </a:endParaRPr>
            </a:p>
          </p:txBody>
        </p:sp>
      </p:grpSp>
      <p:grpSp>
        <p:nvGrpSpPr>
          <p:cNvPr id="49" name="node13"/>
          <p:cNvGrpSpPr/>
          <p:nvPr/>
        </p:nvGrpSpPr>
        <p:grpSpPr>
          <a:xfrm>
            <a:off x="4381500" y="3886200"/>
            <a:ext cx="381000" cy="304800"/>
            <a:chOff x="4381500" y="3886200"/>
            <a:chExt cx="381000" cy="304800"/>
          </a:xfrm>
        </p:grpSpPr>
        <p:sp>
          <p:nvSpPr>
            <p:cNvPr id="18" name="node13.text"/>
            <p:cNvSpPr/>
            <p:nvPr/>
          </p:nvSpPr>
          <p:spPr>
            <a:xfrm>
              <a:off x="4381500" y="38862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grpSp>
      <p:grpSp>
        <p:nvGrpSpPr>
          <p:cNvPr id="50" name="node14"/>
          <p:cNvGrpSpPr/>
          <p:nvPr/>
        </p:nvGrpSpPr>
        <p:grpSpPr>
          <a:xfrm>
            <a:off x="4838700" y="3886200"/>
            <a:ext cx="2971800" cy="304800"/>
            <a:chOff x="4838700" y="3886200"/>
            <a:chExt cx="2971800" cy="304800"/>
          </a:xfrm>
        </p:grpSpPr>
        <p:sp>
          <p:nvSpPr>
            <p:cNvPr id="19" name="node14.text"/>
            <p:cNvSpPr/>
            <p:nvPr/>
          </p:nvSpPr>
          <p:spPr>
            <a:xfrm>
              <a:off x="4838700" y="3886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Proof</a:t>
              </a:r>
              <a:endParaRPr lang="en-US" sz="1800" spc="-18" kern="0" b="0" i="0" dirty="0">
                <a:solidFill>
                  <a:srgbClr val="FFFFFF"/>
                </a:solidFill>
                <a:latin typeface="IBM Plex Sans SemiBold"/>
                <a:ea typeface="IBM Plex Sans SemiBold"/>
                <a:cs typeface="IBM Plex Sans SemiBold"/>
              </a:endParaRPr>
            </a:p>
          </p:txBody>
        </p:sp>
      </p:grpSp>
      <p:grpSp>
        <p:nvGrpSpPr>
          <p:cNvPr id="51" name="node15"/>
          <p:cNvGrpSpPr/>
          <p:nvPr/>
        </p:nvGrpSpPr>
        <p:grpSpPr>
          <a:xfrm>
            <a:off x="4838700" y="4152900"/>
            <a:ext cx="2971800" cy="228600"/>
            <a:chOff x="4838700" y="4152900"/>
            <a:chExt cx="2971800" cy="228600"/>
          </a:xfrm>
        </p:grpSpPr>
        <p:sp>
          <p:nvSpPr>
            <p:cNvPr id="20" name="node15.text"/>
            <p:cNvSpPr/>
            <p:nvPr/>
          </p:nvSpPr>
          <p:spPr>
            <a:xfrm>
              <a:off x="4838700" y="4152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Results from comparable programs</a:t>
              </a:r>
              <a:endParaRPr lang="en-US" sz="1200" spc="0" kern="0" b="0" i="0" dirty="0">
                <a:solidFill>
                  <a:srgbClr val="CED7E6"/>
                </a:solidFill>
                <a:latin typeface="IBM Plex Sans"/>
                <a:ea typeface="IBM Plex Sans"/>
                <a:cs typeface="IBM Plex Sans"/>
              </a:endParaRPr>
            </a:p>
          </p:txBody>
        </p:sp>
      </p:grpSp>
      <p:grpSp>
        <p:nvGrpSpPr>
          <p:cNvPr id="52" name="node16"/>
          <p:cNvGrpSpPr/>
          <p:nvPr/>
        </p:nvGrpSpPr>
        <p:grpSpPr>
          <a:xfrm>
            <a:off x="4381500" y="4546600"/>
            <a:ext cx="381000" cy="304800"/>
            <a:chOff x="4381500" y="4546600"/>
            <a:chExt cx="381000" cy="304800"/>
          </a:xfrm>
        </p:grpSpPr>
        <p:sp>
          <p:nvSpPr>
            <p:cNvPr id="21" name="node16.text"/>
            <p:cNvSpPr/>
            <p:nvPr/>
          </p:nvSpPr>
          <p:spPr>
            <a:xfrm>
              <a:off x="4381500" y="45466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grpSp>
      <p:grpSp>
        <p:nvGrpSpPr>
          <p:cNvPr id="53" name="node17"/>
          <p:cNvGrpSpPr/>
          <p:nvPr/>
        </p:nvGrpSpPr>
        <p:grpSpPr>
          <a:xfrm>
            <a:off x="4838700" y="4546600"/>
            <a:ext cx="2971800" cy="304800"/>
            <a:chOff x="4838700" y="4546600"/>
            <a:chExt cx="2971800" cy="304800"/>
          </a:xfrm>
        </p:grpSpPr>
        <p:sp>
          <p:nvSpPr>
            <p:cNvPr id="22" name="node17.text"/>
            <p:cNvSpPr/>
            <p:nvPr/>
          </p:nvSpPr>
          <p:spPr>
            <a:xfrm>
              <a:off x="4838700" y="45466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Next steps</a:t>
              </a:r>
              <a:endParaRPr lang="en-US" sz="1800" spc="-18" kern="0" b="0" i="0" dirty="0">
                <a:solidFill>
                  <a:srgbClr val="FFFFFF"/>
                </a:solidFill>
                <a:latin typeface="IBM Plex Sans SemiBold"/>
                <a:ea typeface="IBM Plex Sans SemiBold"/>
                <a:cs typeface="IBM Plex Sans SemiBold"/>
              </a:endParaRPr>
            </a:p>
          </p:txBody>
        </p:sp>
      </p:grpSp>
      <p:grpSp>
        <p:nvGrpSpPr>
          <p:cNvPr id="54" name="node18"/>
          <p:cNvGrpSpPr/>
          <p:nvPr/>
        </p:nvGrpSpPr>
        <p:grpSpPr>
          <a:xfrm>
            <a:off x="4838700" y="4813300"/>
            <a:ext cx="2971800" cy="228600"/>
            <a:chOff x="4838700" y="4813300"/>
            <a:chExt cx="2971800" cy="228600"/>
          </a:xfrm>
        </p:grpSpPr>
        <p:sp>
          <p:nvSpPr>
            <p:cNvPr id="23" name="node18.text"/>
            <p:cNvSpPr/>
            <p:nvPr/>
          </p:nvSpPr>
          <p:spPr>
            <a:xfrm>
              <a:off x="4838700" y="4813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Decisions and first steps</a:t>
              </a:r>
              <a:endParaRPr lang="en-US" sz="1200" spc="0" kern="0" b="0" i="0" dirty="0">
                <a:solidFill>
                  <a:srgbClr val="CED7E6"/>
                </a:solidFill>
                <a:latin typeface="IBM Plex Sans"/>
                <a:ea typeface="IBM Plex Sans"/>
                <a:cs typeface="IBM Plex Sans"/>
              </a:endParaRPr>
            </a:p>
          </p:txBody>
        </p:sp>
      </p:grpSp>
      <p:grpSp>
        <p:nvGrpSpPr>
          <p:cNvPr id="55" name="node19"/>
          <p:cNvGrpSpPr/>
          <p:nvPr/>
        </p:nvGrpSpPr>
        <p:grpSpPr>
          <a:xfrm>
            <a:off x="8039100" y="1600200"/>
            <a:ext cx="3429000" cy="152400"/>
            <a:chOff x="8039100" y="1600200"/>
            <a:chExt cx="3429000" cy="152400"/>
          </a:xfrm>
        </p:grpSpPr>
        <p:sp>
          <p:nvSpPr>
            <p:cNvPr id="24" name="node19.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HOW TO USE IT</a:t>
              </a:r>
              <a:endParaRPr lang="en-US" sz="1000" spc="80" kern="0" b="0" i="0" dirty="0">
                <a:solidFill>
                  <a:srgbClr val="F900D3"/>
                </a:solidFill>
                <a:latin typeface="IBM Plex Mono SemiBold"/>
                <a:ea typeface="IBM Plex Mono SemiBold"/>
                <a:cs typeface="IBM Plex Mono SemiBold"/>
              </a:endParaRPr>
            </a:p>
          </p:txBody>
        </p:sp>
      </p:grpSp>
      <p:grpSp>
        <p:nvGrpSpPr>
          <p:cNvPr id="56" name="node20"/>
          <p:cNvGrpSpPr/>
          <p:nvPr/>
        </p:nvGrpSpPr>
        <p:grpSpPr>
          <a:xfrm>
            <a:off x="8039100" y="1905000"/>
            <a:ext cx="3429000" cy="2095500"/>
            <a:chOff x="8039100" y="1905000"/>
            <a:chExt cx="3429000" cy="2095500"/>
          </a:xfrm>
        </p:grpSpPr>
        <p:sp>
          <p:nvSpPr>
            <p:cNvPr id="25" name="node20.source-001.number"/>
            <p:cNvSpPr/>
            <p:nvPr/>
          </p:nvSpPr>
          <p:spPr>
            <a:xfrm>
              <a:off x="8039100" y="1905000"/>
              <a:ext cx="22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1.</a:t>
              </a:r>
              <a:endParaRPr lang="en-US" sz="1400" spc="0" kern="0" b="0" i="0" dirty="0">
                <a:solidFill>
                  <a:srgbClr val="FFFFFF"/>
                </a:solidFill>
                <a:latin typeface="IBM Plex Sans"/>
                <a:ea typeface="IBM Plex Sans"/>
                <a:cs typeface="IBM Plex Sans"/>
              </a:endParaRPr>
            </a:p>
          </p:txBody>
        </p:sp>
        <p:sp>
          <p:nvSpPr>
            <p:cNvPr id="26" name="node20.source-001.text"/>
            <p:cNvSpPr/>
            <p:nvPr/>
          </p:nvSpPr>
          <p:spPr>
            <a:xfrm>
              <a:off x="8267700" y="1905000"/>
              <a:ext cx="3200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Start with the buyer and the reason to act.</a:t>
              </a:r>
              <a:endParaRPr lang="en-US" sz="1400" spc="0" kern="0" b="0" i="0" dirty="0">
                <a:solidFill>
                  <a:srgbClr val="FFFFFF"/>
                </a:solidFill>
                <a:latin typeface="IBM Plex Sans"/>
                <a:ea typeface="IBM Plex Sans"/>
                <a:cs typeface="IBM Plex Sans"/>
              </a:endParaRPr>
            </a:p>
          </p:txBody>
        </p:sp>
        <p:sp>
          <p:nvSpPr>
            <p:cNvPr id="27" name="node20.source-002.number"/>
            <p:cNvSpPr/>
            <p:nvPr/>
          </p:nvSpPr>
          <p:spPr>
            <a:xfrm>
              <a:off x="8039100" y="2514600"/>
              <a:ext cx="22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2.</a:t>
              </a:r>
              <a:endParaRPr lang="en-US" sz="1400" spc="0" kern="0" b="0" i="0" dirty="0">
                <a:solidFill>
                  <a:srgbClr val="FFFFFF"/>
                </a:solidFill>
                <a:latin typeface="IBM Plex Sans"/>
                <a:ea typeface="IBM Plex Sans"/>
                <a:cs typeface="IBM Plex Sans"/>
              </a:endParaRPr>
            </a:p>
          </p:txBody>
        </p:sp>
        <p:sp>
          <p:nvSpPr>
            <p:cNvPr id="28" name="node20.source-002.text"/>
            <p:cNvSpPr/>
            <p:nvPr/>
          </p:nvSpPr>
          <p:spPr>
            <a:xfrm>
              <a:off x="8267700" y="2514600"/>
              <a:ext cx="3200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Pick the sections that match the conversation.</a:t>
              </a:r>
              <a:endParaRPr lang="en-US" sz="1400" spc="0" kern="0" b="0" i="0" dirty="0">
                <a:solidFill>
                  <a:srgbClr val="FFFFFF"/>
                </a:solidFill>
                <a:latin typeface="IBM Plex Sans"/>
                <a:ea typeface="IBM Plex Sans"/>
                <a:cs typeface="IBM Plex Sans"/>
              </a:endParaRPr>
            </a:p>
          </p:txBody>
        </p:sp>
        <p:sp>
          <p:nvSpPr>
            <p:cNvPr id="29" name="node20.source-003.number"/>
            <p:cNvSpPr/>
            <p:nvPr/>
          </p:nvSpPr>
          <p:spPr>
            <a:xfrm>
              <a:off x="8039100" y="3124200"/>
              <a:ext cx="22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3.</a:t>
              </a:r>
              <a:endParaRPr lang="en-US" sz="1400" spc="0" kern="0" b="0" i="0" dirty="0">
                <a:solidFill>
                  <a:srgbClr val="FFFFFF"/>
                </a:solidFill>
                <a:latin typeface="IBM Plex Sans"/>
                <a:ea typeface="IBM Plex Sans"/>
                <a:cs typeface="IBM Plex Sans"/>
              </a:endParaRPr>
            </a:p>
          </p:txBody>
        </p:sp>
        <p:sp>
          <p:nvSpPr>
            <p:cNvPr id="30" name="node20.source-003.text"/>
            <p:cNvSpPr/>
            <p:nvPr/>
          </p:nvSpPr>
          <p:spPr>
            <a:xfrm>
              <a:off x="8267700" y="31242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Choose depth: one slide, or the full set.</a:t>
              </a:r>
              <a:endParaRPr lang="en-US" sz="1400" spc="0" kern="0" b="0" i="0" dirty="0">
                <a:solidFill>
                  <a:srgbClr val="FFFFFF"/>
                </a:solidFill>
                <a:latin typeface="IBM Plex Sans"/>
                <a:ea typeface="IBM Plex Sans"/>
                <a:cs typeface="IBM Plex Sans"/>
              </a:endParaRPr>
            </a:p>
          </p:txBody>
        </p:sp>
        <p:sp>
          <p:nvSpPr>
            <p:cNvPr id="31" name="node20.source-004.number"/>
            <p:cNvSpPr/>
            <p:nvPr/>
          </p:nvSpPr>
          <p:spPr>
            <a:xfrm>
              <a:off x="8039100" y="3467100"/>
              <a:ext cx="22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4.</a:t>
              </a:r>
              <a:endParaRPr lang="en-US" sz="1400" spc="0" kern="0" b="0" i="0" dirty="0">
                <a:solidFill>
                  <a:srgbClr val="FFFFFF"/>
                </a:solidFill>
                <a:latin typeface="IBM Plex Sans"/>
                <a:ea typeface="IBM Plex Sans"/>
                <a:cs typeface="IBM Plex Sans"/>
              </a:endParaRPr>
            </a:p>
          </p:txBody>
        </p:sp>
        <p:sp>
          <p:nvSpPr>
            <p:cNvPr id="32" name="node20.source-004.text"/>
            <p:cNvSpPr/>
            <p:nvPr/>
          </p:nvSpPr>
          <p:spPr>
            <a:xfrm>
              <a:off x="8267700" y="3467100"/>
              <a:ext cx="3200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Close with proof and one clear next step.</a:t>
              </a:r>
              <a:endParaRPr lang="en-US" sz="1400" spc="0" kern="0" b="0" i="0" dirty="0">
                <a:solidFill>
                  <a:srgbClr val="FFFFFF"/>
                </a:solidFill>
                <a:latin typeface="IBM Plex Sans"/>
                <a:ea typeface="IBM Plex Sans"/>
                <a:cs typeface="IBM Plex Sans"/>
              </a:endParaRPr>
            </a:p>
          </p:txBody>
        </p:sp>
      </p:grpSp>
      <p:grpSp>
        <p:nvGrpSpPr>
          <p:cNvPr id="57" name="node21"/>
          <p:cNvGrpSpPr/>
          <p:nvPr/>
        </p:nvGrpSpPr>
        <p:grpSpPr>
          <a:xfrm>
            <a:off x="723900" y="5257800"/>
            <a:ext cx="10744200" cy="457200"/>
            <a:chOff x="723900" y="5257800"/>
            <a:chExt cx="10744200" cy="457200"/>
          </a:xfrm>
        </p:grpSpPr>
        <p:sp>
          <p:nvSpPr>
            <p:cNvPr id="33" name="node21.surface"/>
            <p:cNvSpPr/>
            <p:nvPr/>
          </p:nvSpPr>
          <p:spPr>
            <a:xfrm>
              <a:off x="723900" y="5257800"/>
              <a:ext cx="10744200" cy="457200"/>
            </a:xfrm>
            <a:prstGeom prst="rect">
              <a:avLst/>
            </a:prstGeom>
            <a:solidFill>
              <a:srgbClr val="FFFFFF"/>
            </a:solidFill>
            <a:ln>
              <a:noFill/>
            </a:ln>
          </p:spPr>
        </p:sp>
        <p:sp>
          <p:nvSpPr>
            <p:cNvPr id="34" name="node21.text"/>
            <p:cNvSpPr/>
            <p:nvPr/>
          </p:nvSpPr>
          <p:spPr>
            <a:xfrm>
              <a:off x="876300" y="5410200"/>
              <a:ext cx="1043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INTERNAL USE ONLY: REMOVE THIS GUIDE AND EVERY SECTION GUIDE BEFORE SHARING THE DECK EXTERNALLY.</a:t>
              </a:r>
              <a:endParaRPr lang="en-US" sz="900" spc="54" kern="0" b="0" i="0" dirty="0">
                <a:solidFill>
                  <a:srgbClr val="070154"/>
                </a:solidFill>
                <a:latin typeface="IBM Plex Mono Medium"/>
                <a:ea typeface="IBM Plex Mono Medium"/>
                <a:cs typeface="IBM Plex Mono Medium"/>
              </a:endParaRPr>
            </a:p>
          </p:txBody>
        </p:sp>
      </p:grpSp>
      <p:grpSp>
        <p:nvGrpSpPr>
          <p:cNvPr id="58" name="wm.library-stamp"/>
          <p:cNvGrpSpPr/>
          <p:nvPr/>
        </p:nvGrpSpPr>
        <p:grpSpPr>
          <a:xfrm>
            <a:off x="10195074" y="419100"/>
            <a:ext cx="1273026" cy="228600"/>
            <a:chOff x="10195074" y="419100"/>
            <a:chExt cx="1273026" cy="228600"/>
          </a:xfrm>
        </p:grpSpPr>
        <p:sp>
          <p:nvSpPr>
            <p:cNvPr id="35" name="wm.library-stamp.outline"/>
            <p:cNvSpPr/>
            <p:nvPr/>
          </p:nvSpPr>
          <p:spPr>
            <a:xfrm>
              <a:off x="10195074" y="419100"/>
              <a:ext cx="1273026" cy="228600"/>
            </a:xfrm>
            <a:prstGeom prst="rect">
              <a:avLst/>
            </a:prstGeom>
            <a:ln w="9525">
              <a:solidFill>
                <a:srgbClr val="FFFFFF"/>
              </a:solidFill>
              <a:prstDash val="solid"/>
            </a:ln>
          </p:spPr>
        </p:sp>
        <p:sp>
          <p:nvSpPr>
            <p:cNvPr id="36" name="wm.library-stamp.text"/>
            <p:cNvSpPr/>
            <p:nvPr/>
          </p:nvSpPr>
          <p:spPr>
            <a:xfrm>
              <a:off x="10271274" y="457200"/>
              <a:ext cx="1120626" cy="152400"/>
            </a:xfrm>
            <a:prstGeom prst="rect">
              <a:avLst/>
            </a:prstGeom>
            <a:noFill/>
            <a:ln/>
          </p:spPr>
          <p:txBody>
            <a:bodyPr wrap="square" lIns="0" tIns="0" rIns="0" bIns="0" rtlCol="0" anchor="t"/>
            <a:lstStyle/>
            <a:p>
              <a:pPr algn="l" indent="0" marL="0">
                <a:lnSpc>
                  <a:spcPts val="1200"/>
                </a:lnSpc>
                <a:buNone/>
              </a:pPr>
              <a:r>
                <a:rPr lang="en-US" sz="800" spc="64" kern="0" b="0" i="0" dirty="0">
                  <a:solidFill>
                    <a:srgbClr val="FFFFFF"/>
                  </a:solidFill>
                  <a:latin typeface="IBM Plex Mono SemiBold"/>
                  <a:ea typeface="IBM Plex Mono SemiBold"/>
                  <a:cs typeface="IBM Plex Mono SemiBold"/>
                </a:rPr>
                <a:t>FOR INTERNAL USE</a:t>
              </a:r>
              <a:endParaRPr lang="en-US" sz="800" spc="64" kern="0" b="0" i="0" dirty="0">
                <a:solidFill>
                  <a:srgbClr val="FFFFFF"/>
                </a:solidFill>
                <a:latin typeface="IBM Plex Mono SemiBold"/>
                <a:ea typeface="IBM Plex Mono SemiBold"/>
                <a:cs typeface="IBM Plex Mono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ource-409">
    <p:spTree>
      <p:nvGrpSpPr>
        <p:cNvPr id="1" name=""/>
        <p:cNvGrpSpPr/>
        <p:nvPr/>
      </p:nvGrpSpPr>
      <p:grpSpPr>
        <a:xfrm>
          <a:off x="0" y="0"/>
          <a:ext cx="0" cy="0"/>
          <a:chOff x="0" y="0"/>
          <a:chExt cx="0" cy="0"/>
        </a:xfrm>
      </p:grpSpPr>
      <p:sp>
        <p:nvSpPr>
          <p:cNvPr id="2" name="wm.library-whiteboard.001.001.001"/>
          <p:cNvSpPr/>
          <p:nvPr/>
        </p:nvSpPr>
        <p:spPr>
          <a:xfrm>
            <a:off x="266700" y="228600"/>
            <a:ext cx="38100" cy="38100"/>
          </a:xfrm>
          <a:prstGeom prst="rect">
            <a:avLst/>
          </a:prstGeom>
          <a:solidFill>
            <a:srgbClr val="CED7E6"/>
          </a:solidFill>
          <a:ln>
            <a:noFill/>
          </a:ln>
        </p:spPr>
      </p:sp>
      <p:sp>
        <p:nvSpPr>
          <p:cNvPr id="3" name="wm.library-whiteboard.001.001.002"/>
          <p:cNvSpPr/>
          <p:nvPr/>
        </p:nvSpPr>
        <p:spPr>
          <a:xfrm>
            <a:off x="266700" y="457200"/>
            <a:ext cx="38100" cy="38100"/>
          </a:xfrm>
          <a:prstGeom prst="rect">
            <a:avLst/>
          </a:prstGeom>
          <a:solidFill>
            <a:srgbClr val="CED7E6"/>
          </a:solidFill>
          <a:ln>
            <a:noFill/>
          </a:ln>
        </p:spPr>
      </p:sp>
      <p:sp>
        <p:nvSpPr>
          <p:cNvPr id="4" name="wm.library-whiteboard.001.001.003"/>
          <p:cNvSpPr/>
          <p:nvPr/>
        </p:nvSpPr>
        <p:spPr>
          <a:xfrm>
            <a:off x="266700" y="685800"/>
            <a:ext cx="38100" cy="38100"/>
          </a:xfrm>
          <a:prstGeom prst="rect">
            <a:avLst/>
          </a:prstGeom>
          <a:solidFill>
            <a:srgbClr val="CED7E6"/>
          </a:solidFill>
          <a:ln>
            <a:noFill/>
          </a:ln>
        </p:spPr>
      </p:sp>
      <p:sp>
        <p:nvSpPr>
          <p:cNvPr id="5" name="wm.library-whiteboard.001.001.004"/>
          <p:cNvSpPr/>
          <p:nvPr/>
        </p:nvSpPr>
        <p:spPr>
          <a:xfrm>
            <a:off x="266700" y="914400"/>
            <a:ext cx="38100" cy="38100"/>
          </a:xfrm>
          <a:prstGeom prst="rect">
            <a:avLst/>
          </a:prstGeom>
          <a:solidFill>
            <a:srgbClr val="CED7E6"/>
          </a:solidFill>
          <a:ln>
            <a:noFill/>
          </a:ln>
        </p:spPr>
      </p:sp>
      <p:sp>
        <p:nvSpPr>
          <p:cNvPr id="6" name="wm.library-whiteboard.001.001.005"/>
          <p:cNvSpPr/>
          <p:nvPr/>
        </p:nvSpPr>
        <p:spPr>
          <a:xfrm>
            <a:off x="266700" y="1143000"/>
            <a:ext cx="38100" cy="38100"/>
          </a:xfrm>
          <a:prstGeom prst="rect">
            <a:avLst/>
          </a:prstGeom>
          <a:solidFill>
            <a:srgbClr val="CED7E6">
              <a:alpha val="85305"/>
            </a:srgbClr>
          </a:solidFill>
          <a:ln>
            <a:noFill/>
          </a:ln>
        </p:spPr>
      </p:sp>
      <p:sp>
        <p:nvSpPr>
          <p:cNvPr id="7" name="wm.library-whiteboard.001.001.006"/>
          <p:cNvSpPr/>
          <p:nvPr/>
        </p:nvSpPr>
        <p:spPr>
          <a:xfrm>
            <a:off x="266700" y="1371600"/>
            <a:ext cx="38100" cy="38100"/>
          </a:xfrm>
          <a:prstGeom prst="rect">
            <a:avLst/>
          </a:prstGeom>
          <a:solidFill>
            <a:srgbClr val="CED7E6">
              <a:alpha val="68524"/>
            </a:srgbClr>
          </a:solidFill>
          <a:ln>
            <a:noFill/>
          </a:ln>
        </p:spPr>
      </p:sp>
      <p:sp>
        <p:nvSpPr>
          <p:cNvPr id="8" name="wm.library-whiteboard.001.001.007"/>
          <p:cNvSpPr/>
          <p:nvPr/>
        </p:nvSpPr>
        <p:spPr>
          <a:xfrm>
            <a:off x="266700" y="1600200"/>
            <a:ext cx="38100" cy="38100"/>
          </a:xfrm>
          <a:prstGeom prst="rect">
            <a:avLst/>
          </a:prstGeom>
          <a:solidFill>
            <a:srgbClr val="CED7E6">
              <a:alpha val="51742"/>
            </a:srgbClr>
          </a:solidFill>
          <a:ln>
            <a:noFill/>
          </a:ln>
        </p:spPr>
      </p:sp>
      <p:sp>
        <p:nvSpPr>
          <p:cNvPr id="9" name="wm.library-whiteboard.001.001.008"/>
          <p:cNvSpPr/>
          <p:nvPr/>
        </p:nvSpPr>
        <p:spPr>
          <a:xfrm>
            <a:off x="266700" y="1828800"/>
            <a:ext cx="38100" cy="38100"/>
          </a:xfrm>
          <a:prstGeom prst="rect">
            <a:avLst/>
          </a:prstGeom>
          <a:solidFill>
            <a:srgbClr val="CED7E6">
              <a:alpha val="34959"/>
            </a:srgbClr>
          </a:solidFill>
          <a:ln>
            <a:noFill/>
          </a:ln>
        </p:spPr>
      </p:sp>
      <p:sp>
        <p:nvSpPr>
          <p:cNvPr id="10" name="wm.library-whiteboard.001.001.009"/>
          <p:cNvSpPr/>
          <p:nvPr/>
        </p:nvSpPr>
        <p:spPr>
          <a:xfrm>
            <a:off x="266700" y="2057400"/>
            <a:ext cx="38100" cy="38100"/>
          </a:xfrm>
          <a:prstGeom prst="rect">
            <a:avLst/>
          </a:prstGeom>
          <a:solidFill>
            <a:srgbClr val="CED7E6">
              <a:alpha val="18177"/>
            </a:srgbClr>
          </a:solidFill>
          <a:ln>
            <a:noFill/>
          </a:ln>
        </p:spPr>
      </p:sp>
      <p:sp>
        <p:nvSpPr>
          <p:cNvPr id="11" name="wm.library-whiteboard.001.001.010"/>
          <p:cNvSpPr/>
          <p:nvPr/>
        </p:nvSpPr>
        <p:spPr>
          <a:xfrm>
            <a:off x="266700" y="2286000"/>
            <a:ext cx="38100" cy="38100"/>
          </a:xfrm>
          <a:prstGeom prst="rect">
            <a:avLst/>
          </a:prstGeom>
          <a:solidFill>
            <a:srgbClr val="CED7E6">
              <a:alpha val="1394"/>
            </a:srgbClr>
          </a:solidFill>
          <a:ln>
            <a:noFill/>
          </a:ln>
        </p:spPr>
      </p:sp>
      <p:sp>
        <p:nvSpPr>
          <p:cNvPr id="12" name="wm.library-whiteboard.001.002.001"/>
          <p:cNvSpPr/>
          <p:nvPr/>
        </p:nvSpPr>
        <p:spPr>
          <a:xfrm>
            <a:off x="495300" y="228600"/>
            <a:ext cx="38100" cy="38100"/>
          </a:xfrm>
          <a:prstGeom prst="rect">
            <a:avLst/>
          </a:prstGeom>
          <a:solidFill>
            <a:srgbClr val="CED7E6"/>
          </a:solidFill>
          <a:ln>
            <a:noFill/>
          </a:ln>
        </p:spPr>
      </p:sp>
      <p:sp>
        <p:nvSpPr>
          <p:cNvPr id="13" name="wm.library-whiteboard.001.002.002"/>
          <p:cNvSpPr/>
          <p:nvPr/>
        </p:nvSpPr>
        <p:spPr>
          <a:xfrm>
            <a:off x="495300" y="457200"/>
            <a:ext cx="38100" cy="38100"/>
          </a:xfrm>
          <a:prstGeom prst="rect">
            <a:avLst/>
          </a:prstGeom>
          <a:solidFill>
            <a:srgbClr val="CED7E6"/>
          </a:solidFill>
          <a:ln>
            <a:noFill/>
          </a:ln>
        </p:spPr>
      </p:sp>
      <p:sp>
        <p:nvSpPr>
          <p:cNvPr id="14" name="wm.library-whiteboard.001.002.003"/>
          <p:cNvSpPr/>
          <p:nvPr/>
        </p:nvSpPr>
        <p:spPr>
          <a:xfrm>
            <a:off x="495300" y="685800"/>
            <a:ext cx="38100" cy="38100"/>
          </a:xfrm>
          <a:prstGeom prst="rect">
            <a:avLst/>
          </a:prstGeom>
          <a:solidFill>
            <a:srgbClr val="CED7E6"/>
          </a:solidFill>
          <a:ln>
            <a:noFill/>
          </a:ln>
        </p:spPr>
      </p:sp>
      <p:sp>
        <p:nvSpPr>
          <p:cNvPr id="15" name="wm.library-whiteboard.001.002.004"/>
          <p:cNvSpPr/>
          <p:nvPr/>
        </p:nvSpPr>
        <p:spPr>
          <a:xfrm>
            <a:off x="495300" y="914400"/>
            <a:ext cx="38100" cy="38100"/>
          </a:xfrm>
          <a:prstGeom prst="rect">
            <a:avLst/>
          </a:prstGeom>
          <a:solidFill>
            <a:srgbClr val="CED7E6">
              <a:alpha val="99988"/>
            </a:srgbClr>
          </a:solidFill>
          <a:ln>
            <a:noFill/>
          </a:ln>
        </p:spPr>
      </p:sp>
      <p:sp>
        <p:nvSpPr>
          <p:cNvPr id="16" name="wm.library-whiteboard.001.002.005"/>
          <p:cNvSpPr/>
          <p:nvPr/>
        </p:nvSpPr>
        <p:spPr>
          <a:xfrm>
            <a:off x="495300" y="1143000"/>
            <a:ext cx="38100" cy="38100"/>
          </a:xfrm>
          <a:prstGeom prst="rect">
            <a:avLst/>
          </a:prstGeom>
          <a:solidFill>
            <a:srgbClr val="CED7E6">
              <a:alpha val="83708"/>
            </a:srgbClr>
          </a:solidFill>
          <a:ln>
            <a:noFill/>
          </a:ln>
        </p:spPr>
      </p:sp>
      <p:sp>
        <p:nvSpPr>
          <p:cNvPr id="17" name="wm.library-whiteboard.001.002.006"/>
          <p:cNvSpPr/>
          <p:nvPr/>
        </p:nvSpPr>
        <p:spPr>
          <a:xfrm>
            <a:off x="495300" y="1371600"/>
            <a:ext cx="38100" cy="38100"/>
          </a:xfrm>
          <a:prstGeom prst="rect">
            <a:avLst/>
          </a:prstGeom>
          <a:solidFill>
            <a:srgbClr val="CED7E6">
              <a:alpha val="67236"/>
            </a:srgbClr>
          </a:solidFill>
          <a:ln>
            <a:noFill/>
          </a:ln>
        </p:spPr>
      </p:sp>
      <p:sp>
        <p:nvSpPr>
          <p:cNvPr id="18" name="wm.library-whiteboard.001.002.007"/>
          <p:cNvSpPr/>
          <p:nvPr/>
        </p:nvSpPr>
        <p:spPr>
          <a:xfrm>
            <a:off x="495300" y="1600200"/>
            <a:ext cx="38100" cy="38100"/>
          </a:xfrm>
          <a:prstGeom prst="rect">
            <a:avLst/>
          </a:prstGeom>
          <a:solidFill>
            <a:srgbClr val="CED7E6">
              <a:alpha val="50663"/>
            </a:srgbClr>
          </a:solidFill>
          <a:ln>
            <a:noFill/>
          </a:ln>
        </p:spPr>
      </p:sp>
      <p:sp>
        <p:nvSpPr>
          <p:cNvPr id="19" name="wm.library-whiteboard.001.002.008"/>
          <p:cNvSpPr/>
          <p:nvPr/>
        </p:nvSpPr>
        <p:spPr>
          <a:xfrm>
            <a:off x="495300" y="1828800"/>
            <a:ext cx="38100" cy="38100"/>
          </a:xfrm>
          <a:prstGeom prst="rect">
            <a:avLst/>
          </a:prstGeom>
          <a:solidFill>
            <a:srgbClr val="CED7E6">
              <a:alpha val="34032"/>
            </a:srgbClr>
          </a:solidFill>
          <a:ln>
            <a:noFill/>
          </a:ln>
        </p:spPr>
      </p:sp>
      <p:sp>
        <p:nvSpPr>
          <p:cNvPr id="20" name="wm.library-whiteboard.001.002.009"/>
          <p:cNvSpPr/>
          <p:nvPr/>
        </p:nvSpPr>
        <p:spPr>
          <a:xfrm>
            <a:off x="495300" y="2057400"/>
            <a:ext cx="38100" cy="38100"/>
          </a:xfrm>
          <a:prstGeom prst="rect">
            <a:avLst/>
          </a:prstGeom>
          <a:solidFill>
            <a:srgbClr val="CED7E6">
              <a:alpha val="17363"/>
            </a:srgbClr>
          </a:solidFill>
          <a:ln>
            <a:noFill/>
          </a:ln>
        </p:spPr>
      </p:sp>
      <p:sp>
        <p:nvSpPr>
          <p:cNvPr id="21" name="wm.library-whiteboard.001.002.010"/>
          <p:cNvSpPr/>
          <p:nvPr/>
        </p:nvSpPr>
        <p:spPr>
          <a:xfrm>
            <a:off x="495300" y="2286000"/>
            <a:ext cx="38100" cy="38100"/>
          </a:xfrm>
          <a:prstGeom prst="rect">
            <a:avLst/>
          </a:prstGeom>
          <a:solidFill>
            <a:srgbClr val="CED7E6">
              <a:alpha val="670"/>
            </a:srgbClr>
          </a:solidFill>
          <a:ln>
            <a:noFill/>
          </a:ln>
        </p:spPr>
      </p:sp>
      <p:sp>
        <p:nvSpPr>
          <p:cNvPr id="22" name="wm.library-whiteboard.001.003.001"/>
          <p:cNvSpPr/>
          <p:nvPr/>
        </p:nvSpPr>
        <p:spPr>
          <a:xfrm>
            <a:off x="723900" y="228600"/>
            <a:ext cx="38100" cy="38100"/>
          </a:xfrm>
          <a:prstGeom prst="rect">
            <a:avLst/>
          </a:prstGeom>
          <a:solidFill>
            <a:srgbClr val="CED7E6"/>
          </a:solidFill>
          <a:ln>
            <a:noFill/>
          </a:ln>
        </p:spPr>
      </p:sp>
      <p:sp>
        <p:nvSpPr>
          <p:cNvPr id="23" name="wm.library-whiteboard.001.003.002"/>
          <p:cNvSpPr/>
          <p:nvPr/>
        </p:nvSpPr>
        <p:spPr>
          <a:xfrm>
            <a:off x="723900" y="457200"/>
            <a:ext cx="38100" cy="38100"/>
          </a:xfrm>
          <a:prstGeom prst="rect">
            <a:avLst/>
          </a:prstGeom>
          <a:solidFill>
            <a:srgbClr val="CED7E6"/>
          </a:solidFill>
          <a:ln>
            <a:noFill/>
          </a:ln>
        </p:spPr>
      </p:sp>
      <p:sp>
        <p:nvSpPr>
          <p:cNvPr id="24" name="wm.library-whiteboard.001.003.003"/>
          <p:cNvSpPr/>
          <p:nvPr/>
        </p:nvSpPr>
        <p:spPr>
          <a:xfrm>
            <a:off x="723900" y="685800"/>
            <a:ext cx="38100" cy="38100"/>
          </a:xfrm>
          <a:prstGeom prst="rect">
            <a:avLst/>
          </a:prstGeom>
          <a:solidFill>
            <a:srgbClr val="CED7E6"/>
          </a:solidFill>
          <a:ln>
            <a:noFill/>
          </a:ln>
        </p:spPr>
      </p:sp>
      <p:sp>
        <p:nvSpPr>
          <p:cNvPr id="25" name="wm.library-whiteboard.001.003.004"/>
          <p:cNvSpPr/>
          <p:nvPr/>
        </p:nvSpPr>
        <p:spPr>
          <a:xfrm>
            <a:off x="723900" y="914400"/>
            <a:ext cx="38100" cy="38100"/>
          </a:xfrm>
          <a:prstGeom prst="rect">
            <a:avLst/>
          </a:prstGeom>
          <a:solidFill>
            <a:srgbClr val="CED7E6">
              <a:alpha val="94671"/>
            </a:srgbClr>
          </a:solidFill>
          <a:ln>
            <a:noFill/>
          </a:ln>
        </p:spPr>
      </p:sp>
      <p:sp>
        <p:nvSpPr>
          <p:cNvPr id="26" name="wm.library-whiteboard.001.003.005"/>
          <p:cNvSpPr/>
          <p:nvPr/>
        </p:nvSpPr>
        <p:spPr>
          <a:xfrm>
            <a:off x="723900" y="1143000"/>
            <a:ext cx="38100" cy="38100"/>
          </a:xfrm>
          <a:prstGeom prst="rect">
            <a:avLst/>
          </a:prstGeom>
          <a:solidFill>
            <a:srgbClr val="CED7E6">
              <a:alpha val="79547"/>
            </a:srgbClr>
          </a:solidFill>
          <a:ln>
            <a:noFill/>
          </a:ln>
        </p:spPr>
      </p:sp>
      <p:sp>
        <p:nvSpPr>
          <p:cNvPr id="27" name="wm.library-whiteboard.001.003.006"/>
          <p:cNvSpPr/>
          <p:nvPr/>
        </p:nvSpPr>
        <p:spPr>
          <a:xfrm>
            <a:off x="723900" y="1371600"/>
            <a:ext cx="38100" cy="38100"/>
          </a:xfrm>
          <a:prstGeom prst="rect">
            <a:avLst/>
          </a:prstGeom>
          <a:solidFill>
            <a:srgbClr val="CED7E6">
              <a:alpha val="63833"/>
            </a:srgbClr>
          </a:solidFill>
          <a:ln>
            <a:noFill/>
          </a:ln>
        </p:spPr>
      </p:sp>
      <p:sp>
        <p:nvSpPr>
          <p:cNvPr id="28" name="wm.library-whiteboard.001.003.007"/>
          <p:cNvSpPr/>
          <p:nvPr/>
        </p:nvSpPr>
        <p:spPr>
          <a:xfrm>
            <a:off x="723900" y="1600200"/>
            <a:ext cx="38100" cy="38100"/>
          </a:xfrm>
          <a:prstGeom prst="rect">
            <a:avLst/>
          </a:prstGeom>
          <a:solidFill>
            <a:srgbClr val="CED7E6">
              <a:alpha val="47790"/>
            </a:srgbClr>
          </a:solidFill>
          <a:ln>
            <a:noFill/>
          </a:ln>
        </p:spPr>
      </p:sp>
      <p:sp>
        <p:nvSpPr>
          <p:cNvPr id="29" name="wm.library-whiteboard.001.003.008"/>
          <p:cNvSpPr/>
          <p:nvPr/>
        </p:nvSpPr>
        <p:spPr>
          <a:xfrm>
            <a:off x="723900" y="1828800"/>
            <a:ext cx="38100" cy="38100"/>
          </a:xfrm>
          <a:prstGeom prst="rect">
            <a:avLst/>
          </a:prstGeom>
          <a:solidFill>
            <a:srgbClr val="CED7E6">
              <a:alpha val="31549"/>
            </a:srgbClr>
          </a:solidFill>
          <a:ln>
            <a:noFill/>
          </a:ln>
        </p:spPr>
      </p:sp>
      <p:sp>
        <p:nvSpPr>
          <p:cNvPr id="30" name="wm.library-whiteboard.001.003.009"/>
          <p:cNvSpPr/>
          <p:nvPr/>
        </p:nvSpPr>
        <p:spPr>
          <a:xfrm>
            <a:off x="723900" y="2057400"/>
            <a:ext cx="38100" cy="38100"/>
          </a:xfrm>
          <a:prstGeom prst="rect">
            <a:avLst/>
          </a:prstGeom>
          <a:solidFill>
            <a:srgbClr val="CED7E6">
              <a:alpha val="15179"/>
            </a:srgbClr>
          </a:solidFill>
          <a:ln>
            <a:noFill/>
          </a:ln>
        </p:spPr>
      </p:sp>
      <p:sp>
        <p:nvSpPr>
          <p:cNvPr id="31" name="wm.library-whiteboard.001.004.001"/>
          <p:cNvSpPr/>
          <p:nvPr/>
        </p:nvSpPr>
        <p:spPr>
          <a:xfrm>
            <a:off x="952500" y="228600"/>
            <a:ext cx="38100" cy="38100"/>
          </a:xfrm>
          <a:prstGeom prst="rect">
            <a:avLst/>
          </a:prstGeom>
          <a:solidFill>
            <a:srgbClr val="CED7E6"/>
          </a:solidFill>
          <a:ln>
            <a:noFill/>
          </a:ln>
        </p:spPr>
      </p:sp>
      <p:sp>
        <p:nvSpPr>
          <p:cNvPr id="32" name="wm.library-whiteboard.001.004.002"/>
          <p:cNvSpPr/>
          <p:nvPr/>
        </p:nvSpPr>
        <p:spPr>
          <a:xfrm>
            <a:off x="952500" y="457200"/>
            <a:ext cx="38100" cy="38100"/>
          </a:xfrm>
          <a:prstGeom prst="rect">
            <a:avLst/>
          </a:prstGeom>
          <a:solidFill>
            <a:srgbClr val="CED7E6"/>
          </a:solidFill>
          <a:ln>
            <a:noFill/>
          </a:ln>
        </p:spPr>
      </p:sp>
      <p:sp>
        <p:nvSpPr>
          <p:cNvPr id="33" name="wm.library-whiteboard.001.004.003"/>
          <p:cNvSpPr/>
          <p:nvPr/>
        </p:nvSpPr>
        <p:spPr>
          <a:xfrm>
            <a:off x="952500" y="685800"/>
            <a:ext cx="38100" cy="38100"/>
          </a:xfrm>
          <a:prstGeom prst="rect">
            <a:avLst/>
          </a:prstGeom>
          <a:solidFill>
            <a:srgbClr val="CED7E6">
              <a:alpha val="98827"/>
            </a:srgbClr>
          </a:solidFill>
          <a:ln>
            <a:noFill/>
          </a:ln>
        </p:spPr>
      </p:sp>
      <p:sp>
        <p:nvSpPr>
          <p:cNvPr id="34" name="wm.library-whiteboard.001.004.004"/>
          <p:cNvSpPr/>
          <p:nvPr/>
        </p:nvSpPr>
        <p:spPr>
          <a:xfrm>
            <a:off x="952500" y="914400"/>
            <a:ext cx="38100" cy="38100"/>
          </a:xfrm>
          <a:prstGeom prst="rect">
            <a:avLst/>
          </a:prstGeom>
          <a:solidFill>
            <a:srgbClr val="CED7E6">
              <a:alpha val="86895"/>
            </a:srgbClr>
          </a:solidFill>
          <a:ln>
            <a:noFill/>
          </a:ln>
        </p:spPr>
      </p:sp>
      <p:sp>
        <p:nvSpPr>
          <p:cNvPr id="35" name="wm.library-whiteboard.001.004.005"/>
          <p:cNvSpPr/>
          <p:nvPr/>
        </p:nvSpPr>
        <p:spPr>
          <a:xfrm>
            <a:off x="952500" y="1143000"/>
            <a:ext cx="38100" cy="38100"/>
          </a:xfrm>
          <a:prstGeom prst="rect">
            <a:avLst/>
          </a:prstGeom>
          <a:solidFill>
            <a:srgbClr val="CED7E6">
              <a:alpha val="73217"/>
            </a:srgbClr>
          </a:solidFill>
          <a:ln>
            <a:noFill/>
          </a:ln>
        </p:spPr>
      </p:sp>
      <p:sp>
        <p:nvSpPr>
          <p:cNvPr id="36" name="wm.library-whiteboard.001.004.006"/>
          <p:cNvSpPr/>
          <p:nvPr/>
        </p:nvSpPr>
        <p:spPr>
          <a:xfrm>
            <a:off x="952500" y="1371600"/>
            <a:ext cx="38100" cy="38100"/>
          </a:xfrm>
          <a:prstGeom prst="rect">
            <a:avLst/>
          </a:prstGeom>
          <a:solidFill>
            <a:srgbClr val="CED7E6">
              <a:alpha val="58541"/>
            </a:srgbClr>
          </a:solidFill>
          <a:ln>
            <a:noFill/>
          </a:ln>
        </p:spPr>
      </p:sp>
      <p:sp>
        <p:nvSpPr>
          <p:cNvPr id="37" name="wm.library-whiteboard.001.004.007"/>
          <p:cNvSpPr/>
          <p:nvPr/>
        </p:nvSpPr>
        <p:spPr>
          <a:xfrm>
            <a:off x="952500" y="1600200"/>
            <a:ext cx="38100" cy="38100"/>
          </a:xfrm>
          <a:prstGeom prst="rect">
            <a:avLst/>
          </a:prstGeom>
          <a:solidFill>
            <a:srgbClr val="CED7E6">
              <a:alpha val="43263"/>
            </a:srgbClr>
          </a:solidFill>
          <a:ln>
            <a:noFill/>
          </a:ln>
        </p:spPr>
      </p:sp>
      <p:sp>
        <p:nvSpPr>
          <p:cNvPr id="38" name="wm.library-whiteboard.001.004.008"/>
          <p:cNvSpPr/>
          <p:nvPr/>
        </p:nvSpPr>
        <p:spPr>
          <a:xfrm>
            <a:off x="952500" y="1828800"/>
            <a:ext cx="38100" cy="38100"/>
          </a:xfrm>
          <a:prstGeom prst="rect">
            <a:avLst/>
          </a:prstGeom>
          <a:solidFill>
            <a:srgbClr val="CED7E6">
              <a:alpha val="27603"/>
            </a:srgbClr>
          </a:solidFill>
          <a:ln>
            <a:noFill/>
          </a:ln>
        </p:spPr>
      </p:sp>
      <p:sp>
        <p:nvSpPr>
          <p:cNvPr id="39" name="wm.library-whiteboard.001.004.009"/>
          <p:cNvSpPr/>
          <p:nvPr/>
        </p:nvSpPr>
        <p:spPr>
          <a:xfrm>
            <a:off x="952500" y="2057400"/>
            <a:ext cx="38100" cy="38100"/>
          </a:xfrm>
          <a:prstGeom prst="rect">
            <a:avLst/>
          </a:prstGeom>
          <a:solidFill>
            <a:srgbClr val="CED7E6">
              <a:alpha val="11687"/>
            </a:srgbClr>
          </a:solidFill>
          <a:ln>
            <a:noFill/>
          </a:ln>
        </p:spPr>
      </p:sp>
      <p:sp>
        <p:nvSpPr>
          <p:cNvPr id="40" name="wm.library-whiteboard.001.005.001"/>
          <p:cNvSpPr/>
          <p:nvPr/>
        </p:nvSpPr>
        <p:spPr>
          <a:xfrm>
            <a:off x="1181100" y="228600"/>
            <a:ext cx="38100" cy="38100"/>
          </a:xfrm>
          <a:prstGeom prst="rect">
            <a:avLst/>
          </a:prstGeom>
          <a:solidFill>
            <a:srgbClr val="CED7E6">
              <a:alpha val="97572"/>
            </a:srgbClr>
          </a:solidFill>
          <a:ln>
            <a:noFill/>
          </a:ln>
        </p:spPr>
      </p:sp>
      <p:sp>
        <p:nvSpPr>
          <p:cNvPr id="41" name="wm.library-whiteboard.001.005.002"/>
          <p:cNvSpPr/>
          <p:nvPr/>
        </p:nvSpPr>
        <p:spPr>
          <a:xfrm>
            <a:off x="1181100" y="457200"/>
            <a:ext cx="38100" cy="38100"/>
          </a:xfrm>
          <a:prstGeom prst="rect">
            <a:avLst/>
          </a:prstGeom>
          <a:solidFill>
            <a:srgbClr val="CED7E6">
              <a:alpha val="94724"/>
            </a:srgbClr>
          </a:solidFill>
          <a:ln>
            <a:noFill/>
          </a:ln>
        </p:spPr>
      </p:sp>
      <p:sp>
        <p:nvSpPr>
          <p:cNvPr id="42" name="wm.library-whiteboard.001.005.003"/>
          <p:cNvSpPr/>
          <p:nvPr/>
        </p:nvSpPr>
        <p:spPr>
          <a:xfrm>
            <a:off x="1181100" y="685800"/>
            <a:ext cx="38100" cy="38100"/>
          </a:xfrm>
          <a:prstGeom prst="rect">
            <a:avLst/>
          </a:prstGeom>
          <a:solidFill>
            <a:srgbClr val="CED7E6">
              <a:alpha val="87609"/>
            </a:srgbClr>
          </a:solidFill>
          <a:ln>
            <a:noFill/>
          </a:ln>
        </p:spPr>
      </p:sp>
      <p:sp>
        <p:nvSpPr>
          <p:cNvPr id="43" name="wm.library-whiteboard.001.005.004"/>
          <p:cNvSpPr/>
          <p:nvPr/>
        </p:nvSpPr>
        <p:spPr>
          <a:xfrm>
            <a:off x="1181100" y="914400"/>
            <a:ext cx="38100" cy="38100"/>
          </a:xfrm>
          <a:prstGeom prst="rect">
            <a:avLst/>
          </a:prstGeom>
          <a:solidFill>
            <a:srgbClr val="CED7E6">
              <a:alpha val="77408"/>
            </a:srgbClr>
          </a:solidFill>
          <a:ln>
            <a:noFill/>
          </a:ln>
        </p:spPr>
      </p:sp>
      <p:sp>
        <p:nvSpPr>
          <p:cNvPr id="44" name="wm.library-whiteboard.001.005.005"/>
          <p:cNvSpPr/>
          <p:nvPr/>
        </p:nvSpPr>
        <p:spPr>
          <a:xfrm>
            <a:off x="1181100" y="1143000"/>
            <a:ext cx="38100" cy="38100"/>
          </a:xfrm>
          <a:prstGeom prst="rect">
            <a:avLst/>
          </a:prstGeom>
          <a:solidFill>
            <a:srgbClr val="CED7E6">
              <a:alpha val="65181"/>
            </a:srgbClr>
          </a:solidFill>
          <a:ln>
            <a:noFill/>
          </a:ln>
        </p:spPr>
      </p:sp>
      <p:sp>
        <p:nvSpPr>
          <p:cNvPr id="45" name="wm.library-whiteboard.001.005.006"/>
          <p:cNvSpPr/>
          <p:nvPr/>
        </p:nvSpPr>
        <p:spPr>
          <a:xfrm>
            <a:off x="1181100" y="1371600"/>
            <a:ext cx="38100" cy="38100"/>
          </a:xfrm>
          <a:prstGeom prst="rect">
            <a:avLst/>
          </a:prstGeom>
          <a:solidFill>
            <a:srgbClr val="CED7E6">
              <a:alpha val="51653"/>
            </a:srgbClr>
          </a:solidFill>
          <a:ln>
            <a:noFill/>
          </a:ln>
        </p:spPr>
      </p:sp>
      <p:sp>
        <p:nvSpPr>
          <p:cNvPr id="46" name="wm.library-whiteboard.001.005.007"/>
          <p:cNvSpPr/>
          <p:nvPr/>
        </p:nvSpPr>
        <p:spPr>
          <a:xfrm>
            <a:off x="1181100" y="1600200"/>
            <a:ext cx="38100" cy="38100"/>
          </a:xfrm>
          <a:prstGeom prst="rect">
            <a:avLst/>
          </a:prstGeom>
          <a:solidFill>
            <a:srgbClr val="CED7E6">
              <a:alpha val="37275"/>
            </a:srgbClr>
          </a:solidFill>
          <a:ln>
            <a:noFill/>
          </a:ln>
        </p:spPr>
      </p:sp>
      <p:sp>
        <p:nvSpPr>
          <p:cNvPr id="47" name="wm.library-whiteboard.001.005.008"/>
          <p:cNvSpPr/>
          <p:nvPr/>
        </p:nvSpPr>
        <p:spPr>
          <a:xfrm>
            <a:off x="1181100" y="1828800"/>
            <a:ext cx="38100" cy="38100"/>
          </a:xfrm>
          <a:prstGeom prst="rect">
            <a:avLst/>
          </a:prstGeom>
          <a:solidFill>
            <a:srgbClr val="CED7E6">
              <a:alpha val="22326"/>
            </a:srgbClr>
          </a:solidFill>
          <a:ln>
            <a:noFill/>
          </a:ln>
        </p:spPr>
      </p:sp>
      <p:sp>
        <p:nvSpPr>
          <p:cNvPr id="48" name="wm.library-whiteboard.001.005.009"/>
          <p:cNvSpPr/>
          <p:nvPr/>
        </p:nvSpPr>
        <p:spPr>
          <a:xfrm>
            <a:off x="1181100" y="2057400"/>
            <a:ext cx="38100" cy="38100"/>
          </a:xfrm>
          <a:prstGeom prst="rect">
            <a:avLst/>
          </a:prstGeom>
          <a:solidFill>
            <a:srgbClr val="CED7E6">
              <a:alpha val="6980"/>
            </a:srgbClr>
          </a:solidFill>
          <a:ln>
            <a:noFill/>
          </a:ln>
        </p:spPr>
      </p:sp>
      <p:sp>
        <p:nvSpPr>
          <p:cNvPr id="49" name="wm.library-whiteboard.001.006.001"/>
          <p:cNvSpPr/>
          <p:nvPr/>
        </p:nvSpPr>
        <p:spPr>
          <a:xfrm>
            <a:off x="1409700" y="228600"/>
            <a:ext cx="38100" cy="38100"/>
          </a:xfrm>
          <a:prstGeom prst="rect">
            <a:avLst/>
          </a:prstGeom>
          <a:solidFill>
            <a:srgbClr val="CED7E6">
              <a:alpha val="83798"/>
            </a:srgbClr>
          </a:solidFill>
          <a:ln>
            <a:noFill/>
          </a:ln>
        </p:spPr>
      </p:sp>
      <p:sp>
        <p:nvSpPr>
          <p:cNvPr id="50" name="wm.library-whiteboard.001.006.002"/>
          <p:cNvSpPr/>
          <p:nvPr/>
        </p:nvSpPr>
        <p:spPr>
          <a:xfrm>
            <a:off x="1409700" y="457200"/>
            <a:ext cx="38100" cy="38100"/>
          </a:xfrm>
          <a:prstGeom prst="rect">
            <a:avLst/>
          </a:prstGeom>
          <a:solidFill>
            <a:srgbClr val="CED7E6">
              <a:alpha val="81490"/>
            </a:srgbClr>
          </a:solidFill>
          <a:ln>
            <a:noFill/>
          </a:ln>
        </p:spPr>
      </p:sp>
      <p:sp>
        <p:nvSpPr>
          <p:cNvPr id="51" name="wm.library-whiteboard.001.006.003"/>
          <p:cNvSpPr/>
          <p:nvPr/>
        </p:nvSpPr>
        <p:spPr>
          <a:xfrm>
            <a:off x="1409700" y="685800"/>
            <a:ext cx="38100" cy="38100"/>
          </a:xfrm>
          <a:prstGeom prst="rect">
            <a:avLst/>
          </a:prstGeom>
          <a:solidFill>
            <a:srgbClr val="CED7E6">
              <a:alpha val="75569"/>
            </a:srgbClr>
          </a:solidFill>
          <a:ln>
            <a:noFill/>
          </a:ln>
        </p:spPr>
      </p:sp>
      <p:sp>
        <p:nvSpPr>
          <p:cNvPr id="52" name="wm.library-whiteboard.001.006.004"/>
          <p:cNvSpPr/>
          <p:nvPr/>
        </p:nvSpPr>
        <p:spPr>
          <a:xfrm>
            <a:off x="1409700" y="914400"/>
            <a:ext cx="38100" cy="38100"/>
          </a:xfrm>
          <a:prstGeom prst="rect">
            <a:avLst/>
          </a:prstGeom>
          <a:solidFill>
            <a:srgbClr val="CED7E6">
              <a:alpha val="66767"/>
            </a:srgbClr>
          </a:solidFill>
          <a:ln>
            <a:noFill/>
          </a:ln>
        </p:spPr>
      </p:sp>
      <p:sp>
        <p:nvSpPr>
          <p:cNvPr id="53" name="wm.library-whiteboard.001.006.005"/>
          <p:cNvSpPr/>
          <p:nvPr/>
        </p:nvSpPr>
        <p:spPr>
          <a:xfrm>
            <a:off x="1409700" y="1143000"/>
            <a:ext cx="38100" cy="38100"/>
          </a:xfrm>
          <a:prstGeom prst="rect">
            <a:avLst/>
          </a:prstGeom>
          <a:solidFill>
            <a:srgbClr val="CED7E6">
              <a:alpha val="55859"/>
            </a:srgbClr>
          </a:solidFill>
          <a:ln>
            <a:noFill/>
          </a:ln>
        </p:spPr>
      </p:sp>
      <p:sp>
        <p:nvSpPr>
          <p:cNvPr id="54" name="wm.library-whiteboard.001.006.006"/>
          <p:cNvSpPr/>
          <p:nvPr/>
        </p:nvSpPr>
        <p:spPr>
          <a:xfrm>
            <a:off x="1409700" y="1371600"/>
            <a:ext cx="38100" cy="38100"/>
          </a:xfrm>
          <a:prstGeom prst="rect">
            <a:avLst/>
          </a:prstGeom>
          <a:solidFill>
            <a:srgbClr val="CED7E6">
              <a:alpha val="43468"/>
            </a:srgbClr>
          </a:solidFill>
          <a:ln>
            <a:noFill/>
          </a:ln>
        </p:spPr>
      </p:sp>
      <p:sp>
        <p:nvSpPr>
          <p:cNvPr id="55" name="wm.library-whiteboard.001.006.007"/>
          <p:cNvSpPr/>
          <p:nvPr/>
        </p:nvSpPr>
        <p:spPr>
          <a:xfrm>
            <a:off x="1409700" y="1600200"/>
            <a:ext cx="38100" cy="38100"/>
          </a:xfrm>
          <a:prstGeom prst="rect">
            <a:avLst/>
          </a:prstGeom>
          <a:solidFill>
            <a:srgbClr val="CED7E6">
              <a:alpha val="30037"/>
            </a:srgbClr>
          </a:solidFill>
          <a:ln>
            <a:noFill/>
          </a:ln>
        </p:spPr>
      </p:sp>
      <p:sp>
        <p:nvSpPr>
          <p:cNvPr id="56" name="wm.library-whiteboard.001.006.008"/>
          <p:cNvSpPr/>
          <p:nvPr/>
        </p:nvSpPr>
        <p:spPr>
          <a:xfrm>
            <a:off x="1409700" y="1828800"/>
            <a:ext cx="38100" cy="38100"/>
          </a:xfrm>
          <a:prstGeom prst="rect">
            <a:avLst/>
          </a:prstGeom>
          <a:solidFill>
            <a:srgbClr val="CED7E6">
              <a:alpha val="15870"/>
            </a:srgbClr>
          </a:solidFill>
          <a:ln>
            <a:noFill/>
          </a:ln>
        </p:spPr>
      </p:sp>
      <p:sp>
        <p:nvSpPr>
          <p:cNvPr id="57" name="wm.library-whiteboard.001.006.009"/>
          <p:cNvSpPr/>
          <p:nvPr/>
        </p:nvSpPr>
        <p:spPr>
          <a:xfrm>
            <a:off x="1409700" y="2057400"/>
            <a:ext cx="38100" cy="38100"/>
          </a:xfrm>
          <a:prstGeom prst="rect">
            <a:avLst/>
          </a:prstGeom>
          <a:solidFill>
            <a:srgbClr val="CED7E6">
              <a:alpha val="1171"/>
            </a:srgbClr>
          </a:solidFill>
          <a:ln>
            <a:noFill/>
          </a:ln>
        </p:spPr>
      </p:sp>
      <p:sp>
        <p:nvSpPr>
          <p:cNvPr id="58" name="wm.library-whiteboard.001.007.001"/>
          <p:cNvSpPr/>
          <p:nvPr/>
        </p:nvSpPr>
        <p:spPr>
          <a:xfrm>
            <a:off x="1638300" y="228600"/>
            <a:ext cx="38100" cy="38100"/>
          </a:xfrm>
          <a:prstGeom prst="rect">
            <a:avLst/>
          </a:prstGeom>
          <a:solidFill>
            <a:srgbClr val="CED7E6">
              <a:alpha val="70023"/>
            </a:srgbClr>
          </a:solidFill>
          <a:ln>
            <a:noFill/>
          </a:ln>
        </p:spPr>
      </p:sp>
      <p:sp>
        <p:nvSpPr>
          <p:cNvPr id="59" name="wm.library-whiteboard.001.007.002"/>
          <p:cNvSpPr/>
          <p:nvPr/>
        </p:nvSpPr>
        <p:spPr>
          <a:xfrm>
            <a:off x="1638300" y="457200"/>
            <a:ext cx="38100" cy="38100"/>
          </a:xfrm>
          <a:prstGeom prst="rect">
            <a:avLst/>
          </a:prstGeom>
          <a:solidFill>
            <a:srgbClr val="CED7E6">
              <a:alpha val="68085"/>
            </a:srgbClr>
          </a:solidFill>
          <a:ln>
            <a:noFill/>
          </a:ln>
        </p:spPr>
      </p:sp>
      <p:sp>
        <p:nvSpPr>
          <p:cNvPr id="60" name="wm.library-whiteboard.001.007.003"/>
          <p:cNvSpPr/>
          <p:nvPr/>
        </p:nvSpPr>
        <p:spPr>
          <a:xfrm>
            <a:off x="1638300" y="685800"/>
            <a:ext cx="38100" cy="38100"/>
          </a:xfrm>
          <a:prstGeom prst="rect">
            <a:avLst/>
          </a:prstGeom>
          <a:solidFill>
            <a:srgbClr val="CED7E6">
              <a:alpha val="63033"/>
            </a:srgbClr>
          </a:solidFill>
          <a:ln>
            <a:noFill/>
          </a:ln>
        </p:spPr>
      </p:sp>
      <p:sp>
        <p:nvSpPr>
          <p:cNvPr id="61" name="wm.library-whiteboard.001.007.004"/>
          <p:cNvSpPr/>
          <p:nvPr/>
        </p:nvSpPr>
        <p:spPr>
          <a:xfrm>
            <a:off x="1638300" y="914400"/>
            <a:ext cx="38100" cy="38100"/>
          </a:xfrm>
          <a:prstGeom prst="rect">
            <a:avLst/>
          </a:prstGeom>
          <a:solidFill>
            <a:srgbClr val="CED7E6">
              <a:alpha val="55346"/>
            </a:srgbClr>
          </a:solidFill>
          <a:ln>
            <a:noFill/>
          </a:ln>
        </p:spPr>
      </p:sp>
      <p:sp>
        <p:nvSpPr>
          <p:cNvPr id="62" name="wm.library-whiteboard.001.007.005"/>
          <p:cNvSpPr/>
          <p:nvPr/>
        </p:nvSpPr>
        <p:spPr>
          <a:xfrm>
            <a:off x="1638300" y="1143000"/>
            <a:ext cx="38100" cy="38100"/>
          </a:xfrm>
          <a:prstGeom prst="rect">
            <a:avLst/>
          </a:prstGeom>
          <a:solidFill>
            <a:srgbClr val="CED7E6">
              <a:alpha val="45583"/>
            </a:srgbClr>
          </a:solidFill>
          <a:ln>
            <a:noFill/>
          </a:ln>
        </p:spPr>
      </p:sp>
      <p:sp>
        <p:nvSpPr>
          <p:cNvPr id="63" name="wm.library-whiteboard.001.007.006"/>
          <p:cNvSpPr/>
          <p:nvPr/>
        </p:nvSpPr>
        <p:spPr>
          <a:xfrm>
            <a:off x="1638300" y="1371600"/>
            <a:ext cx="38100" cy="38100"/>
          </a:xfrm>
          <a:prstGeom prst="rect">
            <a:avLst/>
          </a:prstGeom>
          <a:solidFill>
            <a:srgbClr val="CED7E6">
              <a:alpha val="34251"/>
            </a:srgbClr>
          </a:solidFill>
          <a:ln>
            <a:noFill/>
          </a:ln>
        </p:spPr>
      </p:sp>
      <p:sp>
        <p:nvSpPr>
          <p:cNvPr id="64" name="wm.library-whiteboard.001.007.007"/>
          <p:cNvSpPr/>
          <p:nvPr/>
        </p:nvSpPr>
        <p:spPr>
          <a:xfrm>
            <a:off x="1638300" y="1600200"/>
            <a:ext cx="38100" cy="38100"/>
          </a:xfrm>
          <a:prstGeom prst="rect">
            <a:avLst/>
          </a:prstGeom>
          <a:solidFill>
            <a:srgbClr val="CED7E6">
              <a:alpha val="21754"/>
            </a:srgbClr>
          </a:solidFill>
          <a:ln>
            <a:noFill/>
          </a:ln>
        </p:spPr>
      </p:sp>
      <p:sp>
        <p:nvSpPr>
          <p:cNvPr id="65" name="wm.library-whiteboard.001.007.008"/>
          <p:cNvSpPr/>
          <p:nvPr/>
        </p:nvSpPr>
        <p:spPr>
          <a:xfrm>
            <a:off x="1638300" y="1828800"/>
            <a:ext cx="38100" cy="38100"/>
          </a:xfrm>
          <a:prstGeom prst="rect">
            <a:avLst/>
          </a:prstGeom>
          <a:solidFill>
            <a:srgbClr val="CED7E6">
              <a:alpha val="8391"/>
            </a:srgbClr>
          </a:solidFill>
          <a:ln>
            <a:noFill/>
          </a:ln>
        </p:spPr>
      </p:sp>
      <p:sp>
        <p:nvSpPr>
          <p:cNvPr id="66" name="wm.library-whiteboard.001.008.001"/>
          <p:cNvSpPr/>
          <p:nvPr/>
        </p:nvSpPr>
        <p:spPr>
          <a:xfrm>
            <a:off x="1866900" y="228600"/>
            <a:ext cx="38100" cy="38100"/>
          </a:xfrm>
          <a:prstGeom prst="rect">
            <a:avLst/>
          </a:prstGeom>
          <a:solidFill>
            <a:srgbClr val="CED7E6">
              <a:alpha val="56247"/>
            </a:srgbClr>
          </a:solidFill>
          <a:ln>
            <a:noFill/>
          </a:ln>
        </p:spPr>
      </p:sp>
      <p:sp>
        <p:nvSpPr>
          <p:cNvPr id="67" name="wm.library-whiteboard.001.008.002"/>
          <p:cNvSpPr/>
          <p:nvPr/>
        </p:nvSpPr>
        <p:spPr>
          <a:xfrm>
            <a:off x="1866900" y="457200"/>
            <a:ext cx="38100" cy="38100"/>
          </a:xfrm>
          <a:prstGeom prst="rect">
            <a:avLst/>
          </a:prstGeom>
          <a:solidFill>
            <a:srgbClr val="CED7E6">
              <a:alpha val="54578"/>
            </a:srgbClr>
          </a:solidFill>
          <a:ln>
            <a:noFill/>
          </a:ln>
        </p:spPr>
      </p:sp>
      <p:sp>
        <p:nvSpPr>
          <p:cNvPr id="68" name="wm.library-whiteboard.001.008.003"/>
          <p:cNvSpPr/>
          <p:nvPr/>
        </p:nvSpPr>
        <p:spPr>
          <a:xfrm>
            <a:off x="1866900" y="685800"/>
            <a:ext cx="38100" cy="38100"/>
          </a:xfrm>
          <a:prstGeom prst="rect">
            <a:avLst/>
          </a:prstGeom>
          <a:solidFill>
            <a:srgbClr val="CED7E6">
              <a:alpha val="50182"/>
            </a:srgbClr>
          </a:solidFill>
          <a:ln>
            <a:noFill/>
          </a:ln>
        </p:spPr>
      </p:sp>
      <p:sp>
        <p:nvSpPr>
          <p:cNvPr id="69" name="wm.library-whiteboard.001.008.004"/>
          <p:cNvSpPr/>
          <p:nvPr/>
        </p:nvSpPr>
        <p:spPr>
          <a:xfrm>
            <a:off x="1866900" y="914400"/>
            <a:ext cx="38100" cy="38100"/>
          </a:xfrm>
          <a:prstGeom prst="rect">
            <a:avLst/>
          </a:prstGeom>
          <a:solidFill>
            <a:srgbClr val="CED7E6">
              <a:alpha val="43386"/>
            </a:srgbClr>
          </a:solidFill>
          <a:ln>
            <a:noFill/>
          </a:ln>
        </p:spPr>
      </p:sp>
      <p:sp>
        <p:nvSpPr>
          <p:cNvPr id="70" name="wm.library-whiteboard.001.008.005"/>
          <p:cNvSpPr/>
          <p:nvPr/>
        </p:nvSpPr>
        <p:spPr>
          <a:xfrm>
            <a:off x="1866900" y="1143000"/>
            <a:ext cx="38100" cy="38100"/>
          </a:xfrm>
          <a:prstGeom prst="rect">
            <a:avLst/>
          </a:prstGeom>
          <a:solidFill>
            <a:srgbClr val="CED7E6">
              <a:alpha val="34598"/>
            </a:srgbClr>
          </a:solidFill>
          <a:ln>
            <a:noFill/>
          </a:ln>
        </p:spPr>
      </p:sp>
      <p:sp>
        <p:nvSpPr>
          <p:cNvPr id="71" name="wm.library-whiteboard.001.008.006"/>
          <p:cNvSpPr/>
          <p:nvPr/>
        </p:nvSpPr>
        <p:spPr>
          <a:xfrm>
            <a:off x="1866900" y="1371600"/>
            <a:ext cx="38100" cy="38100"/>
          </a:xfrm>
          <a:prstGeom prst="rect">
            <a:avLst/>
          </a:prstGeom>
          <a:solidFill>
            <a:srgbClr val="CED7E6">
              <a:alpha val="24223"/>
            </a:srgbClr>
          </a:solidFill>
          <a:ln>
            <a:noFill/>
          </a:ln>
        </p:spPr>
      </p:sp>
      <p:sp>
        <p:nvSpPr>
          <p:cNvPr id="72" name="wm.library-whiteboard.001.008.007"/>
          <p:cNvSpPr/>
          <p:nvPr/>
        </p:nvSpPr>
        <p:spPr>
          <a:xfrm>
            <a:off x="1866900" y="1600200"/>
            <a:ext cx="38100" cy="38100"/>
          </a:xfrm>
          <a:prstGeom prst="rect">
            <a:avLst/>
          </a:prstGeom>
          <a:solidFill>
            <a:srgbClr val="CED7E6">
              <a:alpha val="12610"/>
            </a:srgbClr>
          </a:solidFill>
          <a:ln>
            <a:noFill/>
          </a:ln>
        </p:spPr>
      </p:sp>
      <p:sp>
        <p:nvSpPr>
          <p:cNvPr id="73" name="wm.library-whiteboard.001.008.008"/>
          <p:cNvSpPr/>
          <p:nvPr/>
        </p:nvSpPr>
        <p:spPr>
          <a:xfrm>
            <a:off x="1866900" y="1828800"/>
            <a:ext cx="38100" cy="38100"/>
          </a:xfrm>
          <a:prstGeom prst="rect">
            <a:avLst/>
          </a:prstGeom>
          <a:solidFill>
            <a:srgbClr val="CED7E6">
              <a:alpha val="40"/>
            </a:srgbClr>
          </a:solidFill>
          <a:ln>
            <a:noFill/>
          </a:ln>
        </p:spPr>
      </p:sp>
      <p:sp>
        <p:nvSpPr>
          <p:cNvPr id="74" name="wm.library-whiteboard.001.009.001"/>
          <p:cNvSpPr/>
          <p:nvPr/>
        </p:nvSpPr>
        <p:spPr>
          <a:xfrm>
            <a:off x="2095500" y="228600"/>
            <a:ext cx="38100" cy="38100"/>
          </a:xfrm>
          <a:prstGeom prst="rect">
            <a:avLst/>
          </a:prstGeom>
          <a:solidFill>
            <a:srgbClr val="CED7E6">
              <a:alpha val="42471"/>
            </a:srgbClr>
          </a:solidFill>
          <a:ln>
            <a:noFill/>
          </a:ln>
        </p:spPr>
      </p:sp>
      <p:sp>
        <p:nvSpPr>
          <p:cNvPr id="75" name="wm.library-whiteboard.001.009.002"/>
          <p:cNvSpPr/>
          <p:nvPr/>
        </p:nvSpPr>
        <p:spPr>
          <a:xfrm>
            <a:off x="2095500" y="457200"/>
            <a:ext cx="38100" cy="38100"/>
          </a:xfrm>
          <a:prstGeom prst="rect">
            <a:avLst/>
          </a:prstGeom>
          <a:solidFill>
            <a:srgbClr val="CED7E6">
              <a:alpha val="41005"/>
            </a:srgbClr>
          </a:solidFill>
          <a:ln>
            <a:noFill/>
          </a:ln>
        </p:spPr>
      </p:sp>
      <p:sp>
        <p:nvSpPr>
          <p:cNvPr id="76" name="wm.library-whiteboard.001.009.003"/>
          <p:cNvSpPr/>
          <p:nvPr/>
        </p:nvSpPr>
        <p:spPr>
          <a:xfrm>
            <a:off x="2095500" y="685800"/>
            <a:ext cx="38100" cy="38100"/>
          </a:xfrm>
          <a:prstGeom prst="rect">
            <a:avLst/>
          </a:prstGeom>
          <a:solidFill>
            <a:srgbClr val="CED7E6">
              <a:alpha val="37120"/>
            </a:srgbClr>
          </a:solidFill>
          <a:ln>
            <a:noFill/>
          </a:ln>
        </p:spPr>
      </p:sp>
      <p:sp>
        <p:nvSpPr>
          <p:cNvPr id="77" name="wm.library-whiteboard.001.009.004"/>
          <p:cNvSpPr/>
          <p:nvPr/>
        </p:nvSpPr>
        <p:spPr>
          <a:xfrm>
            <a:off x="2095500" y="914400"/>
            <a:ext cx="38100" cy="38100"/>
          </a:xfrm>
          <a:prstGeom prst="rect">
            <a:avLst/>
          </a:prstGeom>
          <a:solidFill>
            <a:srgbClr val="CED7E6">
              <a:alpha val="31044"/>
            </a:srgbClr>
          </a:solidFill>
          <a:ln>
            <a:noFill/>
          </a:ln>
        </p:spPr>
      </p:sp>
      <p:sp>
        <p:nvSpPr>
          <p:cNvPr id="78" name="wm.library-whiteboard.001.009.005"/>
          <p:cNvSpPr/>
          <p:nvPr/>
        </p:nvSpPr>
        <p:spPr>
          <a:xfrm>
            <a:off x="2095500" y="1143000"/>
            <a:ext cx="38100" cy="38100"/>
          </a:xfrm>
          <a:prstGeom prst="rect">
            <a:avLst/>
          </a:prstGeom>
          <a:solidFill>
            <a:srgbClr val="CED7E6">
              <a:alpha val="23083"/>
            </a:srgbClr>
          </a:solidFill>
          <a:ln>
            <a:noFill/>
          </a:ln>
        </p:spPr>
      </p:sp>
      <p:sp>
        <p:nvSpPr>
          <p:cNvPr id="79" name="wm.library-whiteboard.001.009.006"/>
          <p:cNvSpPr/>
          <p:nvPr/>
        </p:nvSpPr>
        <p:spPr>
          <a:xfrm>
            <a:off x="2095500" y="1371600"/>
            <a:ext cx="38100" cy="38100"/>
          </a:xfrm>
          <a:prstGeom prst="rect">
            <a:avLst/>
          </a:prstGeom>
          <a:solidFill>
            <a:srgbClr val="CED7E6">
              <a:alpha val="13557"/>
            </a:srgbClr>
          </a:solidFill>
          <a:ln>
            <a:noFill/>
          </a:ln>
        </p:spPr>
      </p:sp>
      <p:sp>
        <p:nvSpPr>
          <p:cNvPr id="80" name="wm.library-whiteboard.001.009.007"/>
          <p:cNvSpPr/>
          <p:nvPr/>
        </p:nvSpPr>
        <p:spPr>
          <a:xfrm>
            <a:off x="2095500" y="1600200"/>
            <a:ext cx="38100" cy="38100"/>
          </a:xfrm>
          <a:prstGeom prst="rect">
            <a:avLst/>
          </a:prstGeom>
          <a:solidFill>
            <a:srgbClr val="CED7E6">
              <a:alpha val="2762"/>
            </a:srgbClr>
          </a:solidFill>
          <a:ln>
            <a:noFill/>
          </a:ln>
        </p:spPr>
      </p:sp>
      <p:sp>
        <p:nvSpPr>
          <p:cNvPr id="81" name="wm.library-whiteboard.001.010.001"/>
          <p:cNvSpPr/>
          <p:nvPr/>
        </p:nvSpPr>
        <p:spPr>
          <a:xfrm>
            <a:off x="2324100" y="228600"/>
            <a:ext cx="38100" cy="38100"/>
          </a:xfrm>
          <a:prstGeom prst="rect">
            <a:avLst/>
          </a:prstGeom>
          <a:solidFill>
            <a:srgbClr val="CED7E6">
              <a:alpha val="28695"/>
            </a:srgbClr>
          </a:solidFill>
          <a:ln>
            <a:noFill/>
          </a:ln>
        </p:spPr>
      </p:sp>
      <p:sp>
        <p:nvSpPr>
          <p:cNvPr id="82" name="wm.library-whiteboard.001.010.002"/>
          <p:cNvSpPr/>
          <p:nvPr/>
        </p:nvSpPr>
        <p:spPr>
          <a:xfrm>
            <a:off x="2324100" y="457200"/>
            <a:ext cx="38100" cy="38100"/>
          </a:xfrm>
          <a:prstGeom prst="rect">
            <a:avLst/>
          </a:prstGeom>
          <a:solidFill>
            <a:srgbClr val="CED7E6">
              <a:alpha val="27389"/>
            </a:srgbClr>
          </a:solidFill>
          <a:ln>
            <a:noFill/>
          </a:ln>
        </p:spPr>
      </p:sp>
      <p:sp>
        <p:nvSpPr>
          <p:cNvPr id="83" name="wm.library-whiteboard.001.010.003"/>
          <p:cNvSpPr/>
          <p:nvPr/>
        </p:nvSpPr>
        <p:spPr>
          <a:xfrm>
            <a:off x="2324100" y="685800"/>
            <a:ext cx="38100" cy="38100"/>
          </a:xfrm>
          <a:prstGeom prst="rect">
            <a:avLst/>
          </a:prstGeom>
          <a:solidFill>
            <a:srgbClr val="CED7E6">
              <a:alpha val="23910"/>
            </a:srgbClr>
          </a:solidFill>
          <a:ln>
            <a:noFill/>
          </a:ln>
        </p:spPr>
      </p:sp>
      <p:sp>
        <p:nvSpPr>
          <p:cNvPr id="84" name="wm.library-whiteboard.001.010.004"/>
          <p:cNvSpPr/>
          <p:nvPr/>
        </p:nvSpPr>
        <p:spPr>
          <a:xfrm>
            <a:off x="2324100" y="914400"/>
            <a:ext cx="38100" cy="38100"/>
          </a:xfrm>
          <a:prstGeom prst="rect">
            <a:avLst/>
          </a:prstGeom>
          <a:solidFill>
            <a:srgbClr val="CED7E6">
              <a:alpha val="18425"/>
            </a:srgbClr>
          </a:solidFill>
          <a:ln>
            <a:noFill/>
          </a:ln>
        </p:spPr>
      </p:sp>
      <p:sp>
        <p:nvSpPr>
          <p:cNvPr id="85" name="wm.library-whiteboard.001.010.005"/>
          <p:cNvSpPr/>
          <p:nvPr/>
        </p:nvSpPr>
        <p:spPr>
          <a:xfrm>
            <a:off x="2324100" y="1143000"/>
            <a:ext cx="38100" cy="38100"/>
          </a:xfrm>
          <a:prstGeom prst="rect">
            <a:avLst/>
          </a:prstGeom>
          <a:solidFill>
            <a:srgbClr val="CED7E6">
              <a:alpha val="11167"/>
            </a:srgbClr>
          </a:solidFill>
          <a:ln>
            <a:noFill/>
          </a:ln>
        </p:spPr>
      </p:sp>
      <p:sp>
        <p:nvSpPr>
          <p:cNvPr id="86" name="wm.library-whiteboard.001.010.006"/>
          <p:cNvSpPr/>
          <p:nvPr/>
        </p:nvSpPr>
        <p:spPr>
          <a:xfrm>
            <a:off x="2324100" y="1371600"/>
            <a:ext cx="38100" cy="38100"/>
          </a:xfrm>
          <a:prstGeom prst="rect">
            <a:avLst/>
          </a:prstGeom>
          <a:solidFill>
            <a:srgbClr val="CED7E6">
              <a:alpha val="2388"/>
            </a:srgbClr>
          </a:solidFill>
          <a:ln>
            <a:noFill/>
          </a:ln>
        </p:spPr>
      </p:sp>
      <p:sp>
        <p:nvSpPr>
          <p:cNvPr id="87" name="wm.library-whiteboard.001.011.001"/>
          <p:cNvSpPr/>
          <p:nvPr/>
        </p:nvSpPr>
        <p:spPr>
          <a:xfrm>
            <a:off x="2552700" y="228600"/>
            <a:ext cx="38100" cy="38100"/>
          </a:xfrm>
          <a:prstGeom prst="rect">
            <a:avLst/>
          </a:prstGeom>
          <a:solidFill>
            <a:srgbClr val="CED7E6">
              <a:alpha val="14918"/>
            </a:srgbClr>
          </a:solidFill>
          <a:ln>
            <a:noFill/>
          </a:ln>
        </p:spPr>
      </p:sp>
      <p:sp>
        <p:nvSpPr>
          <p:cNvPr id="88" name="wm.library-whiteboard.001.011.002"/>
          <p:cNvSpPr/>
          <p:nvPr/>
        </p:nvSpPr>
        <p:spPr>
          <a:xfrm>
            <a:off x="2552700" y="457200"/>
            <a:ext cx="38100" cy="38100"/>
          </a:xfrm>
          <a:prstGeom prst="rect">
            <a:avLst/>
          </a:prstGeom>
          <a:solidFill>
            <a:srgbClr val="CED7E6">
              <a:alpha val="13741"/>
            </a:srgbClr>
          </a:solidFill>
          <a:ln>
            <a:noFill/>
          </a:ln>
        </p:spPr>
      </p:sp>
      <p:sp>
        <p:nvSpPr>
          <p:cNvPr id="89" name="wm.library-whiteboard.001.011.003"/>
          <p:cNvSpPr/>
          <p:nvPr/>
        </p:nvSpPr>
        <p:spPr>
          <a:xfrm>
            <a:off x="2552700" y="685800"/>
            <a:ext cx="38100" cy="38100"/>
          </a:xfrm>
          <a:prstGeom prst="rect">
            <a:avLst/>
          </a:prstGeom>
          <a:solidFill>
            <a:srgbClr val="CED7E6">
              <a:alpha val="10593"/>
            </a:srgbClr>
          </a:solidFill>
          <a:ln>
            <a:noFill/>
          </a:ln>
        </p:spPr>
      </p:sp>
      <p:sp>
        <p:nvSpPr>
          <p:cNvPr id="90" name="wm.library-whiteboard.001.011.004"/>
          <p:cNvSpPr/>
          <p:nvPr/>
        </p:nvSpPr>
        <p:spPr>
          <a:xfrm>
            <a:off x="2552700" y="914400"/>
            <a:ext cx="38100" cy="38100"/>
          </a:xfrm>
          <a:prstGeom prst="rect">
            <a:avLst/>
          </a:prstGeom>
          <a:solidFill>
            <a:srgbClr val="CED7E6">
              <a:alpha val="5600"/>
            </a:srgbClr>
          </a:solidFill>
          <a:ln>
            <a:noFill/>
          </a:ln>
        </p:spPr>
      </p:sp>
      <p:sp>
        <p:nvSpPr>
          <p:cNvPr id="91" name="wm.library-whiteboard.001.012.001"/>
          <p:cNvSpPr/>
          <p:nvPr/>
        </p:nvSpPr>
        <p:spPr>
          <a:xfrm>
            <a:off x="2781300" y="228600"/>
            <a:ext cx="38100" cy="38100"/>
          </a:xfrm>
          <a:prstGeom prst="rect">
            <a:avLst/>
          </a:prstGeom>
          <a:solidFill>
            <a:srgbClr val="CED7E6">
              <a:alpha val="1142"/>
            </a:srgbClr>
          </a:solidFill>
          <a:ln>
            <a:noFill/>
          </a:ln>
        </p:spPr>
      </p:sp>
      <p:sp>
        <p:nvSpPr>
          <p:cNvPr id="92" name="wm.library-whiteboard.001.012.002"/>
          <p:cNvSpPr/>
          <p:nvPr/>
        </p:nvSpPr>
        <p:spPr>
          <a:xfrm>
            <a:off x="2781300" y="457200"/>
            <a:ext cx="38100" cy="38100"/>
          </a:xfrm>
          <a:prstGeom prst="rect">
            <a:avLst/>
          </a:prstGeom>
          <a:solidFill>
            <a:srgbClr val="CED7E6">
              <a:alpha val="69"/>
            </a:srgbClr>
          </a:solidFill>
          <a:ln>
            <a:noFill/>
          </a:ln>
        </p:spPr>
      </p:sp>
      <p:sp>
        <p:nvSpPr>
          <p:cNvPr id="93" name="wm.library-whiteboard.002.001.001"/>
          <p:cNvSpPr/>
          <p:nvPr/>
        </p:nvSpPr>
        <p:spPr>
          <a:xfrm>
            <a:off x="9410700" y="3657600"/>
            <a:ext cx="38100" cy="38100"/>
          </a:xfrm>
          <a:prstGeom prst="rect">
            <a:avLst/>
          </a:prstGeom>
          <a:solidFill>
            <a:srgbClr val="CED7E6"/>
          </a:solidFill>
          <a:ln>
            <a:noFill/>
          </a:ln>
        </p:spPr>
      </p:sp>
      <p:sp>
        <p:nvSpPr>
          <p:cNvPr id="94" name="wm.library-whiteboard.002.001.002"/>
          <p:cNvSpPr/>
          <p:nvPr/>
        </p:nvSpPr>
        <p:spPr>
          <a:xfrm>
            <a:off x="9410700" y="3886200"/>
            <a:ext cx="38100" cy="38100"/>
          </a:xfrm>
          <a:prstGeom prst="rect">
            <a:avLst/>
          </a:prstGeom>
          <a:solidFill>
            <a:srgbClr val="CED7E6"/>
          </a:solidFill>
          <a:ln>
            <a:noFill/>
          </a:ln>
        </p:spPr>
      </p:sp>
      <p:sp>
        <p:nvSpPr>
          <p:cNvPr id="95" name="wm.library-whiteboard.002.001.003"/>
          <p:cNvSpPr/>
          <p:nvPr/>
        </p:nvSpPr>
        <p:spPr>
          <a:xfrm>
            <a:off x="9410700" y="4114800"/>
            <a:ext cx="38100" cy="38100"/>
          </a:xfrm>
          <a:prstGeom prst="rect">
            <a:avLst/>
          </a:prstGeom>
          <a:solidFill>
            <a:srgbClr val="CED7E6"/>
          </a:solidFill>
          <a:ln>
            <a:noFill/>
          </a:ln>
        </p:spPr>
      </p:sp>
      <p:sp>
        <p:nvSpPr>
          <p:cNvPr id="96" name="wm.library-whiteboard.002.001.004"/>
          <p:cNvSpPr/>
          <p:nvPr/>
        </p:nvSpPr>
        <p:spPr>
          <a:xfrm>
            <a:off x="9410700" y="4343400"/>
            <a:ext cx="38100" cy="38100"/>
          </a:xfrm>
          <a:prstGeom prst="rect">
            <a:avLst/>
          </a:prstGeom>
          <a:solidFill>
            <a:srgbClr val="CED7E6"/>
          </a:solidFill>
          <a:ln>
            <a:noFill/>
          </a:ln>
        </p:spPr>
      </p:sp>
      <p:sp>
        <p:nvSpPr>
          <p:cNvPr id="97" name="wm.library-whiteboard.002.001.005"/>
          <p:cNvSpPr/>
          <p:nvPr/>
        </p:nvSpPr>
        <p:spPr>
          <a:xfrm>
            <a:off x="9410700" y="4572000"/>
            <a:ext cx="38100" cy="38100"/>
          </a:xfrm>
          <a:prstGeom prst="rect">
            <a:avLst/>
          </a:prstGeom>
          <a:solidFill>
            <a:srgbClr val="CED7E6"/>
          </a:solidFill>
          <a:ln>
            <a:noFill/>
          </a:ln>
        </p:spPr>
      </p:sp>
      <p:sp>
        <p:nvSpPr>
          <p:cNvPr id="98" name="wm.library-whiteboard.002.001.006"/>
          <p:cNvSpPr/>
          <p:nvPr/>
        </p:nvSpPr>
        <p:spPr>
          <a:xfrm>
            <a:off x="9410700" y="4800600"/>
            <a:ext cx="38100" cy="38100"/>
          </a:xfrm>
          <a:prstGeom prst="rect">
            <a:avLst/>
          </a:prstGeom>
          <a:solidFill>
            <a:srgbClr val="CED7E6"/>
          </a:solidFill>
          <a:ln>
            <a:noFill/>
          </a:ln>
        </p:spPr>
      </p:sp>
      <p:sp>
        <p:nvSpPr>
          <p:cNvPr id="99" name="wm.library-whiteboard.002.001.007"/>
          <p:cNvSpPr/>
          <p:nvPr/>
        </p:nvSpPr>
        <p:spPr>
          <a:xfrm>
            <a:off x="9410700" y="5029200"/>
            <a:ext cx="38100" cy="38100"/>
          </a:xfrm>
          <a:prstGeom prst="rect">
            <a:avLst/>
          </a:prstGeom>
          <a:solidFill>
            <a:srgbClr val="CED7E6"/>
          </a:solidFill>
          <a:ln>
            <a:noFill/>
          </a:ln>
        </p:spPr>
      </p:sp>
      <p:sp>
        <p:nvSpPr>
          <p:cNvPr id="100" name="wm.library-whiteboard.002.001.008"/>
          <p:cNvSpPr/>
          <p:nvPr/>
        </p:nvSpPr>
        <p:spPr>
          <a:xfrm>
            <a:off x="9410700" y="5257800"/>
            <a:ext cx="38100" cy="38100"/>
          </a:xfrm>
          <a:prstGeom prst="rect">
            <a:avLst/>
          </a:prstGeom>
          <a:solidFill>
            <a:srgbClr val="CED7E6"/>
          </a:solidFill>
          <a:ln>
            <a:noFill/>
          </a:ln>
        </p:spPr>
      </p:sp>
      <p:sp>
        <p:nvSpPr>
          <p:cNvPr id="101" name="wm.library-whiteboard.002.001.009"/>
          <p:cNvSpPr/>
          <p:nvPr/>
        </p:nvSpPr>
        <p:spPr>
          <a:xfrm>
            <a:off x="9410700" y="5486400"/>
            <a:ext cx="38100" cy="38100"/>
          </a:xfrm>
          <a:prstGeom prst="rect">
            <a:avLst/>
          </a:prstGeom>
          <a:solidFill>
            <a:srgbClr val="CED7E6"/>
          </a:solidFill>
          <a:ln>
            <a:noFill/>
          </a:ln>
        </p:spPr>
      </p:sp>
      <p:sp>
        <p:nvSpPr>
          <p:cNvPr id="102" name="wm.library-whiteboard.002.001.010"/>
          <p:cNvSpPr/>
          <p:nvPr/>
        </p:nvSpPr>
        <p:spPr>
          <a:xfrm>
            <a:off x="9410700" y="5715000"/>
            <a:ext cx="38100" cy="38100"/>
          </a:xfrm>
          <a:prstGeom prst="rect">
            <a:avLst/>
          </a:prstGeom>
          <a:solidFill>
            <a:srgbClr val="CED7E6"/>
          </a:solidFill>
          <a:ln>
            <a:noFill/>
          </a:ln>
        </p:spPr>
      </p:sp>
      <p:sp>
        <p:nvSpPr>
          <p:cNvPr id="103" name="wm.library-whiteboard.002.002.001"/>
          <p:cNvSpPr/>
          <p:nvPr/>
        </p:nvSpPr>
        <p:spPr>
          <a:xfrm>
            <a:off x="9639300" y="3657600"/>
            <a:ext cx="38100" cy="38100"/>
          </a:xfrm>
          <a:prstGeom prst="rect">
            <a:avLst/>
          </a:prstGeom>
          <a:solidFill>
            <a:srgbClr val="CED7E6"/>
          </a:solidFill>
          <a:ln>
            <a:noFill/>
          </a:ln>
        </p:spPr>
      </p:sp>
      <p:sp>
        <p:nvSpPr>
          <p:cNvPr id="104" name="wm.library-whiteboard.002.002.002"/>
          <p:cNvSpPr/>
          <p:nvPr/>
        </p:nvSpPr>
        <p:spPr>
          <a:xfrm>
            <a:off x="9639300" y="3886200"/>
            <a:ext cx="38100" cy="38100"/>
          </a:xfrm>
          <a:prstGeom prst="rect">
            <a:avLst/>
          </a:prstGeom>
          <a:solidFill>
            <a:srgbClr val="CED7E6"/>
          </a:solidFill>
          <a:ln>
            <a:noFill/>
          </a:ln>
        </p:spPr>
      </p:sp>
      <p:sp>
        <p:nvSpPr>
          <p:cNvPr id="105" name="wm.library-whiteboard.002.002.003"/>
          <p:cNvSpPr/>
          <p:nvPr/>
        </p:nvSpPr>
        <p:spPr>
          <a:xfrm>
            <a:off x="9639300" y="4114800"/>
            <a:ext cx="38100" cy="38100"/>
          </a:xfrm>
          <a:prstGeom prst="rect">
            <a:avLst/>
          </a:prstGeom>
          <a:solidFill>
            <a:srgbClr val="CED7E6"/>
          </a:solidFill>
          <a:ln>
            <a:noFill/>
          </a:ln>
        </p:spPr>
      </p:sp>
      <p:sp>
        <p:nvSpPr>
          <p:cNvPr id="106" name="wm.library-whiteboard.002.002.004"/>
          <p:cNvSpPr/>
          <p:nvPr/>
        </p:nvSpPr>
        <p:spPr>
          <a:xfrm>
            <a:off x="9639300" y="4343400"/>
            <a:ext cx="38100" cy="38100"/>
          </a:xfrm>
          <a:prstGeom prst="rect">
            <a:avLst/>
          </a:prstGeom>
          <a:solidFill>
            <a:srgbClr val="CED7E6"/>
          </a:solidFill>
          <a:ln>
            <a:noFill/>
          </a:ln>
        </p:spPr>
      </p:sp>
      <p:sp>
        <p:nvSpPr>
          <p:cNvPr id="107" name="wm.library-whiteboard.002.002.005"/>
          <p:cNvSpPr/>
          <p:nvPr/>
        </p:nvSpPr>
        <p:spPr>
          <a:xfrm>
            <a:off x="9639300" y="4572000"/>
            <a:ext cx="38100" cy="38100"/>
          </a:xfrm>
          <a:prstGeom prst="rect">
            <a:avLst/>
          </a:prstGeom>
          <a:solidFill>
            <a:srgbClr val="CED7E6"/>
          </a:solidFill>
          <a:ln>
            <a:noFill/>
          </a:ln>
        </p:spPr>
      </p:sp>
      <p:sp>
        <p:nvSpPr>
          <p:cNvPr id="108" name="wm.library-whiteboard.002.002.006"/>
          <p:cNvSpPr/>
          <p:nvPr/>
        </p:nvSpPr>
        <p:spPr>
          <a:xfrm>
            <a:off x="9639300" y="4800600"/>
            <a:ext cx="38100" cy="38100"/>
          </a:xfrm>
          <a:prstGeom prst="rect">
            <a:avLst/>
          </a:prstGeom>
          <a:solidFill>
            <a:srgbClr val="CED7E6"/>
          </a:solidFill>
          <a:ln>
            <a:noFill/>
          </a:ln>
        </p:spPr>
      </p:sp>
      <p:sp>
        <p:nvSpPr>
          <p:cNvPr id="109" name="wm.library-whiteboard.002.002.007"/>
          <p:cNvSpPr/>
          <p:nvPr/>
        </p:nvSpPr>
        <p:spPr>
          <a:xfrm>
            <a:off x="9639300" y="5029200"/>
            <a:ext cx="38100" cy="38100"/>
          </a:xfrm>
          <a:prstGeom prst="rect">
            <a:avLst/>
          </a:prstGeom>
          <a:solidFill>
            <a:srgbClr val="CED7E6"/>
          </a:solidFill>
          <a:ln>
            <a:noFill/>
          </a:ln>
        </p:spPr>
      </p:sp>
      <p:sp>
        <p:nvSpPr>
          <p:cNvPr id="110" name="wm.library-whiteboard.002.002.008"/>
          <p:cNvSpPr/>
          <p:nvPr/>
        </p:nvSpPr>
        <p:spPr>
          <a:xfrm>
            <a:off x="9639300" y="5257800"/>
            <a:ext cx="38100" cy="38100"/>
          </a:xfrm>
          <a:prstGeom prst="rect">
            <a:avLst/>
          </a:prstGeom>
          <a:solidFill>
            <a:srgbClr val="CED7E6"/>
          </a:solidFill>
          <a:ln>
            <a:noFill/>
          </a:ln>
        </p:spPr>
      </p:sp>
      <p:sp>
        <p:nvSpPr>
          <p:cNvPr id="111" name="wm.library-whiteboard.002.002.009"/>
          <p:cNvSpPr/>
          <p:nvPr/>
        </p:nvSpPr>
        <p:spPr>
          <a:xfrm>
            <a:off x="9639300" y="5486400"/>
            <a:ext cx="38100" cy="38100"/>
          </a:xfrm>
          <a:prstGeom prst="rect">
            <a:avLst/>
          </a:prstGeom>
          <a:solidFill>
            <a:srgbClr val="CED7E6"/>
          </a:solidFill>
          <a:ln>
            <a:noFill/>
          </a:ln>
        </p:spPr>
      </p:sp>
      <p:sp>
        <p:nvSpPr>
          <p:cNvPr id="112" name="wm.library-whiteboard.002.002.010"/>
          <p:cNvSpPr/>
          <p:nvPr/>
        </p:nvSpPr>
        <p:spPr>
          <a:xfrm>
            <a:off x="9639300" y="5715000"/>
            <a:ext cx="38100" cy="38100"/>
          </a:xfrm>
          <a:prstGeom prst="rect">
            <a:avLst/>
          </a:prstGeom>
          <a:solidFill>
            <a:srgbClr val="CED7E6"/>
          </a:solidFill>
          <a:ln>
            <a:noFill/>
          </a:ln>
        </p:spPr>
      </p:sp>
      <p:sp>
        <p:nvSpPr>
          <p:cNvPr id="113" name="wm.library-whiteboard.002.003.001"/>
          <p:cNvSpPr/>
          <p:nvPr/>
        </p:nvSpPr>
        <p:spPr>
          <a:xfrm>
            <a:off x="9867900" y="3657600"/>
            <a:ext cx="38100" cy="38100"/>
          </a:xfrm>
          <a:prstGeom prst="rect">
            <a:avLst/>
          </a:prstGeom>
          <a:solidFill>
            <a:srgbClr val="CED7E6"/>
          </a:solidFill>
          <a:ln>
            <a:noFill/>
          </a:ln>
        </p:spPr>
      </p:sp>
      <p:sp>
        <p:nvSpPr>
          <p:cNvPr id="114" name="wm.library-whiteboard.002.003.002"/>
          <p:cNvSpPr/>
          <p:nvPr/>
        </p:nvSpPr>
        <p:spPr>
          <a:xfrm>
            <a:off x="9867900" y="3886200"/>
            <a:ext cx="38100" cy="38100"/>
          </a:xfrm>
          <a:prstGeom prst="rect">
            <a:avLst/>
          </a:prstGeom>
          <a:solidFill>
            <a:srgbClr val="CED7E6"/>
          </a:solidFill>
          <a:ln>
            <a:noFill/>
          </a:ln>
        </p:spPr>
      </p:sp>
      <p:sp>
        <p:nvSpPr>
          <p:cNvPr id="115" name="wm.library-whiteboard.002.003.003"/>
          <p:cNvSpPr/>
          <p:nvPr/>
        </p:nvSpPr>
        <p:spPr>
          <a:xfrm>
            <a:off x="9867900" y="4114800"/>
            <a:ext cx="38100" cy="38100"/>
          </a:xfrm>
          <a:prstGeom prst="rect">
            <a:avLst/>
          </a:prstGeom>
          <a:solidFill>
            <a:srgbClr val="CED7E6"/>
          </a:solidFill>
          <a:ln>
            <a:noFill/>
          </a:ln>
        </p:spPr>
      </p:sp>
      <p:sp>
        <p:nvSpPr>
          <p:cNvPr id="116" name="wm.library-whiteboard.002.003.004"/>
          <p:cNvSpPr/>
          <p:nvPr/>
        </p:nvSpPr>
        <p:spPr>
          <a:xfrm>
            <a:off x="9867900" y="4343400"/>
            <a:ext cx="38100" cy="38100"/>
          </a:xfrm>
          <a:prstGeom prst="rect">
            <a:avLst/>
          </a:prstGeom>
          <a:solidFill>
            <a:srgbClr val="CED7E6"/>
          </a:solidFill>
          <a:ln>
            <a:noFill/>
          </a:ln>
        </p:spPr>
      </p:sp>
      <p:sp>
        <p:nvSpPr>
          <p:cNvPr id="117" name="wm.library-whiteboard.002.003.005"/>
          <p:cNvSpPr/>
          <p:nvPr/>
        </p:nvSpPr>
        <p:spPr>
          <a:xfrm>
            <a:off x="9867900" y="4572000"/>
            <a:ext cx="38100" cy="38100"/>
          </a:xfrm>
          <a:prstGeom prst="rect">
            <a:avLst/>
          </a:prstGeom>
          <a:solidFill>
            <a:srgbClr val="CED7E6"/>
          </a:solidFill>
          <a:ln>
            <a:noFill/>
          </a:ln>
        </p:spPr>
      </p:sp>
      <p:sp>
        <p:nvSpPr>
          <p:cNvPr id="118" name="wm.library-whiteboard.002.003.006"/>
          <p:cNvSpPr/>
          <p:nvPr/>
        </p:nvSpPr>
        <p:spPr>
          <a:xfrm>
            <a:off x="9867900" y="4800600"/>
            <a:ext cx="38100" cy="38100"/>
          </a:xfrm>
          <a:prstGeom prst="rect">
            <a:avLst/>
          </a:prstGeom>
          <a:solidFill>
            <a:srgbClr val="CED7E6"/>
          </a:solidFill>
          <a:ln>
            <a:noFill/>
          </a:ln>
        </p:spPr>
      </p:sp>
      <p:sp>
        <p:nvSpPr>
          <p:cNvPr id="119" name="wm.library-whiteboard.002.003.007"/>
          <p:cNvSpPr/>
          <p:nvPr/>
        </p:nvSpPr>
        <p:spPr>
          <a:xfrm>
            <a:off x="9867900" y="5029200"/>
            <a:ext cx="38100" cy="38100"/>
          </a:xfrm>
          <a:prstGeom prst="rect">
            <a:avLst/>
          </a:prstGeom>
          <a:solidFill>
            <a:srgbClr val="CED7E6"/>
          </a:solidFill>
          <a:ln>
            <a:noFill/>
          </a:ln>
        </p:spPr>
      </p:sp>
      <p:sp>
        <p:nvSpPr>
          <p:cNvPr id="120" name="wm.library-whiteboard.002.003.008"/>
          <p:cNvSpPr/>
          <p:nvPr/>
        </p:nvSpPr>
        <p:spPr>
          <a:xfrm>
            <a:off x="9867900" y="5257800"/>
            <a:ext cx="38100" cy="38100"/>
          </a:xfrm>
          <a:prstGeom prst="rect">
            <a:avLst/>
          </a:prstGeom>
          <a:solidFill>
            <a:srgbClr val="CED7E6"/>
          </a:solidFill>
          <a:ln>
            <a:noFill/>
          </a:ln>
        </p:spPr>
      </p:sp>
      <p:sp>
        <p:nvSpPr>
          <p:cNvPr id="121" name="wm.library-whiteboard.002.003.009"/>
          <p:cNvSpPr/>
          <p:nvPr/>
        </p:nvSpPr>
        <p:spPr>
          <a:xfrm>
            <a:off x="9867900" y="5486400"/>
            <a:ext cx="38100" cy="38100"/>
          </a:xfrm>
          <a:prstGeom prst="rect">
            <a:avLst/>
          </a:prstGeom>
          <a:solidFill>
            <a:srgbClr val="CED7E6"/>
          </a:solidFill>
          <a:ln>
            <a:noFill/>
          </a:ln>
        </p:spPr>
      </p:sp>
      <p:sp>
        <p:nvSpPr>
          <p:cNvPr id="122" name="wm.library-whiteboard.002.003.010"/>
          <p:cNvSpPr/>
          <p:nvPr/>
        </p:nvSpPr>
        <p:spPr>
          <a:xfrm>
            <a:off x="9867900" y="5715000"/>
            <a:ext cx="38100" cy="38100"/>
          </a:xfrm>
          <a:prstGeom prst="rect">
            <a:avLst/>
          </a:prstGeom>
          <a:solidFill>
            <a:srgbClr val="CED7E6"/>
          </a:solidFill>
          <a:ln>
            <a:noFill/>
          </a:ln>
        </p:spPr>
      </p:sp>
      <p:sp>
        <p:nvSpPr>
          <p:cNvPr id="123" name="wm.library-whiteboard.002.004.001"/>
          <p:cNvSpPr/>
          <p:nvPr/>
        </p:nvSpPr>
        <p:spPr>
          <a:xfrm>
            <a:off x="10096500" y="3657600"/>
            <a:ext cx="38100" cy="38100"/>
          </a:xfrm>
          <a:prstGeom prst="rect">
            <a:avLst/>
          </a:prstGeom>
          <a:solidFill>
            <a:srgbClr val="CED7E6"/>
          </a:solidFill>
          <a:ln>
            <a:noFill/>
          </a:ln>
        </p:spPr>
      </p:sp>
      <p:sp>
        <p:nvSpPr>
          <p:cNvPr id="124" name="wm.library-whiteboard.002.004.002"/>
          <p:cNvSpPr/>
          <p:nvPr/>
        </p:nvSpPr>
        <p:spPr>
          <a:xfrm>
            <a:off x="10096500" y="3886200"/>
            <a:ext cx="38100" cy="38100"/>
          </a:xfrm>
          <a:prstGeom prst="rect">
            <a:avLst/>
          </a:prstGeom>
          <a:solidFill>
            <a:srgbClr val="CED7E6"/>
          </a:solidFill>
          <a:ln>
            <a:noFill/>
          </a:ln>
        </p:spPr>
      </p:sp>
      <p:sp>
        <p:nvSpPr>
          <p:cNvPr id="125" name="wm.library-whiteboard.002.004.003"/>
          <p:cNvSpPr/>
          <p:nvPr/>
        </p:nvSpPr>
        <p:spPr>
          <a:xfrm>
            <a:off x="10096500" y="4114800"/>
            <a:ext cx="38100" cy="38100"/>
          </a:xfrm>
          <a:prstGeom prst="rect">
            <a:avLst/>
          </a:prstGeom>
          <a:solidFill>
            <a:srgbClr val="CED7E6"/>
          </a:solidFill>
          <a:ln>
            <a:noFill/>
          </a:ln>
        </p:spPr>
      </p:sp>
      <p:sp>
        <p:nvSpPr>
          <p:cNvPr id="126" name="wm.library-whiteboard.002.004.004"/>
          <p:cNvSpPr/>
          <p:nvPr/>
        </p:nvSpPr>
        <p:spPr>
          <a:xfrm>
            <a:off x="10096500" y="4343400"/>
            <a:ext cx="38100" cy="38100"/>
          </a:xfrm>
          <a:prstGeom prst="rect">
            <a:avLst/>
          </a:prstGeom>
          <a:solidFill>
            <a:srgbClr val="CED7E6"/>
          </a:solidFill>
          <a:ln>
            <a:noFill/>
          </a:ln>
        </p:spPr>
      </p:sp>
      <p:sp>
        <p:nvSpPr>
          <p:cNvPr id="127" name="wm.library-whiteboard.002.004.005"/>
          <p:cNvSpPr/>
          <p:nvPr/>
        </p:nvSpPr>
        <p:spPr>
          <a:xfrm>
            <a:off x="10096500" y="4572000"/>
            <a:ext cx="38100" cy="38100"/>
          </a:xfrm>
          <a:prstGeom prst="rect">
            <a:avLst/>
          </a:prstGeom>
          <a:solidFill>
            <a:srgbClr val="CED7E6"/>
          </a:solidFill>
          <a:ln>
            <a:noFill/>
          </a:ln>
        </p:spPr>
      </p:sp>
      <p:sp>
        <p:nvSpPr>
          <p:cNvPr id="128" name="wm.library-whiteboard.002.004.006"/>
          <p:cNvSpPr/>
          <p:nvPr/>
        </p:nvSpPr>
        <p:spPr>
          <a:xfrm>
            <a:off x="10096500" y="4800600"/>
            <a:ext cx="38100" cy="38100"/>
          </a:xfrm>
          <a:prstGeom prst="rect">
            <a:avLst/>
          </a:prstGeom>
          <a:solidFill>
            <a:srgbClr val="CED7E6"/>
          </a:solidFill>
          <a:ln>
            <a:noFill/>
          </a:ln>
        </p:spPr>
      </p:sp>
      <p:sp>
        <p:nvSpPr>
          <p:cNvPr id="129" name="wm.library-whiteboard.002.004.007"/>
          <p:cNvSpPr/>
          <p:nvPr/>
        </p:nvSpPr>
        <p:spPr>
          <a:xfrm>
            <a:off x="10096500" y="5029200"/>
            <a:ext cx="38100" cy="38100"/>
          </a:xfrm>
          <a:prstGeom prst="rect">
            <a:avLst/>
          </a:prstGeom>
          <a:solidFill>
            <a:srgbClr val="CED7E6"/>
          </a:solidFill>
          <a:ln>
            <a:noFill/>
          </a:ln>
        </p:spPr>
      </p:sp>
      <p:sp>
        <p:nvSpPr>
          <p:cNvPr id="130" name="wm.library-whiteboard.002.004.008"/>
          <p:cNvSpPr/>
          <p:nvPr/>
        </p:nvSpPr>
        <p:spPr>
          <a:xfrm>
            <a:off x="10096500" y="5257800"/>
            <a:ext cx="38100" cy="38100"/>
          </a:xfrm>
          <a:prstGeom prst="rect">
            <a:avLst/>
          </a:prstGeom>
          <a:solidFill>
            <a:srgbClr val="CED7E6"/>
          </a:solidFill>
          <a:ln>
            <a:noFill/>
          </a:ln>
        </p:spPr>
      </p:sp>
      <p:sp>
        <p:nvSpPr>
          <p:cNvPr id="131" name="wm.library-whiteboard.002.004.009"/>
          <p:cNvSpPr/>
          <p:nvPr/>
        </p:nvSpPr>
        <p:spPr>
          <a:xfrm>
            <a:off x="10096500" y="5486400"/>
            <a:ext cx="38100" cy="38100"/>
          </a:xfrm>
          <a:prstGeom prst="rect">
            <a:avLst/>
          </a:prstGeom>
          <a:solidFill>
            <a:srgbClr val="CED7E6"/>
          </a:solidFill>
          <a:ln>
            <a:noFill/>
          </a:ln>
        </p:spPr>
      </p:sp>
      <p:sp>
        <p:nvSpPr>
          <p:cNvPr id="132" name="wm.library-whiteboard.002.004.010"/>
          <p:cNvSpPr/>
          <p:nvPr/>
        </p:nvSpPr>
        <p:spPr>
          <a:xfrm>
            <a:off x="10096500" y="5715000"/>
            <a:ext cx="38100" cy="38100"/>
          </a:xfrm>
          <a:prstGeom prst="rect">
            <a:avLst/>
          </a:prstGeom>
          <a:solidFill>
            <a:srgbClr val="CED7E6"/>
          </a:solidFill>
          <a:ln>
            <a:noFill/>
          </a:ln>
        </p:spPr>
      </p:sp>
      <p:sp>
        <p:nvSpPr>
          <p:cNvPr id="133" name="wm.library-whiteboard.002.005.001"/>
          <p:cNvSpPr/>
          <p:nvPr/>
        </p:nvSpPr>
        <p:spPr>
          <a:xfrm>
            <a:off x="10325100" y="3657600"/>
            <a:ext cx="38100" cy="38100"/>
          </a:xfrm>
          <a:prstGeom prst="rect">
            <a:avLst/>
          </a:prstGeom>
          <a:solidFill>
            <a:srgbClr val="CED7E6"/>
          </a:solidFill>
          <a:ln>
            <a:noFill/>
          </a:ln>
        </p:spPr>
      </p:sp>
      <p:sp>
        <p:nvSpPr>
          <p:cNvPr id="134" name="wm.library-whiteboard.002.005.002"/>
          <p:cNvSpPr/>
          <p:nvPr/>
        </p:nvSpPr>
        <p:spPr>
          <a:xfrm>
            <a:off x="10325100" y="3886200"/>
            <a:ext cx="38100" cy="38100"/>
          </a:xfrm>
          <a:prstGeom prst="rect">
            <a:avLst/>
          </a:prstGeom>
          <a:solidFill>
            <a:srgbClr val="CED7E6"/>
          </a:solidFill>
          <a:ln>
            <a:noFill/>
          </a:ln>
        </p:spPr>
      </p:sp>
      <p:sp>
        <p:nvSpPr>
          <p:cNvPr id="135" name="wm.library-whiteboard.002.005.003"/>
          <p:cNvSpPr/>
          <p:nvPr/>
        </p:nvSpPr>
        <p:spPr>
          <a:xfrm>
            <a:off x="10325100" y="4114800"/>
            <a:ext cx="38100" cy="38100"/>
          </a:xfrm>
          <a:prstGeom prst="rect">
            <a:avLst/>
          </a:prstGeom>
          <a:solidFill>
            <a:srgbClr val="CED7E6"/>
          </a:solidFill>
          <a:ln>
            <a:noFill/>
          </a:ln>
        </p:spPr>
      </p:sp>
      <p:sp>
        <p:nvSpPr>
          <p:cNvPr id="136" name="wm.library-whiteboard.002.005.004"/>
          <p:cNvSpPr/>
          <p:nvPr/>
        </p:nvSpPr>
        <p:spPr>
          <a:xfrm>
            <a:off x="10325100" y="4343400"/>
            <a:ext cx="38100" cy="38100"/>
          </a:xfrm>
          <a:prstGeom prst="rect">
            <a:avLst/>
          </a:prstGeom>
          <a:solidFill>
            <a:srgbClr val="CED7E6"/>
          </a:solidFill>
          <a:ln>
            <a:noFill/>
          </a:ln>
        </p:spPr>
      </p:sp>
      <p:sp>
        <p:nvSpPr>
          <p:cNvPr id="137" name="wm.library-whiteboard.002.005.005"/>
          <p:cNvSpPr/>
          <p:nvPr/>
        </p:nvSpPr>
        <p:spPr>
          <a:xfrm>
            <a:off x="10325100" y="4572000"/>
            <a:ext cx="38100" cy="38100"/>
          </a:xfrm>
          <a:prstGeom prst="rect">
            <a:avLst/>
          </a:prstGeom>
          <a:solidFill>
            <a:srgbClr val="CED7E6"/>
          </a:solidFill>
          <a:ln>
            <a:noFill/>
          </a:ln>
        </p:spPr>
      </p:sp>
      <p:sp>
        <p:nvSpPr>
          <p:cNvPr id="138" name="wm.library-whiteboard.002.005.006"/>
          <p:cNvSpPr/>
          <p:nvPr/>
        </p:nvSpPr>
        <p:spPr>
          <a:xfrm>
            <a:off x="10325100" y="4800600"/>
            <a:ext cx="38100" cy="38100"/>
          </a:xfrm>
          <a:prstGeom prst="rect">
            <a:avLst/>
          </a:prstGeom>
          <a:solidFill>
            <a:srgbClr val="CED7E6"/>
          </a:solidFill>
          <a:ln>
            <a:noFill/>
          </a:ln>
        </p:spPr>
      </p:sp>
      <p:sp>
        <p:nvSpPr>
          <p:cNvPr id="139" name="wm.library-whiteboard.002.005.007"/>
          <p:cNvSpPr/>
          <p:nvPr/>
        </p:nvSpPr>
        <p:spPr>
          <a:xfrm>
            <a:off x="10325100" y="5029200"/>
            <a:ext cx="38100" cy="38100"/>
          </a:xfrm>
          <a:prstGeom prst="rect">
            <a:avLst/>
          </a:prstGeom>
          <a:solidFill>
            <a:srgbClr val="CED7E6"/>
          </a:solidFill>
          <a:ln>
            <a:noFill/>
          </a:ln>
        </p:spPr>
      </p:sp>
      <p:sp>
        <p:nvSpPr>
          <p:cNvPr id="140" name="wm.library-whiteboard.002.005.008"/>
          <p:cNvSpPr/>
          <p:nvPr/>
        </p:nvSpPr>
        <p:spPr>
          <a:xfrm>
            <a:off x="10325100" y="5257800"/>
            <a:ext cx="38100" cy="38100"/>
          </a:xfrm>
          <a:prstGeom prst="rect">
            <a:avLst/>
          </a:prstGeom>
          <a:solidFill>
            <a:srgbClr val="CED7E6"/>
          </a:solidFill>
          <a:ln>
            <a:noFill/>
          </a:ln>
        </p:spPr>
      </p:sp>
      <p:sp>
        <p:nvSpPr>
          <p:cNvPr id="141" name="wm.library-whiteboard.002.005.009"/>
          <p:cNvSpPr/>
          <p:nvPr/>
        </p:nvSpPr>
        <p:spPr>
          <a:xfrm>
            <a:off x="10325100" y="5486400"/>
            <a:ext cx="38100" cy="38100"/>
          </a:xfrm>
          <a:prstGeom prst="rect">
            <a:avLst/>
          </a:prstGeom>
          <a:solidFill>
            <a:srgbClr val="CED7E6"/>
          </a:solidFill>
          <a:ln>
            <a:noFill/>
          </a:ln>
        </p:spPr>
      </p:sp>
      <p:sp>
        <p:nvSpPr>
          <p:cNvPr id="142" name="wm.library-whiteboard.002.005.010"/>
          <p:cNvSpPr/>
          <p:nvPr/>
        </p:nvSpPr>
        <p:spPr>
          <a:xfrm>
            <a:off x="10325100" y="5715000"/>
            <a:ext cx="38100" cy="38100"/>
          </a:xfrm>
          <a:prstGeom prst="rect">
            <a:avLst/>
          </a:prstGeom>
          <a:solidFill>
            <a:srgbClr val="CED7E6"/>
          </a:solidFill>
          <a:ln>
            <a:noFill/>
          </a:ln>
        </p:spPr>
      </p:sp>
      <p:sp>
        <p:nvSpPr>
          <p:cNvPr id="143" name="wm.library-whiteboard.002.006.001"/>
          <p:cNvSpPr/>
          <p:nvPr/>
        </p:nvSpPr>
        <p:spPr>
          <a:xfrm>
            <a:off x="10553700" y="3657600"/>
            <a:ext cx="38100" cy="38100"/>
          </a:xfrm>
          <a:prstGeom prst="rect">
            <a:avLst/>
          </a:prstGeom>
          <a:solidFill>
            <a:srgbClr val="CED7E6"/>
          </a:solidFill>
          <a:ln>
            <a:noFill/>
          </a:ln>
        </p:spPr>
      </p:sp>
      <p:sp>
        <p:nvSpPr>
          <p:cNvPr id="144" name="wm.library-whiteboard.002.006.002"/>
          <p:cNvSpPr/>
          <p:nvPr/>
        </p:nvSpPr>
        <p:spPr>
          <a:xfrm>
            <a:off x="10553700" y="3886200"/>
            <a:ext cx="38100" cy="38100"/>
          </a:xfrm>
          <a:prstGeom prst="rect">
            <a:avLst/>
          </a:prstGeom>
          <a:solidFill>
            <a:srgbClr val="CED7E6"/>
          </a:solidFill>
          <a:ln>
            <a:noFill/>
          </a:ln>
        </p:spPr>
      </p:sp>
      <p:sp>
        <p:nvSpPr>
          <p:cNvPr id="145" name="wm.library-whiteboard.002.006.003"/>
          <p:cNvSpPr/>
          <p:nvPr/>
        </p:nvSpPr>
        <p:spPr>
          <a:xfrm>
            <a:off x="10553700" y="4114800"/>
            <a:ext cx="38100" cy="38100"/>
          </a:xfrm>
          <a:prstGeom prst="rect">
            <a:avLst/>
          </a:prstGeom>
          <a:solidFill>
            <a:srgbClr val="CED7E6"/>
          </a:solidFill>
          <a:ln>
            <a:noFill/>
          </a:ln>
        </p:spPr>
      </p:sp>
      <p:sp>
        <p:nvSpPr>
          <p:cNvPr id="146" name="wm.library-whiteboard.002.006.004"/>
          <p:cNvSpPr/>
          <p:nvPr/>
        </p:nvSpPr>
        <p:spPr>
          <a:xfrm>
            <a:off x="10553700" y="4343400"/>
            <a:ext cx="38100" cy="38100"/>
          </a:xfrm>
          <a:prstGeom prst="rect">
            <a:avLst/>
          </a:prstGeom>
          <a:solidFill>
            <a:srgbClr val="CED7E6"/>
          </a:solidFill>
          <a:ln>
            <a:noFill/>
          </a:ln>
        </p:spPr>
      </p:sp>
      <p:sp>
        <p:nvSpPr>
          <p:cNvPr id="147" name="wm.library-whiteboard.002.006.005"/>
          <p:cNvSpPr/>
          <p:nvPr/>
        </p:nvSpPr>
        <p:spPr>
          <a:xfrm>
            <a:off x="10553700" y="4572000"/>
            <a:ext cx="38100" cy="38100"/>
          </a:xfrm>
          <a:prstGeom prst="rect">
            <a:avLst/>
          </a:prstGeom>
          <a:solidFill>
            <a:srgbClr val="CED7E6"/>
          </a:solidFill>
          <a:ln>
            <a:noFill/>
          </a:ln>
        </p:spPr>
      </p:sp>
      <p:sp>
        <p:nvSpPr>
          <p:cNvPr id="148" name="wm.library-whiteboard.002.006.006"/>
          <p:cNvSpPr/>
          <p:nvPr/>
        </p:nvSpPr>
        <p:spPr>
          <a:xfrm>
            <a:off x="10553700" y="4800600"/>
            <a:ext cx="38100" cy="38100"/>
          </a:xfrm>
          <a:prstGeom prst="rect">
            <a:avLst/>
          </a:prstGeom>
          <a:solidFill>
            <a:srgbClr val="CED7E6"/>
          </a:solidFill>
          <a:ln>
            <a:noFill/>
          </a:ln>
        </p:spPr>
      </p:sp>
      <p:sp>
        <p:nvSpPr>
          <p:cNvPr id="149" name="wm.library-whiteboard.002.006.007"/>
          <p:cNvSpPr/>
          <p:nvPr/>
        </p:nvSpPr>
        <p:spPr>
          <a:xfrm>
            <a:off x="10553700" y="5029200"/>
            <a:ext cx="38100" cy="38100"/>
          </a:xfrm>
          <a:prstGeom prst="rect">
            <a:avLst/>
          </a:prstGeom>
          <a:solidFill>
            <a:srgbClr val="CED7E6"/>
          </a:solidFill>
          <a:ln>
            <a:noFill/>
          </a:ln>
        </p:spPr>
      </p:sp>
      <p:sp>
        <p:nvSpPr>
          <p:cNvPr id="150" name="wm.library-whiteboard.002.006.008"/>
          <p:cNvSpPr/>
          <p:nvPr/>
        </p:nvSpPr>
        <p:spPr>
          <a:xfrm>
            <a:off x="10553700" y="5257800"/>
            <a:ext cx="38100" cy="38100"/>
          </a:xfrm>
          <a:prstGeom prst="rect">
            <a:avLst/>
          </a:prstGeom>
          <a:solidFill>
            <a:srgbClr val="CED7E6"/>
          </a:solidFill>
          <a:ln>
            <a:noFill/>
          </a:ln>
        </p:spPr>
      </p:sp>
      <p:sp>
        <p:nvSpPr>
          <p:cNvPr id="151" name="wm.library-whiteboard.002.006.009"/>
          <p:cNvSpPr/>
          <p:nvPr/>
        </p:nvSpPr>
        <p:spPr>
          <a:xfrm>
            <a:off x="10553700" y="5486400"/>
            <a:ext cx="38100" cy="38100"/>
          </a:xfrm>
          <a:prstGeom prst="rect">
            <a:avLst/>
          </a:prstGeom>
          <a:solidFill>
            <a:srgbClr val="CED7E6"/>
          </a:solidFill>
          <a:ln>
            <a:noFill/>
          </a:ln>
        </p:spPr>
      </p:sp>
      <p:sp>
        <p:nvSpPr>
          <p:cNvPr id="152" name="wm.library-whiteboard.002.006.010"/>
          <p:cNvSpPr/>
          <p:nvPr/>
        </p:nvSpPr>
        <p:spPr>
          <a:xfrm>
            <a:off x="10553700" y="5715000"/>
            <a:ext cx="38100" cy="38100"/>
          </a:xfrm>
          <a:prstGeom prst="rect">
            <a:avLst/>
          </a:prstGeom>
          <a:solidFill>
            <a:srgbClr val="CED7E6"/>
          </a:solidFill>
          <a:ln>
            <a:noFill/>
          </a:ln>
        </p:spPr>
      </p:sp>
      <p:sp>
        <p:nvSpPr>
          <p:cNvPr id="153" name="wm.library-whiteboard.002.007.001"/>
          <p:cNvSpPr/>
          <p:nvPr/>
        </p:nvSpPr>
        <p:spPr>
          <a:xfrm>
            <a:off x="10782300" y="3657600"/>
            <a:ext cx="38100" cy="38100"/>
          </a:xfrm>
          <a:prstGeom prst="rect">
            <a:avLst/>
          </a:prstGeom>
          <a:solidFill>
            <a:srgbClr val="CED7E6"/>
          </a:solidFill>
          <a:ln>
            <a:noFill/>
          </a:ln>
        </p:spPr>
      </p:sp>
      <p:sp>
        <p:nvSpPr>
          <p:cNvPr id="154" name="wm.library-whiteboard.002.007.002"/>
          <p:cNvSpPr/>
          <p:nvPr/>
        </p:nvSpPr>
        <p:spPr>
          <a:xfrm>
            <a:off x="10782300" y="3886200"/>
            <a:ext cx="38100" cy="38100"/>
          </a:xfrm>
          <a:prstGeom prst="rect">
            <a:avLst/>
          </a:prstGeom>
          <a:solidFill>
            <a:srgbClr val="CED7E6"/>
          </a:solidFill>
          <a:ln>
            <a:noFill/>
          </a:ln>
        </p:spPr>
      </p:sp>
      <p:sp>
        <p:nvSpPr>
          <p:cNvPr id="155" name="wm.library-whiteboard.002.007.003"/>
          <p:cNvSpPr/>
          <p:nvPr/>
        </p:nvSpPr>
        <p:spPr>
          <a:xfrm>
            <a:off x="10782300" y="4114800"/>
            <a:ext cx="38100" cy="38100"/>
          </a:xfrm>
          <a:prstGeom prst="rect">
            <a:avLst/>
          </a:prstGeom>
          <a:solidFill>
            <a:srgbClr val="CED7E6"/>
          </a:solidFill>
          <a:ln>
            <a:noFill/>
          </a:ln>
        </p:spPr>
      </p:sp>
      <p:sp>
        <p:nvSpPr>
          <p:cNvPr id="156" name="wm.library-whiteboard.002.007.004"/>
          <p:cNvSpPr/>
          <p:nvPr/>
        </p:nvSpPr>
        <p:spPr>
          <a:xfrm>
            <a:off x="10782300" y="4343400"/>
            <a:ext cx="38100" cy="38100"/>
          </a:xfrm>
          <a:prstGeom prst="rect">
            <a:avLst/>
          </a:prstGeom>
          <a:solidFill>
            <a:srgbClr val="CED7E6"/>
          </a:solidFill>
          <a:ln>
            <a:noFill/>
          </a:ln>
        </p:spPr>
      </p:sp>
      <p:sp>
        <p:nvSpPr>
          <p:cNvPr id="157" name="wm.library-whiteboard.002.007.005"/>
          <p:cNvSpPr/>
          <p:nvPr/>
        </p:nvSpPr>
        <p:spPr>
          <a:xfrm>
            <a:off x="10782300" y="4572000"/>
            <a:ext cx="38100" cy="38100"/>
          </a:xfrm>
          <a:prstGeom prst="rect">
            <a:avLst/>
          </a:prstGeom>
          <a:solidFill>
            <a:srgbClr val="CED7E6"/>
          </a:solidFill>
          <a:ln>
            <a:noFill/>
          </a:ln>
        </p:spPr>
      </p:sp>
      <p:sp>
        <p:nvSpPr>
          <p:cNvPr id="158" name="wm.library-whiteboard.002.007.006"/>
          <p:cNvSpPr/>
          <p:nvPr/>
        </p:nvSpPr>
        <p:spPr>
          <a:xfrm>
            <a:off x="10782300" y="4800600"/>
            <a:ext cx="38100" cy="38100"/>
          </a:xfrm>
          <a:prstGeom prst="rect">
            <a:avLst/>
          </a:prstGeom>
          <a:solidFill>
            <a:srgbClr val="CED7E6"/>
          </a:solidFill>
          <a:ln>
            <a:noFill/>
          </a:ln>
        </p:spPr>
      </p:sp>
      <p:sp>
        <p:nvSpPr>
          <p:cNvPr id="159" name="wm.library-whiteboard.002.007.007"/>
          <p:cNvSpPr/>
          <p:nvPr/>
        </p:nvSpPr>
        <p:spPr>
          <a:xfrm>
            <a:off x="10782300" y="5029200"/>
            <a:ext cx="38100" cy="38100"/>
          </a:xfrm>
          <a:prstGeom prst="rect">
            <a:avLst/>
          </a:prstGeom>
          <a:solidFill>
            <a:srgbClr val="CED7E6"/>
          </a:solidFill>
          <a:ln>
            <a:noFill/>
          </a:ln>
        </p:spPr>
      </p:sp>
      <p:sp>
        <p:nvSpPr>
          <p:cNvPr id="160" name="wm.library-whiteboard.002.007.008"/>
          <p:cNvSpPr/>
          <p:nvPr/>
        </p:nvSpPr>
        <p:spPr>
          <a:xfrm>
            <a:off x="10782300" y="5257800"/>
            <a:ext cx="38100" cy="38100"/>
          </a:xfrm>
          <a:prstGeom prst="rect">
            <a:avLst/>
          </a:prstGeom>
          <a:solidFill>
            <a:srgbClr val="CED7E6"/>
          </a:solidFill>
          <a:ln>
            <a:noFill/>
          </a:ln>
        </p:spPr>
      </p:sp>
      <p:sp>
        <p:nvSpPr>
          <p:cNvPr id="161" name="wm.library-whiteboard.002.007.009"/>
          <p:cNvSpPr/>
          <p:nvPr/>
        </p:nvSpPr>
        <p:spPr>
          <a:xfrm>
            <a:off x="10782300" y="5486400"/>
            <a:ext cx="38100" cy="38100"/>
          </a:xfrm>
          <a:prstGeom prst="rect">
            <a:avLst/>
          </a:prstGeom>
          <a:solidFill>
            <a:srgbClr val="CED7E6"/>
          </a:solidFill>
          <a:ln>
            <a:noFill/>
          </a:ln>
        </p:spPr>
      </p:sp>
      <p:sp>
        <p:nvSpPr>
          <p:cNvPr id="162" name="wm.library-whiteboard.002.007.010"/>
          <p:cNvSpPr/>
          <p:nvPr/>
        </p:nvSpPr>
        <p:spPr>
          <a:xfrm>
            <a:off x="10782300" y="5715000"/>
            <a:ext cx="38100" cy="38100"/>
          </a:xfrm>
          <a:prstGeom prst="rect">
            <a:avLst/>
          </a:prstGeom>
          <a:solidFill>
            <a:srgbClr val="CED7E6"/>
          </a:solidFill>
          <a:ln>
            <a:noFill/>
          </a:ln>
        </p:spPr>
      </p:sp>
      <p:sp>
        <p:nvSpPr>
          <p:cNvPr id="163" name="wm.library-whiteboard.002.008.001"/>
          <p:cNvSpPr/>
          <p:nvPr/>
        </p:nvSpPr>
        <p:spPr>
          <a:xfrm>
            <a:off x="11010900" y="3657600"/>
            <a:ext cx="38100" cy="38100"/>
          </a:xfrm>
          <a:prstGeom prst="rect">
            <a:avLst/>
          </a:prstGeom>
          <a:solidFill>
            <a:srgbClr val="CED7E6"/>
          </a:solidFill>
          <a:ln>
            <a:noFill/>
          </a:ln>
        </p:spPr>
      </p:sp>
      <p:sp>
        <p:nvSpPr>
          <p:cNvPr id="164" name="wm.library-whiteboard.002.008.002"/>
          <p:cNvSpPr/>
          <p:nvPr/>
        </p:nvSpPr>
        <p:spPr>
          <a:xfrm>
            <a:off x="11010900" y="3886200"/>
            <a:ext cx="38100" cy="38100"/>
          </a:xfrm>
          <a:prstGeom prst="rect">
            <a:avLst/>
          </a:prstGeom>
          <a:solidFill>
            <a:srgbClr val="CED7E6"/>
          </a:solidFill>
          <a:ln>
            <a:noFill/>
          </a:ln>
        </p:spPr>
      </p:sp>
      <p:sp>
        <p:nvSpPr>
          <p:cNvPr id="165" name="wm.library-whiteboard.002.008.003"/>
          <p:cNvSpPr/>
          <p:nvPr/>
        </p:nvSpPr>
        <p:spPr>
          <a:xfrm>
            <a:off x="11010900" y="4114800"/>
            <a:ext cx="38100" cy="38100"/>
          </a:xfrm>
          <a:prstGeom prst="rect">
            <a:avLst/>
          </a:prstGeom>
          <a:solidFill>
            <a:srgbClr val="CED7E6"/>
          </a:solidFill>
          <a:ln>
            <a:noFill/>
          </a:ln>
        </p:spPr>
      </p:sp>
      <p:sp>
        <p:nvSpPr>
          <p:cNvPr id="166" name="wm.library-whiteboard.002.008.004"/>
          <p:cNvSpPr/>
          <p:nvPr/>
        </p:nvSpPr>
        <p:spPr>
          <a:xfrm>
            <a:off x="11010900" y="4343400"/>
            <a:ext cx="38100" cy="38100"/>
          </a:xfrm>
          <a:prstGeom prst="rect">
            <a:avLst/>
          </a:prstGeom>
          <a:solidFill>
            <a:srgbClr val="CED7E6"/>
          </a:solidFill>
          <a:ln>
            <a:noFill/>
          </a:ln>
        </p:spPr>
      </p:sp>
      <p:sp>
        <p:nvSpPr>
          <p:cNvPr id="167" name="wm.library-whiteboard.002.008.005"/>
          <p:cNvSpPr/>
          <p:nvPr/>
        </p:nvSpPr>
        <p:spPr>
          <a:xfrm>
            <a:off x="11010900" y="4572000"/>
            <a:ext cx="38100" cy="38100"/>
          </a:xfrm>
          <a:prstGeom prst="rect">
            <a:avLst/>
          </a:prstGeom>
          <a:solidFill>
            <a:srgbClr val="CED7E6"/>
          </a:solidFill>
          <a:ln>
            <a:noFill/>
          </a:ln>
        </p:spPr>
      </p:sp>
      <p:sp>
        <p:nvSpPr>
          <p:cNvPr id="168" name="wm.library-whiteboard.002.008.006"/>
          <p:cNvSpPr/>
          <p:nvPr/>
        </p:nvSpPr>
        <p:spPr>
          <a:xfrm>
            <a:off x="11010900" y="4800600"/>
            <a:ext cx="38100" cy="38100"/>
          </a:xfrm>
          <a:prstGeom prst="rect">
            <a:avLst/>
          </a:prstGeom>
          <a:solidFill>
            <a:srgbClr val="CED7E6"/>
          </a:solidFill>
          <a:ln>
            <a:noFill/>
          </a:ln>
        </p:spPr>
      </p:sp>
      <p:sp>
        <p:nvSpPr>
          <p:cNvPr id="169" name="wm.library-whiteboard.002.008.007"/>
          <p:cNvSpPr/>
          <p:nvPr/>
        </p:nvSpPr>
        <p:spPr>
          <a:xfrm>
            <a:off x="11010900" y="5029200"/>
            <a:ext cx="38100" cy="38100"/>
          </a:xfrm>
          <a:prstGeom prst="rect">
            <a:avLst/>
          </a:prstGeom>
          <a:solidFill>
            <a:srgbClr val="CED7E6"/>
          </a:solidFill>
          <a:ln>
            <a:noFill/>
          </a:ln>
        </p:spPr>
      </p:sp>
      <p:sp>
        <p:nvSpPr>
          <p:cNvPr id="170" name="wm.library-whiteboard.002.008.008"/>
          <p:cNvSpPr/>
          <p:nvPr/>
        </p:nvSpPr>
        <p:spPr>
          <a:xfrm>
            <a:off x="11010900" y="5257800"/>
            <a:ext cx="38100" cy="38100"/>
          </a:xfrm>
          <a:prstGeom prst="rect">
            <a:avLst/>
          </a:prstGeom>
          <a:solidFill>
            <a:srgbClr val="CED7E6"/>
          </a:solidFill>
          <a:ln>
            <a:noFill/>
          </a:ln>
        </p:spPr>
      </p:sp>
      <p:sp>
        <p:nvSpPr>
          <p:cNvPr id="171" name="wm.library-whiteboard.002.008.009"/>
          <p:cNvSpPr/>
          <p:nvPr/>
        </p:nvSpPr>
        <p:spPr>
          <a:xfrm>
            <a:off x="11010900" y="5486400"/>
            <a:ext cx="38100" cy="38100"/>
          </a:xfrm>
          <a:prstGeom prst="rect">
            <a:avLst/>
          </a:prstGeom>
          <a:solidFill>
            <a:srgbClr val="CED7E6"/>
          </a:solidFill>
          <a:ln>
            <a:noFill/>
          </a:ln>
        </p:spPr>
      </p:sp>
      <p:sp>
        <p:nvSpPr>
          <p:cNvPr id="172" name="wm.library-whiteboard.002.008.010"/>
          <p:cNvSpPr/>
          <p:nvPr/>
        </p:nvSpPr>
        <p:spPr>
          <a:xfrm>
            <a:off x="11010900" y="5715000"/>
            <a:ext cx="38100" cy="38100"/>
          </a:xfrm>
          <a:prstGeom prst="rect">
            <a:avLst/>
          </a:prstGeom>
          <a:solidFill>
            <a:srgbClr val="CED7E6"/>
          </a:solidFill>
          <a:ln>
            <a:noFill/>
          </a:ln>
        </p:spPr>
      </p:sp>
      <p:sp>
        <p:nvSpPr>
          <p:cNvPr id="173" name="wm.library-whiteboard.002.009.001"/>
          <p:cNvSpPr/>
          <p:nvPr/>
        </p:nvSpPr>
        <p:spPr>
          <a:xfrm>
            <a:off x="11239500" y="3657600"/>
            <a:ext cx="38100" cy="38100"/>
          </a:xfrm>
          <a:prstGeom prst="rect">
            <a:avLst/>
          </a:prstGeom>
          <a:solidFill>
            <a:srgbClr val="CED7E6"/>
          </a:solidFill>
          <a:ln>
            <a:noFill/>
          </a:ln>
        </p:spPr>
      </p:sp>
      <p:sp>
        <p:nvSpPr>
          <p:cNvPr id="174" name="wm.library-whiteboard.002.009.002"/>
          <p:cNvSpPr/>
          <p:nvPr/>
        </p:nvSpPr>
        <p:spPr>
          <a:xfrm>
            <a:off x="11239500" y="3886200"/>
            <a:ext cx="38100" cy="38100"/>
          </a:xfrm>
          <a:prstGeom prst="rect">
            <a:avLst/>
          </a:prstGeom>
          <a:solidFill>
            <a:srgbClr val="CED7E6"/>
          </a:solidFill>
          <a:ln>
            <a:noFill/>
          </a:ln>
        </p:spPr>
      </p:sp>
      <p:sp>
        <p:nvSpPr>
          <p:cNvPr id="175" name="wm.library-whiteboard.002.009.003"/>
          <p:cNvSpPr/>
          <p:nvPr/>
        </p:nvSpPr>
        <p:spPr>
          <a:xfrm>
            <a:off x="11239500" y="4114800"/>
            <a:ext cx="38100" cy="38100"/>
          </a:xfrm>
          <a:prstGeom prst="rect">
            <a:avLst/>
          </a:prstGeom>
          <a:solidFill>
            <a:srgbClr val="CED7E6"/>
          </a:solidFill>
          <a:ln>
            <a:noFill/>
          </a:ln>
        </p:spPr>
      </p:sp>
      <p:sp>
        <p:nvSpPr>
          <p:cNvPr id="176" name="wm.library-whiteboard.002.009.004"/>
          <p:cNvSpPr/>
          <p:nvPr/>
        </p:nvSpPr>
        <p:spPr>
          <a:xfrm>
            <a:off x="11239500" y="4343400"/>
            <a:ext cx="38100" cy="38100"/>
          </a:xfrm>
          <a:prstGeom prst="rect">
            <a:avLst/>
          </a:prstGeom>
          <a:solidFill>
            <a:srgbClr val="CED7E6"/>
          </a:solidFill>
          <a:ln>
            <a:noFill/>
          </a:ln>
        </p:spPr>
      </p:sp>
      <p:sp>
        <p:nvSpPr>
          <p:cNvPr id="177" name="wm.library-whiteboard.002.009.005"/>
          <p:cNvSpPr/>
          <p:nvPr/>
        </p:nvSpPr>
        <p:spPr>
          <a:xfrm>
            <a:off x="11239500" y="4572000"/>
            <a:ext cx="38100" cy="38100"/>
          </a:xfrm>
          <a:prstGeom prst="rect">
            <a:avLst/>
          </a:prstGeom>
          <a:solidFill>
            <a:srgbClr val="CED7E6"/>
          </a:solidFill>
          <a:ln>
            <a:noFill/>
          </a:ln>
        </p:spPr>
      </p:sp>
      <p:sp>
        <p:nvSpPr>
          <p:cNvPr id="178" name="wm.library-whiteboard.002.009.006"/>
          <p:cNvSpPr/>
          <p:nvPr/>
        </p:nvSpPr>
        <p:spPr>
          <a:xfrm>
            <a:off x="11239500" y="4800600"/>
            <a:ext cx="38100" cy="38100"/>
          </a:xfrm>
          <a:prstGeom prst="rect">
            <a:avLst/>
          </a:prstGeom>
          <a:solidFill>
            <a:srgbClr val="CED7E6"/>
          </a:solidFill>
          <a:ln>
            <a:noFill/>
          </a:ln>
        </p:spPr>
      </p:sp>
      <p:sp>
        <p:nvSpPr>
          <p:cNvPr id="179" name="wm.library-whiteboard.002.009.007"/>
          <p:cNvSpPr/>
          <p:nvPr/>
        </p:nvSpPr>
        <p:spPr>
          <a:xfrm>
            <a:off x="11239500" y="5029200"/>
            <a:ext cx="38100" cy="38100"/>
          </a:xfrm>
          <a:prstGeom prst="rect">
            <a:avLst/>
          </a:prstGeom>
          <a:solidFill>
            <a:srgbClr val="CED7E6"/>
          </a:solidFill>
          <a:ln>
            <a:noFill/>
          </a:ln>
        </p:spPr>
      </p:sp>
      <p:sp>
        <p:nvSpPr>
          <p:cNvPr id="180" name="wm.library-whiteboard.002.009.008"/>
          <p:cNvSpPr/>
          <p:nvPr/>
        </p:nvSpPr>
        <p:spPr>
          <a:xfrm>
            <a:off x="11239500" y="5257800"/>
            <a:ext cx="38100" cy="38100"/>
          </a:xfrm>
          <a:prstGeom prst="rect">
            <a:avLst/>
          </a:prstGeom>
          <a:solidFill>
            <a:srgbClr val="CED7E6"/>
          </a:solidFill>
          <a:ln>
            <a:noFill/>
          </a:ln>
        </p:spPr>
      </p:sp>
      <p:sp>
        <p:nvSpPr>
          <p:cNvPr id="181" name="wm.library-whiteboard.002.009.009"/>
          <p:cNvSpPr/>
          <p:nvPr/>
        </p:nvSpPr>
        <p:spPr>
          <a:xfrm>
            <a:off x="11239500" y="5486400"/>
            <a:ext cx="38100" cy="38100"/>
          </a:xfrm>
          <a:prstGeom prst="rect">
            <a:avLst/>
          </a:prstGeom>
          <a:solidFill>
            <a:srgbClr val="CED7E6"/>
          </a:solidFill>
          <a:ln>
            <a:noFill/>
          </a:ln>
        </p:spPr>
      </p:sp>
      <p:sp>
        <p:nvSpPr>
          <p:cNvPr id="182" name="wm.library-whiteboard.002.009.010"/>
          <p:cNvSpPr/>
          <p:nvPr/>
        </p:nvSpPr>
        <p:spPr>
          <a:xfrm>
            <a:off x="11239500" y="5715000"/>
            <a:ext cx="38100" cy="38100"/>
          </a:xfrm>
          <a:prstGeom prst="rect">
            <a:avLst/>
          </a:prstGeom>
          <a:solidFill>
            <a:srgbClr val="CED7E6"/>
          </a:solidFill>
          <a:ln>
            <a:noFill/>
          </a:ln>
        </p:spPr>
      </p:sp>
      <p:sp>
        <p:nvSpPr>
          <p:cNvPr id="183" name="wm.library-whiteboard.002.010.001"/>
          <p:cNvSpPr/>
          <p:nvPr/>
        </p:nvSpPr>
        <p:spPr>
          <a:xfrm>
            <a:off x="11468100" y="3657600"/>
            <a:ext cx="38100" cy="38100"/>
          </a:xfrm>
          <a:prstGeom prst="rect">
            <a:avLst/>
          </a:prstGeom>
          <a:solidFill>
            <a:srgbClr val="CED7E6"/>
          </a:solidFill>
          <a:ln>
            <a:noFill/>
          </a:ln>
        </p:spPr>
      </p:sp>
      <p:sp>
        <p:nvSpPr>
          <p:cNvPr id="184" name="wm.library-whiteboard.002.010.002"/>
          <p:cNvSpPr/>
          <p:nvPr/>
        </p:nvSpPr>
        <p:spPr>
          <a:xfrm>
            <a:off x="11468100" y="3886200"/>
            <a:ext cx="38100" cy="38100"/>
          </a:xfrm>
          <a:prstGeom prst="rect">
            <a:avLst/>
          </a:prstGeom>
          <a:solidFill>
            <a:srgbClr val="CED7E6"/>
          </a:solidFill>
          <a:ln>
            <a:noFill/>
          </a:ln>
        </p:spPr>
      </p:sp>
      <p:sp>
        <p:nvSpPr>
          <p:cNvPr id="185" name="wm.library-whiteboard.002.010.003"/>
          <p:cNvSpPr/>
          <p:nvPr/>
        </p:nvSpPr>
        <p:spPr>
          <a:xfrm>
            <a:off x="11468100" y="4114800"/>
            <a:ext cx="38100" cy="38100"/>
          </a:xfrm>
          <a:prstGeom prst="rect">
            <a:avLst/>
          </a:prstGeom>
          <a:solidFill>
            <a:srgbClr val="CED7E6"/>
          </a:solidFill>
          <a:ln>
            <a:noFill/>
          </a:ln>
        </p:spPr>
      </p:sp>
      <p:sp>
        <p:nvSpPr>
          <p:cNvPr id="186" name="wm.library-whiteboard.002.010.004"/>
          <p:cNvSpPr/>
          <p:nvPr/>
        </p:nvSpPr>
        <p:spPr>
          <a:xfrm>
            <a:off x="11468100" y="4343400"/>
            <a:ext cx="38100" cy="38100"/>
          </a:xfrm>
          <a:prstGeom prst="rect">
            <a:avLst/>
          </a:prstGeom>
          <a:solidFill>
            <a:srgbClr val="CED7E6"/>
          </a:solidFill>
          <a:ln>
            <a:noFill/>
          </a:ln>
        </p:spPr>
      </p:sp>
      <p:sp>
        <p:nvSpPr>
          <p:cNvPr id="187" name="wm.library-whiteboard.002.010.005"/>
          <p:cNvSpPr/>
          <p:nvPr/>
        </p:nvSpPr>
        <p:spPr>
          <a:xfrm>
            <a:off x="11468100" y="4572000"/>
            <a:ext cx="38100" cy="38100"/>
          </a:xfrm>
          <a:prstGeom prst="rect">
            <a:avLst/>
          </a:prstGeom>
          <a:solidFill>
            <a:srgbClr val="CED7E6"/>
          </a:solidFill>
          <a:ln>
            <a:noFill/>
          </a:ln>
        </p:spPr>
      </p:sp>
      <p:sp>
        <p:nvSpPr>
          <p:cNvPr id="188" name="wm.library-whiteboard.002.010.006"/>
          <p:cNvSpPr/>
          <p:nvPr/>
        </p:nvSpPr>
        <p:spPr>
          <a:xfrm>
            <a:off x="11468100" y="4800600"/>
            <a:ext cx="38100" cy="38100"/>
          </a:xfrm>
          <a:prstGeom prst="rect">
            <a:avLst/>
          </a:prstGeom>
          <a:solidFill>
            <a:srgbClr val="CED7E6"/>
          </a:solidFill>
          <a:ln>
            <a:noFill/>
          </a:ln>
        </p:spPr>
      </p:sp>
      <p:sp>
        <p:nvSpPr>
          <p:cNvPr id="189" name="wm.library-whiteboard.002.010.007"/>
          <p:cNvSpPr/>
          <p:nvPr/>
        </p:nvSpPr>
        <p:spPr>
          <a:xfrm>
            <a:off x="11468100" y="5029200"/>
            <a:ext cx="38100" cy="38100"/>
          </a:xfrm>
          <a:prstGeom prst="rect">
            <a:avLst/>
          </a:prstGeom>
          <a:solidFill>
            <a:srgbClr val="CED7E6"/>
          </a:solidFill>
          <a:ln>
            <a:noFill/>
          </a:ln>
        </p:spPr>
      </p:sp>
      <p:sp>
        <p:nvSpPr>
          <p:cNvPr id="190" name="wm.library-whiteboard.002.010.008"/>
          <p:cNvSpPr/>
          <p:nvPr/>
        </p:nvSpPr>
        <p:spPr>
          <a:xfrm>
            <a:off x="11468100" y="5257800"/>
            <a:ext cx="38100" cy="38100"/>
          </a:xfrm>
          <a:prstGeom prst="rect">
            <a:avLst/>
          </a:prstGeom>
          <a:solidFill>
            <a:srgbClr val="CED7E6"/>
          </a:solidFill>
          <a:ln>
            <a:noFill/>
          </a:ln>
        </p:spPr>
      </p:sp>
      <p:sp>
        <p:nvSpPr>
          <p:cNvPr id="191" name="wm.library-whiteboard.002.010.009"/>
          <p:cNvSpPr/>
          <p:nvPr/>
        </p:nvSpPr>
        <p:spPr>
          <a:xfrm>
            <a:off x="11468100" y="5486400"/>
            <a:ext cx="38100" cy="38100"/>
          </a:xfrm>
          <a:prstGeom prst="rect">
            <a:avLst/>
          </a:prstGeom>
          <a:solidFill>
            <a:srgbClr val="CED7E6"/>
          </a:solidFill>
          <a:ln>
            <a:noFill/>
          </a:ln>
        </p:spPr>
      </p:sp>
      <p:sp>
        <p:nvSpPr>
          <p:cNvPr id="192" name="wm.library-whiteboard.002.010.010"/>
          <p:cNvSpPr/>
          <p:nvPr/>
        </p:nvSpPr>
        <p:spPr>
          <a:xfrm>
            <a:off x="11468100" y="5715000"/>
            <a:ext cx="38100" cy="38100"/>
          </a:xfrm>
          <a:prstGeom prst="rect">
            <a:avLst/>
          </a:prstGeom>
          <a:solidFill>
            <a:srgbClr val="CED7E6"/>
          </a:solidFill>
          <a:ln>
            <a:noFill/>
          </a:ln>
        </p:spPr>
      </p:sp>
      <p:sp>
        <p:nvSpPr>
          <p:cNvPr id="19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a:t>
            </a:fld>
            <a:endParaRPr lang="en-US" sz="700" spc="0" kern="0" b="0" i="0" dirty="0">
              <a:solidFill>
                <a:srgbClr val="070154"/>
              </a:solidFill>
              <a:latin typeface="IBM Plex Mono SemiBold"/>
              <a:ea typeface="IBM Plex Mono SemiBold"/>
              <a:cs typeface="IBM Plex Mono SemiBold"/>
            </a:endParaRPr>
          </a:p>
        </p:txBody>
      </p:sp>
      <p:grpSp>
        <p:nvGrpSpPr>
          <p:cNvPr id="200" name="node01"/>
          <p:cNvGrpSpPr/>
          <p:nvPr/>
        </p:nvGrpSpPr>
        <p:grpSpPr>
          <a:xfrm>
            <a:off x="723900" y="1828800"/>
            <a:ext cx="5257800" cy="152400"/>
            <a:chOff x="723900" y="1828800"/>
            <a:chExt cx="5257800" cy="152400"/>
          </a:xfrm>
        </p:grpSpPr>
        <p:sp>
          <p:nvSpPr>
            <p:cNvPr id="195" name="node01.text"/>
            <p:cNvSpPr/>
            <p:nvPr/>
          </p:nvSpPr>
          <p:spPr>
            <a:xfrm>
              <a:off x="723900" y="18288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WE HEARD</a:t>
              </a:r>
              <a:endParaRPr lang="en-US" sz="1000" spc="80" kern="0" b="0" i="0" dirty="0">
                <a:solidFill>
                  <a:srgbClr val="0047FF"/>
                </a:solidFill>
                <a:latin typeface="IBM Plex Mono SemiBold"/>
                <a:ea typeface="IBM Plex Mono SemiBold"/>
                <a:cs typeface="IBM Plex Mono SemiBold"/>
              </a:endParaRPr>
            </a:p>
          </p:txBody>
        </p:sp>
      </p:grpSp>
      <p:grpSp>
        <p:nvGrpSpPr>
          <p:cNvPr id="201" name="node02"/>
          <p:cNvGrpSpPr/>
          <p:nvPr/>
        </p:nvGrpSpPr>
        <p:grpSpPr>
          <a:xfrm>
            <a:off x="723900" y="2286000"/>
            <a:ext cx="7086600" cy="1524000"/>
            <a:chOff x="723900" y="2286000"/>
            <a:chExt cx="7086600" cy="1524000"/>
          </a:xfrm>
        </p:grpSpPr>
        <p:sp>
          <p:nvSpPr>
            <p:cNvPr id="196" name="node02.quote-mark"/>
            <p:cNvSpPr/>
            <p:nvPr/>
          </p:nvSpPr>
          <p:spPr>
            <a:xfrm>
              <a:off x="723900" y="2286000"/>
              <a:ext cx="7086600" cy="479171"/>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197" name="node02.quote"/>
            <p:cNvSpPr/>
            <p:nvPr/>
          </p:nvSpPr>
          <p:spPr>
            <a:xfrm>
              <a:off x="723900" y="2781300"/>
              <a:ext cx="7086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We do not need faster spreadsheets. We need to stop finding problems on day nine.</a:t>
              </a:r>
              <a:endParaRPr lang="en-US" sz="2400" spc="-36" kern="0" b="0" i="0" dirty="0">
                <a:solidFill>
                  <a:srgbClr val="070154"/>
                </a:solidFill>
                <a:latin typeface="IBM Plex Sans SemiBold"/>
                <a:ea typeface="IBM Plex Sans SemiBold"/>
                <a:cs typeface="IBM Plex Sans SemiBold"/>
              </a:endParaRPr>
            </a:p>
          </p:txBody>
        </p:sp>
        <p:sp>
          <p:nvSpPr>
            <p:cNvPr id="198" name="node02.by"/>
            <p:cNvSpPr/>
            <p:nvPr/>
          </p:nvSpPr>
          <p:spPr>
            <a:xfrm>
              <a:off x="723900" y="3657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CORPORATE CONTROLLER · NORTHFIELD HEALTH SYSTEM</a:t>
              </a:r>
              <a:endParaRPr lang="en-US" sz="900" spc="54" kern="0" b="0" i="0" dirty="0">
                <a:solidFill>
                  <a:srgbClr val="50658E"/>
                </a:solidFill>
                <a:latin typeface="IBM Plex Mono Medium"/>
                <a:ea typeface="IBM Plex Mono Medium"/>
                <a:cs typeface="IBM Plex Mono Medium"/>
              </a:endParaRPr>
            </a:p>
          </p:txBody>
        </p:sp>
      </p:grpSp>
      <p:grpSp>
        <p:nvGrpSpPr>
          <p:cNvPr id="202" name="node03"/>
          <p:cNvGrpSpPr/>
          <p:nvPr/>
        </p:nvGrpSpPr>
        <p:grpSpPr>
          <a:xfrm>
            <a:off x="8953500" y="1600200"/>
            <a:ext cx="2514600" cy="2514600"/>
            <a:chOff x="8953500" y="1600200"/>
            <a:chExt cx="2514600" cy="2514600"/>
          </a:xfrm>
        </p:grpSpPr>
        <p:pic>
          <p:nvPicPr>
            <p:cNvPr id="199" name="node03.image" descr="photo-working-session; canonical SHA256=f25eea9ebc335d07c158bb508fa02b26d745530e58073ce62d884c773d006e8a">    </p:cNvPr>
            <p:cNvPicPr>
              <a:picLocks noChangeAspect="1"/>
            </p:cNvPicPr>
            <p:nvPr/>
          </p:nvPicPr>
          <p:blipFill>
            <a:blip r:embed="rId1"/>
            <a:srcRect l="16650" r="16650" t="0" b="0"/>
            <a:stretch/>
          </p:blipFill>
          <p:spPr>
            <a:xfrm>
              <a:off x="8953500" y="1600200"/>
              <a:ext cx="2514600" cy="2514600"/>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ource-408">
    <p:spTree>
      <p:nvGrpSpPr>
        <p:cNvPr id="1" name=""/>
        <p:cNvGrpSpPr/>
        <p:nvPr/>
      </p:nvGrpSpPr>
      <p:grpSpPr>
        <a:xfrm>
          <a:off x="0" y="0"/>
          <a:ext cx="0" cy="0"/>
          <a:chOff x="0" y="0"/>
          <a:chExt cx="0" cy="0"/>
        </a:xfrm>
      </p:grpSpPr>
      <p:sp>
        <p:nvSpPr>
          <p:cNvPr id="2" name="wm.library-whiteboard.001.001.001"/>
          <p:cNvSpPr/>
          <p:nvPr/>
        </p:nvSpPr>
        <p:spPr>
          <a:xfrm>
            <a:off x="9410700" y="1600200"/>
            <a:ext cx="38100" cy="38100"/>
          </a:xfrm>
          <a:prstGeom prst="rect">
            <a:avLst/>
          </a:prstGeom>
          <a:solidFill>
            <a:srgbClr val="50658E"/>
          </a:solidFill>
          <a:ln>
            <a:noFill/>
          </a:ln>
        </p:spPr>
      </p:sp>
      <p:sp>
        <p:nvSpPr>
          <p:cNvPr id="3" name="wm.library-whiteboard.001.001.002"/>
          <p:cNvSpPr/>
          <p:nvPr/>
        </p:nvSpPr>
        <p:spPr>
          <a:xfrm>
            <a:off x="9410700" y="1828800"/>
            <a:ext cx="38100" cy="38100"/>
          </a:xfrm>
          <a:prstGeom prst="rect">
            <a:avLst/>
          </a:prstGeom>
          <a:solidFill>
            <a:srgbClr val="50658E"/>
          </a:solidFill>
          <a:ln>
            <a:noFill/>
          </a:ln>
        </p:spPr>
      </p:sp>
      <p:sp>
        <p:nvSpPr>
          <p:cNvPr id="4" name="wm.library-whiteboard.001.001.003"/>
          <p:cNvSpPr/>
          <p:nvPr/>
        </p:nvSpPr>
        <p:spPr>
          <a:xfrm>
            <a:off x="9410700" y="2057400"/>
            <a:ext cx="38100" cy="38100"/>
          </a:xfrm>
          <a:prstGeom prst="rect">
            <a:avLst/>
          </a:prstGeom>
          <a:solidFill>
            <a:srgbClr val="50658E"/>
          </a:solidFill>
          <a:ln>
            <a:noFill/>
          </a:ln>
        </p:spPr>
      </p:sp>
      <p:sp>
        <p:nvSpPr>
          <p:cNvPr id="5" name="wm.library-whiteboard.001.001.004"/>
          <p:cNvSpPr/>
          <p:nvPr/>
        </p:nvSpPr>
        <p:spPr>
          <a:xfrm>
            <a:off x="9410700" y="2286000"/>
            <a:ext cx="38100" cy="38100"/>
          </a:xfrm>
          <a:prstGeom prst="rect">
            <a:avLst/>
          </a:prstGeom>
          <a:solidFill>
            <a:srgbClr val="50658E"/>
          </a:solidFill>
          <a:ln>
            <a:noFill/>
          </a:ln>
        </p:spPr>
      </p:sp>
      <p:sp>
        <p:nvSpPr>
          <p:cNvPr id="6" name="wm.library-whiteboard.001.001.005"/>
          <p:cNvSpPr/>
          <p:nvPr/>
        </p:nvSpPr>
        <p:spPr>
          <a:xfrm>
            <a:off x="9410700" y="2514600"/>
            <a:ext cx="38100" cy="38100"/>
          </a:xfrm>
          <a:prstGeom prst="rect">
            <a:avLst/>
          </a:prstGeom>
          <a:solidFill>
            <a:srgbClr val="50658E"/>
          </a:solidFill>
          <a:ln>
            <a:noFill/>
          </a:ln>
        </p:spPr>
      </p:sp>
      <p:sp>
        <p:nvSpPr>
          <p:cNvPr id="7" name="wm.library-whiteboard.001.001.006"/>
          <p:cNvSpPr/>
          <p:nvPr/>
        </p:nvSpPr>
        <p:spPr>
          <a:xfrm>
            <a:off x="9410700" y="2743200"/>
            <a:ext cx="38100" cy="38100"/>
          </a:xfrm>
          <a:prstGeom prst="rect">
            <a:avLst/>
          </a:prstGeom>
          <a:solidFill>
            <a:srgbClr val="50658E"/>
          </a:solidFill>
          <a:ln>
            <a:noFill/>
          </a:ln>
        </p:spPr>
      </p:sp>
      <p:sp>
        <p:nvSpPr>
          <p:cNvPr id="8" name="wm.library-whiteboard.001.001.007"/>
          <p:cNvSpPr/>
          <p:nvPr/>
        </p:nvSpPr>
        <p:spPr>
          <a:xfrm>
            <a:off x="9410700" y="2971800"/>
            <a:ext cx="38100" cy="38100"/>
          </a:xfrm>
          <a:prstGeom prst="rect">
            <a:avLst/>
          </a:prstGeom>
          <a:solidFill>
            <a:srgbClr val="50658E"/>
          </a:solidFill>
          <a:ln>
            <a:noFill/>
          </a:ln>
        </p:spPr>
      </p:sp>
      <p:sp>
        <p:nvSpPr>
          <p:cNvPr id="9" name="wm.library-whiteboard.001.001.008"/>
          <p:cNvSpPr/>
          <p:nvPr/>
        </p:nvSpPr>
        <p:spPr>
          <a:xfrm>
            <a:off x="9410700" y="3200400"/>
            <a:ext cx="38100" cy="38100"/>
          </a:xfrm>
          <a:prstGeom prst="rect">
            <a:avLst/>
          </a:prstGeom>
          <a:solidFill>
            <a:srgbClr val="50658E"/>
          </a:solidFill>
          <a:ln>
            <a:noFill/>
          </a:ln>
        </p:spPr>
      </p:sp>
      <p:sp>
        <p:nvSpPr>
          <p:cNvPr id="10" name="wm.library-whiteboard.001.001.009"/>
          <p:cNvSpPr/>
          <p:nvPr/>
        </p:nvSpPr>
        <p:spPr>
          <a:xfrm>
            <a:off x="9410700" y="3429000"/>
            <a:ext cx="38100" cy="38100"/>
          </a:xfrm>
          <a:prstGeom prst="rect">
            <a:avLst/>
          </a:prstGeom>
          <a:solidFill>
            <a:srgbClr val="50658E"/>
          </a:solidFill>
          <a:ln>
            <a:noFill/>
          </a:ln>
        </p:spPr>
      </p:sp>
      <p:sp>
        <p:nvSpPr>
          <p:cNvPr id="11" name="wm.library-whiteboard.001.001.010"/>
          <p:cNvSpPr/>
          <p:nvPr/>
        </p:nvSpPr>
        <p:spPr>
          <a:xfrm>
            <a:off x="9410700" y="3657600"/>
            <a:ext cx="38100" cy="38100"/>
          </a:xfrm>
          <a:prstGeom prst="rect">
            <a:avLst/>
          </a:prstGeom>
          <a:solidFill>
            <a:srgbClr val="50658E"/>
          </a:solidFill>
          <a:ln>
            <a:noFill/>
          </a:ln>
        </p:spPr>
      </p:sp>
      <p:sp>
        <p:nvSpPr>
          <p:cNvPr id="12" name="wm.library-whiteboard.001.001.011"/>
          <p:cNvSpPr/>
          <p:nvPr/>
        </p:nvSpPr>
        <p:spPr>
          <a:xfrm>
            <a:off x="9410700" y="3886200"/>
            <a:ext cx="38100" cy="38100"/>
          </a:xfrm>
          <a:prstGeom prst="rect">
            <a:avLst/>
          </a:prstGeom>
          <a:solidFill>
            <a:srgbClr val="50658E"/>
          </a:solidFill>
          <a:ln>
            <a:noFill/>
          </a:ln>
        </p:spPr>
      </p:sp>
      <p:sp>
        <p:nvSpPr>
          <p:cNvPr id="13" name="wm.library-whiteboard.001.001.012"/>
          <p:cNvSpPr/>
          <p:nvPr/>
        </p:nvSpPr>
        <p:spPr>
          <a:xfrm>
            <a:off x="9410700" y="4114800"/>
            <a:ext cx="38100" cy="38100"/>
          </a:xfrm>
          <a:prstGeom prst="rect">
            <a:avLst/>
          </a:prstGeom>
          <a:solidFill>
            <a:srgbClr val="50658E"/>
          </a:solidFill>
          <a:ln>
            <a:noFill/>
          </a:ln>
        </p:spPr>
      </p:sp>
      <p:sp>
        <p:nvSpPr>
          <p:cNvPr id="14" name="wm.library-whiteboard.001.001.013"/>
          <p:cNvSpPr/>
          <p:nvPr/>
        </p:nvSpPr>
        <p:spPr>
          <a:xfrm>
            <a:off x="9410700" y="4343400"/>
            <a:ext cx="38100" cy="38100"/>
          </a:xfrm>
          <a:prstGeom prst="rect">
            <a:avLst/>
          </a:prstGeom>
          <a:solidFill>
            <a:srgbClr val="50658E"/>
          </a:solidFill>
          <a:ln>
            <a:noFill/>
          </a:ln>
        </p:spPr>
      </p:sp>
      <p:sp>
        <p:nvSpPr>
          <p:cNvPr id="15" name="wm.library-whiteboard.001.001.014"/>
          <p:cNvSpPr/>
          <p:nvPr/>
        </p:nvSpPr>
        <p:spPr>
          <a:xfrm>
            <a:off x="9410700" y="4572000"/>
            <a:ext cx="38100" cy="38100"/>
          </a:xfrm>
          <a:prstGeom prst="rect">
            <a:avLst/>
          </a:prstGeom>
          <a:solidFill>
            <a:srgbClr val="50658E"/>
          </a:solidFill>
          <a:ln>
            <a:noFill/>
          </a:ln>
        </p:spPr>
      </p:sp>
      <p:sp>
        <p:nvSpPr>
          <p:cNvPr id="16" name="wm.library-whiteboard.001.001.015"/>
          <p:cNvSpPr/>
          <p:nvPr/>
        </p:nvSpPr>
        <p:spPr>
          <a:xfrm>
            <a:off x="9410700" y="4800600"/>
            <a:ext cx="38100" cy="38100"/>
          </a:xfrm>
          <a:prstGeom prst="rect">
            <a:avLst/>
          </a:prstGeom>
          <a:solidFill>
            <a:srgbClr val="50658E"/>
          </a:solidFill>
          <a:ln>
            <a:noFill/>
          </a:ln>
        </p:spPr>
      </p:sp>
      <p:sp>
        <p:nvSpPr>
          <p:cNvPr id="17" name="wm.library-whiteboard.001.001.016"/>
          <p:cNvSpPr/>
          <p:nvPr/>
        </p:nvSpPr>
        <p:spPr>
          <a:xfrm>
            <a:off x="9410700" y="5029200"/>
            <a:ext cx="38100" cy="38100"/>
          </a:xfrm>
          <a:prstGeom prst="rect">
            <a:avLst/>
          </a:prstGeom>
          <a:solidFill>
            <a:srgbClr val="50658E"/>
          </a:solidFill>
          <a:ln>
            <a:noFill/>
          </a:ln>
        </p:spPr>
      </p:sp>
      <p:sp>
        <p:nvSpPr>
          <p:cNvPr id="18" name="wm.library-whiteboard.001.001.017"/>
          <p:cNvSpPr/>
          <p:nvPr/>
        </p:nvSpPr>
        <p:spPr>
          <a:xfrm>
            <a:off x="9410700" y="5257800"/>
            <a:ext cx="38100" cy="38100"/>
          </a:xfrm>
          <a:prstGeom prst="rect">
            <a:avLst/>
          </a:prstGeom>
          <a:solidFill>
            <a:srgbClr val="50658E"/>
          </a:solidFill>
          <a:ln>
            <a:noFill/>
          </a:ln>
        </p:spPr>
      </p:sp>
      <p:sp>
        <p:nvSpPr>
          <p:cNvPr id="19" name="wm.library-whiteboard.001.001.018"/>
          <p:cNvSpPr/>
          <p:nvPr/>
        </p:nvSpPr>
        <p:spPr>
          <a:xfrm>
            <a:off x="9410700" y="5486400"/>
            <a:ext cx="38100" cy="38100"/>
          </a:xfrm>
          <a:prstGeom prst="rect">
            <a:avLst/>
          </a:prstGeom>
          <a:solidFill>
            <a:srgbClr val="50658E"/>
          </a:solidFill>
          <a:ln>
            <a:noFill/>
          </a:ln>
        </p:spPr>
      </p:sp>
      <p:sp>
        <p:nvSpPr>
          <p:cNvPr id="20" name="wm.library-whiteboard.001.001.019"/>
          <p:cNvSpPr/>
          <p:nvPr/>
        </p:nvSpPr>
        <p:spPr>
          <a:xfrm>
            <a:off x="9410700" y="5715000"/>
            <a:ext cx="38100" cy="38100"/>
          </a:xfrm>
          <a:prstGeom prst="rect">
            <a:avLst/>
          </a:prstGeom>
          <a:solidFill>
            <a:srgbClr val="50658E"/>
          </a:solidFill>
          <a:ln>
            <a:noFill/>
          </a:ln>
        </p:spPr>
      </p:sp>
      <p:sp>
        <p:nvSpPr>
          <p:cNvPr id="21" name="wm.library-whiteboard.001.002.001"/>
          <p:cNvSpPr/>
          <p:nvPr/>
        </p:nvSpPr>
        <p:spPr>
          <a:xfrm>
            <a:off x="9639300" y="1600200"/>
            <a:ext cx="38100" cy="38100"/>
          </a:xfrm>
          <a:prstGeom prst="rect">
            <a:avLst/>
          </a:prstGeom>
          <a:solidFill>
            <a:srgbClr val="50658E"/>
          </a:solidFill>
          <a:ln>
            <a:noFill/>
          </a:ln>
        </p:spPr>
      </p:sp>
      <p:sp>
        <p:nvSpPr>
          <p:cNvPr id="22" name="wm.library-whiteboard.001.002.002"/>
          <p:cNvSpPr/>
          <p:nvPr/>
        </p:nvSpPr>
        <p:spPr>
          <a:xfrm>
            <a:off x="9639300" y="1828800"/>
            <a:ext cx="38100" cy="38100"/>
          </a:xfrm>
          <a:prstGeom prst="rect">
            <a:avLst/>
          </a:prstGeom>
          <a:solidFill>
            <a:srgbClr val="50658E"/>
          </a:solidFill>
          <a:ln>
            <a:noFill/>
          </a:ln>
        </p:spPr>
      </p:sp>
      <p:sp>
        <p:nvSpPr>
          <p:cNvPr id="23" name="wm.library-whiteboard.001.002.003"/>
          <p:cNvSpPr/>
          <p:nvPr/>
        </p:nvSpPr>
        <p:spPr>
          <a:xfrm>
            <a:off x="9639300" y="2057400"/>
            <a:ext cx="38100" cy="38100"/>
          </a:xfrm>
          <a:prstGeom prst="rect">
            <a:avLst/>
          </a:prstGeom>
          <a:solidFill>
            <a:srgbClr val="50658E"/>
          </a:solidFill>
          <a:ln>
            <a:noFill/>
          </a:ln>
        </p:spPr>
      </p:sp>
      <p:sp>
        <p:nvSpPr>
          <p:cNvPr id="24" name="wm.library-whiteboard.001.002.004"/>
          <p:cNvSpPr/>
          <p:nvPr/>
        </p:nvSpPr>
        <p:spPr>
          <a:xfrm>
            <a:off x="9639300" y="2286000"/>
            <a:ext cx="38100" cy="38100"/>
          </a:xfrm>
          <a:prstGeom prst="rect">
            <a:avLst/>
          </a:prstGeom>
          <a:solidFill>
            <a:srgbClr val="50658E"/>
          </a:solidFill>
          <a:ln>
            <a:noFill/>
          </a:ln>
        </p:spPr>
      </p:sp>
      <p:sp>
        <p:nvSpPr>
          <p:cNvPr id="25" name="wm.library-whiteboard.001.002.005"/>
          <p:cNvSpPr/>
          <p:nvPr/>
        </p:nvSpPr>
        <p:spPr>
          <a:xfrm>
            <a:off x="9639300" y="2514600"/>
            <a:ext cx="38100" cy="38100"/>
          </a:xfrm>
          <a:prstGeom prst="rect">
            <a:avLst/>
          </a:prstGeom>
          <a:solidFill>
            <a:srgbClr val="50658E"/>
          </a:solidFill>
          <a:ln>
            <a:noFill/>
          </a:ln>
        </p:spPr>
      </p:sp>
      <p:sp>
        <p:nvSpPr>
          <p:cNvPr id="26" name="wm.library-whiteboard.001.002.006"/>
          <p:cNvSpPr/>
          <p:nvPr/>
        </p:nvSpPr>
        <p:spPr>
          <a:xfrm>
            <a:off x="9639300" y="2743200"/>
            <a:ext cx="38100" cy="38100"/>
          </a:xfrm>
          <a:prstGeom prst="rect">
            <a:avLst/>
          </a:prstGeom>
          <a:solidFill>
            <a:srgbClr val="50658E"/>
          </a:solidFill>
          <a:ln>
            <a:noFill/>
          </a:ln>
        </p:spPr>
      </p:sp>
      <p:sp>
        <p:nvSpPr>
          <p:cNvPr id="27" name="wm.library-whiteboard.001.002.007"/>
          <p:cNvSpPr/>
          <p:nvPr/>
        </p:nvSpPr>
        <p:spPr>
          <a:xfrm>
            <a:off x="9639300" y="2971800"/>
            <a:ext cx="38100" cy="38100"/>
          </a:xfrm>
          <a:prstGeom prst="rect">
            <a:avLst/>
          </a:prstGeom>
          <a:solidFill>
            <a:srgbClr val="50658E"/>
          </a:solidFill>
          <a:ln>
            <a:noFill/>
          </a:ln>
        </p:spPr>
      </p:sp>
      <p:sp>
        <p:nvSpPr>
          <p:cNvPr id="28" name="wm.library-whiteboard.001.002.008"/>
          <p:cNvSpPr/>
          <p:nvPr/>
        </p:nvSpPr>
        <p:spPr>
          <a:xfrm>
            <a:off x="9639300" y="3200400"/>
            <a:ext cx="38100" cy="38100"/>
          </a:xfrm>
          <a:prstGeom prst="rect">
            <a:avLst/>
          </a:prstGeom>
          <a:solidFill>
            <a:srgbClr val="50658E"/>
          </a:solidFill>
          <a:ln>
            <a:noFill/>
          </a:ln>
        </p:spPr>
      </p:sp>
      <p:sp>
        <p:nvSpPr>
          <p:cNvPr id="29" name="wm.library-whiteboard.001.002.009"/>
          <p:cNvSpPr/>
          <p:nvPr/>
        </p:nvSpPr>
        <p:spPr>
          <a:xfrm>
            <a:off x="9639300" y="3429000"/>
            <a:ext cx="38100" cy="38100"/>
          </a:xfrm>
          <a:prstGeom prst="rect">
            <a:avLst/>
          </a:prstGeom>
          <a:solidFill>
            <a:srgbClr val="50658E"/>
          </a:solidFill>
          <a:ln>
            <a:noFill/>
          </a:ln>
        </p:spPr>
      </p:sp>
      <p:sp>
        <p:nvSpPr>
          <p:cNvPr id="30" name="wm.library-whiteboard.001.002.010"/>
          <p:cNvSpPr/>
          <p:nvPr/>
        </p:nvSpPr>
        <p:spPr>
          <a:xfrm>
            <a:off x="9639300" y="3657600"/>
            <a:ext cx="38100" cy="38100"/>
          </a:xfrm>
          <a:prstGeom prst="rect">
            <a:avLst/>
          </a:prstGeom>
          <a:solidFill>
            <a:srgbClr val="50658E"/>
          </a:solidFill>
          <a:ln>
            <a:noFill/>
          </a:ln>
        </p:spPr>
      </p:sp>
      <p:sp>
        <p:nvSpPr>
          <p:cNvPr id="31" name="wm.library-whiteboard.001.002.011"/>
          <p:cNvSpPr/>
          <p:nvPr/>
        </p:nvSpPr>
        <p:spPr>
          <a:xfrm>
            <a:off x="9639300" y="3886200"/>
            <a:ext cx="38100" cy="38100"/>
          </a:xfrm>
          <a:prstGeom prst="rect">
            <a:avLst/>
          </a:prstGeom>
          <a:solidFill>
            <a:srgbClr val="50658E"/>
          </a:solidFill>
          <a:ln>
            <a:noFill/>
          </a:ln>
        </p:spPr>
      </p:sp>
      <p:sp>
        <p:nvSpPr>
          <p:cNvPr id="32" name="wm.library-whiteboard.001.002.012"/>
          <p:cNvSpPr/>
          <p:nvPr/>
        </p:nvSpPr>
        <p:spPr>
          <a:xfrm>
            <a:off x="9639300" y="4114800"/>
            <a:ext cx="38100" cy="38100"/>
          </a:xfrm>
          <a:prstGeom prst="rect">
            <a:avLst/>
          </a:prstGeom>
          <a:solidFill>
            <a:srgbClr val="50658E"/>
          </a:solidFill>
          <a:ln>
            <a:noFill/>
          </a:ln>
        </p:spPr>
      </p:sp>
      <p:sp>
        <p:nvSpPr>
          <p:cNvPr id="33" name="wm.library-whiteboard.001.002.013"/>
          <p:cNvSpPr/>
          <p:nvPr/>
        </p:nvSpPr>
        <p:spPr>
          <a:xfrm>
            <a:off x="9639300" y="4343400"/>
            <a:ext cx="38100" cy="38100"/>
          </a:xfrm>
          <a:prstGeom prst="rect">
            <a:avLst/>
          </a:prstGeom>
          <a:solidFill>
            <a:srgbClr val="50658E"/>
          </a:solidFill>
          <a:ln>
            <a:noFill/>
          </a:ln>
        </p:spPr>
      </p:sp>
      <p:sp>
        <p:nvSpPr>
          <p:cNvPr id="34" name="wm.library-whiteboard.001.002.014"/>
          <p:cNvSpPr/>
          <p:nvPr/>
        </p:nvSpPr>
        <p:spPr>
          <a:xfrm>
            <a:off x="9639300" y="4572000"/>
            <a:ext cx="38100" cy="38100"/>
          </a:xfrm>
          <a:prstGeom prst="rect">
            <a:avLst/>
          </a:prstGeom>
          <a:solidFill>
            <a:srgbClr val="50658E"/>
          </a:solidFill>
          <a:ln>
            <a:noFill/>
          </a:ln>
        </p:spPr>
      </p:sp>
      <p:sp>
        <p:nvSpPr>
          <p:cNvPr id="35" name="wm.library-whiteboard.001.002.015"/>
          <p:cNvSpPr/>
          <p:nvPr/>
        </p:nvSpPr>
        <p:spPr>
          <a:xfrm>
            <a:off x="9639300" y="4800600"/>
            <a:ext cx="38100" cy="38100"/>
          </a:xfrm>
          <a:prstGeom prst="rect">
            <a:avLst/>
          </a:prstGeom>
          <a:solidFill>
            <a:srgbClr val="50658E"/>
          </a:solidFill>
          <a:ln>
            <a:noFill/>
          </a:ln>
        </p:spPr>
      </p:sp>
      <p:sp>
        <p:nvSpPr>
          <p:cNvPr id="36" name="wm.library-whiteboard.001.002.016"/>
          <p:cNvSpPr/>
          <p:nvPr/>
        </p:nvSpPr>
        <p:spPr>
          <a:xfrm>
            <a:off x="9639300" y="5029200"/>
            <a:ext cx="38100" cy="38100"/>
          </a:xfrm>
          <a:prstGeom prst="rect">
            <a:avLst/>
          </a:prstGeom>
          <a:solidFill>
            <a:srgbClr val="50658E"/>
          </a:solidFill>
          <a:ln>
            <a:noFill/>
          </a:ln>
        </p:spPr>
      </p:sp>
      <p:sp>
        <p:nvSpPr>
          <p:cNvPr id="37" name="wm.library-whiteboard.001.002.017"/>
          <p:cNvSpPr/>
          <p:nvPr/>
        </p:nvSpPr>
        <p:spPr>
          <a:xfrm>
            <a:off x="9639300" y="5257800"/>
            <a:ext cx="38100" cy="38100"/>
          </a:xfrm>
          <a:prstGeom prst="rect">
            <a:avLst/>
          </a:prstGeom>
          <a:solidFill>
            <a:srgbClr val="50658E"/>
          </a:solidFill>
          <a:ln>
            <a:noFill/>
          </a:ln>
        </p:spPr>
      </p:sp>
      <p:sp>
        <p:nvSpPr>
          <p:cNvPr id="38" name="wm.library-whiteboard.001.002.018"/>
          <p:cNvSpPr/>
          <p:nvPr/>
        </p:nvSpPr>
        <p:spPr>
          <a:xfrm>
            <a:off x="9639300" y="5486400"/>
            <a:ext cx="38100" cy="38100"/>
          </a:xfrm>
          <a:prstGeom prst="rect">
            <a:avLst/>
          </a:prstGeom>
          <a:solidFill>
            <a:srgbClr val="50658E"/>
          </a:solidFill>
          <a:ln>
            <a:noFill/>
          </a:ln>
        </p:spPr>
      </p:sp>
      <p:sp>
        <p:nvSpPr>
          <p:cNvPr id="39" name="wm.library-whiteboard.001.002.019"/>
          <p:cNvSpPr/>
          <p:nvPr/>
        </p:nvSpPr>
        <p:spPr>
          <a:xfrm>
            <a:off x="9639300" y="5715000"/>
            <a:ext cx="38100" cy="38100"/>
          </a:xfrm>
          <a:prstGeom prst="rect">
            <a:avLst/>
          </a:prstGeom>
          <a:solidFill>
            <a:srgbClr val="50658E"/>
          </a:solidFill>
          <a:ln>
            <a:noFill/>
          </a:ln>
        </p:spPr>
      </p:sp>
      <p:sp>
        <p:nvSpPr>
          <p:cNvPr id="40" name="wm.library-whiteboard.001.003.001"/>
          <p:cNvSpPr/>
          <p:nvPr/>
        </p:nvSpPr>
        <p:spPr>
          <a:xfrm>
            <a:off x="9867900" y="1600200"/>
            <a:ext cx="38100" cy="38100"/>
          </a:xfrm>
          <a:prstGeom prst="rect">
            <a:avLst/>
          </a:prstGeom>
          <a:solidFill>
            <a:srgbClr val="50658E"/>
          </a:solidFill>
          <a:ln>
            <a:noFill/>
          </a:ln>
        </p:spPr>
      </p:sp>
      <p:sp>
        <p:nvSpPr>
          <p:cNvPr id="41" name="wm.library-whiteboard.001.003.002"/>
          <p:cNvSpPr/>
          <p:nvPr/>
        </p:nvSpPr>
        <p:spPr>
          <a:xfrm>
            <a:off x="9867900" y="1828800"/>
            <a:ext cx="38100" cy="38100"/>
          </a:xfrm>
          <a:prstGeom prst="rect">
            <a:avLst/>
          </a:prstGeom>
          <a:solidFill>
            <a:srgbClr val="50658E"/>
          </a:solidFill>
          <a:ln>
            <a:noFill/>
          </a:ln>
        </p:spPr>
      </p:sp>
      <p:sp>
        <p:nvSpPr>
          <p:cNvPr id="42" name="wm.library-whiteboard.001.003.003"/>
          <p:cNvSpPr/>
          <p:nvPr/>
        </p:nvSpPr>
        <p:spPr>
          <a:xfrm>
            <a:off x="9867900" y="2057400"/>
            <a:ext cx="38100" cy="38100"/>
          </a:xfrm>
          <a:prstGeom prst="rect">
            <a:avLst/>
          </a:prstGeom>
          <a:solidFill>
            <a:srgbClr val="50658E"/>
          </a:solidFill>
          <a:ln>
            <a:noFill/>
          </a:ln>
        </p:spPr>
      </p:sp>
      <p:sp>
        <p:nvSpPr>
          <p:cNvPr id="43" name="wm.library-whiteboard.001.003.004"/>
          <p:cNvSpPr/>
          <p:nvPr/>
        </p:nvSpPr>
        <p:spPr>
          <a:xfrm>
            <a:off x="9867900" y="2286000"/>
            <a:ext cx="38100" cy="38100"/>
          </a:xfrm>
          <a:prstGeom prst="rect">
            <a:avLst/>
          </a:prstGeom>
          <a:solidFill>
            <a:srgbClr val="50658E"/>
          </a:solidFill>
          <a:ln>
            <a:noFill/>
          </a:ln>
        </p:spPr>
      </p:sp>
      <p:sp>
        <p:nvSpPr>
          <p:cNvPr id="44" name="wm.library-whiteboard.001.003.005"/>
          <p:cNvSpPr/>
          <p:nvPr/>
        </p:nvSpPr>
        <p:spPr>
          <a:xfrm>
            <a:off x="9867900" y="2514600"/>
            <a:ext cx="38100" cy="38100"/>
          </a:xfrm>
          <a:prstGeom prst="rect">
            <a:avLst/>
          </a:prstGeom>
          <a:solidFill>
            <a:srgbClr val="50658E"/>
          </a:solidFill>
          <a:ln>
            <a:noFill/>
          </a:ln>
        </p:spPr>
      </p:sp>
      <p:sp>
        <p:nvSpPr>
          <p:cNvPr id="45" name="wm.library-whiteboard.001.003.006"/>
          <p:cNvSpPr/>
          <p:nvPr/>
        </p:nvSpPr>
        <p:spPr>
          <a:xfrm>
            <a:off x="9867900" y="2743200"/>
            <a:ext cx="38100" cy="38100"/>
          </a:xfrm>
          <a:prstGeom prst="rect">
            <a:avLst/>
          </a:prstGeom>
          <a:solidFill>
            <a:srgbClr val="50658E"/>
          </a:solidFill>
          <a:ln>
            <a:noFill/>
          </a:ln>
        </p:spPr>
      </p:sp>
      <p:sp>
        <p:nvSpPr>
          <p:cNvPr id="46" name="wm.library-whiteboard.001.003.007"/>
          <p:cNvSpPr/>
          <p:nvPr/>
        </p:nvSpPr>
        <p:spPr>
          <a:xfrm>
            <a:off x="9867900" y="2971800"/>
            <a:ext cx="38100" cy="38100"/>
          </a:xfrm>
          <a:prstGeom prst="rect">
            <a:avLst/>
          </a:prstGeom>
          <a:solidFill>
            <a:srgbClr val="50658E"/>
          </a:solidFill>
          <a:ln>
            <a:noFill/>
          </a:ln>
        </p:spPr>
      </p:sp>
      <p:sp>
        <p:nvSpPr>
          <p:cNvPr id="47" name="wm.library-whiteboard.001.003.008"/>
          <p:cNvSpPr/>
          <p:nvPr/>
        </p:nvSpPr>
        <p:spPr>
          <a:xfrm>
            <a:off x="9867900" y="3200400"/>
            <a:ext cx="38100" cy="38100"/>
          </a:xfrm>
          <a:prstGeom prst="rect">
            <a:avLst/>
          </a:prstGeom>
          <a:solidFill>
            <a:srgbClr val="50658E"/>
          </a:solidFill>
          <a:ln>
            <a:noFill/>
          </a:ln>
        </p:spPr>
      </p:sp>
      <p:sp>
        <p:nvSpPr>
          <p:cNvPr id="48" name="wm.library-whiteboard.001.003.009"/>
          <p:cNvSpPr/>
          <p:nvPr/>
        </p:nvSpPr>
        <p:spPr>
          <a:xfrm>
            <a:off x="9867900" y="3429000"/>
            <a:ext cx="38100" cy="38100"/>
          </a:xfrm>
          <a:prstGeom prst="rect">
            <a:avLst/>
          </a:prstGeom>
          <a:solidFill>
            <a:srgbClr val="50658E"/>
          </a:solidFill>
          <a:ln>
            <a:noFill/>
          </a:ln>
        </p:spPr>
      </p:sp>
      <p:sp>
        <p:nvSpPr>
          <p:cNvPr id="49" name="wm.library-whiteboard.001.003.010"/>
          <p:cNvSpPr/>
          <p:nvPr/>
        </p:nvSpPr>
        <p:spPr>
          <a:xfrm>
            <a:off x="9867900" y="3657600"/>
            <a:ext cx="38100" cy="38100"/>
          </a:xfrm>
          <a:prstGeom prst="rect">
            <a:avLst/>
          </a:prstGeom>
          <a:solidFill>
            <a:srgbClr val="50658E"/>
          </a:solidFill>
          <a:ln>
            <a:noFill/>
          </a:ln>
        </p:spPr>
      </p:sp>
      <p:sp>
        <p:nvSpPr>
          <p:cNvPr id="50" name="wm.library-whiteboard.001.003.011"/>
          <p:cNvSpPr/>
          <p:nvPr/>
        </p:nvSpPr>
        <p:spPr>
          <a:xfrm>
            <a:off x="9867900" y="3886200"/>
            <a:ext cx="38100" cy="38100"/>
          </a:xfrm>
          <a:prstGeom prst="rect">
            <a:avLst/>
          </a:prstGeom>
          <a:solidFill>
            <a:srgbClr val="50658E"/>
          </a:solidFill>
          <a:ln>
            <a:noFill/>
          </a:ln>
        </p:spPr>
      </p:sp>
      <p:sp>
        <p:nvSpPr>
          <p:cNvPr id="51" name="wm.library-whiteboard.001.003.012"/>
          <p:cNvSpPr/>
          <p:nvPr/>
        </p:nvSpPr>
        <p:spPr>
          <a:xfrm>
            <a:off x="9867900" y="4114800"/>
            <a:ext cx="38100" cy="38100"/>
          </a:xfrm>
          <a:prstGeom prst="rect">
            <a:avLst/>
          </a:prstGeom>
          <a:solidFill>
            <a:srgbClr val="50658E"/>
          </a:solidFill>
          <a:ln>
            <a:noFill/>
          </a:ln>
        </p:spPr>
      </p:sp>
      <p:sp>
        <p:nvSpPr>
          <p:cNvPr id="52" name="wm.library-whiteboard.001.003.013"/>
          <p:cNvSpPr/>
          <p:nvPr/>
        </p:nvSpPr>
        <p:spPr>
          <a:xfrm>
            <a:off x="9867900" y="4343400"/>
            <a:ext cx="38100" cy="38100"/>
          </a:xfrm>
          <a:prstGeom prst="rect">
            <a:avLst/>
          </a:prstGeom>
          <a:solidFill>
            <a:srgbClr val="50658E"/>
          </a:solidFill>
          <a:ln>
            <a:noFill/>
          </a:ln>
        </p:spPr>
      </p:sp>
      <p:sp>
        <p:nvSpPr>
          <p:cNvPr id="53" name="wm.library-whiteboard.001.003.014"/>
          <p:cNvSpPr/>
          <p:nvPr/>
        </p:nvSpPr>
        <p:spPr>
          <a:xfrm>
            <a:off x="9867900" y="4572000"/>
            <a:ext cx="38100" cy="38100"/>
          </a:xfrm>
          <a:prstGeom prst="rect">
            <a:avLst/>
          </a:prstGeom>
          <a:solidFill>
            <a:srgbClr val="50658E"/>
          </a:solidFill>
          <a:ln>
            <a:noFill/>
          </a:ln>
        </p:spPr>
      </p:sp>
      <p:sp>
        <p:nvSpPr>
          <p:cNvPr id="54" name="wm.library-whiteboard.001.003.015"/>
          <p:cNvSpPr/>
          <p:nvPr/>
        </p:nvSpPr>
        <p:spPr>
          <a:xfrm>
            <a:off x="9867900" y="4800600"/>
            <a:ext cx="38100" cy="38100"/>
          </a:xfrm>
          <a:prstGeom prst="rect">
            <a:avLst/>
          </a:prstGeom>
          <a:solidFill>
            <a:srgbClr val="50658E"/>
          </a:solidFill>
          <a:ln>
            <a:noFill/>
          </a:ln>
        </p:spPr>
      </p:sp>
      <p:sp>
        <p:nvSpPr>
          <p:cNvPr id="55" name="wm.library-whiteboard.001.003.016"/>
          <p:cNvSpPr/>
          <p:nvPr/>
        </p:nvSpPr>
        <p:spPr>
          <a:xfrm>
            <a:off x="9867900" y="5029200"/>
            <a:ext cx="38100" cy="38100"/>
          </a:xfrm>
          <a:prstGeom prst="rect">
            <a:avLst/>
          </a:prstGeom>
          <a:solidFill>
            <a:srgbClr val="50658E"/>
          </a:solidFill>
          <a:ln>
            <a:noFill/>
          </a:ln>
        </p:spPr>
      </p:sp>
      <p:sp>
        <p:nvSpPr>
          <p:cNvPr id="56" name="wm.library-whiteboard.001.003.017"/>
          <p:cNvSpPr/>
          <p:nvPr/>
        </p:nvSpPr>
        <p:spPr>
          <a:xfrm>
            <a:off x="9867900" y="5257800"/>
            <a:ext cx="38100" cy="38100"/>
          </a:xfrm>
          <a:prstGeom prst="rect">
            <a:avLst/>
          </a:prstGeom>
          <a:solidFill>
            <a:srgbClr val="50658E"/>
          </a:solidFill>
          <a:ln>
            <a:noFill/>
          </a:ln>
        </p:spPr>
      </p:sp>
      <p:sp>
        <p:nvSpPr>
          <p:cNvPr id="57" name="wm.library-whiteboard.001.003.018"/>
          <p:cNvSpPr/>
          <p:nvPr/>
        </p:nvSpPr>
        <p:spPr>
          <a:xfrm>
            <a:off x="9867900" y="5486400"/>
            <a:ext cx="38100" cy="38100"/>
          </a:xfrm>
          <a:prstGeom prst="rect">
            <a:avLst/>
          </a:prstGeom>
          <a:solidFill>
            <a:srgbClr val="50658E"/>
          </a:solidFill>
          <a:ln>
            <a:noFill/>
          </a:ln>
        </p:spPr>
      </p:sp>
      <p:sp>
        <p:nvSpPr>
          <p:cNvPr id="58" name="wm.library-whiteboard.001.003.019"/>
          <p:cNvSpPr/>
          <p:nvPr/>
        </p:nvSpPr>
        <p:spPr>
          <a:xfrm>
            <a:off x="9867900" y="5715000"/>
            <a:ext cx="38100" cy="38100"/>
          </a:xfrm>
          <a:prstGeom prst="rect">
            <a:avLst/>
          </a:prstGeom>
          <a:solidFill>
            <a:srgbClr val="50658E"/>
          </a:solidFill>
          <a:ln>
            <a:noFill/>
          </a:ln>
        </p:spPr>
      </p:sp>
      <p:sp>
        <p:nvSpPr>
          <p:cNvPr id="59" name="wm.library-whiteboard.001.004.001"/>
          <p:cNvSpPr/>
          <p:nvPr/>
        </p:nvSpPr>
        <p:spPr>
          <a:xfrm>
            <a:off x="10096500" y="1600200"/>
            <a:ext cx="38100" cy="38100"/>
          </a:xfrm>
          <a:prstGeom prst="rect">
            <a:avLst/>
          </a:prstGeom>
          <a:solidFill>
            <a:srgbClr val="50658E"/>
          </a:solidFill>
          <a:ln>
            <a:noFill/>
          </a:ln>
        </p:spPr>
      </p:sp>
      <p:sp>
        <p:nvSpPr>
          <p:cNvPr id="60" name="wm.library-whiteboard.001.004.002"/>
          <p:cNvSpPr/>
          <p:nvPr/>
        </p:nvSpPr>
        <p:spPr>
          <a:xfrm>
            <a:off x="10096500" y="1828800"/>
            <a:ext cx="38100" cy="38100"/>
          </a:xfrm>
          <a:prstGeom prst="rect">
            <a:avLst/>
          </a:prstGeom>
          <a:solidFill>
            <a:srgbClr val="50658E"/>
          </a:solidFill>
          <a:ln>
            <a:noFill/>
          </a:ln>
        </p:spPr>
      </p:sp>
      <p:sp>
        <p:nvSpPr>
          <p:cNvPr id="61" name="wm.library-whiteboard.001.004.003"/>
          <p:cNvSpPr/>
          <p:nvPr/>
        </p:nvSpPr>
        <p:spPr>
          <a:xfrm>
            <a:off x="10096500" y="2057400"/>
            <a:ext cx="38100" cy="38100"/>
          </a:xfrm>
          <a:prstGeom prst="rect">
            <a:avLst/>
          </a:prstGeom>
          <a:solidFill>
            <a:srgbClr val="50658E"/>
          </a:solidFill>
          <a:ln>
            <a:noFill/>
          </a:ln>
        </p:spPr>
      </p:sp>
      <p:sp>
        <p:nvSpPr>
          <p:cNvPr id="62" name="wm.library-whiteboard.001.004.004"/>
          <p:cNvSpPr/>
          <p:nvPr/>
        </p:nvSpPr>
        <p:spPr>
          <a:xfrm>
            <a:off x="10096500" y="2286000"/>
            <a:ext cx="38100" cy="38100"/>
          </a:xfrm>
          <a:prstGeom prst="rect">
            <a:avLst/>
          </a:prstGeom>
          <a:solidFill>
            <a:srgbClr val="50658E"/>
          </a:solidFill>
          <a:ln>
            <a:noFill/>
          </a:ln>
        </p:spPr>
      </p:sp>
      <p:sp>
        <p:nvSpPr>
          <p:cNvPr id="63" name="wm.library-whiteboard.001.004.005"/>
          <p:cNvSpPr/>
          <p:nvPr/>
        </p:nvSpPr>
        <p:spPr>
          <a:xfrm>
            <a:off x="10096500" y="2514600"/>
            <a:ext cx="38100" cy="38100"/>
          </a:xfrm>
          <a:prstGeom prst="rect">
            <a:avLst/>
          </a:prstGeom>
          <a:solidFill>
            <a:srgbClr val="50658E"/>
          </a:solidFill>
          <a:ln>
            <a:noFill/>
          </a:ln>
        </p:spPr>
      </p:sp>
      <p:sp>
        <p:nvSpPr>
          <p:cNvPr id="64" name="wm.library-whiteboard.001.004.006"/>
          <p:cNvSpPr/>
          <p:nvPr/>
        </p:nvSpPr>
        <p:spPr>
          <a:xfrm>
            <a:off x="10096500" y="2743200"/>
            <a:ext cx="38100" cy="38100"/>
          </a:xfrm>
          <a:prstGeom prst="rect">
            <a:avLst/>
          </a:prstGeom>
          <a:solidFill>
            <a:srgbClr val="50658E"/>
          </a:solidFill>
          <a:ln>
            <a:noFill/>
          </a:ln>
        </p:spPr>
      </p:sp>
      <p:sp>
        <p:nvSpPr>
          <p:cNvPr id="65" name="wm.library-whiteboard.001.004.007"/>
          <p:cNvSpPr/>
          <p:nvPr/>
        </p:nvSpPr>
        <p:spPr>
          <a:xfrm>
            <a:off x="10096500" y="2971800"/>
            <a:ext cx="38100" cy="38100"/>
          </a:xfrm>
          <a:prstGeom prst="rect">
            <a:avLst/>
          </a:prstGeom>
          <a:solidFill>
            <a:srgbClr val="50658E"/>
          </a:solidFill>
          <a:ln>
            <a:noFill/>
          </a:ln>
        </p:spPr>
      </p:sp>
      <p:sp>
        <p:nvSpPr>
          <p:cNvPr id="66" name="wm.library-whiteboard.001.004.008"/>
          <p:cNvSpPr/>
          <p:nvPr/>
        </p:nvSpPr>
        <p:spPr>
          <a:xfrm>
            <a:off x="10096500" y="3200400"/>
            <a:ext cx="38100" cy="38100"/>
          </a:xfrm>
          <a:prstGeom prst="rect">
            <a:avLst/>
          </a:prstGeom>
          <a:solidFill>
            <a:srgbClr val="50658E"/>
          </a:solidFill>
          <a:ln>
            <a:noFill/>
          </a:ln>
        </p:spPr>
      </p:sp>
      <p:sp>
        <p:nvSpPr>
          <p:cNvPr id="67" name="wm.library-whiteboard.001.004.009"/>
          <p:cNvSpPr/>
          <p:nvPr/>
        </p:nvSpPr>
        <p:spPr>
          <a:xfrm>
            <a:off x="10096500" y="3429000"/>
            <a:ext cx="38100" cy="38100"/>
          </a:xfrm>
          <a:prstGeom prst="rect">
            <a:avLst/>
          </a:prstGeom>
          <a:solidFill>
            <a:srgbClr val="50658E"/>
          </a:solidFill>
          <a:ln>
            <a:noFill/>
          </a:ln>
        </p:spPr>
      </p:sp>
      <p:sp>
        <p:nvSpPr>
          <p:cNvPr id="68" name="wm.library-whiteboard.001.004.010"/>
          <p:cNvSpPr/>
          <p:nvPr/>
        </p:nvSpPr>
        <p:spPr>
          <a:xfrm>
            <a:off x="10096500" y="3657600"/>
            <a:ext cx="38100" cy="38100"/>
          </a:xfrm>
          <a:prstGeom prst="rect">
            <a:avLst/>
          </a:prstGeom>
          <a:solidFill>
            <a:srgbClr val="50658E"/>
          </a:solidFill>
          <a:ln>
            <a:noFill/>
          </a:ln>
        </p:spPr>
      </p:sp>
      <p:sp>
        <p:nvSpPr>
          <p:cNvPr id="69" name="wm.library-whiteboard.001.004.011"/>
          <p:cNvSpPr/>
          <p:nvPr/>
        </p:nvSpPr>
        <p:spPr>
          <a:xfrm>
            <a:off x="10096500" y="3886200"/>
            <a:ext cx="38100" cy="38100"/>
          </a:xfrm>
          <a:prstGeom prst="rect">
            <a:avLst/>
          </a:prstGeom>
          <a:solidFill>
            <a:srgbClr val="50658E"/>
          </a:solidFill>
          <a:ln>
            <a:noFill/>
          </a:ln>
        </p:spPr>
      </p:sp>
      <p:sp>
        <p:nvSpPr>
          <p:cNvPr id="70" name="wm.library-whiteboard.001.004.012"/>
          <p:cNvSpPr/>
          <p:nvPr/>
        </p:nvSpPr>
        <p:spPr>
          <a:xfrm>
            <a:off x="10096500" y="4114800"/>
            <a:ext cx="38100" cy="38100"/>
          </a:xfrm>
          <a:prstGeom prst="rect">
            <a:avLst/>
          </a:prstGeom>
          <a:solidFill>
            <a:srgbClr val="50658E"/>
          </a:solidFill>
          <a:ln>
            <a:noFill/>
          </a:ln>
        </p:spPr>
      </p:sp>
      <p:sp>
        <p:nvSpPr>
          <p:cNvPr id="71" name="wm.library-whiteboard.001.004.013"/>
          <p:cNvSpPr/>
          <p:nvPr/>
        </p:nvSpPr>
        <p:spPr>
          <a:xfrm>
            <a:off x="10096500" y="4343400"/>
            <a:ext cx="38100" cy="38100"/>
          </a:xfrm>
          <a:prstGeom prst="rect">
            <a:avLst/>
          </a:prstGeom>
          <a:solidFill>
            <a:srgbClr val="50658E"/>
          </a:solidFill>
          <a:ln>
            <a:noFill/>
          </a:ln>
        </p:spPr>
      </p:sp>
      <p:sp>
        <p:nvSpPr>
          <p:cNvPr id="72" name="wm.library-whiteboard.001.004.014"/>
          <p:cNvSpPr/>
          <p:nvPr/>
        </p:nvSpPr>
        <p:spPr>
          <a:xfrm>
            <a:off x="10096500" y="4572000"/>
            <a:ext cx="38100" cy="38100"/>
          </a:xfrm>
          <a:prstGeom prst="rect">
            <a:avLst/>
          </a:prstGeom>
          <a:solidFill>
            <a:srgbClr val="50658E"/>
          </a:solidFill>
          <a:ln>
            <a:noFill/>
          </a:ln>
        </p:spPr>
      </p:sp>
      <p:sp>
        <p:nvSpPr>
          <p:cNvPr id="73" name="wm.library-whiteboard.001.004.015"/>
          <p:cNvSpPr/>
          <p:nvPr/>
        </p:nvSpPr>
        <p:spPr>
          <a:xfrm>
            <a:off x="10096500" y="4800600"/>
            <a:ext cx="38100" cy="38100"/>
          </a:xfrm>
          <a:prstGeom prst="rect">
            <a:avLst/>
          </a:prstGeom>
          <a:solidFill>
            <a:srgbClr val="50658E"/>
          </a:solidFill>
          <a:ln>
            <a:noFill/>
          </a:ln>
        </p:spPr>
      </p:sp>
      <p:sp>
        <p:nvSpPr>
          <p:cNvPr id="74" name="wm.library-whiteboard.001.004.016"/>
          <p:cNvSpPr/>
          <p:nvPr/>
        </p:nvSpPr>
        <p:spPr>
          <a:xfrm>
            <a:off x="10096500" y="5029200"/>
            <a:ext cx="38100" cy="38100"/>
          </a:xfrm>
          <a:prstGeom prst="rect">
            <a:avLst/>
          </a:prstGeom>
          <a:solidFill>
            <a:srgbClr val="50658E"/>
          </a:solidFill>
          <a:ln>
            <a:noFill/>
          </a:ln>
        </p:spPr>
      </p:sp>
      <p:sp>
        <p:nvSpPr>
          <p:cNvPr id="75" name="wm.library-whiteboard.001.004.017"/>
          <p:cNvSpPr/>
          <p:nvPr/>
        </p:nvSpPr>
        <p:spPr>
          <a:xfrm>
            <a:off x="10096500" y="5257800"/>
            <a:ext cx="38100" cy="38100"/>
          </a:xfrm>
          <a:prstGeom prst="rect">
            <a:avLst/>
          </a:prstGeom>
          <a:solidFill>
            <a:srgbClr val="50658E"/>
          </a:solidFill>
          <a:ln>
            <a:noFill/>
          </a:ln>
        </p:spPr>
      </p:sp>
      <p:sp>
        <p:nvSpPr>
          <p:cNvPr id="76" name="wm.library-whiteboard.001.004.018"/>
          <p:cNvSpPr/>
          <p:nvPr/>
        </p:nvSpPr>
        <p:spPr>
          <a:xfrm>
            <a:off x="10096500" y="5486400"/>
            <a:ext cx="38100" cy="38100"/>
          </a:xfrm>
          <a:prstGeom prst="rect">
            <a:avLst/>
          </a:prstGeom>
          <a:solidFill>
            <a:srgbClr val="50658E"/>
          </a:solidFill>
          <a:ln>
            <a:noFill/>
          </a:ln>
        </p:spPr>
      </p:sp>
      <p:sp>
        <p:nvSpPr>
          <p:cNvPr id="77" name="wm.library-whiteboard.001.004.019"/>
          <p:cNvSpPr/>
          <p:nvPr/>
        </p:nvSpPr>
        <p:spPr>
          <a:xfrm>
            <a:off x="10096500" y="5715000"/>
            <a:ext cx="38100" cy="38100"/>
          </a:xfrm>
          <a:prstGeom prst="rect">
            <a:avLst/>
          </a:prstGeom>
          <a:solidFill>
            <a:srgbClr val="50658E"/>
          </a:solidFill>
          <a:ln>
            <a:noFill/>
          </a:ln>
        </p:spPr>
      </p:sp>
      <p:sp>
        <p:nvSpPr>
          <p:cNvPr id="78" name="wm.library-whiteboard.001.005.001"/>
          <p:cNvSpPr/>
          <p:nvPr/>
        </p:nvSpPr>
        <p:spPr>
          <a:xfrm>
            <a:off x="10325100" y="1600200"/>
            <a:ext cx="38100" cy="38100"/>
          </a:xfrm>
          <a:prstGeom prst="rect">
            <a:avLst/>
          </a:prstGeom>
          <a:solidFill>
            <a:srgbClr val="50658E"/>
          </a:solidFill>
          <a:ln>
            <a:noFill/>
          </a:ln>
        </p:spPr>
      </p:sp>
      <p:sp>
        <p:nvSpPr>
          <p:cNvPr id="79" name="wm.library-whiteboard.001.005.002"/>
          <p:cNvSpPr/>
          <p:nvPr/>
        </p:nvSpPr>
        <p:spPr>
          <a:xfrm>
            <a:off x="10325100" y="1828800"/>
            <a:ext cx="38100" cy="38100"/>
          </a:xfrm>
          <a:prstGeom prst="rect">
            <a:avLst/>
          </a:prstGeom>
          <a:solidFill>
            <a:srgbClr val="50658E"/>
          </a:solidFill>
          <a:ln>
            <a:noFill/>
          </a:ln>
        </p:spPr>
      </p:sp>
      <p:sp>
        <p:nvSpPr>
          <p:cNvPr id="80" name="wm.library-whiteboard.001.005.003"/>
          <p:cNvSpPr/>
          <p:nvPr/>
        </p:nvSpPr>
        <p:spPr>
          <a:xfrm>
            <a:off x="10325100" y="2057400"/>
            <a:ext cx="38100" cy="38100"/>
          </a:xfrm>
          <a:prstGeom prst="rect">
            <a:avLst/>
          </a:prstGeom>
          <a:solidFill>
            <a:srgbClr val="50658E"/>
          </a:solidFill>
          <a:ln>
            <a:noFill/>
          </a:ln>
        </p:spPr>
      </p:sp>
      <p:sp>
        <p:nvSpPr>
          <p:cNvPr id="81" name="wm.library-whiteboard.001.005.004"/>
          <p:cNvSpPr/>
          <p:nvPr/>
        </p:nvSpPr>
        <p:spPr>
          <a:xfrm>
            <a:off x="10325100" y="2286000"/>
            <a:ext cx="38100" cy="38100"/>
          </a:xfrm>
          <a:prstGeom prst="rect">
            <a:avLst/>
          </a:prstGeom>
          <a:solidFill>
            <a:srgbClr val="50658E"/>
          </a:solidFill>
          <a:ln>
            <a:noFill/>
          </a:ln>
        </p:spPr>
      </p:sp>
      <p:sp>
        <p:nvSpPr>
          <p:cNvPr id="82" name="wm.library-whiteboard.001.005.005"/>
          <p:cNvSpPr/>
          <p:nvPr/>
        </p:nvSpPr>
        <p:spPr>
          <a:xfrm>
            <a:off x="10325100" y="2514600"/>
            <a:ext cx="38100" cy="38100"/>
          </a:xfrm>
          <a:prstGeom prst="rect">
            <a:avLst/>
          </a:prstGeom>
          <a:solidFill>
            <a:srgbClr val="50658E"/>
          </a:solidFill>
          <a:ln>
            <a:noFill/>
          </a:ln>
        </p:spPr>
      </p:sp>
      <p:sp>
        <p:nvSpPr>
          <p:cNvPr id="83" name="wm.library-whiteboard.001.005.006"/>
          <p:cNvSpPr/>
          <p:nvPr/>
        </p:nvSpPr>
        <p:spPr>
          <a:xfrm>
            <a:off x="10325100" y="2743200"/>
            <a:ext cx="38100" cy="38100"/>
          </a:xfrm>
          <a:prstGeom prst="rect">
            <a:avLst/>
          </a:prstGeom>
          <a:solidFill>
            <a:srgbClr val="50658E"/>
          </a:solidFill>
          <a:ln>
            <a:noFill/>
          </a:ln>
        </p:spPr>
      </p:sp>
      <p:sp>
        <p:nvSpPr>
          <p:cNvPr id="84" name="wm.library-whiteboard.001.005.007"/>
          <p:cNvSpPr/>
          <p:nvPr/>
        </p:nvSpPr>
        <p:spPr>
          <a:xfrm>
            <a:off x="10325100" y="2971800"/>
            <a:ext cx="38100" cy="38100"/>
          </a:xfrm>
          <a:prstGeom prst="rect">
            <a:avLst/>
          </a:prstGeom>
          <a:solidFill>
            <a:srgbClr val="50658E"/>
          </a:solidFill>
          <a:ln>
            <a:noFill/>
          </a:ln>
        </p:spPr>
      </p:sp>
      <p:sp>
        <p:nvSpPr>
          <p:cNvPr id="85" name="wm.library-whiteboard.001.005.008"/>
          <p:cNvSpPr/>
          <p:nvPr/>
        </p:nvSpPr>
        <p:spPr>
          <a:xfrm>
            <a:off x="10325100" y="3200400"/>
            <a:ext cx="38100" cy="38100"/>
          </a:xfrm>
          <a:prstGeom prst="rect">
            <a:avLst/>
          </a:prstGeom>
          <a:solidFill>
            <a:srgbClr val="50658E"/>
          </a:solidFill>
          <a:ln>
            <a:noFill/>
          </a:ln>
        </p:spPr>
      </p:sp>
      <p:sp>
        <p:nvSpPr>
          <p:cNvPr id="86" name="wm.library-whiteboard.001.005.009"/>
          <p:cNvSpPr/>
          <p:nvPr/>
        </p:nvSpPr>
        <p:spPr>
          <a:xfrm>
            <a:off x="10325100" y="3429000"/>
            <a:ext cx="38100" cy="38100"/>
          </a:xfrm>
          <a:prstGeom prst="rect">
            <a:avLst/>
          </a:prstGeom>
          <a:solidFill>
            <a:srgbClr val="50658E"/>
          </a:solidFill>
          <a:ln>
            <a:noFill/>
          </a:ln>
        </p:spPr>
      </p:sp>
      <p:sp>
        <p:nvSpPr>
          <p:cNvPr id="87" name="wm.library-whiteboard.001.005.010"/>
          <p:cNvSpPr/>
          <p:nvPr/>
        </p:nvSpPr>
        <p:spPr>
          <a:xfrm>
            <a:off x="10325100" y="3657600"/>
            <a:ext cx="38100" cy="38100"/>
          </a:xfrm>
          <a:prstGeom prst="rect">
            <a:avLst/>
          </a:prstGeom>
          <a:solidFill>
            <a:srgbClr val="50658E"/>
          </a:solidFill>
          <a:ln>
            <a:noFill/>
          </a:ln>
        </p:spPr>
      </p:sp>
      <p:sp>
        <p:nvSpPr>
          <p:cNvPr id="88" name="wm.library-whiteboard.001.005.011"/>
          <p:cNvSpPr/>
          <p:nvPr/>
        </p:nvSpPr>
        <p:spPr>
          <a:xfrm>
            <a:off x="10325100" y="3886200"/>
            <a:ext cx="38100" cy="38100"/>
          </a:xfrm>
          <a:prstGeom prst="rect">
            <a:avLst/>
          </a:prstGeom>
          <a:solidFill>
            <a:srgbClr val="50658E"/>
          </a:solidFill>
          <a:ln>
            <a:noFill/>
          </a:ln>
        </p:spPr>
      </p:sp>
      <p:sp>
        <p:nvSpPr>
          <p:cNvPr id="89" name="wm.library-whiteboard.001.005.012"/>
          <p:cNvSpPr/>
          <p:nvPr/>
        </p:nvSpPr>
        <p:spPr>
          <a:xfrm>
            <a:off x="10325100" y="4114800"/>
            <a:ext cx="38100" cy="38100"/>
          </a:xfrm>
          <a:prstGeom prst="rect">
            <a:avLst/>
          </a:prstGeom>
          <a:solidFill>
            <a:srgbClr val="50658E"/>
          </a:solidFill>
          <a:ln>
            <a:noFill/>
          </a:ln>
        </p:spPr>
      </p:sp>
      <p:sp>
        <p:nvSpPr>
          <p:cNvPr id="90" name="wm.library-whiteboard.001.005.013"/>
          <p:cNvSpPr/>
          <p:nvPr/>
        </p:nvSpPr>
        <p:spPr>
          <a:xfrm>
            <a:off x="10325100" y="4343400"/>
            <a:ext cx="38100" cy="38100"/>
          </a:xfrm>
          <a:prstGeom prst="rect">
            <a:avLst/>
          </a:prstGeom>
          <a:solidFill>
            <a:srgbClr val="50658E"/>
          </a:solidFill>
          <a:ln>
            <a:noFill/>
          </a:ln>
        </p:spPr>
      </p:sp>
      <p:sp>
        <p:nvSpPr>
          <p:cNvPr id="91" name="wm.library-whiteboard.001.005.014"/>
          <p:cNvSpPr/>
          <p:nvPr/>
        </p:nvSpPr>
        <p:spPr>
          <a:xfrm>
            <a:off x="10325100" y="4572000"/>
            <a:ext cx="38100" cy="38100"/>
          </a:xfrm>
          <a:prstGeom prst="rect">
            <a:avLst/>
          </a:prstGeom>
          <a:solidFill>
            <a:srgbClr val="50658E"/>
          </a:solidFill>
          <a:ln>
            <a:noFill/>
          </a:ln>
        </p:spPr>
      </p:sp>
      <p:sp>
        <p:nvSpPr>
          <p:cNvPr id="92" name="wm.library-whiteboard.001.005.015"/>
          <p:cNvSpPr/>
          <p:nvPr/>
        </p:nvSpPr>
        <p:spPr>
          <a:xfrm>
            <a:off x="10325100" y="4800600"/>
            <a:ext cx="38100" cy="38100"/>
          </a:xfrm>
          <a:prstGeom prst="rect">
            <a:avLst/>
          </a:prstGeom>
          <a:solidFill>
            <a:srgbClr val="50658E"/>
          </a:solidFill>
          <a:ln>
            <a:noFill/>
          </a:ln>
        </p:spPr>
      </p:sp>
      <p:sp>
        <p:nvSpPr>
          <p:cNvPr id="93" name="wm.library-whiteboard.001.005.016"/>
          <p:cNvSpPr/>
          <p:nvPr/>
        </p:nvSpPr>
        <p:spPr>
          <a:xfrm>
            <a:off x="10325100" y="5029200"/>
            <a:ext cx="38100" cy="38100"/>
          </a:xfrm>
          <a:prstGeom prst="rect">
            <a:avLst/>
          </a:prstGeom>
          <a:solidFill>
            <a:srgbClr val="50658E"/>
          </a:solidFill>
          <a:ln>
            <a:noFill/>
          </a:ln>
        </p:spPr>
      </p:sp>
      <p:sp>
        <p:nvSpPr>
          <p:cNvPr id="94" name="wm.library-whiteboard.001.005.017"/>
          <p:cNvSpPr/>
          <p:nvPr/>
        </p:nvSpPr>
        <p:spPr>
          <a:xfrm>
            <a:off x="10325100" y="5257800"/>
            <a:ext cx="38100" cy="38100"/>
          </a:xfrm>
          <a:prstGeom prst="rect">
            <a:avLst/>
          </a:prstGeom>
          <a:solidFill>
            <a:srgbClr val="50658E"/>
          </a:solidFill>
          <a:ln>
            <a:noFill/>
          </a:ln>
        </p:spPr>
      </p:sp>
      <p:sp>
        <p:nvSpPr>
          <p:cNvPr id="95" name="wm.library-whiteboard.001.005.018"/>
          <p:cNvSpPr/>
          <p:nvPr/>
        </p:nvSpPr>
        <p:spPr>
          <a:xfrm>
            <a:off x="10325100" y="5486400"/>
            <a:ext cx="38100" cy="38100"/>
          </a:xfrm>
          <a:prstGeom prst="rect">
            <a:avLst/>
          </a:prstGeom>
          <a:solidFill>
            <a:srgbClr val="50658E"/>
          </a:solidFill>
          <a:ln>
            <a:noFill/>
          </a:ln>
        </p:spPr>
      </p:sp>
      <p:sp>
        <p:nvSpPr>
          <p:cNvPr id="96" name="wm.library-whiteboard.001.005.019"/>
          <p:cNvSpPr/>
          <p:nvPr/>
        </p:nvSpPr>
        <p:spPr>
          <a:xfrm>
            <a:off x="10325100" y="5715000"/>
            <a:ext cx="38100" cy="38100"/>
          </a:xfrm>
          <a:prstGeom prst="rect">
            <a:avLst/>
          </a:prstGeom>
          <a:solidFill>
            <a:srgbClr val="50658E"/>
          </a:solidFill>
          <a:ln>
            <a:noFill/>
          </a:ln>
        </p:spPr>
      </p:sp>
      <p:sp>
        <p:nvSpPr>
          <p:cNvPr id="97" name="wm.library-whiteboard.001.006.001"/>
          <p:cNvSpPr/>
          <p:nvPr/>
        </p:nvSpPr>
        <p:spPr>
          <a:xfrm>
            <a:off x="10553700" y="1600200"/>
            <a:ext cx="38100" cy="38100"/>
          </a:xfrm>
          <a:prstGeom prst="rect">
            <a:avLst/>
          </a:prstGeom>
          <a:solidFill>
            <a:srgbClr val="50658E"/>
          </a:solidFill>
          <a:ln>
            <a:noFill/>
          </a:ln>
        </p:spPr>
      </p:sp>
      <p:sp>
        <p:nvSpPr>
          <p:cNvPr id="98" name="wm.library-whiteboard.001.006.002"/>
          <p:cNvSpPr/>
          <p:nvPr/>
        </p:nvSpPr>
        <p:spPr>
          <a:xfrm>
            <a:off x="10553700" y="1828800"/>
            <a:ext cx="38100" cy="38100"/>
          </a:xfrm>
          <a:prstGeom prst="rect">
            <a:avLst/>
          </a:prstGeom>
          <a:solidFill>
            <a:srgbClr val="50658E"/>
          </a:solidFill>
          <a:ln>
            <a:noFill/>
          </a:ln>
        </p:spPr>
      </p:sp>
      <p:sp>
        <p:nvSpPr>
          <p:cNvPr id="99" name="wm.library-whiteboard.001.006.003"/>
          <p:cNvSpPr/>
          <p:nvPr/>
        </p:nvSpPr>
        <p:spPr>
          <a:xfrm>
            <a:off x="10553700" y="2057400"/>
            <a:ext cx="38100" cy="38100"/>
          </a:xfrm>
          <a:prstGeom prst="rect">
            <a:avLst/>
          </a:prstGeom>
          <a:solidFill>
            <a:srgbClr val="50658E"/>
          </a:solidFill>
          <a:ln>
            <a:noFill/>
          </a:ln>
        </p:spPr>
      </p:sp>
      <p:sp>
        <p:nvSpPr>
          <p:cNvPr id="100" name="wm.library-whiteboard.001.006.004"/>
          <p:cNvSpPr/>
          <p:nvPr/>
        </p:nvSpPr>
        <p:spPr>
          <a:xfrm>
            <a:off x="10553700" y="2286000"/>
            <a:ext cx="38100" cy="38100"/>
          </a:xfrm>
          <a:prstGeom prst="rect">
            <a:avLst/>
          </a:prstGeom>
          <a:solidFill>
            <a:srgbClr val="50658E"/>
          </a:solidFill>
          <a:ln>
            <a:noFill/>
          </a:ln>
        </p:spPr>
      </p:sp>
      <p:sp>
        <p:nvSpPr>
          <p:cNvPr id="101" name="wm.library-whiteboard.001.006.005"/>
          <p:cNvSpPr/>
          <p:nvPr/>
        </p:nvSpPr>
        <p:spPr>
          <a:xfrm>
            <a:off x="10553700" y="2514600"/>
            <a:ext cx="38100" cy="38100"/>
          </a:xfrm>
          <a:prstGeom prst="rect">
            <a:avLst/>
          </a:prstGeom>
          <a:solidFill>
            <a:srgbClr val="50658E"/>
          </a:solidFill>
          <a:ln>
            <a:noFill/>
          </a:ln>
        </p:spPr>
      </p:sp>
      <p:sp>
        <p:nvSpPr>
          <p:cNvPr id="102" name="wm.library-whiteboard.001.006.006"/>
          <p:cNvSpPr/>
          <p:nvPr/>
        </p:nvSpPr>
        <p:spPr>
          <a:xfrm>
            <a:off x="10553700" y="2743200"/>
            <a:ext cx="38100" cy="38100"/>
          </a:xfrm>
          <a:prstGeom prst="rect">
            <a:avLst/>
          </a:prstGeom>
          <a:solidFill>
            <a:srgbClr val="50658E"/>
          </a:solidFill>
          <a:ln>
            <a:noFill/>
          </a:ln>
        </p:spPr>
      </p:sp>
      <p:sp>
        <p:nvSpPr>
          <p:cNvPr id="103" name="wm.library-whiteboard.001.006.007"/>
          <p:cNvSpPr/>
          <p:nvPr/>
        </p:nvSpPr>
        <p:spPr>
          <a:xfrm>
            <a:off x="10553700" y="2971800"/>
            <a:ext cx="38100" cy="38100"/>
          </a:xfrm>
          <a:prstGeom prst="rect">
            <a:avLst/>
          </a:prstGeom>
          <a:solidFill>
            <a:srgbClr val="50658E"/>
          </a:solidFill>
          <a:ln>
            <a:noFill/>
          </a:ln>
        </p:spPr>
      </p:sp>
      <p:sp>
        <p:nvSpPr>
          <p:cNvPr id="104" name="wm.library-whiteboard.001.006.008"/>
          <p:cNvSpPr/>
          <p:nvPr/>
        </p:nvSpPr>
        <p:spPr>
          <a:xfrm>
            <a:off x="10553700" y="3200400"/>
            <a:ext cx="38100" cy="38100"/>
          </a:xfrm>
          <a:prstGeom prst="rect">
            <a:avLst/>
          </a:prstGeom>
          <a:solidFill>
            <a:srgbClr val="50658E"/>
          </a:solidFill>
          <a:ln>
            <a:noFill/>
          </a:ln>
        </p:spPr>
      </p:sp>
      <p:sp>
        <p:nvSpPr>
          <p:cNvPr id="105" name="wm.library-whiteboard.001.006.009"/>
          <p:cNvSpPr/>
          <p:nvPr/>
        </p:nvSpPr>
        <p:spPr>
          <a:xfrm>
            <a:off x="10553700" y="3429000"/>
            <a:ext cx="38100" cy="38100"/>
          </a:xfrm>
          <a:prstGeom prst="rect">
            <a:avLst/>
          </a:prstGeom>
          <a:solidFill>
            <a:srgbClr val="50658E"/>
          </a:solidFill>
          <a:ln>
            <a:noFill/>
          </a:ln>
        </p:spPr>
      </p:sp>
      <p:sp>
        <p:nvSpPr>
          <p:cNvPr id="106" name="wm.library-whiteboard.001.006.010"/>
          <p:cNvSpPr/>
          <p:nvPr/>
        </p:nvSpPr>
        <p:spPr>
          <a:xfrm>
            <a:off x="10553700" y="3657600"/>
            <a:ext cx="38100" cy="38100"/>
          </a:xfrm>
          <a:prstGeom prst="rect">
            <a:avLst/>
          </a:prstGeom>
          <a:solidFill>
            <a:srgbClr val="50658E"/>
          </a:solidFill>
          <a:ln>
            <a:noFill/>
          </a:ln>
        </p:spPr>
      </p:sp>
      <p:sp>
        <p:nvSpPr>
          <p:cNvPr id="107" name="wm.library-whiteboard.001.006.011"/>
          <p:cNvSpPr/>
          <p:nvPr/>
        </p:nvSpPr>
        <p:spPr>
          <a:xfrm>
            <a:off x="10553700" y="3886200"/>
            <a:ext cx="38100" cy="38100"/>
          </a:xfrm>
          <a:prstGeom prst="rect">
            <a:avLst/>
          </a:prstGeom>
          <a:solidFill>
            <a:srgbClr val="50658E"/>
          </a:solidFill>
          <a:ln>
            <a:noFill/>
          </a:ln>
        </p:spPr>
      </p:sp>
      <p:sp>
        <p:nvSpPr>
          <p:cNvPr id="108" name="wm.library-whiteboard.001.006.012"/>
          <p:cNvSpPr/>
          <p:nvPr/>
        </p:nvSpPr>
        <p:spPr>
          <a:xfrm>
            <a:off x="10553700" y="4114800"/>
            <a:ext cx="38100" cy="38100"/>
          </a:xfrm>
          <a:prstGeom prst="rect">
            <a:avLst/>
          </a:prstGeom>
          <a:solidFill>
            <a:srgbClr val="50658E"/>
          </a:solidFill>
          <a:ln>
            <a:noFill/>
          </a:ln>
        </p:spPr>
      </p:sp>
      <p:sp>
        <p:nvSpPr>
          <p:cNvPr id="109" name="wm.library-whiteboard.001.006.013"/>
          <p:cNvSpPr/>
          <p:nvPr/>
        </p:nvSpPr>
        <p:spPr>
          <a:xfrm>
            <a:off x="10553700" y="4343400"/>
            <a:ext cx="38100" cy="38100"/>
          </a:xfrm>
          <a:prstGeom prst="rect">
            <a:avLst/>
          </a:prstGeom>
          <a:solidFill>
            <a:srgbClr val="50658E"/>
          </a:solidFill>
          <a:ln>
            <a:noFill/>
          </a:ln>
        </p:spPr>
      </p:sp>
      <p:sp>
        <p:nvSpPr>
          <p:cNvPr id="110" name="wm.library-whiteboard.001.006.014"/>
          <p:cNvSpPr/>
          <p:nvPr/>
        </p:nvSpPr>
        <p:spPr>
          <a:xfrm>
            <a:off x="10553700" y="4572000"/>
            <a:ext cx="38100" cy="38100"/>
          </a:xfrm>
          <a:prstGeom prst="rect">
            <a:avLst/>
          </a:prstGeom>
          <a:solidFill>
            <a:srgbClr val="50658E"/>
          </a:solidFill>
          <a:ln>
            <a:noFill/>
          </a:ln>
        </p:spPr>
      </p:sp>
      <p:sp>
        <p:nvSpPr>
          <p:cNvPr id="111" name="wm.library-whiteboard.001.006.015"/>
          <p:cNvSpPr/>
          <p:nvPr/>
        </p:nvSpPr>
        <p:spPr>
          <a:xfrm>
            <a:off x="10553700" y="4800600"/>
            <a:ext cx="38100" cy="38100"/>
          </a:xfrm>
          <a:prstGeom prst="rect">
            <a:avLst/>
          </a:prstGeom>
          <a:solidFill>
            <a:srgbClr val="50658E"/>
          </a:solidFill>
          <a:ln>
            <a:noFill/>
          </a:ln>
        </p:spPr>
      </p:sp>
      <p:sp>
        <p:nvSpPr>
          <p:cNvPr id="112" name="wm.library-whiteboard.001.006.016"/>
          <p:cNvSpPr/>
          <p:nvPr/>
        </p:nvSpPr>
        <p:spPr>
          <a:xfrm>
            <a:off x="10553700" y="5029200"/>
            <a:ext cx="38100" cy="38100"/>
          </a:xfrm>
          <a:prstGeom prst="rect">
            <a:avLst/>
          </a:prstGeom>
          <a:solidFill>
            <a:srgbClr val="50658E"/>
          </a:solidFill>
          <a:ln>
            <a:noFill/>
          </a:ln>
        </p:spPr>
      </p:sp>
      <p:sp>
        <p:nvSpPr>
          <p:cNvPr id="113" name="wm.library-whiteboard.001.006.017"/>
          <p:cNvSpPr/>
          <p:nvPr/>
        </p:nvSpPr>
        <p:spPr>
          <a:xfrm>
            <a:off x="10553700" y="5257800"/>
            <a:ext cx="38100" cy="38100"/>
          </a:xfrm>
          <a:prstGeom prst="rect">
            <a:avLst/>
          </a:prstGeom>
          <a:solidFill>
            <a:srgbClr val="50658E"/>
          </a:solidFill>
          <a:ln>
            <a:noFill/>
          </a:ln>
        </p:spPr>
      </p:sp>
      <p:sp>
        <p:nvSpPr>
          <p:cNvPr id="114" name="wm.library-whiteboard.001.006.018"/>
          <p:cNvSpPr/>
          <p:nvPr/>
        </p:nvSpPr>
        <p:spPr>
          <a:xfrm>
            <a:off x="10553700" y="5486400"/>
            <a:ext cx="38100" cy="38100"/>
          </a:xfrm>
          <a:prstGeom prst="rect">
            <a:avLst/>
          </a:prstGeom>
          <a:solidFill>
            <a:srgbClr val="50658E"/>
          </a:solidFill>
          <a:ln>
            <a:noFill/>
          </a:ln>
        </p:spPr>
      </p:sp>
      <p:sp>
        <p:nvSpPr>
          <p:cNvPr id="115" name="wm.library-whiteboard.001.006.019"/>
          <p:cNvSpPr/>
          <p:nvPr/>
        </p:nvSpPr>
        <p:spPr>
          <a:xfrm>
            <a:off x="10553700" y="5715000"/>
            <a:ext cx="38100" cy="38100"/>
          </a:xfrm>
          <a:prstGeom prst="rect">
            <a:avLst/>
          </a:prstGeom>
          <a:solidFill>
            <a:srgbClr val="50658E"/>
          </a:solidFill>
          <a:ln>
            <a:noFill/>
          </a:ln>
        </p:spPr>
      </p:sp>
      <p:sp>
        <p:nvSpPr>
          <p:cNvPr id="116" name="wm.library-whiteboard.001.007.001"/>
          <p:cNvSpPr/>
          <p:nvPr/>
        </p:nvSpPr>
        <p:spPr>
          <a:xfrm>
            <a:off x="10782300" y="1600200"/>
            <a:ext cx="38100" cy="38100"/>
          </a:xfrm>
          <a:prstGeom prst="rect">
            <a:avLst/>
          </a:prstGeom>
          <a:solidFill>
            <a:srgbClr val="50658E"/>
          </a:solidFill>
          <a:ln>
            <a:noFill/>
          </a:ln>
        </p:spPr>
      </p:sp>
      <p:sp>
        <p:nvSpPr>
          <p:cNvPr id="117" name="wm.library-whiteboard.001.007.002"/>
          <p:cNvSpPr/>
          <p:nvPr/>
        </p:nvSpPr>
        <p:spPr>
          <a:xfrm>
            <a:off x="10782300" y="1828800"/>
            <a:ext cx="38100" cy="38100"/>
          </a:xfrm>
          <a:prstGeom prst="rect">
            <a:avLst/>
          </a:prstGeom>
          <a:solidFill>
            <a:srgbClr val="50658E"/>
          </a:solidFill>
          <a:ln>
            <a:noFill/>
          </a:ln>
        </p:spPr>
      </p:sp>
      <p:sp>
        <p:nvSpPr>
          <p:cNvPr id="118" name="wm.library-whiteboard.001.007.003"/>
          <p:cNvSpPr/>
          <p:nvPr/>
        </p:nvSpPr>
        <p:spPr>
          <a:xfrm>
            <a:off x="10782300" y="2057400"/>
            <a:ext cx="38100" cy="38100"/>
          </a:xfrm>
          <a:prstGeom prst="rect">
            <a:avLst/>
          </a:prstGeom>
          <a:solidFill>
            <a:srgbClr val="50658E"/>
          </a:solidFill>
          <a:ln>
            <a:noFill/>
          </a:ln>
        </p:spPr>
      </p:sp>
      <p:sp>
        <p:nvSpPr>
          <p:cNvPr id="119" name="wm.library-whiteboard.001.007.004"/>
          <p:cNvSpPr/>
          <p:nvPr/>
        </p:nvSpPr>
        <p:spPr>
          <a:xfrm>
            <a:off x="10782300" y="2286000"/>
            <a:ext cx="38100" cy="38100"/>
          </a:xfrm>
          <a:prstGeom prst="rect">
            <a:avLst/>
          </a:prstGeom>
          <a:solidFill>
            <a:srgbClr val="50658E"/>
          </a:solidFill>
          <a:ln>
            <a:noFill/>
          </a:ln>
        </p:spPr>
      </p:sp>
      <p:sp>
        <p:nvSpPr>
          <p:cNvPr id="120" name="wm.library-whiteboard.001.007.005"/>
          <p:cNvSpPr/>
          <p:nvPr/>
        </p:nvSpPr>
        <p:spPr>
          <a:xfrm>
            <a:off x="10782300" y="2514600"/>
            <a:ext cx="38100" cy="38100"/>
          </a:xfrm>
          <a:prstGeom prst="rect">
            <a:avLst/>
          </a:prstGeom>
          <a:solidFill>
            <a:srgbClr val="50658E"/>
          </a:solidFill>
          <a:ln>
            <a:noFill/>
          </a:ln>
        </p:spPr>
      </p:sp>
      <p:sp>
        <p:nvSpPr>
          <p:cNvPr id="121" name="wm.library-whiteboard.001.007.006"/>
          <p:cNvSpPr/>
          <p:nvPr/>
        </p:nvSpPr>
        <p:spPr>
          <a:xfrm>
            <a:off x="10782300" y="2743200"/>
            <a:ext cx="38100" cy="38100"/>
          </a:xfrm>
          <a:prstGeom prst="rect">
            <a:avLst/>
          </a:prstGeom>
          <a:solidFill>
            <a:srgbClr val="50658E"/>
          </a:solidFill>
          <a:ln>
            <a:noFill/>
          </a:ln>
        </p:spPr>
      </p:sp>
      <p:sp>
        <p:nvSpPr>
          <p:cNvPr id="122" name="wm.library-whiteboard.001.007.007"/>
          <p:cNvSpPr/>
          <p:nvPr/>
        </p:nvSpPr>
        <p:spPr>
          <a:xfrm>
            <a:off x="10782300" y="2971800"/>
            <a:ext cx="38100" cy="38100"/>
          </a:xfrm>
          <a:prstGeom prst="rect">
            <a:avLst/>
          </a:prstGeom>
          <a:solidFill>
            <a:srgbClr val="50658E"/>
          </a:solidFill>
          <a:ln>
            <a:noFill/>
          </a:ln>
        </p:spPr>
      </p:sp>
      <p:sp>
        <p:nvSpPr>
          <p:cNvPr id="123" name="wm.library-whiteboard.001.007.008"/>
          <p:cNvSpPr/>
          <p:nvPr/>
        </p:nvSpPr>
        <p:spPr>
          <a:xfrm>
            <a:off x="10782300" y="3200400"/>
            <a:ext cx="38100" cy="38100"/>
          </a:xfrm>
          <a:prstGeom prst="rect">
            <a:avLst/>
          </a:prstGeom>
          <a:solidFill>
            <a:srgbClr val="50658E"/>
          </a:solidFill>
          <a:ln>
            <a:noFill/>
          </a:ln>
        </p:spPr>
      </p:sp>
      <p:sp>
        <p:nvSpPr>
          <p:cNvPr id="124" name="wm.library-whiteboard.001.007.009"/>
          <p:cNvSpPr/>
          <p:nvPr/>
        </p:nvSpPr>
        <p:spPr>
          <a:xfrm>
            <a:off x="10782300" y="3429000"/>
            <a:ext cx="38100" cy="38100"/>
          </a:xfrm>
          <a:prstGeom prst="rect">
            <a:avLst/>
          </a:prstGeom>
          <a:solidFill>
            <a:srgbClr val="50658E"/>
          </a:solidFill>
          <a:ln>
            <a:noFill/>
          </a:ln>
        </p:spPr>
      </p:sp>
      <p:sp>
        <p:nvSpPr>
          <p:cNvPr id="125" name="wm.library-whiteboard.001.007.010"/>
          <p:cNvSpPr/>
          <p:nvPr/>
        </p:nvSpPr>
        <p:spPr>
          <a:xfrm>
            <a:off x="10782300" y="3657600"/>
            <a:ext cx="38100" cy="38100"/>
          </a:xfrm>
          <a:prstGeom prst="rect">
            <a:avLst/>
          </a:prstGeom>
          <a:solidFill>
            <a:srgbClr val="50658E"/>
          </a:solidFill>
          <a:ln>
            <a:noFill/>
          </a:ln>
        </p:spPr>
      </p:sp>
      <p:sp>
        <p:nvSpPr>
          <p:cNvPr id="126" name="wm.library-whiteboard.001.007.011"/>
          <p:cNvSpPr/>
          <p:nvPr/>
        </p:nvSpPr>
        <p:spPr>
          <a:xfrm>
            <a:off x="10782300" y="3886200"/>
            <a:ext cx="38100" cy="38100"/>
          </a:xfrm>
          <a:prstGeom prst="rect">
            <a:avLst/>
          </a:prstGeom>
          <a:solidFill>
            <a:srgbClr val="50658E"/>
          </a:solidFill>
          <a:ln>
            <a:noFill/>
          </a:ln>
        </p:spPr>
      </p:sp>
      <p:sp>
        <p:nvSpPr>
          <p:cNvPr id="127" name="wm.library-whiteboard.001.007.012"/>
          <p:cNvSpPr/>
          <p:nvPr/>
        </p:nvSpPr>
        <p:spPr>
          <a:xfrm>
            <a:off x="10782300" y="4114800"/>
            <a:ext cx="38100" cy="38100"/>
          </a:xfrm>
          <a:prstGeom prst="rect">
            <a:avLst/>
          </a:prstGeom>
          <a:solidFill>
            <a:srgbClr val="50658E"/>
          </a:solidFill>
          <a:ln>
            <a:noFill/>
          </a:ln>
        </p:spPr>
      </p:sp>
      <p:sp>
        <p:nvSpPr>
          <p:cNvPr id="128" name="wm.library-whiteboard.001.007.013"/>
          <p:cNvSpPr/>
          <p:nvPr/>
        </p:nvSpPr>
        <p:spPr>
          <a:xfrm>
            <a:off x="10782300" y="4343400"/>
            <a:ext cx="38100" cy="38100"/>
          </a:xfrm>
          <a:prstGeom prst="rect">
            <a:avLst/>
          </a:prstGeom>
          <a:solidFill>
            <a:srgbClr val="50658E"/>
          </a:solidFill>
          <a:ln>
            <a:noFill/>
          </a:ln>
        </p:spPr>
      </p:sp>
      <p:sp>
        <p:nvSpPr>
          <p:cNvPr id="129" name="wm.library-whiteboard.001.007.014"/>
          <p:cNvSpPr/>
          <p:nvPr/>
        </p:nvSpPr>
        <p:spPr>
          <a:xfrm>
            <a:off x="10782300" y="4572000"/>
            <a:ext cx="38100" cy="38100"/>
          </a:xfrm>
          <a:prstGeom prst="rect">
            <a:avLst/>
          </a:prstGeom>
          <a:solidFill>
            <a:srgbClr val="50658E"/>
          </a:solidFill>
          <a:ln>
            <a:noFill/>
          </a:ln>
        </p:spPr>
      </p:sp>
      <p:sp>
        <p:nvSpPr>
          <p:cNvPr id="130" name="wm.library-whiteboard.001.007.015"/>
          <p:cNvSpPr/>
          <p:nvPr/>
        </p:nvSpPr>
        <p:spPr>
          <a:xfrm>
            <a:off x="10782300" y="4800600"/>
            <a:ext cx="38100" cy="38100"/>
          </a:xfrm>
          <a:prstGeom prst="rect">
            <a:avLst/>
          </a:prstGeom>
          <a:solidFill>
            <a:srgbClr val="50658E"/>
          </a:solidFill>
          <a:ln>
            <a:noFill/>
          </a:ln>
        </p:spPr>
      </p:sp>
      <p:sp>
        <p:nvSpPr>
          <p:cNvPr id="131" name="wm.library-whiteboard.001.007.016"/>
          <p:cNvSpPr/>
          <p:nvPr/>
        </p:nvSpPr>
        <p:spPr>
          <a:xfrm>
            <a:off x="10782300" y="5029200"/>
            <a:ext cx="38100" cy="38100"/>
          </a:xfrm>
          <a:prstGeom prst="rect">
            <a:avLst/>
          </a:prstGeom>
          <a:solidFill>
            <a:srgbClr val="50658E"/>
          </a:solidFill>
          <a:ln>
            <a:noFill/>
          </a:ln>
        </p:spPr>
      </p:sp>
      <p:sp>
        <p:nvSpPr>
          <p:cNvPr id="132" name="wm.library-whiteboard.001.007.017"/>
          <p:cNvSpPr/>
          <p:nvPr/>
        </p:nvSpPr>
        <p:spPr>
          <a:xfrm>
            <a:off x="10782300" y="5257800"/>
            <a:ext cx="38100" cy="38100"/>
          </a:xfrm>
          <a:prstGeom prst="rect">
            <a:avLst/>
          </a:prstGeom>
          <a:solidFill>
            <a:srgbClr val="50658E"/>
          </a:solidFill>
          <a:ln>
            <a:noFill/>
          </a:ln>
        </p:spPr>
      </p:sp>
      <p:sp>
        <p:nvSpPr>
          <p:cNvPr id="133" name="wm.library-whiteboard.001.007.018"/>
          <p:cNvSpPr/>
          <p:nvPr/>
        </p:nvSpPr>
        <p:spPr>
          <a:xfrm>
            <a:off x="10782300" y="5486400"/>
            <a:ext cx="38100" cy="38100"/>
          </a:xfrm>
          <a:prstGeom prst="rect">
            <a:avLst/>
          </a:prstGeom>
          <a:solidFill>
            <a:srgbClr val="50658E"/>
          </a:solidFill>
          <a:ln>
            <a:noFill/>
          </a:ln>
        </p:spPr>
      </p:sp>
      <p:sp>
        <p:nvSpPr>
          <p:cNvPr id="134" name="wm.library-whiteboard.001.007.019"/>
          <p:cNvSpPr/>
          <p:nvPr/>
        </p:nvSpPr>
        <p:spPr>
          <a:xfrm>
            <a:off x="10782300" y="5715000"/>
            <a:ext cx="38100" cy="38100"/>
          </a:xfrm>
          <a:prstGeom prst="rect">
            <a:avLst/>
          </a:prstGeom>
          <a:solidFill>
            <a:srgbClr val="50658E"/>
          </a:solidFill>
          <a:ln>
            <a:noFill/>
          </a:ln>
        </p:spPr>
      </p:sp>
      <p:sp>
        <p:nvSpPr>
          <p:cNvPr id="135" name="wm.library-whiteboard.001.008.001"/>
          <p:cNvSpPr/>
          <p:nvPr/>
        </p:nvSpPr>
        <p:spPr>
          <a:xfrm>
            <a:off x="11010900" y="1600200"/>
            <a:ext cx="38100" cy="38100"/>
          </a:xfrm>
          <a:prstGeom prst="rect">
            <a:avLst/>
          </a:prstGeom>
          <a:solidFill>
            <a:srgbClr val="50658E"/>
          </a:solidFill>
          <a:ln>
            <a:noFill/>
          </a:ln>
        </p:spPr>
      </p:sp>
      <p:sp>
        <p:nvSpPr>
          <p:cNvPr id="136" name="wm.library-whiteboard.001.008.002"/>
          <p:cNvSpPr/>
          <p:nvPr/>
        </p:nvSpPr>
        <p:spPr>
          <a:xfrm>
            <a:off x="11010900" y="1828800"/>
            <a:ext cx="38100" cy="38100"/>
          </a:xfrm>
          <a:prstGeom prst="rect">
            <a:avLst/>
          </a:prstGeom>
          <a:solidFill>
            <a:srgbClr val="50658E"/>
          </a:solidFill>
          <a:ln>
            <a:noFill/>
          </a:ln>
        </p:spPr>
      </p:sp>
      <p:sp>
        <p:nvSpPr>
          <p:cNvPr id="137" name="wm.library-whiteboard.001.008.003"/>
          <p:cNvSpPr/>
          <p:nvPr/>
        </p:nvSpPr>
        <p:spPr>
          <a:xfrm>
            <a:off x="11010900" y="2057400"/>
            <a:ext cx="38100" cy="38100"/>
          </a:xfrm>
          <a:prstGeom prst="rect">
            <a:avLst/>
          </a:prstGeom>
          <a:solidFill>
            <a:srgbClr val="50658E"/>
          </a:solidFill>
          <a:ln>
            <a:noFill/>
          </a:ln>
        </p:spPr>
      </p:sp>
      <p:sp>
        <p:nvSpPr>
          <p:cNvPr id="138" name="wm.library-whiteboard.001.008.004"/>
          <p:cNvSpPr/>
          <p:nvPr/>
        </p:nvSpPr>
        <p:spPr>
          <a:xfrm>
            <a:off x="11010900" y="2286000"/>
            <a:ext cx="38100" cy="38100"/>
          </a:xfrm>
          <a:prstGeom prst="rect">
            <a:avLst/>
          </a:prstGeom>
          <a:solidFill>
            <a:srgbClr val="50658E"/>
          </a:solidFill>
          <a:ln>
            <a:noFill/>
          </a:ln>
        </p:spPr>
      </p:sp>
      <p:sp>
        <p:nvSpPr>
          <p:cNvPr id="139" name="wm.library-whiteboard.001.008.005"/>
          <p:cNvSpPr/>
          <p:nvPr/>
        </p:nvSpPr>
        <p:spPr>
          <a:xfrm>
            <a:off x="11010900" y="2514600"/>
            <a:ext cx="38100" cy="38100"/>
          </a:xfrm>
          <a:prstGeom prst="rect">
            <a:avLst/>
          </a:prstGeom>
          <a:solidFill>
            <a:srgbClr val="50658E"/>
          </a:solidFill>
          <a:ln>
            <a:noFill/>
          </a:ln>
        </p:spPr>
      </p:sp>
      <p:sp>
        <p:nvSpPr>
          <p:cNvPr id="140" name="wm.library-whiteboard.001.008.006"/>
          <p:cNvSpPr/>
          <p:nvPr/>
        </p:nvSpPr>
        <p:spPr>
          <a:xfrm>
            <a:off x="11010900" y="2743200"/>
            <a:ext cx="38100" cy="38100"/>
          </a:xfrm>
          <a:prstGeom prst="rect">
            <a:avLst/>
          </a:prstGeom>
          <a:solidFill>
            <a:srgbClr val="50658E"/>
          </a:solidFill>
          <a:ln>
            <a:noFill/>
          </a:ln>
        </p:spPr>
      </p:sp>
      <p:sp>
        <p:nvSpPr>
          <p:cNvPr id="141" name="wm.library-whiteboard.001.008.007"/>
          <p:cNvSpPr/>
          <p:nvPr/>
        </p:nvSpPr>
        <p:spPr>
          <a:xfrm>
            <a:off x="11010900" y="2971800"/>
            <a:ext cx="38100" cy="38100"/>
          </a:xfrm>
          <a:prstGeom prst="rect">
            <a:avLst/>
          </a:prstGeom>
          <a:solidFill>
            <a:srgbClr val="50658E"/>
          </a:solidFill>
          <a:ln>
            <a:noFill/>
          </a:ln>
        </p:spPr>
      </p:sp>
      <p:sp>
        <p:nvSpPr>
          <p:cNvPr id="142" name="wm.library-whiteboard.001.008.008"/>
          <p:cNvSpPr/>
          <p:nvPr/>
        </p:nvSpPr>
        <p:spPr>
          <a:xfrm>
            <a:off x="11010900" y="3200400"/>
            <a:ext cx="38100" cy="38100"/>
          </a:xfrm>
          <a:prstGeom prst="rect">
            <a:avLst/>
          </a:prstGeom>
          <a:solidFill>
            <a:srgbClr val="50658E"/>
          </a:solidFill>
          <a:ln>
            <a:noFill/>
          </a:ln>
        </p:spPr>
      </p:sp>
      <p:sp>
        <p:nvSpPr>
          <p:cNvPr id="143" name="wm.library-whiteboard.001.008.009"/>
          <p:cNvSpPr/>
          <p:nvPr/>
        </p:nvSpPr>
        <p:spPr>
          <a:xfrm>
            <a:off x="11010900" y="3429000"/>
            <a:ext cx="38100" cy="38100"/>
          </a:xfrm>
          <a:prstGeom prst="rect">
            <a:avLst/>
          </a:prstGeom>
          <a:solidFill>
            <a:srgbClr val="50658E"/>
          </a:solidFill>
          <a:ln>
            <a:noFill/>
          </a:ln>
        </p:spPr>
      </p:sp>
      <p:sp>
        <p:nvSpPr>
          <p:cNvPr id="144" name="wm.library-whiteboard.001.008.010"/>
          <p:cNvSpPr/>
          <p:nvPr/>
        </p:nvSpPr>
        <p:spPr>
          <a:xfrm>
            <a:off x="11010900" y="3657600"/>
            <a:ext cx="38100" cy="38100"/>
          </a:xfrm>
          <a:prstGeom prst="rect">
            <a:avLst/>
          </a:prstGeom>
          <a:solidFill>
            <a:srgbClr val="50658E"/>
          </a:solidFill>
          <a:ln>
            <a:noFill/>
          </a:ln>
        </p:spPr>
      </p:sp>
      <p:sp>
        <p:nvSpPr>
          <p:cNvPr id="145" name="wm.library-whiteboard.001.008.011"/>
          <p:cNvSpPr/>
          <p:nvPr/>
        </p:nvSpPr>
        <p:spPr>
          <a:xfrm>
            <a:off x="11010900" y="3886200"/>
            <a:ext cx="38100" cy="38100"/>
          </a:xfrm>
          <a:prstGeom prst="rect">
            <a:avLst/>
          </a:prstGeom>
          <a:solidFill>
            <a:srgbClr val="50658E"/>
          </a:solidFill>
          <a:ln>
            <a:noFill/>
          </a:ln>
        </p:spPr>
      </p:sp>
      <p:sp>
        <p:nvSpPr>
          <p:cNvPr id="146" name="wm.library-whiteboard.001.008.012"/>
          <p:cNvSpPr/>
          <p:nvPr/>
        </p:nvSpPr>
        <p:spPr>
          <a:xfrm>
            <a:off x="11010900" y="4114800"/>
            <a:ext cx="38100" cy="38100"/>
          </a:xfrm>
          <a:prstGeom prst="rect">
            <a:avLst/>
          </a:prstGeom>
          <a:solidFill>
            <a:srgbClr val="50658E"/>
          </a:solidFill>
          <a:ln>
            <a:noFill/>
          </a:ln>
        </p:spPr>
      </p:sp>
      <p:sp>
        <p:nvSpPr>
          <p:cNvPr id="147" name="wm.library-whiteboard.001.008.013"/>
          <p:cNvSpPr/>
          <p:nvPr/>
        </p:nvSpPr>
        <p:spPr>
          <a:xfrm>
            <a:off x="11010900" y="4343400"/>
            <a:ext cx="38100" cy="38100"/>
          </a:xfrm>
          <a:prstGeom prst="rect">
            <a:avLst/>
          </a:prstGeom>
          <a:solidFill>
            <a:srgbClr val="50658E"/>
          </a:solidFill>
          <a:ln>
            <a:noFill/>
          </a:ln>
        </p:spPr>
      </p:sp>
      <p:sp>
        <p:nvSpPr>
          <p:cNvPr id="148" name="wm.library-whiteboard.001.008.014"/>
          <p:cNvSpPr/>
          <p:nvPr/>
        </p:nvSpPr>
        <p:spPr>
          <a:xfrm>
            <a:off x="11010900" y="4572000"/>
            <a:ext cx="38100" cy="38100"/>
          </a:xfrm>
          <a:prstGeom prst="rect">
            <a:avLst/>
          </a:prstGeom>
          <a:solidFill>
            <a:srgbClr val="50658E"/>
          </a:solidFill>
          <a:ln>
            <a:noFill/>
          </a:ln>
        </p:spPr>
      </p:sp>
      <p:sp>
        <p:nvSpPr>
          <p:cNvPr id="149" name="wm.library-whiteboard.001.008.015"/>
          <p:cNvSpPr/>
          <p:nvPr/>
        </p:nvSpPr>
        <p:spPr>
          <a:xfrm>
            <a:off x="11010900" y="4800600"/>
            <a:ext cx="38100" cy="38100"/>
          </a:xfrm>
          <a:prstGeom prst="rect">
            <a:avLst/>
          </a:prstGeom>
          <a:solidFill>
            <a:srgbClr val="50658E"/>
          </a:solidFill>
          <a:ln>
            <a:noFill/>
          </a:ln>
        </p:spPr>
      </p:sp>
      <p:sp>
        <p:nvSpPr>
          <p:cNvPr id="150" name="wm.library-whiteboard.001.008.016"/>
          <p:cNvSpPr/>
          <p:nvPr/>
        </p:nvSpPr>
        <p:spPr>
          <a:xfrm>
            <a:off x="11010900" y="5029200"/>
            <a:ext cx="38100" cy="38100"/>
          </a:xfrm>
          <a:prstGeom prst="rect">
            <a:avLst/>
          </a:prstGeom>
          <a:solidFill>
            <a:srgbClr val="50658E"/>
          </a:solidFill>
          <a:ln>
            <a:noFill/>
          </a:ln>
        </p:spPr>
      </p:sp>
      <p:sp>
        <p:nvSpPr>
          <p:cNvPr id="151" name="wm.library-whiteboard.001.008.017"/>
          <p:cNvSpPr/>
          <p:nvPr/>
        </p:nvSpPr>
        <p:spPr>
          <a:xfrm>
            <a:off x="11010900" y="5257800"/>
            <a:ext cx="38100" cy="38100"/>
          </a:xfrm>
          <a:prstGeom prst="rect">
            <a:avLst/>
          </a:prstGeom>
          <a:solidFill>
            <a:srgbClr val="50658E"/>
          </a:solidFill>
          <a:ln>
            <a:noFill/>
          </a:ln>
        </p:spPr>
      </p:sp>
      <p:sp>
        <p:nvSpPr>
          <p:cNvPr id="152" name="wm.library-whiteboard.001.008.018"/>
          <p:cNvSpPr/>
          <p:nvPr/>
        </p:nvSpPr>
        <p:spPr>
          <a:xfrm>
            <a:off x="11010900" y="5486400"/>
            <a:ext cx="38100" cy="38100"/>
          </a:xfrm>
          <a:prstGeom prst="rect">
            <a:avLst/>
          </a:prstGeom>
          <a:solidFill>
            <a:srgbClr val="50658E"/>
          </a:solidFill>
          <a:ln>
            <a:noFill/>
          </a:ln>
        </p:spPr>
      </p:sp>
      <p:sp>
        <p:nvSpPr>
          <p:cNvPr id="153" name="wm.library-whiteboard.001.008.019"/>
          <p:cNvSpPr/>
          <p:nvPr/>
        </p:nvSpPr>
        <p:spPr>
          <a:xfrm>
            <a:off x="11010900" y="5715000"/>
            <a:ext cx="38100" cy="38100"/>
          </a:xfrm>
          <a:prstGeom prst="rect">
            <a:avLst/>
          </a:prstGeom>
          <a:solidFill>
            <a:srgbClr val="50658E"/>
          </a:solidFill>
          <a:ln>
            <a:noFill/>
          </a:ln>
        </p:spPr>
      </p:sp>
      <p:sp>
        <p:nvSpPr>
          <p:cNvPr id="154" name="wm.library-whiteboard.001.009.001"/>
          <p:cNvSpPr/>
          <p:nvPr/>
        </p:nvSpPr>
        <p:spPr>
          <a:xfrm>
            <a:off x="11239500" y="1600200"/>
            <a:ext cx="38100" cy="38100"/>
          </a:xfrm>
          <a:prstGeom prst="rect">
            <a:avLst/>
          </a:prstGeom>
          <a:solidFill>
            <a:srgbClr val="50658E"/>
          </a:solidFill>
          <a:ln>
            <a:noFill/>
          </a:ln>
        </p:spPr>
      </p:sp>
      <p:sp>
        <p:nvSpPr>
          <p:cNvPr id="155" name="wm.library-whiteboard.001.009.002"/>
          <p:cNvSpPr/>
          <p:nvPr/>
        </p:nvSpPr>
        <p:spPr>
          <a:xfrm>
            <a:off x="11239500" y="1828800"/>
            <a:ext cx="38100" cy="38100"/>
          </a:xfrm>
          <a:prstGeom prst="rect">
            <a:avLst/>
          </a:prstGeom>
          <a:solidFill>
            <a:srgbClr val="50658E"/>
          </a:solidFill>
          <a:ln>
            <a:noFill/>
          </a:ln>
        </p:spPr>
      </p:sp>
      <p:sp>
        <p:nvSpPr>
          <p:cNvPr id="156" name="wm.library-whiteboard.001.009.003"/>
          <p:cNvSpPr/>
          <p:nvPr/>
        </p:nvSpPr>
        <p:spPr>
          <a:xfrm>
            <a:off x="11239500" y="2057400"/>
            <a:ext cx="38100" cy="38100"/>
          </a:xfrm>
          <a:prstGeom prst="rect">
            <a:avLst/>
          </a:prstGeom>
          <a:solidFill>
            <a:srgbClr val="50658E"/>
          </a:solidFill>
          <a:ln>
            <a:noFill/>
          </a:ln>
        </p:spPr>
      </p:sp>
      <p:sp>
        <p:nvSpPr>
          <p:cNvPr id="157" name="wm.library-whiteboard.001.009.004"/>
          <p:cNvSpPr/>
          <p:nvPr/>
        </p:nvSpPr>
        <p:spPr>
          <a:xfrm>
            <a:off x="11239500" y="2286000"/>
            <a:ext cx="38100" cy="38100"/>
          </a:xfrm>
          <a:prstGeom prst="rect">
            <a:avLst/>
          </a:prstGeom>
          <a:solidFill>
            <a:srgbClr val="50658E"/>
          </a:solidFill>
          <a:ln>
            <a:noFill/>
          </a:ln>
        </p:spPr>
      </p:sp>
      <p:sp>
        <p:nvSpPr>
          <p:cNvPr id="158" name="wm.library-whiteboard.001.009.005"/>
          <p:cNvSpPr/>
          <p:nvPr/>
        </p:nvSpPr>
        <p:spPr>
          <a:xfrm>
            <a:off x="11239500" y="2514600"/>
            <a:ext cx="38100" cy="38100"/>
          </a:xfrm>
          <a:prstGeom prst="rect">
            <a:avLst/>
          </a:prstGeom>
          <a:solidFill>
            <a:srgbClr val="50658E"/>
          </a:solidFill>
          <a:ln>
            <a:noFill/>
          </a:ln>
        </p:spPr>
      </p:sp>
      <p:sp>
        <p:nvSpPr>
          <p:cNvPr id="159" name="wm.library-whiteboard.001.009.006"/>
          <p:cNvSpPr/>
          <p:nvPr/>
        </p:nvSpPr>
        <p:spPr>
          <a:xfrm>
            <a:off x="11239500" y="2743200"/>
            <a:ext cx="38100" cy="38100"/>
          </a:xfrm>
          <a:prstGeom prst="rect">
            <a:avLst/>
          </a:prstGeom>
          <a:solidFill>
            <a:srgbClr val="50658E"/>
          </a:solidFill>
          <a:ln>
            <a:noFill/>
          </a:ln>
        </p:spPr>
      </p:sp>
      <p:sp>
        <p:nvSpPr>
          <p:cNvPr id="160" name="wm.library-whiteboard.001.009.007"/>
          <p:cNvSpPr/>
          <p:nvPr/>
        </p:nvSpPr>
        <p:spPr>
          <a:xfrm>
            <a:off x="11239500" y="2971800"/>
            <a:ext cx="38100" cy="38100"/>
          </a:xfrm>
          <a:prstGeom prst="rect">
            <a:avLst/>
          </a:prstGeom>
          <a:solidFill>
            <a:srgbClr val="50658E"/>
          </a:solidFill>
          <a:ln>
            <a:noFill/>
          </a:ln>
        </p:spPr>
      </p:sp>
      <p:sp>
        <p:nvSpPr>
          <p:cNvPr id="161" name="wm.library-whiteboard.001.009.008"/>
          <p:cNvSpPr/>
          <p:nvPr/>
        </p:nvSpPr>
        <p:spPr>
          <a:xfrm>
            <a:off x="11239500" y="3200400"/>
            <a:ext cx="38100" cy="38100"/>
          </a:xfrm>
          <a:prstGeom prst="rect">
            <a:avLst/>
          </a:prstGeom>
          <a:solidFill>
            <a:srgbClr val="50658E"/>
          </a:solidFill>
          <a:ln>
            <a:noFill/>
          </a:ln>
        </p:spPr>
      </p:sp>
      <p:sp>
        <p:nvSpPr>
          <p:cNvPr id="162" name="wm.library-whiteboard.001.009.009"/>
          <p:cNvSpPr/>
          <p:nvPr/>
        </p:nvSpPr>
        <p:spPr>
          <a:xfrm>
            <a:off x="11239500" y="3429000"/>
            <a:ext cx="38100" cy="38100"/>
          </a:xfrm>
          <a:prstGeom prst="rect">
            <a:avLst/>
          </a:prstGeom>
          <a:solidFill>
            <a:srgbClr val="50658E"/>
          </a:solidFill>
          <a:ln>
            <a:noFill/>
          </a:ln>
        </p:spPr>
      </p:sp>
      <p:sp>
        <p:nvSpPr>
          <p:cNvPr id="163" name="wm.library-whiteboard.001.009.010"/>
          <p:cNvSpPr/>
          <p:nvPr/>
        </p:nvSpPr>
        <p:spPr>
          <a:xfrm>
            <a:off x="11239500" y="3657600"/>
            <a:ext cx="38100" cy="38100"/>
          </a:xfrm>
          <a:prstGeom prst="rect">
            <a:avLst/>
          </a:prstGeom>
          <a:solidFill>
            <a:srgbClr val="50658E"/>
          </a:solidFill>
          <a:ln>
            <a:noFill/>
          </a:ln>
        </p:spPr>
      </p:sp>
      <p:sp>
        <p:nvSpPr>
          <p:cNvPr id="164" name="wm.library-whiteboard.001.009.011"/>
          <p:cNvSpPr/>
          <p:nvPr/>
        </p:nvSpPr>
        <p:spPr>
          <a:xfrm>
            <a:off x="11239500" y="3886200"/>
            <a:ext cx="38100" cy="38100"/>
          </a:xfrm>
          <a:prstGeom prst="rect">
            <a:avLst/>
          </a:prstGeom>
          <a:solidFill>
            <a:srgbClr val="50658E"/>
          </a:solidFill>
          <a:ln>
            <a:noFill/>
          </a:ln>
        </p:spPr>
      </p:sp>
      <p:sp>
        <p:nvSpPr>
          <p:cNvPr id="165" name="wm.library-whiteboard.001.009.012"/>
          <p:cNvSpPr/>
          <p:nvPr/>
        </p:nvSpPr>
        <p:spPr>
          <a:xfrm>
            <a:off x="11239500" y="4114800"/>
            <a:ext cx="38100" cy="38100"/>
          </a:xfrm>
          <a:prstGeom prst="rect">
            <a:avLst/>
          </a:prstGeom>
          <a:solidFill>
            <a:srgbClr val="50658E"/>
          </a:solidFill>
          <a:ln>
            <a:noFill/>
          </a:ln>
        </p:spPr>
      </p:sp>
      <p:sp>
        <p:nvSpPr>
          <p:cNvPr id="166" name="wm.library-whiteboard.001.009.013"/>
          <p:cNvSpPr/>
          <p:nvPr/>
        </p:nvSpPr>
        <p:spPr>
          <a:xfrm>
            <a:off x="11239500" y="4343400"/>
            <a:ext cx="38100" cy="38100"/>
          </a:xfrm>
          <a:prstGeom prst="rect">
            <a:avLst/>
          </a:prstGeom>
          <a:solidFill>
            <a:srgbClr val="50658E"/>
          </a:solidFill>
          <a:ln>
            <a:noFill/>
          </a:ln>
        </p:spPr>
      </p:sp>
      <p:sp>
        <p:nvSpPr>
          <p:cNvPr id="167" name="wm.library-whiteboard.001.009.014"/>
          <p:cNvSpPr/>
          <p:nvPr/>
        </p:nvSpPr>
        <p:spPr>
          <a:xfrm>
            <a:off x="11239500" y="4572000"/>
            <a:ext cx="38100" cy="38100"/>
          </a:xfrm>
          <a:prstGeom prst="rect">
            <a:avLst/>
          </a:prstGeom>
          <a:solidFill>
            <a:srgbClr val="50658E"/>
          </a:solidFill>
          <a:ln>
            <a:noFill/>
          </a:ln>
        </p:spPr>
      </p:sp>
      <p:sp>
        <p:nvSpPr>
          <p:cNvPr id="168" name="wm.library-whiteboard.001.009.015"/>
          <p:cNvSpPr/>
          <p:nvPr/>
        </p:nvSpPr>
        <p:spPr>
          <a:xfrm>
            <a:off x="11239500" y="4800600"/>
            <a:ext cx="38100" cy="38100"/>
          </a:xfrm>
          <a:prstGeom prst="rect">
            <a:avLst/>
          </a:prstGeom>
          <a:solidFill>
            <a:srgbClr val="50658E"/>
          </a:solidFill>
          <a:ln>
            <a:noFill/>
          </a:ln>
        </p:spPr>
      </p:sp>
      <p:sp>
        <p:nvSpPr>
          <p:cNvPr id="169" name="wm.library-whiteboard.001.009.016"/>
          <p:cNvSpPr/>
          <p:nvPr/>
        </p:nvSpPr>
        <p:spPr>
          <a:xfrm>
            <a:off x="11239500" y="5029200"/>
            <a:ext cx="38100" cy="38100"/>
          </a:xfrm>
          <a:prstGeom prst="rect">
            <a:avLst/>
          </a:prstGeom>
          <a:solidFill>
            <a:srgbClr val="50658E"/>
          </a:solidFill>
          <a:ln>
            <a:noFill/>
          </a:ln>
        </p:spPr>
      </p:sp>
      <p:sp>
        <p:nvSpPr>
          <p:cNvPr id="170" name="wm.library-whiteboard.001.009.017"/>
          <p:cNvSpPr/>
          <p:nvPr/>
        </p:nvSpPr>
        <p:spPr>
          <a:xfrm>
            <a:off x="11239500" y="5257800"/>
            <a:ext cx="38100" cy="38100"/>
          </a:xfrm>
          <a:prstGeom prst="rect">
            <a:avLst/>
          </a:prstGeom>
          <a:solidFill>
            <a:srgbClr val="50658E"/>
          </a:solidFill>
          <a:ln>
            <a:noFill/>
          </a:ln>
        </p:spPr>
      </p:sp>
      <p:sp>
        <p:nvSpPr>
          <p:cNvPr id="171" name="wm.library-whiteboard.001.009.018"/>
          <p:cNvSpPr/>
          <p:nvPr/>
        </p:nvSpPr>
        <p:spPr>
          <a:xfrm>
            <a:off x="11239500" y="5486400"/>
            <a:ext cx="38100" cy="38100"/>
          </a:xfrm>
          <a:prstGeom prst="rect">
            <a:avLst/>
          </a:prstGeom>
          <a:solidFill>
            <a:srgbClr val="50658E"/>
          </a:solidFill>
          <a:ln>
            <a:noFill/>
          </a:ln>
        </p:spPr>
      </p:sp>
      <p:sp>
        <p:nvSpPr>
          <p:cNvPr id="172" name="wm.library-whiteboard.001.009.019"/>
          <p:cNvSpPr/>
          <p:nvPr/>
        </p:nvSpPr>
        <p:spPr>
          <a:xfrm>
            <a:off x="11239500" y="5715000"/>
            <a:ext cx="38100" cy="38100"/>
          </a:xfrm>
          <a:prstGeom prst="rect">
            <a:avLst/>
          </a:prstGeom>
          <a:solidFill>
            <a:srgbClr val="50658E"/>
          </a:solidFill>
          <a:ln>
            <a:noFill/>
          </a:ln>
        </p:spPr>
      </p:sp>
      <p:sp>
        <p:nvSpPr>
          <p:cNvPr id="173" name="wm.library-whiteboard.001.010.001"/>
          <p:cNvSpPr/>
          <p:nvPr/>
        </p:nvSpPr>
        <p:spPr>
          <a:xfrm>
            <a:off x="11468100" y="1600200"/>
            <a:ext cx="38100" cy="38100"/>
          </a:xfrm>
          <a:prstGeom prst="rect">
            <a:avLst/>
          </a:prstGeom>
          <a:solidFill>
            <a:srgbClr val="50658E"/>
          </a:solidFill>
          <a:ln>
            <a:noFill/>
          </a:ln>
        </p:spPr>
      </p:sp>
      <p:sp>
        <p:nvSpPr>
          <p:cNvPr id="174" name="wm.library-whiteboard.001.010.002"/>
          <p:cNvSpPr/>
          <p:nvPr/>
        </p:nvSpPr>
        <p:spPr>
          <a:xfrm>
            <a:off x="11468100" y="1828800"/>
            <a:ext cx="38100" cy="38100"/>
          </a:xfrm>
          <a:prstGeom prst="rect">
            <a:avLst/>
          </a:prstGeom>
          <a:solidFill>
            <a:srgbClr val="50658E"/>
          </a:solidFill>
          <a:ln>
            <a:noFill/>
          </a:ln>
        </p:spPr>
      </p:sp>
      <p:sp>
        <p:nvSpPr>
          <p:cNvPr id="175" name="wm.library-whiteboard.001.010.003"/>
          <p:cNvSpPr/>
          <p:nvPr/>
        </p:nvSpPr>
        <p:spPr>
          <a:xfrm>
            <a:off x="11468100" y="2057400"/>
            <a:ext cx="38100" cy="38100"/>
          </a:xfrm>
          <a:prstGeom prst="rect">
            <a:avLst/>
          </a:prstGeom>
          <a:solidFill>
            <a:srgbClr val="50658E"/>
          </a:solidFill>
          <a:ln>
            <a:noFill/>
          </a:ln>
        </p:spPr>
      </p:sp>
      <p:sp>
        <p:nvSpPr>
          <p:cNvPr id="176" name="wm.library-whiteboard.001.010.004"/>
          <p:cNvSpPr/>
          <p:nvPr/>
        </p:nvSpPr>
        <p:spPr>
          <a:xfrm>
            <a:off x="11468100" y="2286000"/>
            <a:ext cx="38100" cy="38100"/>
          </a:xfrm>
          <a:prstGeom prst="rect">
            <a:avLst/>
          </a:prstGeom>
          <a:solidFill>
            <a:srgbClr val="50658E"/>
          </a:solidFill>
          <a:ln>
            <a:noFill/>
          </a:ln>
        </p:spPr>
      </p:sp>
      <p:sp>
        <p:nvSpPr>
          <p:cNvPr id="177" name="wm.library-whiteboard.001.010.005"/>
          <p:cNvSpPr/>
          <p:nvPr/>
        </p:nvSpPr>
        <p:spPr>
          <a:xfrm>
            <a:off x="11468100" y="2514600"/>
            <a:ext cx="38100" cy="38100"/>
          </a:xfrm>
          <a:prstGeom prst="rect">
            <a:avLst/>
          </a:prstGeom>
          <a:solidFill>
            <a:srgbClr val="50658E"/>
          </a:solidFill>
          <a:ln>
            <a:noFill/>
          </a:ln>
        </p:spPr>
      </p:sp>
      <p:sp>
        <p:nvSpPr>
          <p:cNvPr id="178" name="wm.library-whiteboard.001.010.006"/>
          <p:cNvSpPr/>
          <p:nvPr/>
        </p:nvSpPr>
        <p:spPr>
          <a:xfrm>
            <a:off x="11468100" y="2743200"/>
            <a:ext cx="38100" cy="38100"/>
          </a:xfrm>
          <a:prstGeom prst="rect">
            <a:avLst/>
          </a:prstGeom>
          <a:solidFill>
            <a:srgbClr val="50658E"/>
          </a:solidFill>
          <a:ln>
            <a:noFill/>
          </a:ln>
        </p:spPr>
      </p:sp>
      <p:sp>
        <p:nvSpPr>
          <p:cNvPr id="179" name="wm.library-whiteboard.001.010.007"/>
          <p:cNvSpPr/>
          <p:nvPr/>
        </p:nvSpPr>
        <p:spPr>
          <a:xfrm>
            <a:off x="11468100" y="2971800"/>
            <a:ext cx="38100" cy="38100"/>
          </a:xfrm>
          <a:prstGeom prst="rect">
            <a:avLst/>
          </a:prstGeom>
          <a:solidFill>
            <a:srgbClr val="50658E"/>
          </a:solidFill>
          <a:ln>
            <a:noFill/>
          </a:ln>
        </p:spPr>
      </p:sp>
      <p:sp>
        <p:nvSpPr>
          <p:cNvPr id="180" name="wm.library-whiteboard.001.010.008"/>
          <p:cNvSpPr/>
          <p:nvPr/>
        </p:nvSpPr>
        <p:spPr>
          <a:xfrm>
            <a:off x="11468100" y="3200400"/>
            <a:ext cx="38100" cy="38100"/>
          </a:xfrm>
          <a:prstGeom prst="rect">
            <a:avLst/>
          </a:prstGeom>
          <a:solidFill>
            <a:srgbClr val="50658E"/>
          </a:solidFill>
          <a:ln>
            <a:noFill/>
          </a:ln>
        </p:spPr>
      </p:sp>
      <p:sp>
        <p:nvSpPr>
          <p:cNvPr id="181" name="wm.library-whiteboard.001.010.009"/>
          <p:cNvSpPr/>
          <p:nvPr/>
        </p:nvSpPr>
        <p:spPr>
          <a:xfrm>
            <a:off x="11468100" y="3429000"/>
            <a:ext cx="38100" cy="38100"/>
          </a:xfrm>
          <a:prstGeom prst="rect">
            <a:avLst/>
          </a:prstGeom>
          <a:solidFill>
            <a:srgbClr val="50658E"/>
          </a:solidFill>
          <a:ln>
            <a:noFill/>
          </a:ln>
        </p:spPr>
      </p:sp>
      <p:sp>
        <p:nvSpPr>
          <p:cNvPr id="182" name="wm.library-whiteboard.001.010.010"/>
          <p:cNvSpPr/>
          <p:nvPr/>
        </p:nvSpPr>
        <p:spPr>
          <a:xfrm>
            <a:off x="11468100" y="3657600"/>
            <a:ext cx="38100" cy="38100"/>
          </a:xfrm>
          <a:prstGeom prst="rect">
            <a:avLst/>
          </a:prstGeom>
          <a:solidFill>
            <a:srgbClr val="50658E"/>
          </a:solidFill>
          <a:ln>
            <a:noFill/>
          </a:ln>
        </p:spPr>
      </p:sp>
      <p:sp>
        <p:nvSpPr>
          <p:cNvPr id="183" name="wm.library-whiteboard.001.010.011"/>
          <p:cNvSpPr/>
          <p:nvPr/>
        </p:nvSpPr>
        <p:spPr>
          <a:xfrm>
            <a:off x="11468100" y="3886200"/>
            <a:ext cx="38100" cy="38100"/>
          </a:xfrm>
          <a:prstGeom prst="rect">
            <a:avLst/>
          </a:prstGeom>
          <a:solidFill>
            <a:srgbClr val="50658E"/>
          </a:solidFill>
          <a:ln>
            <a:noFill/>
          </a:ln>
        </p:spPr>
      </p:sp>
      <p:sp>
        <p:nvSpPr>
          <p:cNvPr id="184" name="wm.library-whiteboard.001.010.012"/>
          <p:cNvSpPr/>
          <p:nvPr/>
        </p:nvSpPr>
        <p:spPr>
          <a:xfrm>
            <a:off x="11468100" y="4114800"/>
            <a:ext cx="38100" cy="38100"/>
          </a:xfrm>
          <a:prstGeom prst="rect">
            <a:avLst/>
          </a:prstGeom>
          <a:solidFill>
            <a:srgbClr val="50658E"/>
          </a:solidFill>
          <a:ln>
            <a:noFill/>
          </a:ln>
        </p:spPr>
      </p:sp>
      <p:sp>
        <p:nvSpPr>
          <p:cNvPr id="185" name="wm.library-whiteboard.001.010.013"/>
          <p:cNvSpPr/>
          <p:nvPr/>
        </p:nvSpPr>
        <p:spPr>
          <a:xfrm>
            <a:off x="11468100" y="4343400"/>
            <a:ext cx="38100" cy="38100"/>
          </a:xfrm>
          <a:prstGeom prst="rect">
            <a:avLst/>
          </a:prstGeom>
          <a:solidFill>
            <a:srgbClr val="50658E"/>
          </a:solidFill>
          <a:ln>
            <a:noFill/>
          </a:ln>
        </p:spPr>
      </p:sp>
      <p:sp>
        <p:nvSpPr>
          <p:cNvPr id="186" name="wm.library-whiteboard.001.010.014"/>
          <p:cNvSpPr/>
          <p:nvPr/>
        </p:nvSpPr>
        <p:spPr>
          <a:xfrm>
            <a:off x="11468100" y="4572000"/>
            <a:ext cx="38100" cy="38100"/>
          </a:xfrm>
          <a:prstGeom prst="rect">
            <a:avLst/>
          </a:prstGeom>
          <a:solidFill>
            <a:srgbClr val="50658E"/>
          </a:solidFill>
          <a:ln>
            <a:noFill/>
          </a:ln>
        </p:spPr>
      </p:sp>
      <p:sp>
        <p:nvSpPr>
          <p:cNvPr id="187" name="wm.library-whiteboard.001.010.015"/>
          <p:cNvSpPr/>
          <p:nvPr/>
        </p:nvSpPr>
        <p:spPr>
          <a:xfrm>
            <a:off x="11468100" y="4800600"/>
            <a:ext cx="38100" cy="38100"/>
          </a:xfrm>
          <a:prstGeom prst="rect">
            <a:avLst/>
          </a:prstGeom>
          <a:solidFill>
            <a:srgbClr val="50658E"/>
          </a:solidFill>
          <a:ln>
            <a:noFill/>
          </a:ln>
        </p:spPr>
      </p:sp>
      <p:sp>
        <p:nvSpPr>
          <p:cNvPr id="188" name="wm.library-whiteboard.001.010.016"/>
          <p:cNvSpPr/>
          <p:nvPr/>
        </p:nvSpPr>
        <p:spPr>
          <a:xfrm>
            <a:off x="11468100" y="5029200"/>
            <a:ext cx="38100" cy="38100"/>
          </a:xfrm>
          <a:prstGeom prst="rect">
            <a:avLst/>
          </a:prstGeom>
          <a:solidFill>
            <a:srgbClr val="50658E"/>
          </a:solidFill>
          <a:ln>
            <a:noFill/>
          </a:ln>
        </p:spPr>
      </p:sp>
      <p:sp>
        <p:nvSpPr>
          <p:cNvPr id="189" name="wm.library-whiteboard.001.010.017"/>
          <p:cNvSpPr/>
          <p:nvPr/>
        </p:nvSpPr>
        <p:spPr>
          <a:xfrm>
            <a:off x="11468100" y="5257800"/>
            <a:ext cx="38100" cy="38100"/>
          </a:xfrm>
          <a:prstGeom prst="rect">
            <a:avLst/>
          </a:prstGeom>
          <a:solidFill>
            <a:srgbClr val="50658E"/>
          </a:solidFill>
          <a:ln>
            <a:noFill/>
          </a:ln>
        </p:spPr>
      </p:sp>
      <p:sp>
        <p:nvSpPr>
          <p:cNvPr id="190" name="wm.library-whiteboard.001.010.018"/>
          <p:cNvSpPr/>
          <p:nvPr/>
        </p:nvSpPr>
        <p:spPr>
          <a:xfrm>
            <a:off x="11468100" y="5486400"/>
            <a:ext cx="38100" cy="38100"/>
          </a:xfrm>
          <a:prstGeom prst="rect">
            <a:avLst/>
          </a:prstGeom>
          <a:solidFill>
            <a:srgbClr val="50658E"/>
          </a:solidFill>
          <a:ln>
            <a:noFill/>
          </a:ln>
        </p:spPr>
      </p:sp>
      <p:sp>
        <p:nvSpPr>
          <p:cNvPr id="191" name="wm.library-whiteboard.001.010.019"/>
          <p:cNvSpPr/>
          <p:nvPr/>
        </p:nvSpPr>
        <p:spPr>
          <a:xfrm>
            <a:off x="11468100" y="5715000"/>
            <a:ext cx="38100" cy="38100"/>
          </a:xfrm>
          <a:prstGeom prst="rect">
            <a:avLst/>
          </a:prstGeom>
          <a:solidFill>
            <a:srgbClr val="50658E"/>
          </a:solidFill>
          <a:ln>
            <a:noFill/>
          </a:ln>
        </p:spPr>
      </p:sp>
      <p:grpSp>
        <p:nvGrpSpPr>
          <p:cNvPr id="198" name="node01"/>
          <p:cNvGrpSpPr/>
          <p:nvPr/>
        </p:nvGrpSpPr>
        <p:grpSpPr>
          <a:xfrm>
            <a:off x="723900" y="1828800"/>
            <a:ext cx="5257800" cy="152400"/>
            <a:chOff x="723900" y="1828800"/>
            <a:chExt cx="5257800" cy="152400"/>
          </a:xfrm>
        </p:grpSpPr>
        <p:sp>
          <p:nvSpPr>
            <p:cNvPr id="193" name="node01.text"/>
            <p:cNvSpPr/>
            <p:nvPr/>
          </p:nvSpPr>
          <p:spPr>
            <a:xfrm>
              <a:off x="723900" y="18288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WHAT WE HEARD</a:t>
              </a:r>
              <a:endParaRPr lang="en-US" sz="1000" spc="80" kern="0" b="0" i="0" dirty="0">
                <a:solidFill>
                  <a:srgbClr val="F900D3"/>
                </a:solidFill>
                <a:latin typeface="IBM Plex Mono SemiBold"/>
                <a:ea typeface="IBM Plex Mono SemiBold"/>
                <a:cs typeface="IBM Plex Mono SemiBold"/>
              </a:endParaRPr>
            </a:p>
          </p:txBody>
        </p:sp>
      </p:grpSp>
      <p:grpSp>
        <p:nvGrpSpPr>
          <p:cNvPr id="199" name="node02"/>
          <p:cNvGrpSpPr/>
          <p:nvPr/>
        </p:nvGrpSpPr>
        <p:grpSpPr>
          <a:xfrm>
            <a:off x="723900" y="2286000"/>
            <a:ext cx="7086600" cy="1524000"/>
            <a:chOff x="723900" y="2286000"/>
            <a:chExt cx="7086600" cy="1524000"/>
          </a:xfrm>
        </p:grpSpPr>
        <p:sp>
          <p:nvSpPr>
            <p:cNvPr id="194" name="node02.quote-mark"/>
            <p:cNvSpPr/>
            <p:nvPr/>
          </p:nvSpPr>
          <p:spPr>
            <a:xfrm>
              <a:off x="723900" y="2286000"/>
              <a:ext cx="7086600" cy="479171"/>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FFFFFF"/>
                  </a:solidFill>
                  <a:latin typeface="IBM Plex Sans SemiBold"/>
                  <a:ea typeface="IBM Plex Sans SemiBold"/>
                  <a:cs typeface="IBM Plex Sans SemiBold"/>
                </a:rPr>
                <a:t>“</a:t>
              </a:r>
              <a:endParaRPr lang="en-US" sz="6000" spc="-90" kern="0" b="0" i="0" dirty="0">
                <a:solidFill>
                  <a:srgbClr val="FFFFFF"/>
                </a:solidFill>
                <a:latin typeface="IBM Plex Sans SemiBold"/>
                <a:ea typeface="IBM Plex Sans SemiBold"/>
                <a:cs typeface="IBM Plex Sans SemiBold"/>
              </a:endParaRPr>
            </a:p>
          </p:txBody>
        </p:sp>
        <p:sp>
          <p:nvSpPr>
            <p:cNvPr id="195" name="node02.quote"/>
            <p:cNvSpPr/>
            <p:nvPr/>
          </p:nvSpPr>
          <p:spPr>
            <a:xfrm>
              <a:off x="723900" y="2781300"/>
              <a:ext cx="7086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We do not need faster spreadsheets. We need to stop finding problems on day nine.</a:t>
              </a:r>
              <a:endParaRPr lang="en-US" sz="2400" spc="-36" kern="0" b="0" i="0" dirty="0">
                <a:solidFill>
                  <a:srgbClr val="FFFFFF"/>
                </a:solidFill>
                <a:latin typeface="IBM Plex Sans SemiBold"/>
                <a:ea typeface="IBM Plex Sans SemiBold"/>
                <a:cs typeface="IBM Plex Sans SemiBold"/>
              </a:endParaRPr>
            </a:p>
          </p:txBody>
        </p:sp>
        <p:sp>
          <p:nvSpPr>
            <p:cNvPr id="196" name="node02.by"/>
            <p:cNvSpPr/>
            <p:nvPr/>
          </p:nvSpPr>
          <p:spPr>
            <a:xfrm>
              <a:off x="723900" y="3657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CORPORATE CONTROLLER · NORTHFIELD HEALTH SYSTEM</a:t>
              </a:r>
              <a:endParaRPr lang="en-US" sz="900" spc="54" kern="0" b="0" i="0" dirty="0">
                <a:solidFill>
                  <a:srgbClr val="CED7E6"/>
                </a:solidFill>
                <a:latin typeface="IBM Plex Mono Medium"/>
                <a:ea typeface="IBM Plex Mono Medium"/>
                <a:cs typeface="IBM Plex Mono Medium"/>
              </a:endParaRPr>
            </a:p>
          </p:txBody>
        </p:sp>
      </p:grpSp>
      <p:grpSp>
        <p:nvGrpSpPr>
          <p:cNvPr id="200" name="node03"/>
          <p:cNvGrpSpPr/>
          <p:nvPr/>
        </p:nvGrpSpPr>
        <p:grpSpPr>
          <a:xfrm>
            <a:off x="9410700" y="1600200"/>
            <a:ext cx="2057400" cy="2057400"/>
            <a:chOff x="9410700" y="1600200"/>
            <a:chExt cx="2057400" cy="2057400"/>
          </a:xfrm>
        </p:grpSpPr>
        <p:pic>
          <p:nvPicPr>
            <p:cNvPr id="197" name="node03.image" descr="photo-abstract-blocks; canonical SHA256=8f8e6dba2f69af9152b9ed1e3ab69831cc495c17f8dd85d5cf2ea3fb7148d8cb">    </p:cNvPr>
            <p:cNvPicPr>
              <a:picLocks noChangeAspect="1"/>
            </p:cNvPicPr>
            <p:nvPr/>
          </p:nvPicPr>
          <p:blipFill>
            <a:blip r:embed="rId1"/>
            <a:srcRect l="21979" r="21979" t="0" b="0"/>
            <a:stretch/>
          </p:blipFill>
          <p:spPr>
            <a:xfrm>
              <a:off x="9410700" y="1600200"/>
              <a:ext cx="2057400" cy="2057400"/>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ource-10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design choices shape the new close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a:t>
            </a:fld>
            <a:endParaRPr lang="en-US" sz="700" spc="0" kern="0" b="0" i="0" dirty="0">
              <a:solidFill>
                <a:srgbClr val="070154"/>
              </a:solidFill>
              <a:latin typeface="IBM Plex Mono SemiBold"/>
              <a:ea typeface="IBM Plex Mono SemiBold"/>
              <a:cs typeface="IBM Plex Mono SemiBold"/>
            </a:endParaRPr>
          </a:p>
        </p:txBody>
      </p:sp>
      <p:grpSp>
        <p:nvGrpSpPr>
          <p:cNvPr id="27" name="node01"/>
          <p:cNvGrpSpPr/>
          <p:nvPr/>
        </p:nvGrpSpPr>
        <p:grpSpPr>
          <a:xfrm>
            <a:off x="723900" y="1600200"/>
            <a:ext cx="3429000" cy="152400"/>
            <a:chOff x="723900" y="1600200"/>
            <a:chExt cx="3429000" cy="152400"/>
          </a:xfrm>
        </p:grpSpPr>
        <p:sp>
          <p:nvSpPr>
            <p:cNvPr id="6"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MATTERS</a:t>
              </a:r>
              <a:endParaRPr lang="en-US" sz="1000" spc="80" kern="0" b="0" i="0" dirty="0">
                <a:solidFill>
                  <a:srgbClr val="0047FF"/>
                </a:solidFill>
                <a:latin typeface="IBM Plex Mono SemiBold"/>
                <a:ea typeface="IBM Plex Mono SemiBold"/>
                <a:cs typeface="IBM Plex Mono SemiBold"/>
              </a:endParaRPr>
            </a:p>
          </p:txBody>
        </p:sp>
      </p:grpSp>
      <p:grpSp>
        <p:nvGrpSpPr>
          <p:cNvPr id="28" name="node02"/>
          <p:cNvGrpSpPr/>
          <p:nvPr/>
        </p:nvGrpSpPr>
        <p:grpSpPr>
          <a:xfrm>
            <a:off x="723900" y="1828800"/>
            <a:ext cx="3429000" cy="685800"/>
            <a:chOff x="723900" y="1828800"/>
            <a:chExt cx="3429000" cy="685800"/>
          </a:xfrm>
        </p:grpSpPr>
        <p:sp>
          <p:nvSpPr>
            <p:cNvPr id="7" name="node02.text"/>
            <p:cNvSpPr/>
            <p:nvPr/>
          </p:nvSpPr>
          <p:spPr>
            <a:xfrm>
              <a:off x="723900" y="1828800"/>
              <a:ext cx="34290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close that runs on rules, not reminders</a:t>
              </a:r>
              <a:endParaRPr lang="en-US" sz="1800" spc="-18" kern="0" b="0" i="0" dirty="0">
                <a:solidFill>
                  <a:srgbClr val="070154"/>
                </a:solidFill>
                <a:latin typeface="IBM Plex Sans SemiBold"/>
                <a:ea typeface="IBM Plex Sans SemiBold"/>
                <a:cs typeface="IBM Plex Sans SemiBold"/>
              </a:endParaRPr>
            </a:p>
          </p:txBody>
        </p:sp>
      </p:grpSp>
      <p:grpSp>
        <p:nvGrpSpPr>
          <p:cNvPr id="29" name="node03"/>
          <p:cNvGrpSpPr/>
          <p:nvPr/>
        </p:nvGrpSpPr>
        <p:grpSpPr>
          <a:xfrm>
            <a:off x="723900" y="2743200"/>
            <a:ext cx="3429000" cy="1333500"/>
            <a:chOff x="723900" y="2743200"/>
            <a:chExt cx="3429000" cy="1333500"/>
          </a:xfrm>
        </p:grpSpPr>
        <p:sp>
          <p:nvSpPr>
            <p:cNvPr id="8" name="node03.text"/>
            <p:cNvSpPr/>
            <p:nvPr/>
          </p:nvSpPr>
          <p:spPr>
            <a:xfrm>
              <a:off x="723900" y="27432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takes 12 days because work waits for people, not because it is hard. We redesign the sequence so entries are checked as they post and exceptions reach an owner on day one.</a:t>
              </a:r>
              <a:endParaRPr lang="en-US" sz="1400" spc="0" kern="0" b="0" i="0" dirty="0">
                <a:solidFill>
                  <a:srgbClr val="070154"/>
                </a:solidFill>
                <a:latin typeface="IBM Plex Sans"/>
                <a:ea typeface="IBM Plex Sans"/>
                <a:cs typeface="IBM Plex Sans"/>
              </a:endParaRPr>
            </a:p>
          </p:txBody>
        </p:sp>
      </p:grpSp>
      <p:grpSp>
        <p:nvGrpSpPr>
          <p:cNvPr id="30" name="node04"/>
          <p:cNvGrpSpPr/>
          <p:nvPr/>
        </p:nvGrpSpPr>
        <p:grpSpPr>
          <a:xfrm>
            <a:off x="4381500" y="1600200"/>
            <a:ext cx="3429000" cy="2057400"/>
            <a:chOff x="4381500" y="1600200"/>
            <a:chExt cx="3429000" cy="2057400"/>
          </a:xfrm>
        </p:grpSpPr>
        <p:sp>
          <p:nvSpPr>
            <p:cNvPr id="9" name="node04.container"/>
            <p:cNvSpPr/>
            <p:nvPr/>
          </p:nvSpPr>
          <p:spPr>
            <a:xfrm>
              <a:off x="4381500" y="1600200"/>
              <a:ext cx="3429000" cy="2057400"/>
            </a:xfrm>
            <a:prstGeom prst="rect">
              <a:avLst/>
            </a:prstGeom>
            <a:solidFill>
              <a:srgbClr val="E8EEF8"/>
            </a:solidFill>
            <a:ln>
              <a:noFill/>
            </a:ln>
          </p:spPr>
        </p:sp>
        <p:sp>
          <p:nvSpPr>
            <p:cNvPr id="10" name="node04.edge"/>
            <p:cNvSpPr/>
            <p:nvPr/>
          </p:nvSpPr>
          <p:spPr>
            <a:xfrm>
              <a:off x="4381500" y="1600200"/>
              <a:ext cx="3429000" cy="38100"/>
            </a:xfrm>
            <a:prstGeom prst="rect">
              <a:avLst/>
            </a:prstGeom>
            <a:solidFill>
              <a:srgbClr val="0047FF"/>
            </a:solidFill>
            <a:ln>
              <a:noFill/>
            </a:ln>
          </p:spPr>
        </p:sp>
        <p:sp>
          <p:nvSpPr>
            <p:cNvPr id="11" name="node04.number"/>
            <p:cNvSpPr/>
            <p:nvPr/>
          </p:nvSpPr>
          <p:spPr>
            <a:xfrm>
              <a:off x="4610100" y="18669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4.title"/>
            <p:cNvSpPr/>
            <p:nvPr/>
          </p:nvSpPr>
          <p:spPr>
            <a:xfrm>
              <a:off x="5010150" y="18669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Standard reconciliations</a:t>
              </a:r>
              <a:endParaRPr lang="en-US" sz="1800" spc="-18" kern="0" b="0" i="0" dirty="0">
                <a:solidFill>
                  <a:srgbClr val="070154"/>
                </a:solidFill>
                <a:latin typeface="IBM Plex Sans SemiBold"/>
                <a:ea typeface="IBM Plex Sans SemiBold"/>
                <a:cs typeface="IBM Plex Sans SemiBold"/>
              </a:endParaRPr>
            </a:p>
          </p:txBody>
        </p:sp>
        <p:sp>
          <p:nvSpPr>
            <p:cNvPr id="13" name="node04.body.item-001.paragraph"/>
            <p:cNvSpPr/>
            <p:nvPr/>
          </p:nvSpPr>
          <p:spPr>
            <a:xfrm>
              <a:off x="4610100" y="23241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One template and one owner for every balance-sheet account, closed during the month.</a:t>
              </a:r>
              <a:endParaRPr lang="en-US" sz="1400" spc="0" kern="0" b="0" i="0" dirty="0">
                <a:solidFill>
                  <a:srgbClr val="50658E"/>
                </a:solidFill>
                <a:latin typeface="IBM Plex Sans"/>
                <a:ea typeface="IBM Plex Sans"/>
                <a:cs typeface="IBM Plex Sans"/>
              </a:endParaRPr>
            </a:p>
          </p:txBody>
        </p:sp>
        <p:sp>
          <p:nvSpPr>
            <p:cNvPr id="14" name="node04.tag-bg"/>
            <p:cNvSpPr/>
            <p:nvPr/>
          </p:nvSpPr>
          <p:spPr>
            <a:xfrm>
              <a:off x="6806369" y="1600200"/>
              <a:ext cx="1004131" cy="228600"/>
            </a:xfrm>
            <a:prstGeom prst="rect">
              <a:avLst/>
            </a:prstGeom>
            <a:solidFill>
              <a:srgbClr val="0047FF"/>
            </a:solidFill>
            <a:ln>
              <a:noFill/>
            </a:ln>
          </p:spPr>
        </p:sp>
        <p:sp>
          <p:nvSpPr>
            <p:cNvPr id="15" name="node04.tag"/>
            <p:cNvSpPr/>
            <p:nvPr/>
          </p:nvSpPr>
          <p:spPr>
            <a:xfrm>
              <a:off x="6882569" y="1638300"/>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RECOMMENDED</a:t>
              </a:r>
              <a:endParaRPr lang="en-US" sz="900" spc="54" kern="0" b="0" i="0" dirty="0">
                <a:solidFill>
                  <a:srgbClr val="FFFFFF"/>
                </a:solidFill>
                <a:latin typeface="IBM Plex Mono SemiBold"/>
                <a:ea typeface="IBM Plex Mono SemiBold"/>
                <a:cs typeface="IBM Plex Mono SemiBold"/>
              </a:endParaRPr>
            </a:p>
          </p:txBody>
        </p:sp>
      </p:grpSp>
      <p:grpSp>
        <p:nvGrpSpPr>
          <p:cNvPr id="31" name="node05"/>
          <p:cNvGrpSpPr/>
          <p:nvPr/>
        </p:nvGrpSpPr>
        <p:grpSpPr>
          <a:xfrm>
            <a:off x="8039100" y="1600200"/>
            <a:ext cx="3429000" cy="2057400"/>
            <a:chOff x="8039100" y="1600200"/>
            <a:chExt cx="3429000" cy="2057400"/>
          </a:xfrm>
        </p:grpSpPr>
        <p:sp>
          <p:nvSpPr>
            <p:cNvPr id="16" name="node05.container"/>
            <p:cNvSpPr/>
            <p:nvPr/>
          </p:nvSpPr>
          <p:spPr>
            <a:xfrm>
              <a:off x="8039100" y="1600200"/>
              <a:ext cx="3429000" cy="2057400"/>
            </a:xfrm>
            <a:prstGeom prst="rect">
              <a:avLst/>
            </a:prstGeom>
            <a:solidFill>
              <a:srgbClr val="E8EEF8"/>
            </a:solidFill>
            <a:ln>
              <a:noFill/>
            </a:ln>
          </p:spPr>
        </p:sp>
        <p:sp>
          <p:nvSpPr>
            <p:cNvPr id="17" name="node05.number"/>
            <p:cNvSpPr/>
            <p:nvPr/>
          </p:nvSpPr>
          <p:spPr>
            <a:xfrm>
              <a:off x="8267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8667750" y="1828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Automated matching</a:t>
              </a:r>
              <a:endParaRPr lang="en-US" sz="1800" spc="-18" kern="0" b="0" i="0" dirty="0">
                <a:solidFill>
                  <a:srgbClr val="070154"/>
                </a:solidFill>
                <a:latin typeface="IBM Plex Sans SemiBold"/>
                <a:ea typeface="IBM Plex Sans SemiBold"/>
                <a:cs typeface="IBM Plex Sans SemiBold"/>
              </a:endParaRPr>
            </a:p>
          </p:txBody>
        </p:sp>
        <p:sp>
          <p:nvSpPr>
            <p:cNvPr id="19" name="node05.body.item-001.paragraph"/>
            <p:cNvSpPr/>
            <p:nvPr/>
          </p:nvSpPr>
          <p:spPr>
            <a:xfrm>
              <a:off x="8267700" y="22860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Intercompany balances match overnight, so eleven entities stop trading spreadsheets.</a:t>
              </a:r>
              <a:endParaRPr lang="en-US" sz="1400" spc="0" kern="0" b="0" i="0" dirty="0">
                <a:solidFill>
                  <a:srgbClr val="50658E"/>
                </a:solidFill>
                <a:latin typeface="IBM Plex Sans"/>
                <a:ea typeface="IBM Plex Sans"/>
                <a:cs typeface="IBM Plex Sans"/>
              </a:endParaRPr>
            </a:p>
          </p:txBody>
        </p:sp>
      </p:grpSp>
      <p:grpSp>
        <p:nvGrpSpPr>
          <p:cNvPr id="32" name="node06"/>
          <p:cNvGrpSpPr/>
          <p:nvPr/>
        </p:nvGrpSpPr>
        <p:grpSpPr>
          <a:xfrm>
            <a:off x="4381500" y="3886200"/>
            <a:ext cx="3429000" cy="2057400"/>
            <a:chOff x="4381500" y="3886200"/>
            <a:chExt cx="3429000" cy="2057400"/>
          </a:xfrm>
        </p:grpSpPr>
        <p:sp>
          <p:nvSpPr>
            <p:cNvPr id="20" name="node06.container"/>
            <p:cNvSpPr/>
            <p:nvPr/>
          </p:nvSpPr>
          <p:spPr>
            <a:xfrm>
              <a:off x="4386263" y="3890962"/>
              <a:ext cx="3419475" cy="2047875"/>
            </a:xfrm>
            <a:prstGeom prst="rect">
              <a:avLst/>
            </a:prstGeom>
            <a:solidFill>
              <a:srgbClr val="FFFFFF"/>
            </a:solidFill>
            <a:ln w="9525">
              <a:solidFill>
                <a:srgbClr val="CED7E6"/>
              </a:solidFill>
              <a:prstDash val="solid"/>
            </a:ln>
          </p:spPr>
        </p:sp>
        <p:sp>
          <p:nvSpPr>
            <p:cNvPr id="21" name="node06.number"/>
            <p:cNvSpPr/>
            <p:nvPr/>
          </p:nvSpPr>
          <p:spPr>
            <a:xfrm>
              <a:off x="46101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50658E"/>
                  </a:solidFill>
                  <a:latin typeface="IBM Plex Mono SemiBold"/>
                  <a:ea typeface="IBM Plex Mono SemiBold"/>
                  <a:cs typeface="IBM Plex Mono SemiBold"/>
                </a:rPr>
                <a:t>03</a:t>
              </a:r>
              <a:endParaRPr lang="en-US" sz="1800" spc="0" kern="0" b="0" i="0" dirty="0">
                <a:solidFill>
                  <a:srgbClr val="50658E"/>
                </a:solidFill>
                <a:latin typeface="IBM Plex Mono SemiBold"/>
                <a:ea typeface="IBM Plex Mono SemiBold"/>
                <a:cs typeface="IBM Plex Mono SemiBold"/>
              </a:endParaRPr>
            </a:p>
          </p:txBody>
        </p:sp>
        <p:sp>
          <p:nvSpPr>
            <p:cNvPr id="22" name="node06.title"/>
            <p:cNvSpPr/>
            <p:nvPr/>
          </p:nvSpPr>
          <p:spPr>
            <a:xfrm>
              <a:off x="5010150" y="4114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50658E"/>
                  </a:solidFill>
                  <a:latin typeface="IBM Plex Sans SemiBold"/>
                  <a:ea typeface="IBM Plex Sans SemiBold"/>
                  <a:cs typeface="IBM Plex Sans SemiBold"/>
                </a:rPr>
                <a:t>Earlier review</a:t>
              </a:r>
              <a:endParaRPr lang="en-US" sz="1800" spc="-18" kern="0" b="0" i="0" dirty="0">
                <a:solidFill>
                  <a:srgbClr val="50658E"/>
                </a:solidFill>
                <a:latin typeface="IBM Plex Sans SemiBold"/>
                <a:ea typeface="IBM Plex Sans SemiBold"/>
                <a:cs typeface="IBM Plex Sans SemiBold"/>
              </a:endParaRPr>
            </a:p>
          </p:txBody>
        </p:sp>
        <p:sp>
          <p:nvSpPr>
            <p:cNvPr id="23" name="node06.body.item-001.paragraph"/>
            <p:cNvSpPr/>
            <p:nvPr/>
          </p:nvSpPr>
          <p:spPr>
            <a:xfrm>
              <a:off x="4610100" y="45720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Controllers review entries as they post, not in a single push on day nine.</a:t>
              </a:r>
              <a:endParaRPr lang="en-US" sz="1400" spc="0" kern="0" b="0" i="0" dirty="0">
                <a:solidFill>
                  <a:srgbClr val="50658E"/>
                </a:solidFill>
                <a:latin typeface="IBM Plex Sans"/>
                <a:ea typeface="IBM Plex Sans"/>
                <a:cs typeface="IBM Plex Sans"/>
              </a:endParaRPr>
            </a:p>
          </p:txBody>
        </p:sp>
      </p:grpSp>
      <p:grpSp>
        <p:nvGrpSpPr>
          <p:cNvPr id="33" name="node07"/>
          <p:cNvGrpSpPr/>
          <p:nvPr/>
        </p:nvGrpSpPr>
        <p:grpSpPr>
          <a:xfrm>
            <a:off x="8039100" y="3886200"/>
            <a:ext cx="3429000" cy="2057400"/>
            <a:chOff x="8039100" y="3886200"/>
            <a:chExt cx="3429000" cy="2057400"/>
          </a:xfrm>
        </p:grpSpPr>
        <p:sp>
          <p:nvSpPr>
            <p:cNvPr id="24" name="node07.container"/>
            <p:cNvSpPr/>
            <p:nvPr/>
          </p:nvSpPr>
          <p:spPr>
            <a:xfrm>
              <a:off x="8045450" y="3892550"/>
              <a:ext cx="3416300" cy="2044700"/>
            </a:xfrm>
            <a:prstGeom prst="rect">
              <a:avLst/>
            </a:prstGeom>
            <a:solidFill>
              <a:srgbClr val="FFFFFF"/>
            </a:solidFill>
            <a:ln w="12700">
              <a:solidFill>
                <a:srgbClr val="97A4BA"/>
              </a:solidFill>
              <a:prstDash val="dash"/>
            </a:ln>
          </p:spPr>
        </p:sp>
        <p:sp>
          <p:nvSpPr>
            <p:cNvPr id="25" name="node07.title"/>
            <p:cNvSpPr/>
            <p:nvPr/>
          </p:nvSpPr>
          <p:spPr>
            <a:xfrm>
              <a:off x="8267700" y="4114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50658E"/>
                  </a:solidFill>
                  <a:latin typeface="IBM Plex Sans SemiBold"/>
                  <a:ea typeface="IBM Plex Sans SemiBold"/>
                  <a:cs typeface="IBM Plex Sans SemiBold"/>
                </a:rPr>
                <a:t>Close governance</a:t>
              </a:r>
              <a:endParaRPr lang="en-US" sz="1800" spc="-18" kern="0" b="0" i="0" dirty="0">
                <a:solidFill>
                  <a:srgbClr val="50658E"/>
                </a:solidFill>
                <a:latin typeface="IBM Plex Sans SemiBold"/>
                <a:ea typeface="IBM Plex Sans SemiBold"/>
                <a:cs typeface="IBM Plex Sans SemiBold"/>
              </a:endParaRPr>
            </a:p>
          </p:txBody>
        </p:sp>
        <p:sp>
          <p:nvSpPr>
            <p:cNvPr id="26" name="node07.placeholder"/>
            <p:cNvSpPr/>
            <p:nvPr/>
          </p:nvSpPr>
          <p:spPr>
            <a:xfrm>
              <a:off x="8267700" y="4572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TO BE CONFIRMED</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ource-410">
    <p:spTree>
      <p:nvGrpSpPr>
        <p:cNvPr id="1" name=""/>
        <p:cNvGrpSpPr/>
        <p:nvPr/>
      </p:nvGrpSpPr>
      <p:grpSpPr>
        <a:xfrm>
          <a:off x="0" y="0"/>
          <a:ext cx="0" cy="0"/>
          <a:chOff x="0" y="0"/>
          <a:chExt cx="0" cy="0"/>
        </a:xfrm>
      </p:grpSpPr>
      <p:sp>
        <p:nvSpPr>
          <p:cNvPr id="2" name="wm.library-whiteboard.001.001.001"/>
          <p:cNvSpPr/>
          <p:nvPr/>
        </p:nvSpPr>
        <p:spPr>
          <a:xfrm>
            <a:off x="266700" y="228600"/>
            <a:ext cx="38100" cy="38100"/>
          </a:xfrm>
          <a:prstGeom prst="rect">
            <a:avLst/>
          </a:prstGeom>
          <a:solidFill>
            <a:srgbClr val="CED7E6"/>
          </a:solidFill>
          <a:ln>
            <a:noFill/>
          </a:ln>
        </p:spPr>
      </p:sp>
      <p:sp>
        <p:nvSpPr>
          <p:cNvPr id="3" name="wm.library-whiteboard.001.001.002"/>
          <p:cNvSpPr/>
          <p:nvPr/>
        </p:nvSpPr>
        <p:spPr>
          <a:xfrm>
            <a:off x="266700" y="457200"/>
            <a:ext cx="38100" cy="38100"/>
          </a:xfrm>
          <a:prstGeom prst="rect">
            <a:avLst/>
          </a:prstGeom>
          <a:solidFill>
            <a:srgbClr val="CED7E6"/>
          </a:solidFill>
          <a:ln>
            <a:noFill/>
          </a:ln>
        </p:spPr>
      </p:sp>
      <p:sp>
        <p:nvSpPr>
          <p:cNvPr id="4" name="wm.library-whiteboard.001.001.003"/>
          <p:cNvSpPr/>
          <p:nvPr/>
        </p:nvSpPr>
        <p:spPr>
          <a:xfrm>
            <a:off x="266700" y="685800"/>
            <a:ext cx="38100" cy="38100"/>
          </a:xfrm>
          <a:prstGeom prst="rect">
            <a:avLst/>
          </a:prstGeom>
          <a:solidFill>
            <a:srgbClr val="CED7E6"/>
          </a:solidFill>
          <a:ln>
            <a:noFill/>
          </a:ln>
        </p:spPr>
      </p:sp>
      <p:sp>
        <p:nvSpPr>
          <p:cNvPr id="5" name="wm.library-whiteboard.001.001.004"/>
          <p:cNvSpPr/>
          <p:nvPr/>
        </p:nvSpPr>
        <p:spPr>
          <a:xfrm>
            <a:off x="266700" y="914400"/>
            <a:ext cx="38100" cy="38100"/>
          </a:xfrm>
          <a:prstGeom prst="rect">
            <a:avLst/>
          </a:prstGeom>
          <a:solidFill>
            <a:srgbClr val="CED7E6"/>
          </a:solidFill>
          <a:ln>
            <a:noFill/>
          </a:ln>
        </p:spPr>
      </p:sp>
      <p:sp>
        <p:nvSpPr>
          <p:cNvPr id="6" name="wm.library-whiteboard.001.001.005"/>
          <p:cNvSpPr/>
          <p:nvPr/>
        </p:nvSpPr>
        <p:spPr>
          <a:xfrm>
            <a:off x="266700" y="1143000"/>
            <a:ext cx="38100" cy="38100"/>
          </a:xfrm>
          <a:prstGeom prst="rect">
            <a:avLst/>
          </a:prstGeom>
          <a:solidFill>
            <a:srgbClr val="CED7E6">
              <a:alpha val="85305"/>
            </a:srgbClr>
          </a:solidFill>
          <a:ln>
            <a:noFill/>
          </a:ln>
        </p:spPr>
      </p:sp>
      <p:sp>
        <p:nvSpPr>
          <p:cNvPr id="7" name="wm.library-whiteboard.001.001.006"/>
          <p:cNvSpPr/>
          <p:nvPr/>
        </p:nvSpPr>
        <p:spPr>
          <a:xfrm>
            <a:off x="266700" y="1371600"/>
            <a:ext cx="38100" cy="38100"/>
          </a:xfrm>
          <a:prstGeom prst="rect">
            <a:avLst/>
          </a:prstGeom>
          <a:solidFill>
            <a:srgbClr val="CED7E6">
              <a:alpha val="68524"/>
            </a:srgbClr>
          </a:solidFill>
          <a:ln>
            <a:noFill/>
          </a:ln>
        </p:spPr>
      </p:sp>
      <p:sp>
        <p:nvSpPr>
          <p:cNvPr id="8" name="wm.library-whiteboard.001.001.007"/>
          <p:cNvSpPr/>
          <p:nvPr/>
        </p:nvSpPr>
        <p:spPr>
          <a:xfrm>
            <a:off x="266700" y="1600200"/>
            <a:ext cx="38100" cy="38100"/>
          </a:xfrm>
          <a:prstGeom prst="rect">
            <a:avLst/>
          </a:prstGeom>
          <a:solidFill>
            <a:srgbClr val="CED7E6">
              <a:alpha val="51742"/>
            </a:srgbClr>
          </a:solidFill>
          <a:ln>
            <a:noFill/>
          </a:ln>
        </p:spPr>
      </p:sp>
      <p:sp>
        <p:nvSpPr>
          <p:cNvPr id="9" name="wm.library-whiteboard.001.001.008"/>
          <p:cNvSpPr/>
          <p:nvPr/>
        </p:nvSpPr>
        <p:spPr>
          <a:xfrm>
            <a:off x="266700" y="1828800"/>
            <a:ext cx="38100" cy="38100"/>
          </a:xfrm>
          <a:prstGeom prst="rect">
            <a:avLst/>
          </a:prstGeom>
          <a:solidFill>
            <a:srgbClr val="CED7E6">
              <a:alpha val="34959"/>
            </a:srgbClr>
          </a:solidFill>
          <a:ln>
            <a:noFill/>
          </a:ln>
        </p:spPr>
      </p:sp>
      <p:sp>
        <p:nvSpPr>
          <p:cNvPr id="10" name="wm.library-whiteboard.001.001.009"/>
          <p:cNvSpPr/>
          <p:nvPr/>
        </p:nvSpPr>
        <p:spPr>
          <a:xfrm>
            <a:off x="266700" y="2057400"/>
            <a:ext cx="38100" cy="38100"/>
          </a:xfrm>
          <a:prstGeom prst="rect">
            <a:avLst/>
          </a:prstGeom>
          <a:solidFill>
            <a:srgbClr val="CED7E6">
              <a:alpha val="18177"/>
            </a:srgbClr>
          </a:solidFill>
          <a:ln>
            <a:noFill/>
          </a:ln>
        </p:spPr>
      </p:sp>
      <p:sp>
        <p:nvSpPr>
          <p:cNvPr id="11" name="wm.library-whiteboard.001.001.010"/>
          <p:cNvSpPr/>
          <p:nvPr/>
        </p:nvSpPr>
        <p:spPr>
          <a:xfrm>
            <a:off x="266700" y="2286000"/>
            <a:ext cx="38100" cy="38100"/>
          </a:xfrm>
          <a:prstGeom prst="rect">
            <a:avLst/>
          </a:prstGeom>
          <a:solidFill>
            <a:srgbClr val="CED7E6">
              <a:alpha val="1394"/>
            </a:srgbClr>
          </a:solidFill>
          <a:ln>
            <a:noFill/>
          </a:ln>
        </p:spPr>
      </p:sp>
      <p:sp>
        <p:nvSpPr>
          <p:cNvPr id="12" name="wm.library-whiteboard.001.002.001"/>
          <p:cNvSpPr/>
          <p:nvPr/>
        </p:nvSpPr>
        <p:spPr>
          <a:xfrm>
            <a:off x="495300" y="228600"/>
            <a:ext cx="38100" cy="38100"/>
          </a:xfrm>
          <a:prstGeom prst="rect">
            <a:avLst/>
          </a:prstGeom>
          <a:solidFill>
            <a:srgbClr val="CED7E6"/>
          </a:solidFill>
          <a:ln>
            <a:noFill/>
          </a:ln>
        </p:spPr>
      </p:sp>
      <p:sp>
        <p:nvSpPr>
          <p:cNvPr id="13" name="wm.library-whiteboard.001.002.002"/>
          <p:cNvSpPr/>
          <p:nvPr/>
        </p:nvSpPr>
        <p:spPr>
          <a:xfrm>
            <a:off x="495300" y="457200"/>
            <a:ext cx="38100" cy="38100"/>
          </a:xfrm>
          <a:prstGeom prst="rect">
            <a:avLst/>
          </a:prstGeom>
          <a:solidFill>
            <a:srgbClr val="CED7E6"/>
          </a:solidFill>
          <a:ln>
            <a:noFill/>
          </a:ln>
        </p:spPr>
      </p:sp>
      <p:sp>
        <p:nvSpPr>
          <p:cNvPr id="14" name="wm.library-whiteboard.001.002.003"/>
          <p:cNvSpPr/>
          <p:nvPr/>
        </p:nvSpPr>
        <p:spPr>
          <a:xfrm>
            <a:off x="495300" y="685800"/>
            <a:ext cx="38100" cy="38100"/>
          </a:xfrm>
          <a:prstGeom prst="rect">
            <a:avLst/>
          </a:prstGeom>
          <a:solidFill>
            <a:srgbClr val="CED7E6"/>
          </a:solidFill>
          <a:ln>
            <a:noFill/>
          </a:ln>
        </p:spPr>
      </p:sp>
      <p:sp>
        <p:nvSpPr>
          <p:cNvPr id="15" name="wm.library-whiteboard.001.002.004"/>
          <p:cNvSpPr/>
          <p:nvPr/>
        </p:nvSpPr>
        <p:spPr>
          <a:xfrm>
            <a:off x="495300" y="914400"/>
            <a:ext cx="38100" cy="38100"/>
          </a:xfrm>
          <a:prstGeom prst="rect">
            <a:avLst/>
          </a:prstGeom>
          <a:solidFill>
            <a:srgbClr val="CED7E6">
              <a:alpha val="99988"/>
            </a:srgbClr>
          </a:solidFill>
          <a:ln>
            <a:noFill/>
          </a:ln>
        </p:spPr>
      </p:sp>
      <p:sp>
        <p:nvSpPr>
          <p:cNvPr id="16" name="wm.library-whiteboard.001.002.005"/>
          <p:cNvSpPr/>
          <p:nvPr/>
        </p:nvSpPr>
        <p:spPr>
          <a:xfrm>
            <a:off x="495300" y="1143000"/>
            <a:ext cx="38100" cy="38100"/>
          </a:xfrm>
          <a:prstGeom prst="rect">
            <a:avLst/>
          </a:prstGeom>
          <a:solidFill>
            <a:srgbClr val="CED7E6">
              <a:alpha val="83708"/>
            </a:srgbClr>
          </a:solidFill>
          <a:ln>
            <a:noFill/>
          </a:ln>
        </p:spPr>
      </p:sp>
      <p:sp>
        <p:nvSpPr>
          <p:cNvPr id="17" name="wm.library-whiteboard.001.002.006"/>
          <p:cNvSpPr/>
          <p:nvPr/>
        </p:nvSpPr>
        <p:spPr>
          <a:xfrm>
            <a:off x="495300" y="1371600"/>
            <a:ext cx="38100" cy="38100"/>
          </a:xfrm>
          <a:prstGeom prst="rect">
            <a:avLst/>
          </a:prstGeom>
          <a:solidFill>
            <a:srgbClr val="CED7E6">
              <a:alpha val="67236"/>
            </a:srgbClr>
          </a:solidFill>
          <a:ln>
            <a:noFill/>
          </a:ln>
        </p:spPr>
      </p:sp>
      <p:sp>
        <p:nvSpPr>
          <p:cNvPr id="18" name="wm.library-whiteboard.001.002.007"/>
          <p:cNvSpPr/>
          <p:nvPr/>
        </p:nvSpPr>
        <p:spPr>
          <a:xfrm>
            <a:off x="495300" y="1600200"/>
            <a:ext cx="38100" cy="38100"/>
          </a:xfrm>
          <a:prstGeom prst="rect">
            <a:avLst/>
          </a:prstGeom>
          <a:solidFill>
            <a:srgbClr val="CED7E6">
              <a:alpha val="50663"/>
            </a:srgbClr>
          </a:solidFill>
          <a:ln>
            <a:noFill/>
          </a:ln>
        </p:spPr>
      </p:sp>
      <p:sp>
        <p:nvSpPr>
          <p:cNvPr id="19" name="wm.library-whiteboard.001.002.008"/>
          <p:cNvSpPr/>
          <p:nvPr/>
        </p:nvSpPr>
        <p:spPr>
          <a:xfrm>
            <a:off x="495300" y="1828800"/>
            <a:ext cx="38100" cy="38100"/>
          </a:xfrm>
          <a:prstGeom prst="rect">
            <a:avLst/>
          </a:prstGeom>
          <a:solidFill>
            <a:srgbClr val="CED7E6">
              <a:alpha val="34032"/>
            </a:srgbClr>
          </a:solidFill>
          <a:ln>
            <a:noFill/>
          </a:ln>
        </p:spPr>
      </p:sp>
      <p:sp>
        <p:nvSpPr>
          <p:cNvPr id="20" name="wm.library-whiteboard.001.002.009"/>
          <p:cNvSpPr/>
          <p:nvPr/>
        </p:nvSpPr>
        <p:spPr>
          <a:xfrm>
            <a:off x="495300" y="2057400"/>
            <a:ext cx="38100" cy="38100"/>
          </a:xfrm>
          <a:prstGeom prst="rect">
            <a:avLst/>
          </a:prstGeom>
          <a:solidFill>
            <a:srgbClr val="CED7E6">
              <a:alpha val="17363"/>
            </a:srgbClr>
          </a:solidFill>
          <a:ln>
            <a:noFill/>
          </a:ln>
        </p:spPr>
      </p:sp>
      <p:sp>
        <p:nvSpPr>
          <p:cNvPr id="21" name="wm.library-whiteboard.001.002.010"/>
          <p:cNvSpPr/>
          <p:nvPr/>
        </p:nvSpPr>
        <p:spPr>
          <a:xfrm>
            <a:off x="495300" y="2286000"/>
            <a:ext cx="38100" cy="38100"/>
          </a:xfrm>
          <a:prstGeom prst="rect">
            <a:avLst/>
          </a:prstGeom>
          <a:solidFill>
            <a:srgbClr val="CED7E6">
              <a:alpha val="670"/>
            </a:srgbClr>
          </a:solidFill>
          <a:ln>
            <a:noFill/>
          </a:ln>
        </p:spPr>
      </p:sp>
      <p:sp>
        <p:nvSpPr>
          <p:cNvPr id="22" name="wm.library-whiteboard.001.003.001"/>
          <p:cNvSpPr/>
          <p:nvPr/>
        </p:nvSpPr>
        <p:spPr>
          <a:xfrm>
            <a:off x="723900" y="228600"/>
            <a:ext cx="38100" cy="38100"/>
          </a:xfrm>
          <a:prstGeom prst="rect">
            <a:avLst/>
          </a:prstGeom>
          <a:solidFill>
            <a:srgbClr val="CED7E6"/>
          </a:solidFill>
          <a:ln>
            <a:noFill/>
          </a:ln>
        </p:spPr>
      </p:sp>
      <p:sp>
        <p:nvSpPr>
          <p:cNvPr id="23" name="wm.library-whiteboard.001.003.002"/>
          <p:cNvSpPr/>
          <p:nvPr/>
        </p:nvSpPr>
        <p:spPr>
          <a:xfrm>
            <a:off x="723900" y="457200"/>
            <a:ext cx="38100" cy="38100"/>
          </a:xfrm>
          <a:prstGeom prst="rect">
            <a:avLst/>
          </a:prstGeom>
          <a:solidFill>
            <a:srgbClr val="CED7E6"/>
          </a:solidFill>
          <a:ln>
            <a:noFill/>
          </a:ln>
        </p:spPr>
      </p:sp>
      <p:sp>
        <p:nvSpPr>
          <p:cNvPr id="24" name="wm.library-whiteboard.001.003.003"/>
          <p:cNvSpPr/>
          <p:nvPr/>
        </p:nvSpPr>
        <p:spPr>
          <a:xfrm>
            <a:off x="723900" y="685800"/>
            <a:ext cx="38100" cy="38100"/>
          </a:xfrm>
          <a:prstGeom prst="rect">
            <a:avLst/>
          </a:prstGeom>
          <a:solidFill>
            <a:srgbClr val="CED7E6"/>
          </a:solidFill>
          <a:ln>
            <a:noFill/>
          </a:ln>
        </p:spPr>
      </p:sp>
      <p:sp>
        <p:nvSpPr>
          <p:cNvPr id="25" name="wm.library-whiteboard.001.003.004"/>
          <p:cNvSpPr/>
          <p:nvPr/>
        </p:nvSpPr>
        <p:spPr>
          <a:xfrm>
            <a:off x="723900" y="914400"/>
            <a:ext cx="38100" cy="38100"/>
          </a:xfrm>
          <a:prstGeom prst="rect">
            <a:avLst/>
          </a:prstGeom>
          <a:solidFill>
            <a:srgbClr val="CED7E6">
              <a:alpha val="94671"/>
            </a:srgbClr>
          </a:solidFill>
          <a:ln>
            <a:noFill/>
          </a:ln>
        </p:spPr>
      </p:sp>
      <p:sp>
        <p:nvSpPr>
          <p:cNvPr id="26" name="wm.library-whiteboard.001.003.005"/>
          <p:cNvSpPr/>
          <p:nvPr/>
        </p:nvSpPr>
        <p:spPr>
          <a:xfrm>
            <a:off x="723900" y="1143000"/>
            <a:ext cx="38100" cy="38100"/>
          </a:xfrm>
          <a:prstGeom prst="rect">
            <a:avLst/>
          </a:prstGeom>
          <a:solidFill>
            <a:srgbClr val="CED7E6">
              <a:alpha val="79547"/>
            </a:srgbClr>
          </a:solidFill>
          <a:ln>
            <a:noFill/>
          </a:ln>
        </p:spPr>
      </p:sp>
      <p:sp>
        <p:nvSpPr>
          <p:cNvPr id="27" name="wm.library-whiteboard.001.003.006"/>
          <p:cNvSpPr/>
          <p:nvPr/>
        </p:nvSpPr>
        <p:spPr>
          <a:xfrm>
            <a:off x="723900" y="1371600"/>
            <a:ext cx="38100" cy="38100"/>
          </a:xfrm>
          <a:prstGeom prst="rect">
            <a:avLst/>
          </a:prstGeom>
          <a:solidFill>
            <a:srgbClr val="CED7E6">
              <a:alpha val="63833"/>
            </a:srgbClr>
          </a:solidFill>
          <a:ln>
            <a:noFill/>
          </a:ln>
        </p:spPr>
      </p:sp>
      <p:sp>
        <p:nvSpPr>
          <p:cNvPr id="28" name="wm.library-whiteboard.001.003.007"/>
          <p:cNvSpPr/>
          <p:nvPr/>
        </p:nvSpPr>
        <p:spPr>
          <a:xfrm>
            <a:off x="723900" y="1600200"/>
            <a:ext cx="38100" cy="38100"/>
          </a:xfrm>
          <a:prstGeom prst="rect">
            <a:avLst/>
          </a:prstGeom>
          <a:solidFill>
            <a:srgbClr val="CED7E6">
              <a:alpha val="47790"/>
            </a:srgbClr>
          </a:solidFill>
          <a:ln>
            <a:noFill/>
          </a:ln>
        </p:spPr>
      </p:sp>
      <p:sp>
        <p:nvSpPr>
          <p:cNvPr id="29" name="wm.library-whiteboard.001.003.008"/>
          <p:cNvSpPr/>
          <p:nvPr/>
        </p:nvSpPr>
        <p:spPr>
          <a:xfrm>
            <a:off x="723900" y="1828800"/>
            <a:ext cx="38100" cy="38100"/>
          </a:xfrm>
          <a:prstGeom prst="rect">
            <a:avLst/>
          </a:prstGeom>
          <a:solidFill>
            <a:srgbClr val="CED7E6">
              <a:alpha val="31549"/>
            </a:srgbClr>
          </a:solidFill>
          <a:ln>
            <a:noFill/>
          </a:ln>
        </p:spPr>
      </p:sp>
      <p:sp>
        <p:nvSpPr>
          <p:cNvPr id="30" name="wm.library-whiteboard.001.003.009"/>
          <p:cNvSpPr/>
          <p:nvPr/>
        </p:nvSpPr>
        <p:spPr>
          <a:xfrm>
            <a:off x="723900" y="2057400"/>
            <a:ext cx="38100" cy="38100"/>
          </a:xfrm>
          <a:prstGeom prst="rect">
            <a:avLst/>
          </a:prstGeom>
          <a:solidFill>
            <a:srgbClr val="CED7E6">
              <a:alpha val="15179"/>
            </a:srgbClr>
          </a:solidFill>
          <a:ln>
            <a:noFill/>
          </a:ln>
        </p:spPr>
      </p:sp>
      <p:sp>
        <p:nvSpPr>
          <p:cNvPr id="31" name="wm.library-whiteboard.001.004.001"/>
          <p:cNvSpPr/>
          <p:nvPr/>
        </p:nvSpPr>
        <p:spPr>
          <a:xfrm>
            <a:off x="952500" y="228600"/>
            <a:ext cx="38100" cy="38100"/>
          </a:xfrm>
          <a:prstGeom prst="rect">
            <a:avLst/>
          </a:prstGeom>
          <a:solidFill>
            <a:srgbClr val="CED7E6"/>
          </a:solidFill>
          <a:ln>
            <a:noFill/>
          </a:ln>
        </p:spPr>
      </p:sp>
      <p:sp>
        <p:nvSpPr>
          <p:cNvPr id="32" name="wm.library-whiteboard.001.004.002"/>
          <p:cNvSpPr/>
          <p:nvPr/>
        </p:nvSpPr>
        <p:spPr>
          <a:xfrm>
            <a:off x="952500" y="457200"/>
            <a:ext cx="38100" cy="38100"/>
          </a:xfrm>
          <a:prstGeom prst="rect">
            <a:avLst/>
          </a:prstGeom>
          <a:solidFill>
            <a:srgbClr val="CED7E6"/>
          </a:solidFill>
          <a:ln>
            <a:noFill/>
          </a:ln>
        </p:spPr>
      </p:sp>
      <p:sp>
        <p:nvSpPr>
          <p:cNvPr id="33" name="wm.library-whiteboard.001.004.003"/>
          <p:cNvSpPr/>
          <p:nvPr/>
        </p:nvSpPr>
        <p:spPr>
          <a:xfrm>
            <a:off x="952500" y="685800"/>
            <a:ext cx="38100" cy="38100"/>
          </a:xfrm>
          <a:prstGeom prst="rect">
            <a:avLst/>
          </a:prstGeom>
          <a:solidFill>
            <a:srgbClr val="CED7E6">
              <a:alpha val="98827"/>
            </a:srgbClr>
          </a:solidFill>
          <a:ln>
            <a:noFill/>
          </a:ln>
        </p:spPr>
      </p:sp>
      <p:sp>
        <p:nvSpPr>
          <p:cNvPr id="34" name="wm.library-whiteboard.001.004.004"/>
          <p:cNvSpPr/>
          <p:nvPr/>
        </p:nvSpPr>
        <p:spPr>
          <a:xfrm>
            <a:off x="952500" y="914400"/>
            <a:ext cx="38100" cy="38100"/>
          </a:xfrm>
          <a:prstGeom prst="rect">
            <a:avLst/>
          </a:prstGeom>
          <a:solidFill>
            <a:srgbClr val="CED7E6">
              <a:alpha val="86895"/>
            </a:srgbClr>
          </a:solidFill>
          <a:ln>
            <a:noFill/>
          </a:ln>
        </p:spPr>
      </p:sp>
      <p:sp>
        <p:nvSpPr>
          <p:cNvPr id="35" name="wm.library-whiteboard.001.004.005"/>
          <p:cNvSpPr/>
          <p:nvPr/>
        </p:nvSpPr>
        <p:spPr>
          <a:xfrm>
            <a:off x="952500" y="1143000"/>
            <a:ext cx="38100" cy="38100"/>
          </a:xfrm>
          <a:prstGeom prst="rect">
            <a:avLst/>
          </a:prstGeom>
          <a:solidFill>
            <a:srgbClr val="CED7E6">
              <a:alpha val="73217"/>
            </a:srgbClr>
          </a:solidFill>
          <a:ln>
            <a:noFill/>
          </a:ln>
        </p:spPr>
      </p:sp>
      <p:sp>
        <p:nvSpPr>
          <p:cNvPr id="36" name="wm.library-whiteboard.001.004.006"/>
          <p:cNvSpPr/>
          <p:nvPr/>
        </p:nvSpPr>
        <p:spPr>
          <a:xfrm>
            <a:off x="952500" y="1371600"/>
            <a:ext cx="38100" cy="38100"/>
          </a:xfrm>
          <a:prstGeom prst="rect">
            <a:avLst/>
          </a:prstGeom>
          <a:solidFill>
            <a:srgbClr val="CED7E6">
              <a:alpha val="58541"/>
            </a:srgbClr>
          </a:solidFill>
          <a:ln>
            <a:noFill/>
          </a:ln>
        </p:spPr>
      </p:sp>
      <p:sp>
        <p:nvSpPr>
          <p:cNvPr id="37" name="wm.library-whiteboard.001.004.007"/>
          <p:cNvSpPr/>
          <p:nvPr/>
        </p:nvSpPr>
        <p:spPr>
          <a:xfrm>
            <a:off x="952500" y="1600200"/>
            <a:ext cx="38100" cy="38100"/>
          </a:xfrm>
          <a:prstGeom prst="rect">
            <a:avLst/>
          </a:prstGeom>
          <a:solidFill>
            <a:srgbClr val="CED7E6">
              <a:alpha val="43263"/>
            </a:srgbClr>
          </a:solidFill>
          <a:ln>
            <a:noFill/>
          </a:ln>
        </p:spPr>
      </p:sp>
      <p:sp>
        <p:nvSpPr>
          <p:cNvPr id="38" name="wm.library-whiteboard.001.004.008"/>
          <p:cNvSpPr/>
          <p:nvPr/>
        </p:nvSpPr>
        <p:spPr>
          <a:xfrm>
            <a:off x="952500" y="1828800"/>
            <a:ext cx="38100" cy="38100"/>
          </a:xfrm>
          <a:prstGeom prst="rect">
            <a:avLst/>
          </a:prstGeom>
          <a:solidFill>
            <a:srgbClr val="CED7E6">
              <a:alpha val="27603"/>
            </a:srgbClr>
          </a:solidFill>
          <a:ln>
            <a:noFill/>
          </a:ln>
        </p:spPr>
      </p:sp>
      <p:sp>
        <p:nvSpPr>
          <p:cNvPr id="39" name="wm.library-whiteboard.001.004.009"/>
          <p:cNvSpPr/>
          <p:nvPr/>
        </p:nvSpPr>
        <p:spPr>
          <a:xfrm>
            <a:off x="952500" y="2057400"/>
            <a:ext cx="38100" cy="38100"/>
          </a:xfrm>
          <a:prstGeom prst="rect">
            <a:avLst/>
          </a:prstGeom>
          <a:solidFill>
            <a:srgbClr val="CED7E6">
              <a:alpha val="11687"/>
            </a:srgbClr>
          </a:solidFill>
          <a:ln>
            <a:noFill/>
          </a:ln>
        </p:spPr>
      </p:sp>
      <p:sp>
        <p:nvSpPr>
          <p:cNvPr id="40" name="wm.library-whiteboard.001.005.001"/>
          <p:cNvSpPr/>
          <p:nvPr/>
        </p:nvSpPr>
        <p:spPr>
          <a:xfrm>
            <a:off x="1181100" y="228600"/>
            <a:ext cx="38100" cy="38100"/>
          </a:xfrm>
          <a:prstGeom prst="rect">
            <a:avLst/>
          </a:prstGeom>
          <a:solidFill>
            <a:srgbClr val="CED7E6">
              <a:alpha val="97572"/>
            </a:srgbClr>
          </a:solidFill>
          <a:ln>
            <a:noFill/>
          </a:ln>
        </p:spPr>
      </p:sp>
      <p:sp>
        <p:nvSpPr>
          <p:cNvPr id="41" name="wm.library-whiteboard.001.005.002"/>
          <p:cNvSpPr/>
          <p:nvPr/>
        </p:nvSpPr>
        <p:spPr>
          <a:xfrm>
            <a:off x="1181100" y="457200"/>
            <a:ext cx="38100" cy="38100"/>
          </a:xfrm>
          <a:prstGeom prst="rect">
            <a:avLst/>
          </a:prstGeom>
          <a:solidFill>
            <a:srgbClr val="CED7E6">
              <a:alpha val="94724"/>
            </a:srgbClr>
          </a:solidFill>
          <a:ln>
            <a:noFill/>
          </a:ln>
        </p:spPr>
      </p:sp>
      <p:sp>
        <p:nvSpPr>
          <p:cNvPr id="42" name="wm.library-whiteboard.001.005.003"/>
          <p:cNvSpPr/>
          <p:nvPr/>
        </p:nvSpPr>
        <p:spPr>
          <a:xfrm>
            <a:off x="1181100" y="685800"/>
            <a:ext cx="38100" cy="38100"/>
          </a:xfrm>
          <a:prstGeom prst="rect">
            <a:avLst/>
          </a:prstGeom>
          <a:solidFill>
            <a:srgbClr val="CED7E6">
              <a:alpha val="87609"/>
            </a:srgbClr>
          </a:solidFill>
          <a:ln>
            <a:noFill/>
          </a:ln>
        </p:spPr>
      </p:sp>
      <p:sp>
        <p:nvSpPr>
          <p:cNvPr id="43" name="wm.library-whiteboard.001.005.004"/>
          <p:cNvSpPr/>
          <p:nvPr/>
        </p:nvSpPr>
        <p:spPr>
          <a:xfrm>
            <a:off x="1181100" y="914400"/>
            <a:ext cx="38100" cy="38100"/>
          </a:xfrm>
          <a:prstGeom prst="rect">
            <a:avLst/>
          </a:prstGeom>
          <a:solidFill>
            <a:srgbClr val="CED7E6">
              <a:alpha val="77408"/>
            </a:srgbClr>
          </a:solidFill>
          <a:ln>
            <a:noFill/>
          </a:ln>
        </p:spPr>
      </p:sp>
      <p:sp>
        <p:nvSpPr>
          <p:cNvPr id="44" name="wm.library-whiteboard.001.005.005"/>
          <p:cNvSpPr/>
          <p:nvPr/>
        </p:nvSpPr>
        <p:spPr>
          <a:xfrm>
            <a:off x="1181100" y="1143000"/>
            <a:ext cx="38100" cy="38100"/>
          </a:xfrm>
          <a:prstGeom prst="rect">
            <a:avLst/>
          </a:prstGeom>
          <a:solidFill>
            <a:srgbClr val="CED7E6">
              <a:alpha val="65181"/>
            </a:srgbClr>
          </a:solidFill>
          <a:ln>
            <a:noFill/>
          </a:ln>
        </p:spPr>
      </p:sp>
      <p:sp>
        <p:nvSpPr>
          <p:cNvPr id="45" name="wm.library-whiteboard.001.005.006"/>
          <p:cNvSpPr/>
          <p:nvPr/>
        </p:nvSpPr>
        <p:spPr>
          <a:xfrm>
            <a:off x="1181100" y="1371600"/>
            <a:ext cx="38100" cy="38100"/>
          </a:xfrm>
          <a:prstGeom prst="rect">
            <a:avLst/>
          </a:prstGeom>
          <a:solidFill>
            <a:srgbClr val="CED7E6">
              <a:alpha val="51653"/>
            </a:srgbClr>
          </a:solidFill>
          <a:ln>
            <a:noFill/>
          </a:ln>
        </p:spPr>
      </p:sp>
      <p:sp>
        <p:nvSpPr>
          <p:cNvPr id="46" name="wm.library-whiteboard.001.005.007"/>
          <p:cNvSpPr/>
          <p:nvPr/>
        </p:nvSpPr>
        <p:spPr>
          <a:xfrm>
            <a:off x="1181100" y="1600200"/>
            <a:ext cx="38100" cy="38100"/>
          </a:xfrm>
          <a:prstGeom prst="rect">
            <a:avLst/>
          </a:prstGeom>
          <a:solidFill>
            <a:srgbClr val="CED7E6">
              <a:alpha val="37275"/>
            </a:srgbClr>
          </a:solidFill>
          <a:ln>
            <a:noFill/>
          </a:ln>
        </p:spPr>
      </p:sp>
      <p:sp>
        <p:nvSpPr>
          <p:cNvPr id="47" name="wm.library-whiteboard.001.005.008"/>
          <p:cNvSpPr/>
          <p:nvPr/>
        </p:nvSpPr>
        <p:spPr>
          <a:xfrm>
            <a:off x="1181100" y="1828800"/>
            <a:ext cx="38100" cy="38100"/>
          </a:xfrm>
          <a:prstGeom prst="rect">
            <a:avLst/>
          </a:prstGeom>
          <a:solidFill>
            <a:srgbClr val="CED7E6">
              <a:alpha val="22326"/>
            </a:srgbClr>
          </a:solidFill>
          <a:ln>
            <a:noFill/>
          </a:ln>
        </p:spPr>
      </p:sp>
      <p:sp>
        <p:nvSpPr>
          <p:cNvPr id="48" name="wm.library-whiteboard.001.005.009"/>
          <p:cNvSpPr/>
          <p:nvPr/>
        </p:nvSpPr>
        <p:spPr>
          <a:xfrm>
            <a:off x="1181100" y="2057400"/>
            <a:ext cx="38100" cy="38100"/>
          </a:xfrm>
          <a:prstGeom prst="rect">
            <a:avLst/>
          </a:prstGeom>
          <a:solidFill>
            <a:srgbClr val="CED7E6">
              <a:alpha val="6980"/>
            </a:srgbClr>
          </a:solidFill>
          <a:ln>
            <a:noFill/>
          </a:ln>
        </p:spPr>
      </p:sp>
      <p:sp>
        <p:nvSpPr>
          <p:cNvPr id="49" name="wm.library-whiteboard.001.006.001"/>
          <p:cNvSpPr/>
          <p:nvPr/>
        </p:nvSpPr>
        <p:spPr>
          <a:xfrm>
            <a:off x="1409700" y="228600"/>
            <a:ext cx="38100" cy="38100"/>
          </a:xfrm>
          <a:prstGeom prst="rect">
            <a:avLst/>
          </a:prstGeom>
          <a:solidFill>
            <a:srgbClr val="CED7E6">
              <a:alpha val="83798"/>
            </a:srgbClr>
          </a:solidFill>
          <a:ln>
            <a:noFill/>
          </a:ln>
        </p:spPr>
      </p:sp>
      <p:sp>
        <p:nvSpPr>
          <p:cNvPr id="50" name="wm.library-whiteboard.001.006.002"/>
          <p:cNvSpPr/>
          <p:nvPr/>
        </p:nvSpPr>
        <p:spPr>
          <a:xfrm>
            <a:off x="1409700" y="457200"/>
            <a:ext cx="38100" cy="38100"/>
          </a:xfrm>
          <a:prstGeom prst="rect">
            <a:avLst/>
          </a:prstGeom>
          <a:solidFill>
            <a:srgbClr val="CED7E6">
              <a:alpha val="81490"/>
            </a:srgbClr>
          </a:solidFill>
          <a:ln>
            <a:noFill/>
          </a:ln>
        </p:spPr>
      </p:sp>
      <p:sp>
        <p:nvSpPr>
          <p:cNvPr id="51" name="wm.library-whiteboard.001.006.003"/>
          <p:cNvSpPr/>
          <p:nvPr/>
        </p:nvSpPr>
        <p:spPr>
          <a:xfrm>
            <a:off x="1409700" y="685800"/>
            <a:ext cx="38100" cy="38100"/>
          </a:xfrm>
          <a:prstGeom prst="rect">
            <a:avLst/>
          </a:prstGeom>
          <a:solidFill>
            <a:srgbClr val="CED7E6">
              <a:alpha val="75569"/>
            </a:srgbClr>
          </a:solidFill>
          <a:ln>
            <a:noFill/>
          </a:ln>
        </p:spPr>
      </p:sp>
      <p:sp>
        <p:nvSpPr>
          <p:cNvPr id="52" name="wm.library-whiteboard.001.006.004"/>
          <p:cNvSpPr/>
          <p:nvPr/>
        </p:nvSpPr>
        <p:spPr>
          <a:xfrm>
            <a:off x="1409700" y="914400"/>
            <a:ext cx="38100" cy="38100"/>
          </a:xfrm>
          <a:prstGeom prst="rect">
            <a:avLst/>
          </a:prstGeom>
          <a:solidFill>
            <a:srgbClr val="CED7E6">
              <a:alpha val="66767"/>
            </a:srgbClr>
          </a:solidFill>
          <a:ln>
            <a:noFill/>
          </a:ln>
        </p:spPr>
      </p:sp>
      <p:sp>
        <p:nvSpPr>
          <p:cNvPr id="53" name="wm.library-whiteboard.001.006.005"/>
          <p:cNvSpPr/>
          <p:nvPr/>
        </p:nvSpPr>
        <p:spPr>
          <a:xfrm>
            <a:off x="1409700" y="1143000"/>
            <a:ext cx="38100" cy="38100"/>
          </a:xfrm>
          <a:prstGeom prst="rect">
            <a:avLst/>
          </a:prstGeom>
          <a:solidFill>
            <a:srgbClr val="CED7E6">
              <a:alpha val="55859"/>
            </a:srgbClr>
          </a:solidFill>
          <a:ln>
            <a:noFill/>
          </a:ln>
        </p:spPr>
      </p:sp>
      <p:sp>
        <p:nvSpPr>
          <p:cNvPr id="54" name="wm.library-whiteboard.001.006.006"/>
          <p:cNvSpPr/>
          <p:nvPr/>
        </p:nvSpPr>
        <p:spPr>
          <a:xfrm>
            <a:off x="1409700" y="1371600"/>
            <a:ext cx="38100" cy="38100"/>
          </a:xfrm>
          <a:prstGeom prst="rect">
            <a:avLst/>
          </a:prstGeom>
          <a:solidFill>
            <a:srgbClr val="CED7E6">
              <a:alpha val="43468"/>
            </a:srgbClr>
          </a:solidFill>
          <a:ln>
            <a:noFill/>
          </a:ln>
        </p:spPr>
      </p:sp>
      <p:sp>
        <p:nvSpPr>
          <p:cNvPr id="55" name="wm.library-whiteboard.001.006.007"/>
          <p:cNvSpPr/>
          <p:nvPr/>
        </p:nvSpPr>
        <p:spPr>
          <a:xfrm>
            <a:off x="1409700" y="1600200"/>
            <a:ext cx="38100" cy="38100"/>
          </a:xfrm>
          <a:prstGeom prst="rect">
            <a:avLst/>
          </a:prstGeom>
          <a:solidFill>
            <a:srgbClr val="CED7E6">
              <a:alpha val="30037"/>
            </a:srgbClr>
          </a:solidFill>
          <a:ln>
            <a:noFill/>
          </a:ln>
        </p:spPr>
      </p:sp>
      <p:sp>
        <p:nvSpPr>
          <p:cNvPr id="56" name="wm.library-whiteboard.001.006.008"/>
          <p:cNvSpPr/>
          <p:nvPr/>
        </p:nvSpPr>
        <p:spPr>
          <a:xfrm>
            <a:off x="1409700" y="1828800"/>
            <a:ext cx="38100" cy="38100"/>
          </a:xfrm>
          <a:prstGeom prst="rect">
            <a:avLst/>
          </a:prstGeom>
          <a:solidFill>
            <a:srgbClr val="CED7E6">
              <a:alpha val="15870"/>
            </a:srgbClr>
          </a:solidFill>
          <a:ln>
            <a:noFill/>
          </a:ln>
        </p:spPr>
      </p:sp>
      <p:sp>
        <p:nvSpPr>
          <p:cNvPr id="57" name="wm.library-whiteboard.001.006.009"/>
          <p:cNvSpPr/>
          <p:nvPr/>
        </p:nvSpPr>
        <p:spPr>
          <a:xfrm>
            <a:off x="1409700" y="2057400"/>
            <a:ext cx="38100" cy="38100"/>
          </a:xfrm>
          <a:prstGeom prst="rect">
            <a:avLst/>
          </a:prstGeom>
          <a:solidFill>
            <a:srgbClr val="CED7E6">
              <a:alpha val="1171"/>
            </a:srgbClr>
          </a:solidFill>
          <a:ln>
            <a:noFill/>
          </a:ln>
        </p:spPr>
      </p:sp>
      <p:sp>
        <p:nvSpPr>
          <p:cNvPr id="58" name="wm.library-whiteboard.001.007.001"/>
          <p:cNvSpPr/>
          <p:nvPr/>
        </p:nvSpPr>
        <p:spPr>
          <a:xfrm>
            <a:off x="1638300" y="228600"/>
            <a:ext cx="38100" cy="38100"/>
          </a:xfrm>
          <a:prstGeom prst="rect">
            <a:avLst/>
          </a:prstGeom>
          <a:solidFill>
            <a:srgbClr val="CED7E6">
              <a:alpha val="70023"/>
            </a:srgbClr>
          </a:solidFill>
          <a:ln>
            <a:noFill/>
          </a:ln>
        </p:spPr>
      </p:sp>
      <p:sp>
        <p:nvSpPr>
          <p:cNvPr id="59" name="wm.library-whiteboard.001.007.002"/>
          <p:cNvSpPr/>
          <p:nvPr/>
        </p:nvSpPr>
        <p:spPr>
          <a:xfrm>
            <a:off x="1638300" y="457200"/>
            <a:ext cx="38100" cy="38100"/>
          </a:xfrm>
          <a:prstGeom prst="rect">
            <a:avLst/>
          </a:prstGeom>
          <a:solidFill>
            <a:srgbClr val="CED7E6">
              <a:alpha val="68085"/>
            </a:srgbClr>
          </a:solidFill>
          <a:ln>
            <a:noFill/>
          </a:ln>
        </p:spPr>
      </p:sp>
      <p:sp>
        <p:nvSpPr>
          <p:cNvPr id="60" name="wm.library-whiteboard.001.007.003"/>
          <p:cNvSpPr/>
          <p:nvPr/>
        </p:nvSpPr>
        <p:spPr>
          <a:xfrm>
            <a:off x="1638300" y="685800"/>
            <a:ext cx="38100" cy="38100"/>
          </a:xfrm>
          <a:prstGeom prst="rect">
            <a:avLst/>
          </a:prstGeom>
          <a:solidFill>
            <a:srgbClr val="CED7E6">
              <a:alpha val="63033"/>
            </a:srgbClr>
          </a:solidFill>
          <a:ln>
            <a:noFill/>
          </a:ln>
        </p:spPr>
      </p:sp>
      <p:sp>
        <p:nvSpPr>
          <p:cNvPr id="61" name="wm.library-whiteboard.001.007.004"/>
          <p:cNvSpPr/>
          <p:nvPr/>
        </p:nvSpPr>
        <p:spPr>
          <a:xfrm>
            <a:off x="1638300" y="914400"/>
            <a:ext cx="38100" cy="38100"/>
          </a:xfrm>
          <a:prstGeom prst="rect">
            <a:avLst/>
          </a:prstGeom>
          <a:solidFill>
            <a:srgbClr val="CED7E6">
              <a:alpha val="55346"/>
            </a:srgbClr>
          </a:solidFill>
          <a:ln>
            <a:noFill/>
          </a:ln>
        </p:spPr>
      </p:sp>
      <p:sp>
        <p:nvSpPr>
          <p:cNvPr id="62" name="wm.library-whiteboard.001.007.005"/>
          <p:cNvSpPr/>
          <p:nvPr/>
        </p:nvSpPr>
        <p:spPr>
          <a:xfrm>
            <a:off x="1638300" y="1143000"/>
            <a:ext cx="38100" cy="38100"/>
          </a:xfrm>
          <a:prstGeom prst="rect">
            <a:avLst/>
          </a:prstGeom>
          <a:solidFill>
            <a:srgbClr val="CED7E6">
              <a:alpha val="45583"/>
            </a:srgbClr>
          </a:solidFill>
          <a:ln>
            <a:noFill/>
          </a:ln>
        </p:spPr>
      </p:sp>
      <p:sp>
        <p:nvSpPr>
          <p:cNvPr id="63" name="wm.library-whiteboard.001.007.006"/>
          <p:cNvSpPr/>
          <p:nvPr/>
        </p:nvSpPr>
        <p:spPr>
          <a:xfrm>
            <a:off x="1638300" y="1371600"/>
            <a:ext cx="38100" cy="38100"/>
          </a:xfrm>
          <a:prstGeom prst="rect">
            <a:avLst/>
          </a:prstGeom>
          <a:solidFill>
            <a:srgbClr val="CED7E6">
              <a:alpha val="34251"/>
            </a:srgbClr>
          </a:solidFill>
          <a:ln>
            <a:noFill/>
          </a:ln>
        </p:spPr>
      </p:sp>
      <p:sp>
        <p:nvSpPr>
          <p:cNvPr id="64" name="wm.library-whiteboard.001.007.007"/>
          <p:cNvSpPr/>
          <p:nvPr/>
        </p:nvSpPr>
        <p:spPr>
          <a:xfrm>
            <a:off x="1638300" y="1600200"/>
            <a:ext cx="38100" cy="38100"/>
          </a:xfrm>
          <a:prstGeom prst="rect">
            <a:avLst/>
          </a:prstGeom>
          <a:solidFill>
            <a:srgbClr val="CED7E6">
              <a:alpha val="21754"/>
            </a:srgbClr>
          </a:solidFill>
          <a:ln>
            <a:noFill/>
          </a:ln>
        </p:spPr>
      </p:sp>
      <p:sp>
        <p:nvSpPr>
          <p:cNvPr id="65" name="wm.library-whiteboard.001.007.008"/>
          <p:cNvSpPr/>
          <p:nvPr/>
        </p:nvSpPr>
        <p:spPr>
          <a:xfrm>
            <a:off x="1638300" y="1828800"/>
            <a:ext cx="38100" cy="38100"/>
          </a:xfrm>
          <a:prstGeom prst="rect">
            <a:avLst/>
          </a:prstGeom>
          <a:solidFill>
            <a:srgbClr val="CED7E6">
              <a:alpha val="8391"/>
            </a:srgbClr>
          </a:solidFill>
          <a:ln>
            <a:noFill/>
          </a:ln>
        </p:spPr>
      </p:sp>
      <p:sp>
        <p:nvSpPr>
          <p:cNvPr id="66" name="wm.library-whiteboard.001.008.001"/>
          <p:cNvSpPr/>
          <p:nvPr/>
        </p:nvSpPr>
        <p:spPr>
          <a:xfrm>
            <a:off x="1866900" y="228600"/>
            <a:ext cx="38100" cy="38100"/>
          </a:xfrm>
          <a:prstGeom prst="rect">
            <a:avLst/>
          </a:prstGeom>
          <a:solidFill>
            <a:srgbClr val="CED7E6">
              <a:alpha val="56247"/>
            </a:srgbClr>
          </a:solidFill>
          <a:ln>
            <a:noFill/>
          </a:ln>
        </p:spPr>
      </p:sp>
      <p:sp>
        <p:nvSpPr>
          <p:cNvPr id="67" name="wm.library-whiteboard.001.008.002"/>
          <p:cNvSpPr/>
          <p:nvPr/>
        </p:nvSpPr>
        <p:spPr>
          <a:xfrm>
            <a:off x="1866900" y="457200"/>
            <a:ext cx="38100" cy="38100"/>
          </a:xfrm>
          <a:prstGeom prst="rect">
            <a:avLst/>
          </a:prstGeom>
          <a:solidFill>
            <a:srgbClr val="CED7E6">
              <a:alpha val="54578"/>
            </a:srgbClr>
          </a:solidFill>
          <a:ln>
            <a:noFill/>
          </a:ln>
        </p:spPr>
      </p:sp>
      <p:sp>
        <p:nvSpPr>
          <p:cNvPr id="68" name="wm.library-whiteboard.001.008.003"/>
          <p:cNvSpPr/>
          <p:nvPr/>
        </p:nvSpPr>
        <p:spPr>
          <a:xfrm>
            <a:off x="1866900" y="685800"/>
            <a:ext cx="38100" cy="38100"/>
          </a:xfrm>
          <a:prstGeom prst="rect">
            <a:avLst/>
          </a:prstGeom>
          <a:solidFill>
            <a:srgbClr val="CED7E6">
              <a:alpha val="50182"/>
            </a:srgbClr>
          </a:solidFill>
          <a:ln>
            <a:noFill/>
          </a:ln>
        </p:spPr>
      </p:sp>
      <p:sp>
        <p:nvSpPr>
          <p:cNvPr id="69" name="wm.library-whiteboard.001.008.004"/>
          <p:cNvSpPr/>
          <p:nvPr/>
        </p:nvSpPr>
        <p:spPr>
          <a:xfrm>
            <a:off x="1866900" y="914400"/>
            <a:ext cx="38100" cy="38100"/>
          </a:xfrm>
          <a:prstGeom prst="rect">
            <a:avLst/>
          </a:prstGeom>
          <a:solidFill>
            <a:srgbClr val="CED7E6">
              <a:alpha val="43386"/>
            </a:srgbClr>
          </a:solidFill>
          <a:ln>
            <a:noFill/>
          </a:ln>
        </p:spPr>
      </p:sp>
      <p:sp>
        <p:nvSpPr>
          <p:cNvPr id="70" name="wm.library-whiteboard.001.008.005"/>
          <p:cNvSpPr/>
          <p:nvPr/>
        </p:nvSpPr>
        <p:spPr>
          <a:xfrm>
            <a:off x="1866900" y="1143000"/>
            <a:ext cx="38100" cy="38100"/>
          </a:xfrm>
          <a:prstGeom prst="rect">
            <a:avLst/>
          </a:prstGeom>
          <a:solidFill>
            <a:srgbClr val="CED7E6">
              <a:alpha val="34598"/>
            </a:srgbClr>
          </a:solidFill>
          <a:ln>
            <a:noFill/>
          </a:ln>
        </p:spPr>
      </p:sp>
      <p:sp>
        <p:nvSpPr>
          <p:cNvPr id="71" name="wm.library-whiteboard.001.008.006"/>
          <p:cNvSpPr/>
          <p:nvPr/>
        </p:nvSpPr>
        <p:spPr>
          <a:xfrm>
            <a:off x="1866900" y="1371600"/>
            <a:ext cx="38100" cy="38100"/>
          </a:xfrm>
          <a:prstGeom prst="rect">
            <a:avLst/>
          </a:prstGeom>
          <a:solidFill>
            <a:srgbClr val="CED7E6">
              <a:alpha val="24223"/>
            </a:srgbClr>
          </a:solidFill>
          <a:ln>
            <a:noFill/>
          </a:ln>
        </p:spPr>
      </p:sp>
      <p:sp>
        <p:nvSpPr>
          <p:cNvPr id="72" name="wm.library-whiteboard.001.008.007"/>
          <p:cNvSpPr/>
          <p:nvPr/>
        </p:nvSpPr>
        <p:spPr>
          <a:xfrm>
            <a:off x="1866900" y="1600200"/>
            <a:ext cx="38100" cy="38100"/>
          </a:xfrm>
          <a:prstGeom prst="rect">
            <a:avLst/>
          </a:prstGeom>
          <a:solidFill>
            <a:srgbClr val="CED7E6">
              <a:alpha val="12610"/>
            </a:srgbClr>
          </a:solidFill>
          <a:ln>
            <a:noFill/>
          </a:ln>
        </p:spPr>
      </p:sp>
      <p:sp>
        <p:nvSpPr>
          <p:cNvPr id="73" name="wm.library-whiteboard.001.008.008"/>
          <p:cNvSpPr/>
          <p:nvPr/>
        </p:nvSpPr>
        <p:spPr>
          <a:xfrm>
            <a:off x="1866900" y="1828800"/>
            <a:ext cx="38100" cy="38100"/>
          </a:xfrm>
          <a:prstGeom prst="rect">
            <a:avLst/>
          </a:prstGeom>
          <a:solidFill>
            <a:srgbClr val="CED7E6">
              <a:alpha val="40"/>
            </a:srgbClr>
          </a:solidFill>
          <a:ln>
            <a:noFill/>
          </a:ln>
        </p:spPr>
      </p:sp>
      <p:sp>
        <p:nvSpPr>
          <p:cNvPr id="74" name="wm.library-whiteboard.001.009.001"/>
          <p:cNvSpPr/>
          <p:nvPr/>
        </p:nvSpPr>
        <p:spPr>
          <a:xfrm>
            <a:off x="2095500" y="228600"/>
            <a:ext cx="38100" cy="38100"/>
          </a:xfrm>
          <a:prstGeom prst="rect">
            <a:avLst/>
          </a:prstGeom>
          <a:solidFill>
            <a:srgbClr val="CED7E6">
              <a:alpha val="42471"/>
            </a:srgbClr>
          </a:solidFill>
          <a:ln>
            <a:noFill/>
          </a:ln>
        </p:spPr>
      </p:sp>
      <p:sp>
        <p:nvSpPr>
          <p:cNvPr id="75" name="wm.library-whiteboard.001.009.002"/>
          <p:cNvSpPr/>
          <p:nvPr/>
        </p:nvSpPr>
        <p:spPr>
          <a:xfrm>
            <a:off x="2095500" y="457200"/>
            <a:ext cx="38100" cy="38100"/>
          </a:xfrm>
          <a:prstGeom prst="rect">
            <a:avLst/>
          </a:prstGeom>
          <a:solidFill>
            <a:srgbClr val="CED7E6">
              <a:alpha val="41005"/>
            </a:srgbClr>
          </a:solidFill>
          <a:ln>
            <a:noFill/>
          </a:ln>
        </p:spPr>
      </p:sp>
      <p:sp>
        <p:nvSpPr>
          <p:cNvPr id="76" name="wm.library-whiteboard.001.009.003"/>
          <p:cNvSpPr/>
          <p:nvPr/>
        </p:nvSpPr>
        <p:spPr>
          <a:xfrm>
            <a:off x="2095500" y="685800"/>
            <a:ext cx="38100" cy="38100"/>
          </a:xfrm>
          <a:prstGeom prst="rect">
            <a:avLst/>
          </a:prstGeom>
          <a:solidFill>
            <a:srgbClr val="CED7E6">
              <a:alpha val="37120"/>
            </a:srgbClr>
          </a:solidFill>
          <a:ln>
            <a:noFill/>
          </a:ln>
        </p:spPr>
      </p:sp>
      <p:sp>
        <p:nvSpPr>
          <p:cNvPr id="77" name="wm.library-whiteboard.001.009.004"/>
          <p:cNvSpPr/>
          <p:nvPr/>
        </p:nvSpPr>
        <p:spPr>
          <a:xfrm>
            <a:off x="2095500" y="914400"/>
            <a:ext cx="38100" cy="38100"/>
          </a:xfrm>
          <a:prstGeom prst="rect">
            <a:avLst/>
          </a:prstGeom>
          <a:solidFill>
            <a:srgbClr val="CED7E6">
              <a:alpha val="31044"/>
            </a:srgbClr>
          </a:solidFill>
          <a:ln>
            <a:noFill/>
          </a:ln>
        </p:spPr>
      </p:sp>
      <p:sp>
        <p:nvSpPr>
          <p:cNvPr id="78" name="wm.library-whiteboard.001.009.005"/>
          <p:cNvSpPr/>
          <p:nvPr/>
        </p:nvSpPr>
        <p:spPr>
          <a:xfrm>
            <a:off x="2095500" y="1143000"/>
            <a:ext cx="38100" cy="38100"/>
          </a:xfrm>
          <a:prstGeom prst="rect">
            <a:avLst/>
          </a:prstGeom>
          <a:solidFill>
            <a:srgbClr val="CED7E6">
              <a:alpha val="23083"/>
            </a:srgbClr>
          </a:solidFill>
          <a:ln>
            <a:noFill/>
          </a:ln>
        </p:spPr>
      </p:sp>
      <p:sp>
        <p:nvSpPr>
          <p:cNvPr id="79" name="wm.library-whiteboard.001.009.006"/>
          <p:cNvSpPr/>
          <p:nvPr/>
        </p:nvSpPr>
        <p:spPr>
          <a:xfrm>
            <a:off x="2095500" y="1371600"/>
            <a:ext cx="38100" cy="38100"/>
          </a:xfrm>
          <a:prstGeom prst="rect">
            <a:avLst/>
          </a:prstGeom>
          <a:solidFill>
            <a:srgbClr val="CED7E6">
              <a:alpha val="13557"/>
            </a:srgbClr>
          </a:solidFill>
          <a:ln>
            <a:noFill/>
          </a:ln>
        </p:spPr>
      </p:sp>
      <p:sp>
        <p:nvSpPr>
          <p:cNvPr id="80" name="wm.library-whiteboard.001.009.007"/>
          <p:cNvSpPr/>
          <p:nvPr/>
        </p:nvSpPr>
        <p:spPr>
          <a:xfrm>
            <a:off x="2095500" y="1600200"/>
            <a:ext cx="38100" cy="38100"/>
          </a:xfrm>
          <a:prstGeom prst="rect">
            <a:avLst/>
          </a:prstGeom>
          <a:solidFill>
            <a:srgbClr val="CED7E6">
              <a:alpha val="2762"/>
            </a:srgbClr>
          </a:solidFill>
          <a:ln>
            <a:noFill/>
          </a:ln>
        </p:spPr>
      </p:sp>
      <p:sp>
        <p:nvSpPr>
          <p:cNvPr id="81" name="wm.library-whiteboard.001.010.001"/>
          <p:cNvSpPr/>
          <p:nvPr/>
        </p:nvSpPr>
        <p:spPr>
          <a:xfrm>
            <a:off x="2324100" y="228600"/>
            <a:ext cx="38100" cy="38100"/>
          </a:xfrm>
          <a:prstGeom prst="rect">
            <a:avLst/>
          </a:prstGeom>
          <a:solidFill>
            <a:srgbClr val="CED7E6">
              <a:alpha val="28695"/>
            </a:srgbClr>
          </a:solidFill>
          <a:ln>
            <a:noFill/>
          </a:ln>
        </p:spPr>
      </p:sp>
      <p:sp>
        <p:nvSpPr>
          <p:cNvPr id="82" name="wm.library-whiteboard.001.010.002"/>
          <p:cNvSpPr/>
          <p:nvPr/>
        </p:nvSpPr>
        <p:spPr>
          <a:xfrm>
            <a:off x="2324100" y="457200"/>
            <a:ext cx="38100" cy="38100"/>
          </a:xfrm>
          <a:prstGeom prst="rect">
            <a:avLst/>
          </a:prstGeom>
          <a:solidFill>
            <a:srgbClr val="CED7E6">
              <a:alpha val="27389"/>
            </a:srgbClr>
          </a:solidFill>
          <a:ln>
            <a:noFill/>
          </a:ln>
        </p:spPr>
      </p:sp>
      <p:sp>
        <p:nvSpPr>
          <p:cNvPr id="83" name="wm.library-whiteboard.001.010.003"/>
          <p:cNvSpPr/>
          <p:nvPr/>
        </p:nvSpPr>
        <p:spPr>
          <a:xfrm>
            <a:off x="2324100" y="685800"/>
            <a:ext cx="38100" cy="38100"/>
          </a:xfrm>
          <a:prstGeom prst="rect">
            <a:avLst/>
          </a:prstGeom>
          <a:solidFill>
            <a:srgbClr val="CED7E6">
              <a:alpha val="23910"/>
            </a:srgbClr>
          </a:solidFill>
          <a:ln>
            <a:noFill/>
          </a:ln>
        </p:spPr>
      </p:sp>
      <p:sp>
        <p:nvSpPr>
          <p:cNvPr id="84" name="wm.library-whiteboard.001.010.004"/>
          <p:cNvSpPr/>
          <p:nvPr/>
        </p:nvSpPr>
        <p:spPr>
          <a:xfrm>
            <a:off x="2324100" y="914400"/>
            <a:ext cx="38100" cy="38100"/>
          </a:xfrm>
          <a:prstGeom prst="rect">
            <a:avLst/>
          </a:prstGeom>
          <a:solidFill>
            <a:srgbClr val="CED7E6">
              <a:alpha val="18425"/>
            </a:srgbClr>
          </a:solidFill>
          <a:ln>
            <a:noFill/>
          </a:ln>
        </p:spPr>
      </p:sp>
      <p:sp>
        <p:nvSpPr>
          <p:cNvPr id="85" name="wm.library-whiteboard.001.010.005"/>
          <p:cNvSpPr/>
          <p:nvPr/>
        </p:nvSpPr>
        <p:spPr>
          <a:xfrm>
            <a:off x="2324100" y="1143000"/>
            <a:ext cx="38100" cy="38100"/>
          </a:xfrm>
          <a:prstGeom prst="rect">
            <a:avLst/>
          </a:prstGeom>
          <a:solidFill>
            <a:srgbClr val="CED7E6">
              <a:alpha val="11167"/>
            </a:srgbClr>
          </a:solidFill>
          <a:ln>
            <a:noFill/>
          </a:ln>
        </p:spPr>
      </p:sp>
      <p:sp>
        <p:nvSpPr>
          <p:cNvPr id="86" name="wm.library-whiteboard.001.010.006"/>
          <p:cNvSpPr/>
          <p:nvPr/>
        </p:nvSpPr>
        <p:spPr>
          <a:xfrm>
            <a:off x="2324100" y="1371600"/>
            <a:ext cx="38100" cy="38100"/>
          </a:xfrm>
          <a:prstGeom prst="rect">
            <a:avLst/>
          </a:prstGeom>
          <a:solidFill>
            <a:srgbClr val="CED7E6">
              <a:alpha val="2388"/>
            </a:srgbClr>
          </a:solidFill>
          <a:ln>
            <a:noFill/>
          </a:ln>
        </p:spPr>
      </p:sp>
      <p:sp>
        <p:nvSpPr>
          <p:cNvPr id="87" name="wm.library-whiteboard.001.011.001"/>
          <p:cNvSpPr/>
          <p:nvPr/>
        </p:nvSpPr>
        <p:spPr>
          <a:xfrm>
            <a:off x="2552700" y="228600"/>
            <a:ext cx="38100" cy="38100"/>
          </a:xfrm>
          <a:prstGeom prst="rect">
            <a:avLst/>
          </a:prstGeom>
          <a:solidFill>
            <a:srgbClr val="CED7E6">
              <a:alpha val="14918"/>
            </a:srgbClr>
          </a:solidFill>
          <a:ln>
            <a:noFill/>
          </a:ln>
        </p:spPr>
      </p:sp>
      <p:sp>
        <p:nvSpPr>
          <p:cNvPr id="88" name="wm.library-whiteboard.001.011.002"/>
          <p:cNvSpPr/>
          <p:nvPr/>
        </p:nvSpPr>
        <p:spPr>
          <a:xfrm>
            <a:off x="2552700" y="457200"/>
            <a:ext cx="38100" cy="38100"/>
          </a:xfrm>
          <a:prstGeom prst="rect">
            <a:avLst/>
          </a:prstGeom>
          <a:solidFill>
            <a:srgbClr val="CED7E6">
              <a:alpha val="13741"/>
            </a:srgbClr>
          </a:solidFill>
          <a:ln>
            <a:noFill/>
          </a:ln>
        </p:spPr>
      </p:sp>
      <p:sp>
        <p:nvSpPr>
          <p:cNvPr id="89" name="wm.library-whiteboard.001.011.003"/>
          <p:cNvSpPr/>
          <p:nvPr/>
        </p:nvSpPr>
        <p:spPr>
          <a:xfrm>
            <a:off x="2552700" y="685800"/>
            <a:ext cx="38100" cy="38100"/>
          </a:xfrm>
          <a:prstGeom prst="rect">
            <a:avLst/>
          </a:prstGeom>
          <a:solidFill>
            <a:srgbClr val="CED7E6">
              <a:alpha val="10593"/>
            </a:srgbClr>
          </a:solidFill>
          <a:ln>
            <a:noFill/>
          </a:ln>
        </p:spPr>
      </p:sp>
      <p:sp>
        <p:nvSpPr>
          <p:cNvPr id="90" name="wm.library-whiteboard.001.011.004"/>
          <p:cNvSpPr/>
          <p:nvPr/>
        </p:nvSpPr>
        <p:spPr>
          <a:xfrm>
            <a:off x="2552700" y="914400"/>
            <a:ext cx="38100" cy="38100"/>
          </a:xfrm>
          <a:prstGeom prst="rect">
            <a:avLst/>
          </a:prstGeom>
          <a:solidFill>
            <a:srgbClr val="CED7E6">
              <a:alpha val="5600"/>
            </a:srgbClr>
          </a:solidFill>
          <a:ln>
            <a:noFill/>
          </a:ln>
        </p:spPr>
      </p:sp>
      <p:sp>
        <p:nvSpPr>
          <p:cNvPr id="91" name="wm.library-whiteboard.001.012.001"/>
          <p:cNvSpPr/>
          <p:nvPr/>
        </p:nvSpPr>
        <p:spPr>
          <a:xfrm>
            <a:off x="2781300" y="228600"/>
            <a:ext cx="38100" cy="38100"/>
          </a:xfrm>
          <a:prstGeom prst="rect">
            <a:avLst/>
          </a:prstGeom>
          <a:solidFill>
            <a:srgbClr val="CED7E6">
              <a:alpha val="1142"/>
            </a:srgbClr>
          </a:solidFill>
          <a:ln>
            <a:noFill/>
          </a:ln>
        </p:spPr>
      </p:sp>
      <p:sp>
        <p:nvSpPr>
          <p:cNvPr id="92" name="wm.library-whiteboard.001.012.002"/>
          <p:cNvSpPr/>
          <p:nvPr/>
        </p:nvSpPr>
        <p:spPr>
          <a:xfrm>
            <a:off x="2781300" y="457200"/>
            <a:ext cx="38100" cy="38100"/>
          </a:xfrm>
          <a:prstGeom prst="rect">
            <a:avLst/>
          </a:prstGeom>
          <a:solidFill>
            <a:srgbClr val="CED7E6">
              <a:alpha val="69"/>
            </a:srgbClr>
          </a:solidFill>
          <a:ln>
            <a:noFill/>
          </a:ln>
        </p:spPr>
      </p:sp>
      <p:sp>
        <p:nvSpPr>
          <p:cNvPr id="9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a:t>
            </a:fld>
            <a:endParaRPr lang="en-US" sz="700" spc="0" kern="0" b="0" i="0" dirty="0">
              <a:solidFill>
                <a:srgbClr val="070154"/>
              </a:solidFill>
              <a:latin typeface="IBM Plex Mono SemiBold"/>
              <a:ea typeface="IBM Plex Mono SemiBold"/>
              <a:cs typeface="IBM Plex Mono SemiBold"/>
            </a:endParaRPr>
          </a:p>
        </p:txBody>
      </p:sp>
      <p:grpSp>
        <p:nvGrpSpPr>
          <p:cNvPr id="104" name="node01"/>
          <p:cNvGrpSpPr/>
          <p:nvPr/>
        </p:nvGrpSpPr>
        <p:grpSpPr>
          <a:xfrm>
            <a:off x="723900" y="1828800"/>
            <a:ext cx="5257800" cy="152400"/>
            <a:chOff x="723900" y="1828800"/>
            <a:chExt cx="5257800" cy="152400"/>
          </a:xfrm>
        </p:grpSpPr>
        <p:sp>
          <p:nvSpPr>
            <p:cNvPr id="95" name="node01.text"/>
            <p:cNvSpPr/>
            <p:nvPr/>
          </p:nvSpPr>
          <p:spPr>
            <a:xfrm>
              <a:off x="723900" y="18288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WE HEARD</a:t>
              </a:r>
              <a:endParaRPr lang="en-US" sz="1000" spc="80" kern="0" b="0" i="0" dirty="0">
                <a:solidFill>
                  <a:srgbClr val="0047FF"/>
                </a:solidFill>
                <a:latin typeface="IBM Plex Mono SemiBold"/>
                <a:ea typeface="IBM Plex Mono SemiBold"/>
                <a:cs typeface="IBM Plex Mono SemiBold"/>
              </a:endParaRPr>
            </a:p>
          </p:txBody>
        </p:sp>
      </p:grpSp>
      <p:grpSp>
        <p:nvGrpSpPr>
          <p:cNvPr id="105" name="node02"/>
          <p:cNvGrpSpPr/>
          <p:nvPr/>
        </p:nvGrpSpPr>
        <p:grpSpPr>
          <a:xfrm>
            <a:off x="723900" y="2286000"/>
            <a:ext cx="5257800" cy="1905000"/>
            <a:chOff x="723900" y="2286000"/>
            <a:chExt cx="5257800" cy="1905000"/>
          </a:xfrm>
        </p:grpSpPr>
        <p:sp>
          <p:nvSpPr>
            <p:cNvPr id="96" name="node02.quote-mark"/>
            <p:cNvSpPr/>
            <p:nvPr/>
          </p:nvSpPr>
          <p:spPr>
            <a:xfrm>
              <a:off x="723900" y="2286000"/>
              <a:ext cx="5257800" cy="479171"/>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97" name="node02.quote"/>
            <p:cNvSpPr/>
            <p:nvPr/>
          </p:nvSpPr>
          <p:spPr>
            <a:xfrm>
              <a:off x="723900" y="2781300"/>
              <a:ext cx="52578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We do not need faster spreadsheets. We need to stop finding problems on day nine.</a:t>
              </a:r>
              <a:endParaRPr lang="en-US" sz="2400" spc="-36" kern="0" b="0" i="0" dirty="0">
                <a:solidFill>
                  <a:srgbClr val="070154"/>
                </a:solidFill>
                <a:latin typeface="IBM Plex Sans SemiBold"/>
                <a:ea typeface="IBM Plex Sans SemiBold"/>
                <a:cs typeface="IBM Plex Sans SemiBold"/>
              </a:endParaRPr>
            </a:p>
          </p:txBody>
        </p:sp>
        <p:sp>
          <p:nvSpPr>
            <p:cNvPr id="98" name="node02.by"/>
            <p:cNvSpPr/>
            <p:nvPr/>
          </p:nvSpPr>
          <p:spPr>
            <a:xfrm>
              <a:off x="723900" y="40386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CORPORATE CONTROLLER · NORTHFIELD HEALTH SYSTEM</a:t>
              </a:r>
              <a:endParaRPr lang="en-US" sz="900" spc="54" kern="0" b="0" i="0" dirty="0">
                <a:solidFill>
                  <a:srgbClr val="50658E"/>
                </a:solidFill>
                <a:latin typeface="IBM Plex Mono Medium"/>
                <a:ea typeface="IBM Plex Mono Medium"/>
                <a:cs typeface="IBM Plex Mono Medium"/>
              </a:endParaRPr>
            </a:p>
          </p:txBody>
        </p:sp>
      </p:grpSp>
      <p:sp>
        <p:nvSpPr>
          <p:cNvPr id="99" name="node03"/>
          <p:cNvSpPr/>
          <p:nvPr/>
        </p:nvSpPr>
        <p:spPr>
          <a:xfrm>
            <a:off x="7124700" y="1828800"/>
            <a:ext cx="4343400" cy="38100"/>
          </a:xfrm>
          <a:prstGeom prst="rect">
            <a:avLst/>
          </a:prstGeom>
          <a:solidFill>
            <a:srgbClr val="070154"/>
          </a:solidFill>
          <a:ln>
            <a:noFill/>
          </a:ln>
        </p:spPr>
      </p:sp>
      <p:grpSp>
        <p:nvGrpSpPr>
          <p:cNvPr id="106" name="node04"/>
          <p:cNvGrpSpPr/>
          <p:nvPr/>
        </p:nvGrpSpPr>
        <p:grpSpPr>
          <a:xfrm>
            <a:off x="7124700" y="1981200"/>
            <a:ext cx="4343400" cy="152400"/>
            <a:chOff x="7124700" y="1981200"/>
            <a:chExt cx="4343400" cy="152400"/>
          </a:xfrm>
        </p:grpSpPr>
        <p:sp>
          <p:nvSpPr>
            <p:cNvPr id="100" name="node04.text"/>
            <p:cNvSpPr/>
            <p:nvPr/>
          </p:nvSpPr>
          <p:spPr>
            <a:xfrm>
              <a:off x="7124700" y="1981200"/>
              <a:ext cx="43434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MATTERS</a:t>
              </a:r>
              <a:endParaRPr lang="en-US" sz="1000" spc="80" kern="0" b="0" i="0" dirty="0">
                <a:solidFill>
                  <a:srgbClr val="0047FF"/>
                </a:solidFill>
                <a:latin typeface="IBM Plex Mono SemiBold"/>
                <a:ea typeface="IBM Plex Mono SemiBold"/>
                <a:cs typeface="IBM Plex Mono SemiBold"/>
              </a:endParaRPr>
            </a:p>
          </p:txBody>
        </p:sp>
      </p:grpSp>
      <p:grpSp>
        <p:nvGrpSpPr>
          <p:cNvPr id="107" name="node05"/>
          <p:cNvGrpSpPr/>
          <p:nvPr/>
        </p:nvGrpSpPr>
        <p:grpSpPr>
          <a:xfrm>
            <a:off x="7124700" y="2286000"/>
            <a:ext cx="4343400" cy="800100"/>
            <a:chOff x="7124700" y="2286000"/>
            <a:chExt cx="4343400" cy="800100"/>
          </a:xfrm>
        </p:grpSpPr>
        <p:sp>
          <p:nvSpPr>
            <p:cNvPr id="101" name="node05.text"/>
            <p:cNvSpPr/>
            <p:nvPr/>
          </p:nvSpPr>
          <p:spPr>
            <a:xfrm>
              <a:off x="7124700" y="2286000"/>
              <a:ext cx="4343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Day nine is when controllers first see most entries. By then the books are drafted, so every finding reopens work that was already signed off.</a:t>
              </a:r>
              <a:endParaRPr lang="en-US" sz="1400" spc="0" kern="0" b="0" i="0" dirty="0">
                <a:solidFill>
                  <a:srgbClr val="070154"/>
                </a:solidFill>
                <a:latin typeface="IBM Plex Sans"/>
                <a:ea typeface="IBM Plex Sans"/>
                <a:cs typeface="IBM Plex Sans"/>
              </a:endParaRPr>
            </a:p>
          </p:txBody>
        </p:sp>
      </p:grpSp>
      <p:grpSp>
        <p:nvGrpSpPr>
          <p:cNvPr id="108" name="node06"/>
          <p:cNvGrpSpPr/>
          <p:nvPr/>
        </p:nvGrpSpPr>
        <p:grpSpPr>
          <a:xfrm>
            <a:off x="7124700" y="3505200"/>
            <a:ext cx="4343400" cy="152400"/>
            <a:chOff x="7124700" y="3505200"/>
            <a:chExt cx="4343400" cy="152400"/>
          </a:xfrm>
        </p:grpSpPr>
        <p:sp>
          <p:nvSpPr>
            <p:cNvPr id="102" name="node06.text"/>
            <p:cNvSpPr/>
            <p:nvPr/>
          </p:nvSpPr>
          <p:spPr>
            <a:xfrm>
              <a:off x="7124700" y="3505200"/>
              <a:ext cx="43434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WE DID WITH IT</a:t>
              </a:r>
              <a:endParaRPr lang="en-US" sz="1000" spc="80" kern="0" b="0" i="0" dirty="0">
                <a:solidFill>
                  <a:srgbClr val="0047FF"/>
                </a:solidFill>
                <a:latin typeface="IBM Plex Mono SemiBold"/>
                <a:ea typeface="IBM Plex Mono SemiBold"/>
                <a:cs typeface="IBM Plex Mono SemiBold"/>
              </a:endParaRPr>
            </a:p>
          </p:txBody>
        </p:sp>
      </p:grpSp>
      <p:grpSp>
        <p:nvGrpSpPr>
          <p:cNvPr id="109" name="node07"/>
          <p:cNvGrpSpPr/>
          <p:nvPr/>
        </p:nvGrpSpPr>
        <p:grpSpPr>
          <a:xfrm>
            <a:off x="7124700" y="3810000"/>
            <a:ext cx="4343400" cy="533400"/>
            <a:chOff x="7124700" y="3810000"/>
            <a:chExt cx="4343400" cy="533400"/>
          </a:xfrm>
        </p:grpSpPr>
        <p:sp>
          <p:nvSpPr>
            <p:cNvPr id="103" name="node07.text"/>
            <p:cNvSpPr/>
            <p:nvPr/>
          </p:nvSpPr>
          <p:spPr>
            <a:xfrm>
              <a:off x="7124700" y="3810000"/>
              <a:ext cx="4343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moved review to the start of the close and set rules that check entries as they post.</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ource-40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WE HEARD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quote, four reasons behind it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723900" y="1600200"/>
            <a:ext cx="3429000" cy="4343400"/>
            <a:chOff x="723900" y="1600200"/>
            <a:chExt cx="3429000" cy="4343400"/>
          </a:xfrm>
        </p:grpSpPr>
        <p:sp>
          <p:nvSpPr>
            <p:cNvPr id="6" name="node01.container"/>
            <p:cNvSpPr/>
            <p:nvPr/>
          </p:nvSpPr>
          <p:spPr>
            <a:xfrm>
              <a:off x="723900" y="1600200"/>
              <a:ext cx="3429000" cy="4343400"/>
            </a:xfrm>
            <a:prstGeom prst="rect">
              <a:avLst/>
            </a:prstGeom>
            <a:solidFill>
              <a:srgbClr val="070154"/>
            </a:solidFill>
            <a:ln>
              <a:noFill/>
            </a:ln>
          </p:spPr>
        </p:sp>
        <p:sp>
          <p:nvSpPr>
            <p:cNvPr id="7" name="node01.quote.mark"/>
            <p:cNvSpPr/>
            <p:nvPr/>
          </p:nvSpPr>
          <p:spPr>
            <a:xfrm>
              <a:off x="952500" y="1828800"/>
              <a:ext cx="2971800" cy="49765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8" name="node01.quote.text"/>
            <p:cNvSpPr/>
            <p:nvPr/>
          </p:nvSpPr>
          <p:spPr>
            <a:xfrm>
              <a:off x="952500" y="2402650"/>
              <a:ext cx="2971800" cy="12192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We do not need faster spreadsheets. We need to stop finding problems on day nine.</a:t>
              </a:r>
              <a:endParaRPr lang="en-US" sz="1800" spc="-18" kern="0" b="0" i="0" dirty="0">
                <a:solidFill>
                  <a:srgbClr val="FFFFFF"/>
                </a:solidFill>
                <a:latin typeface="IBM Plex Sans SemiBold"/>
                <a:ea typeface="IBM Plex Sans SemiBold"/>
                <a:cs typeface="IBM Plex Sans SemiBold"/>
              </a:endParaRPr>
            </a:p>
          </p:txBody>
        </p:sp>
        <p:sp>
          <p:nvSpPr>
            <p:cNvPr id="9" name="node01.quote.by"/>
            <p:cNvSpPr/>
            <p:nvPr/>
          </p:nvSpPr>
          <p:spPr>
            <a:xfrm>
              <a:off x="952500" y="5410200"/>
              <a:ext cx="2971800" cy="3048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CORPORATE CONTROLLER · NORTHFIELD HEALTH SYSTEM</a:t>
              </a:r>
              <a:endParaRPr lang="en-US" sz="900" spc="54" kern="0" b="0" i="0" dirty="0">
                <a:solidFill>
                  <a:srgbClr val="CED7E6"/>
                </a:solidFill>
                <a:latin typeface="IBM Plex Mono Medium"/>
                <a:ea typeface="IBM Plex Mono Medium"/>
                <a:cs typeface="IBM Plex Mono Medium"/>
              </a:endParaRPr>
            </a:p>
          </p:txBody>
        </p:sp>
      </p:grpSp>
      <p:grpSp>
        <p:nvGrpSpPr>
          <p:cNvPr id="27" name="node02"/>
          <p:cNvGrpSpPr/>
          <p:nvPr/>
        </p:nvGrpSpPr>
        <p:grpSpPr>
          <a:xfrm>
            <a:off x="4381500" y="1600200"/>
            <a:ext cx="3429000" cy="2057400"/>
            <a:chOff x="4381500" y="1600200"/>
            <a:chExt cx="3429000" cy="2057400"/>
          </a:xfrm>
        </p:grpSpPr>
        <p:sp>
          <p:nvSpPr>
            <p:cNvPr id="10" name="node02.container"/>
            <p:cNvSpPr/>
            <p:nvPr/>
          </p:nvSpPr>
          <p:spPr>
            <a:xfrm>
              <a:off x="4381500" y="1600200"/>
              <a:ext cx="3429000" cy="2057400"/>
            </a:xfrm>
            <a:prstGeom prst="rect">
              <a:avLst/>
            </a:prstGeom>
            <a:solidFill>
              <a:srgbClr val="E8EEF8"/>
            </a:solidFill>
            <a:ln>
              <a:noFill/>
            </a:ln>
          </p:spPr>
        </p:sp>
        <p:sp>
          <p:nvSpPr>
            <p:cNvPr id="11" name="node02.number"/>
            <p:cNvSpPr/>
            <p:nvPr/>
          </p:nvSpPr>
          <p:spPr>
            <a:xfrm>
              <a:off x="4610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2.title"/>
            <p:cNvSpPr/>
            <p:nvPr/>
          </p:nvSpPr>
          <p:spPr>
            <a:xfrm>
              <a:off x="5010150" y="1828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Day nine</a:t>
              </a:r>
              <a:endParaRPr lang="en-US" sz="1800" spc="-18" kern="0" b="0" i="0" dirty="0">
                <a:solidFill>
                  <a:srgbClr val="070154"/>
                </a:solidFill>
                <a:latin typeface="IBM Plex Sans SemiBold"/>
                <a:ea typeface="IBM Plex Sans SemiBold"/>
                <a:cs typeface="IBM Plex Sans SemiBold"/>
              </a:endParaRPr>
            </a:p>
          </p:txBody>
        </p:sp>
        <p:sp>
          <p:nvSpPr>
            <p:cNvPr id="13" name="node02.body.item-001.paragraph"/>
            <p:cNvSpPr/>
            <p:nvPr/>
          </p:nvSpPr>
          <p:spPr>
            <a:xfrm>
              <a:off x="4610100" y="22860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Controllers first see most entries after the books are drafted.</a:t>
              </a:r>
              <a:endParaRPr lang="en-US" sz="1400" spc="0" kern="0" b="0" i="0" dirty="0">
                <a:solidFill>
                  <a:srgbClr val="50658E"/>
                </a:solidFill>
                <a:latin typeface="IBM Plex Sans"/>
                <a:ea typeface="IBM Plex Sans"/>
                <a:cs typeface="IBM Plex Sans"/>
              </a:endParaRPr>
            </a:p>
          </p:txBody>
        </p:sp>
      </p:grpSp>
      <p:grpSp>
        <p:nvGrpSpPr>
          <p:cNvPr id="28" name="node03"/>
          <p:cNvGrpSpPr/>
          <p:nvPr/>
        </p:nvGrpSpPr>
        <p:grpSpPr>
          <a:xfrm>
            <a:off x="8039100" y="1600200"/>
            <a:ext cx="3429000" cy="2057400"/>
            <a:chOff x="8039100" y="1600200"/>
            <a:chExt cx="3429000" cy="2057400"/>
          </a:xfrm>
        </p:grpSpPr>
        <p:sp>
          <p:nvSpPr>
            <p:cNvPr id="14" name="node03.container"/>
            <p:cNvSpPr/>
            <p:nvPr/>
          </p:nvSpPr>
          <p:spPr>
            <a:xfrm>
              <a:off x="8039100" y="1600200"/>
              <a:ext cx="3429000" cy="2057400"/>
            </a:xfrm>
            <a:prstGeom prst="rect">
              <a:avLst/>
            </a:prstGeom>
            <a:solidFill>
              <a:srgbClr val="E8EEF8"/>
            </a:solidFill>
            <a:ln>
              <a:noFill/>
            </a:ln>
          </p:spPr>
        </p:sp>
        <p:sp>
          <p:nvSpPr>
            <p:cNvPr id="15" name="node03.number"/>
            <p:cNvSpPr/>
            <p:nvPr/>
          </p:nvSpPr>
          <p:spPr>
            <a:xfrm>
              <a:off x="8267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6" name="node03.title"/>
            <p:cNvSpPr/>
            <p:nvPr/>
          </p:nvSpPr>
          <p:spPr>
            <a:xfrm>
              <a:off x="8667750" y="1828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Rework</a:t>
              </a:r>
              <a:endParaRPr lang="en-US" sz="1800" spc="-18" kern="0" b="0" i="0" dirty="0">
                <a:solidFill>
                  <a:srgbClr val="070154"/>
                </a:solidFill>
                <a:latin typeface="IBM Plex Sans SemiBold"/>
                <a:ea typeface="IBM Plex Sans SemiBold"/>
                <a:cs typeface="IBM Plex Sans SemiBold"/>
              </a:endParaRPr>
            </a:p>
          </p:txBody>
        </p:sp>
        <p:sp>
          <p:nvSpPr>
            <p:cNvPr id="17" name="node03.body.item-001.paragraph"/>
            <p:cNvSpPr/>
            <p:nvPr/>
          </p:nvSpPr>
          <p:spPr>
            <a:xfrm>
              <a:off x="8267700" y="22860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Each late finding reopens work that was already signed off.</a:t>
              </a:r>
              <a:endParaRPr lang="en-US" sz="1400" spc="0" kern="0" b="0" i="0" dirty="0">
                <a:solidFill>
                  <a:srgbClr val="50658E"/>
                </a:solidFill>
                <a:latin typeface="IBM Plex Sans"/>
                <a:ea typeface="IBM Plex Sans"/>
                <a:cs typeface="IBM Plex Sans"/>
              </a:endParaRPr>
            </a:p>
          </p:txBody>
        </p:sp>
      </p:grpSp>
      <p:grpSp>
        <p:nvGrpSpPr>
          <p:cNvPr id="29" name="node04"/>
          <p:cNvGrpSpPr/>
          <p:nvPr/>
        </p:nvGrpSpPr>
        <p:grpSpPr>
          <a:xfrm>
            <a:off x="4381500" y="3886200"/>
            <a:ext cx="3429000" cy="2057400"/>
            <a:chOff x="4381500" y="3886200"/>
            <a:chExt cx="3429000" cy="2057400"/>
          </a:xfrm>
        </p:grpSpPr>
        <p:sp>
          <p:nvSpPr>
            <p:cNvPr id="18" name="node04.container"/>
            <p:cNvSpPr/>
            <p:nvPr/>
          </p:nvSpPr>
          <p:spPr>
            <a:xfrm>
              <a:off x="4381500" y="3886200"/>
              <a:ext cx="3429000" cy="2057400"/>
            </a:xfrm>
            <a:prstGeom prst="rect">
              <a:avLst/>
            </a:prstGeom>
            <a:solidFill>
              <a:srgbClr val="E8EEF8"/>
            </a:solidFill>
            <a:ln>
              <a:noFill/>
            </a:ln>
          </p:spPr>
        </p:sp>
        <p:sp>
          <p:nvSpPr>
            <p:cNvPr id="19" name="node04.number"/>
            <p:cNvSpPr/>
            <p:nvPr/>
          </p:nvSpPr>
          <p:spPr>
            <a:xfrm>
              <a:off x="46101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0" name="node04.title"/>
            <p:cNvSpPr/>
            <p:nvPr/>
          </p:nvSpPr>
          <p:spPr>
            <a:xfrm>
              <a:off x="5010150" y="4114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Spreadsheets</a:t>
              </a:r>
              <a:endParaRPr lang="en-US" sz="1800" spc="-18" kern="0" b="0" i="0" dirty="0">
                <a:solidFill>
                  <a:srgbClr val="070154"/>
                </a:solidFill>
                <a:latin typeface="IBM Plex Sans SemiBold"/>
                <a:ea typeface="IBM Plex Sans SemiBold"/>
                <a:cs typeface="IBM Plex Sans SemiBold"/>
              </a:endParaRPr>
            </a:p>
          </p:txBody>
        </p:sp>
        <p:sp>
          <p:nvSpPr>
            <p:cNvPr id="21" name="node04.body.item-001.paragraph"/>
            <p:cNvSpPr/>
            <p:nvPr/>
          </p:nvSpPr>
          <p:spPr>
            <a:xfrm>
              <a:off x="4610100" y="45720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Eleven entities reconcile by email and spreadsheet.</a:t>
              </a:r>
              <a:endParaRPr lang="en-US" sz="1400" spc="0" kern="0" b="0" i="0" dirty="0">
                <a:solidFill>
                  <a:srgbClr val="50658E"/>
                </a:solidFill>
                <a:latin typeface="IBM Plex Sans"/>
                <a:ea typeface="IBM Plex Sans"/>
                <a:cs typeface="IBM Plex Sans"/>
              </a:endParaRPr>
            </a:p>
          </p:txBody>
        </p:sp>
      </p:grpSp>
      <p:grpSp>
        <p:nvGrpSpPr>
          <p:cNvPr id="30" name="node05"/>
          <p:cNvGrpSpPr/>
          <p:nvPr/>
        </p:nvGrpSpPr>
        <p:grpSpPr>
          <a:xfrm>
            <a:off x="8039100" y="3886200"/>
            <a:ext cx="3429000" cy="2057400"/>
            <a:chOff x="8039100" y="3886200"/>
            <a:chExt cx="3429000" cy="2057400"/>
          </a:xfrm>
        </p:grpSpPr>
        <p:sp>
          <p:nvSpPr>
            <p:cNvPr id="22" name="node05.container"/>
            <p:cNvSpPr/>
            <p:nvPr/>
          </p:nvSpPr>
          <p:spPr>
            <a:xfrm>
              <a:off x="8039100" y="3886200"/>
              <a:ext cx="3429000" cy="2057400"/>
            </a:xfrm>
            <a:prstGeom prst="rect">
              <a:avLst/>
            </a:prstGeom>
            <a:solidFill>
              <a:srgbClr val="E8EEF8"/>
            </a:solidFill>
            <a:ln>
              <a:noFill/>
            </a:ln>
          </p:spPr>
        </p:sp>
        <p:sp>
          <p:nvSpPr>
            <p:cNvPr id="23" name="node05.number"/>
            <p:cNvSpPr/>
            <p:nvPr/>
          </p:nvSpPr>
          <p:spPr>
            <a:xfrm>
              <a:off x="82677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4" name="node05.title"/>
            <p:cNvSpPr/>
            <p:nvPr/>
          </p:nvSpPr>
          <p:spPr>
            <a:xfrm>
              <a:off x="8667750" y="4114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Ownership</a:t>
              </a:r>
              <a:endParaRPr lang="en-US" sz="1800" spc="-18" kern="0" b="0" i="0" dirty="0">
                <a:solidFill>
                  <a:srgbClr val="070154"/>
                </a:solidFill>
                <a:latin typeface="IBM Plex Sans SemiBold"/>
                <a:ea typeface="IBM Plex Sans SemiBold"/>
                <a:cs typeface="IBM Plex Sans SemiBold"/>
              </a:endParaRPr>
            </a:p>
          </p:txBody>
        </p:sp>
        <p:sp>
          <p:nvSpPr>
            <p:cNvPr id="25" name="node05.body.item-001.paragraph"/>
            <p:cNvSpPr/>
            <p:nvPr/>
          </p:nvSpPr>
          <p:spPr>
            <a:xfrm>
              <a:off x="8267700" y="45720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Tasks have no named owner or due time.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ource-40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WE HEARD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quote, four reasons behind it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8039100" y="1600200"/>
            <a:ext cx="3429000" cy="4343400"/>
            <a:chOff x="8039100" y="1600200"/>
            <a:chExt cx="3429000" cy="4343400"/>
          </a:xfrm>
        </p:grpSpPr>
        <p:sp>
          <p:nvSpPr>
            <p:cNvPr id="6" name="node01.container"/>
            <p:cNvSpPr/>
            <p:nvPr/>
          </p:nvSpPr>
          <p:spPr>
            <a:xfrm>
              <a:off x="8039100" y="1600200"/>
              <a:ext cx="3429000" cy="4343400"/>
            </a:xfrm>
            <a:prstGeom prst="rect">
              <a:avLst/>
            </a:prstGeom>
            <a:solidFill>
              <a:srgbClr val="070154"/>
            </a:solidFill>
            <a:ln>
              <a:noFill/>
            </a:ln>
          </p:spPr>
        </p:sp>
        <p:sp>
          <p:nvSpPr>
            <p:cNvPr id="7" name="node01.quote.mark"/>
            <p:cNvSpPr/>
            <p:nvPr/>
          </p:nvSpPr>
          <p:spPr>
            <a:xfrm>
              <a:off x="8267700" y="1828800"/>
              <a:ext cx="2971800" cy="49765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8" name="node01.quote.text"/>
            <p:cNvSpPr/>
            <p:nvPr/>
          </p:nvSpPr>
          <p:spPr>
            <a:xfrm>
              <a:off x="8267700" y="2402650"/>
              <a:ext cx="2971800" cy="12192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We do not need faster spreadsheets. We need to stop finding problems on day nine.</a:t>
              </a:r>
              <a:endParaRPr lang="en-US" sz="1800" spc="-18" kern="0" b="0" i="0" dirty="0">
                <a:solidFill>
                  <a:srgbClr val="FFFFFF"/>
                </a:solidFill>
                <a:latin typeface="IBM Plex Sans SemiBold"/>
                <a:ea typeface="IBM Plex Sans SemiBold"/>
                <a:cs typeface="IBM Plex Sans SemiBold"/>
              </a:endParaRPr>
            </a:p>
          </p:txBody>
        </p:sp>
        <p:sp>
          <p:nvSpPr>
            <p:cNvPr id="9" name="node01.quote.by"/>
            <p:cNvSpPr/>
            <p:nvPr/>
          </p:nvSpPr>
          <p:spPr>
            <a:xfrm>
              <a:off x="8267700" y="5410200"/>
              <a:ext cx="2971800" cy="3048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CORPORATE CONTROLLER · NORTHFIELD HEALTH SYSTEM</a:t>
              </a:r>
              <a:endParaRPr lang="en-US" sz="900" spc="54" kern="0" b="0" i="0" dirty="0">
                <a:solidFill>
                  <a:srgbClr val="CED7E6"/>
                </a:solidFill>
                <a:latin typeface="IBM Plex Mono Medium"/>
                <a:ea typeface="IBM Plex Mono Medium"/>
                <a:cs typeface="IBM Plex Mono Medium"/>
              </a:endParaRPr>
            </a:p>
          </p:txBody>
        </p:sp>
      </p:grpSp>
      <p:grpSp>
        <p:nvGrpSpPr>
          <p:cNvPr id="27" name="node02"/>
          <p:cNvGrpSpPr/>
          <p:nvPr/>
        </p:nvGrpSpPr>
        <p:grpSpPr>
          <a:xfrm>
            <a:off x="723900" y="1600200"/>
            <a:ext cx="3429000" cy="2057400"/>
            <a:chOff x="723900" y="1600200"/>
            <a:chExt cx="3429000" cy="2057400"/>
          </a:xfrm>
        </p:grpSpPr>
        <p:sp>
          <p:nvSpPr>
            <p:cNvPr id="10" name="node02.container"/>
            <p:cNvSpPr/>
            <p:nvPr/>
          </p:nvSpPr>
          <p:spPr>
            <a:xfrm>
              <a:off x="723900" y="1600200"/>
              <a:ext cx="3429000" cy="2057400"/>
            </a:xfrm>
            <a:prstGeom prst="rect">
              <a:avLst/>
            </a:prstGeom>
            <a:solidFill>
              <a:srgbClr val="E8EEF8"/>
            </a:solidFill>
            <a:ln>
              <a:noFill/>
            </a:ln>
          </p:spPr>
        </p:sp>
        <p:sp>
          <p:nvSpPr>
            <p:cNvPr id="11" name="node02.number"/>
            <p:cNvSpPr/>
            <p:nvPr/>
          </p:nvSpPr>
          <p:spPr>
            <a:xfrm>
              <a:off x="9525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2.title"/>
            <p:cNvSpPr/>
            <p:nvPr/>
          </p:nvSpPr>
          <p:spPr>
            <a:xfrm>
              <a:off x="1352550" y="1828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Day nine</a:t>
              </a:r>
              <a:endParaRPr lang="en-US" sz="1800" spc="-18" kern="0" b="0" i="0" dirty="0">
                <a:solidFill>
                  <a:srgbClr val="070154"/>
                </a:solidFill>
                <a:latin typeface="IBM Plex Sans SemiBold"/>
                <a:ea typeface="IBM Plex Sans SemiBold"/>
                <a:cs typeface="IBM Plex Sans SemiBold"/>
              </a:endParaRPr>
            </a:p>
          </p:txBody>
        </p:sp>
        <p:sp>
          <p:nvSpPr>
            <p:cNvPr id="13" name="node02.body.item-001.paragraph"/>
            <p:cNvSpPr/>
            <p:nvPr/>
          </p:nvSpPr>
          <p:spPr>
            <a:xfrm>
              <a:off x="952500" y="22860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Controllers first see most entries after the books are drafted.</a:t>
              </a:r>
              <a:endParaRPr lang="en-US" sz="1400" spc="0" kern="0" b="0" i="0" dirty="0">
                <a:solidFill>
                  <a:srgbClr val="50658E"/>
                </a:solidFill>
                <a:latin typeface="IBM Plex Sans"/>
                <a:ea typeface="IBM Plex Sans"/>
                <a:cs typeface="IBM Plex Sans"/>
              </a:endParaRPr>
            </a:p>
          </p:txBody>
        </p:sp>
      </p:grpSp>
      <p:grpSp>
        <p:nvGrpSpPr>
          <p:cNvPr id="28" name="node03"/>
          <p:cNvGrpSpPr/>
          <p:nvPr/>
        </p:nvGrpSpPr>
        <p:grpSpPr>
          <a:xfrm>
            <a:off x="4381500" y="1600200"/>
            <a:ext cx="3429000" cy="2057400"/>
            <a:chOff x="4381500" y="1600200"/>
            <a:chExt cx="3429000" cy="2057400"/>
          </a:xfrm>
        </p:grpSpPr>
        <p:sp>
          <p:nvSpPr>
            <p:cNvPr id="14" name="node03.container"/>
            <p:cNvSpPr/>
            <p:nvPr/>
          </p:nvSpPr>
          <p:spPr>
            <a:xfrm>
              <a:off x="4381500" y="1600200"/>
              <a:ext cx="3429000" cy="2057400"/>
            </a:xfrm>
            <a:prstGeom prst="rect">
              <a:avLst/>
            </a:prstGeom>
            <a:solidFill>
              <a:srgbClr val="E8EEF8"/>
            </a:solidFill>
            <a:ln>
              <a:noFill/>
            </a:ln>
          </p:spPr>
        </p:sp>
        <p:sp>
          <p:nvSpPr>
            <p:cNvPr id="15" name="node03.number"/>
            <p:cNvSpPr/>
            <p:nvPr/>
          </p:nvSpPr>
          <p:spPr>
            <a:xfrm>
              <a:off x="4610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6" name="node03.title"/>
            <p:cNvSpPr/>
            <p:nvPr/>
          </p:nvSpPr>
          <p:spPr>
            <a:xfrm>
              <a:off x="5010150" y="1828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Rework</a:t>
              </a:r>
              <a:endParaRPr lang="en-US" sz="1800" spc="-18" kern="0" b="0" i="0" dirty="0">
                <a:solidFill>
                  <a:srgbClr val="070154"/>
                </a:solidFill>
                <a:latin typeface="IBM Plex Sans SemiBold"/>
                <a:ea typeface="IBM Plex Sans SemiBold"/>
                <a:cs typeface="IBM Plex Sans SemiBold"/>
              </a:endParaRPr>
            </a:p>
          </p:txBody>
        </p:sp>
        <p:sp>
          <p:nvSpPr>
            <p:cNvPr id="17" name="node03.body.item-001.paragraph"/>
            <p:cNvSpPr/>
            <p:nvPr/>
          </p:nvSpPr>
          <p:spPr>
            <a:xfrm>
              <a:off x="4610100" y="22860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Each late finding reopens work that was already signed off.</a:t>
              </a:r>
              <a:endParaRPr lang="en-US" sz="1400" spc="0" kern="0" b="0" i="0" dirty="0">
                <a:solidFill>
                  <a:srgbClr val="50658E"/>
                </a:solidFill>
                <a:latin typeface="IBM Plex Sans"/>
                <a:ea typeface="IBM Plex Sans"/>
                <a:cs typeface="IBM Plex Sans"/>
              </a:endParaRPr>
            </a:p>
          </p:txBody>
        </p:sp>
      </p:grpSp>
      <p:grpSp>
        <p:nvGrpSpPr>
          <p:cNvPr id="29" name="node04"/>
          <p:cNvGrpSpPr/>
          <p:nvPr/>
        </p:nvGrpSpPr>
        <p:grpSpPr>
          <a:xfrm>
            <a:off x="723900" y="3886200"/>
            <a:ext cx="3429000" cy="2057400"/>
            <a:chOff x="723900" y="3886200"/>
            <a:chExt cx="3429000" cy="2057400"/>
          </a:xfrm>
        </p:grpSpPr>
        <p:sp>
          <p:nvSpPr>
            <p:cNvPr id="18" name="node04.container"/>
            <p:cNvSpPr/>
            <p:nvPr/>
          </p:nvSpPr>
          <p:spPr>
            <a:xfrm>
              <a:off x="723900" y="3886200"/>
              <a:ext cx="3429000" cy="2057400"/>
            </a:xfrm>
            <a:prstGeom prst="rect">
              <a:avLst/>
            </a:prstGeom>
            <a:solidFill>
              <a:srgbClr val="E8EEF8"/>
            </a:solidFill>
            <a:ln>
              <a:noFill/>
            </a:ln>
          </p:spPr>
        </p:sp>
        <p:sp>
          <p:nvSpPr>
            <p:cNvPr id="19" name="node04.number"/>
            <p:cNvSpPr/>
            <p:nvPr/>
          </p:nvSpPr>
          <p:spPr>
            <a:xfrm>
              <a:off x="9525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0" name="node04.title"/>
            <p:cNvSpPr/>
            <p:nvPr/>
          </p:nvSpPr>
          <p:spPr>
            <a:xfrm>
              <a:off x="1352550" y="4114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Spreadsheets</a:t>
              </a:r>
              <a:endParaRPr lang="en-US" sz="1800" spc="-18" kern="0" b="0" i="0" dirty="0">
                <a:solidFill>
                  <a:srgbClr val="070154"/>
                </a:solidFill>
                <a:latin typeface="IBM Plex Sans SemiBold"/>
                <a:ea typeface="IBM Plex Sans SemiBold"/>
                <a:cs typeface="IBM Plex Sans SemiBold"/>
              </a:endParaRPr>
            </a:p>
          </p:txBody>
        </p:sp>
        <p:sp>
          <p:nvSpPr>
            <p:cNvPr id="21" name="node04.body.item-001.paragraph"/>
            <p:cNvSpPr/>
            <p:nvPr/>
          </p:nvSpPr>
          <p:spPr>
            <a:xfrm>
              <a:off x="952500" y="45720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Eleven entities reconcile by email and spreadsheet.</a:t>
              </a:r>
              <a:endParaRPr lang="en-US" sz="1400" spc="0" kern="0" b="0" i="0" dirty="0">
                <a:solidFill>
                  <a:srgbClr val="50658E"/>
                </a:solidFill>
                <a:latin typeface="IBM Plex Sans"/>
                <a:ea typeface="IBM Plex Sans"/>
                <a:cs typeface="IBM Plex Sans"/>
              </a:endParaRPr>
            </a:p>
          </p:txBody>
        </p:sp>
      </p:grpSp>
      <p:grpSp>
        <p:nvGrpSpPr>
          <p:cNvPr id="30" name="node05"/>
          <p:cNvGrpSpPr/>
          <p:nvPr/>
        </p:nvGrpSpPr>
        <p:grpSpPr>
          <a:xfrm>
            <a:off x="4381500" y="3886200"/>
            <a:ext cx="3429000" cy="2057400"/>
            <a:chOff x="4381500" y="3886200"/>
            <a:chExt cx="3429000" cy="2057400"/>
          </a:xfrm>
        </p:grpSpPr>
        <p:sp>
          <p:nvSpPr>
            <p:cNvPr id="22" name="node05.container"/>
            <p:cNvSpPr/>
            <p:nvPr/>
          </p:nvSpPr>
          <p:spPr>
            <a:xfrm>
              <a:off x="4381500" y="3886200"/>
              <a:ext cx="3429000" cy="2057400"/>
            </a:xfrm>
            <a:prstGeom prst="rect">
              <a:avLst/>
            </a:prstGeom>
            <a:solidFill>
              <a:srgbClr val="E8EEF8"/>
            </a:solidFill>
            <a:ln>
              <a:noFill/>
            </a:ln>
          </p:spPr>
        </p:sp>
        <p:sp>
          <p:nvSpPr>
            <p:cNvPr id="23" name="node05.number"/>
            <p:cNvSpPr/>
            <p:nvPr/>
          </p:nvSpPr>
          <p:spPr>
            <a:xfrm>
              <a:off x="46101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4" name="node05.title"/>
            <p:cNvSpPr/>
            <p:nvPr/>
          </p:nvSpPr>
          <p:spPr>
            <a:xfrm>
              <a:off x="5010150" y="4114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Ownership</a:t>
              </a:r>
              <a:endParaRPr lang="en-US" sz="1800" spc="-18" kern="0" b="0" i="0" dirty="0">
                <a:solidFill>
                  <a:srgbClr val="070154"/>
                </a:solidFill>
                <a:latin typeface="IBM Plex Sans SemiBold"/>
                <a:ea typeface="IBM Plex Sans SemiBold"/>
                <a:cs typeface="IBM Plex Sans SemiBold"/>
              </a:endParaRPr>
            </a:p>
          </p:txBody>
        </p:sp>
        <p:sp>
          <p:nvSpPr>
            <p:cNvPr id="25" name="node05.body.item-001.paragraph"/>
            <p:cNvSpPr/>
            <p:nvPr/>
          </p:nvSpPr>
          <p:spPr>
            <a:xfrm>
              <a:off x="4610100" y="45720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Tasks have no named owner or due time.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ource-18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OPERATING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shifts take the close from 12 days to 5</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close assessment, 14 business units, Aug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828800"/>
            <a:ext cx="4572000" cy="152400"/>
            <a:chOff x="723900" y="1828800"/>
            <a:chExt cx="4572000" cy="152400"/>
          </a:xfrm>
        </p:grpSpPr>
        <p:sp>
          <p:nvSpPr>
            <p:cNvPr id="7" name="node01.text"/>
            <p:cNvSpPr/>
            <p:nvPr/>
          </p:nvSpPr>
          <p:spPr>
            <a:xfrm>
              <a:off x="723900" y="1828800"/>
              <a:ext cx="457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TODAY</a:t>
              </a:r>
              <a:endParaRPr lang="en-US" sz="900" spc="54" kern="0" b="0" i="0" dirty="0">
                <a:solidFill>
                  <a:srgbClr val="50658E"/>
                </a:solidFill>
                <a:latin typeface="IBM Plex Mono Medium"/>
                <a:ea typeface="IBM Plex Mono Medium"/>
                <a:cs typeface="IBM Plex Mono Medium"/>
              </a:endParaRPr>
            </a:p>
          </p:txBody>
        </p:sp>
      </p:grpSp>
      <p:grpSp>
        <p:nvGrpSpPr>
          <p:cNvPr id="38" name="node02"/>
          <p:cNvGrpSpPr/>
          <p:nvPr/>
        </p:nvGrpSpPr>
        <p:grpSpPr>
          <a:xfrm>
            <a:off x="6896100" y="1828800"/>
            <a:ext cx="4572000" cy="152400"/>
            <a:chOff x="6896100" y="1828800"/>
            <a:chExt cx="4572000" cy="152400"/>
          </a:xfrm>
        </p:grpSpPr>
        <p:sp>
          <p:nvSpPr>
            <p:cNvPr id="8" name="node02.text"/>
            <p:cNvSpPr/>
            <p:nvPr/>
          </p:nvSpPr>
          <p:spPr>
            <a:xfrm>
              <a:off x="6896100" y="1828800"/>
              <a:ext cx="457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WITH THE NEW MODEL</a:t>
              </a:r>
              <a:endParaRPr lang="en-US" sz="900" spc="54" kern="0" b="0" i="0" dirty="0">
                <a:solidFill>
                  <a:srgbClr val="0047FF"/>
                </a:solidFill>
                <a:latin typeface="IBM Plex Mono Medium"/>
                <a:ea typeface="IBM Plex Mono Medium"/>
                <a:cs typeface="IBM Plex Mono Medium"/>
              </a:endParaRPr>
            </a:p>
          </p:txBody>
        </p:sp>
      </p:grpSp>
      <p:grpSp>
        <p:nvGrpSpPr>
          <p:cNvPr id="39" name="node03"/>
          <p:cNvGrpSpPr/>
          <p:nvPr/>
        </p:nvGrpSpPr>
        <p:grpSpPr>
          <a:xfrm>
            <a:off x="723900" y="2057400"/>
            <a:ext cx="4572000" cy="685800"/>
            <a:chOff x="723900" y="2057400"/>
            <a:chExt cx="4572000" cy="685800"/>
          </a:xfrm>
        </p:grpSpPr>
        <p:sp>
          <p:nvSpPr>
            <p:cNvPr id="9" name="node03.surface"/>
            <p:cNvSpPr/>
            <p:nvPr/>
          </p:nvSpPr>
          <p:spPr>
            <a:xfrm>
              <a:off x="723900" y="2057400"/>
              <a:ext cx="4572000" cy="685800"/>
            </a:xfrm>
            <a:prstGeom prst="rect">
              <a:avLst/>
            </a:prstGeom>
            <a:solidFill>
              <a:srgbClr val="E8EEF8"/>
            </a:solidFill>
            <a:ln>
              <a:noFill/>
            </a:ln>
          </p:spPr>
        </p:sp>
        <p:sp>
          <p:nvSpPr>
            <p:cNvPr id="10" name="node03.text"/>
            <p:cNvSpPr/>
            <p:nvPr/>
          </p:nvSpPr>
          <p:spPr>
            <a:xfrm>
              <a:off x="876300" y="22860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Entries reviewed on day 9</a:t>
              </a:r>
              <a:endParaRPr lang="en-US" sz="1200" spc="0" kern="0" b="0" i="0" dirty="0">
                <a:solidFill>
                  <a:srgbClr val="070154"/>
                </a:solidFill>
                <a:latin typeface="IBM Plex Sans"/>
                <a:ea typeface="IBM Plex Sans"/>
                <a:cs typeface="IBM Plex Sans"/>
              </a:endParaRPr>
            </a:p>
          </p:txBody>
        </p:sp>
      </p:grpSp>
      <p:grpSp>
        <p:nvGrpSpPr>
          <p:cNvPr id="40" name="node04"/>
          <p:cNvGrpSpPr/>
          <p:nvPr/>
        </p:nvGrpSpPr>
        <p:grpSpPr>
          <a:xfrm>
            <a:off x="5638800" y="2324100"/>
            <a:ext cx="914400" cy="172899"/>
            <a:chOff x="5638800" y="2324100"/>
            <a:chExt cx="914400" cy="172899"/>
          </a:xfrm>
        </p:grpSpPr>
        <p:pic>
          <p:nvPicPr>
            <p:cNvPr id="11" name="node04.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38800" y="2324100"/>
              <a:ext cx="914400" cy="172899"/>
            </a:xfrm>
            <a:prstGeom prst="rect">
              <a:avLst/>
            </a:prstGeom>
          </p:spPr>
        </p:pic>
      </p:grpSp>
      <p:grpSp>
        <p:nvGrpSpPr>
          <p:cNvPr id="41" name="node05"/>
          <p:cNvGrpSpPr/>
          <p:nvPr/>
        </p:nvGrpSpPr>
        <p:grpSpPr>
          <a:xfrm>
            <a:off x="6896100" y="2057400"/>
            <a:ext cx="2971800" cy="685800"/>
            <a:chOff x="6896100" y="2057400"/>
            <a:chExt cx="2971800" cy="685800"/>
          </a:xfrm>
        </p:grpSpPr>
        <p:sp>
          <p:nvSpPr>
            <p:cNvPr id="12" name="node05.surface"/>
            <p:cNvSpPr/>
            <p:nvPr/>
          </p:nvSpPr>
          <p:spPr>
            <a:xfrm>
              <a:off x="6896100" y="2057400"/>
              <a:ext cx="2971800" cy="685800"/>
            </a:xfrm>
            <a:prstGeom prst="rect">
              <a:avLst/>
            </a:prstGeom>
            <a:solidFill>
              <a:srgbClr val="070154"/>
            </a:solidFill>
            <a:ln>
              <a:noFill/>
            </a:ln>
          </p:spPr>
        </p:sp>
        <p:sp>
          <p:nvSpPr>
            <p:cNvPr id="13" name="node05.text"/>
            <p:cNvSpPr/>
            <p:nvPr/>
          </p:nvSpPr>
          <p:spPr>
            <a:xfrm>
              <a:off x="7048500" y="22860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Rules check entries as they post</a:t>
              </a:r>
              <a:endParaRPr lang="en-US" sz="1200" spc="0" kern="0" b="0" i="0" dirty="0">
                <a:solidFill>
                  <a:srgbClr val="FFFFFF"/>
                </a:solidFill>
                <a:latin typeface="IBM Plex Sans"/>
                <a:ea typeface="IBM Plex Sans"/>
                <a:cs typeface="IBM Plex Sans"/>
              </a:endParaRPr>
            </a:p>
          </p:txBody>
        </p:sp>
      </p:grpSp>
      <p:grpSp>
        <p:nvGrpSpPr>
          <p:cNvPr id="42" name="node06"/>
          <p:cNvGrpSpPr/>
          <p:nvPr/>
        </p:nvGrpSpPr>
        <p:grpSpPr>
          <a:xfrm>
            <a:off x="9867900" y="2057400"/>
            <a:ext cx="1600200" cy="685800"/>
            <a:chOff x="9867900" y="2057400"/>
            <a:chExt cx="1600200" cy="685800"/>
          </a:xfrm>
        </p:grpSpPr>
        <p:sp>
          <p:nvSpPr>
            <p:cNvPr id="14" name="node06.surface"/>
            <p:cNvSpPr/>
            <p:nvPr/>
          </p:nvSpPr>
          <p:spPr>
            <a:xfrm>
              <a:off x="9867900" y="2057400"/>
              <a:ext cx="1600200" cy="685800"/>
            </a:xfrm>
            <a:prstGeom prst="rect">
              <a:avLst/>
            </a:prstGeom>
            <a:solidFill>
              <a:srgbClr val="F900D3"/>
            </a:solidFill>
            <a:ln>
              <a:noFill/>
            </a:ln>
          </p:spPr>
        </p:sp>
        <p:sp>
          <p:nvSpPr>
            <p:cNvPr id="15" name="node06.text"/>
            <p:cNvSpPr/>
            <p:nvPr/>
          </p:nvSpPr>
          <p:spPr>
            <a:xfrm>
              <a:off x="10020300" y="23241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92% AUTO-CHECKED</a:t>
              </a:r>
              <a:endParaRPr lang="en-US" sz="900" spc="54" kern="0" b="0" i="0" dirty="0">
                <a:solidFill>
                  <a:srgbClr val="070154"/>
                </a:solidFill>
                <a:latin typeface="IBM Plex Mono Medium"/>
                <a:ea typeface="IBM Plex Mono Medium"/>
                <a:cs typeface="IBM Plex Mono Medium"/>
              </a:endParaRPr>
            </a:p>
          </p:txBody>
        </p:sp>
      </p:grpSp>
      <p:grpSp>
        <p:nvGrpSpPr>
          <p:cNvPr id="43" name="node07"/>
          <p:cNvGrpSpPr/>
          <p:nvPr/>
        </p:nvGrpSpPr>
        <p:grpSpPr>
          <a:xfrm>
            <a:off x="723900" y="2971800"/>
            <a:ext cx="4572000" cy="685800"/>
            <a:chOff x="723900" y="2971800"/>
            <a:chExt cx="4572000" cy="685800"/>
          </a:xfrm>
        </p:grpSpPr>
        <p:sp>
          <p:nvSpPr>
            <p:cNvPr id="16" name="node07.surface"/>
            <p:cNvSpPr/>
            <p:nvPr/>
          </p:nvSpPr>
          <p:spPr>
            <a:xfrm>
              <a:off x="723900" y="2971800"/>
              <a:ext cx="4572000" cy="685800"/>
            </a:xfrm>
            <a:prstGeom prst="rect">
              <a:avLst/>
            </a:prstGeom>
            <a:solidFill>
              <a:srgbClr val="E8EEF8"/>
            </a:solidFill>
            <a:ln>
              <a:noFill/>
            </a:ln>
          </p:spPr>
        </p:sp>
        <p:sp>
          <p:nvSpPr>
            <p:cNvPr id="17" name="node07.text"/>
            <p:cNvSpPr/>
            <p:nvPr/>
          </p:nvSpPr>
          <p:spPr>
            <a:xfrm>
              <a:off x="876300" y="32004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Intercompany matched by email</a:t>
              </a:r>
              <a:endParaRPr lang="en-US" sz="1200" spc="0" kern="0" b="0" i="0" dirty="0">
                <a:solidFill>
                  <a:srgbClr val="070154"/>
                </a:solidFill>
                <a:latin typeface="IBM Plex Sans"/>
                <a:ea typeface="IBM Plex Sans"/>
                <a:cs typeface="IBM Plex Sans"/>
              </a:endParaRPr>
            </a:p>
          </p:txBody>
        </p:sp>
      </p:grpSp>
      <p:grpSp>
        <p:nvGrpSpPr>
          <p:cNvPr id="44" name="node08"/>
          <p:cNvGrpSpPr/>
          <p:nvPr/>
        </p:nvGrpSpPr>
        <p:grpSpPr>
          <a:xfrm>
            <a:off x="5638800" y="3238500"/>
            <a:ext cx="914400" cy="172899"/>
            <a:chOff x="5638800" y="3238500"/>
            <a:chExt cx="914400" cy="172899"/>
          </a:xfrm>
        </p:grpSpPr>
        <p:pic>
          <p:nvPicPr>
            <p:cNvPr id="18" name="node08.mark" descr="arrow-straight; canonical SHA256=115a8f5079b158c346e9f9ca6c6eeecb7567bbab70f4cd058c365f09ed10290e;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800" y="3238500"/>
              <a:ext cx="914400" cy="172899"/>
            </a:xfrm>
            <a:prstGeom prst="rect">
              <a:avLst/>
            </a:prstGeom>
          </p:spPr>
        </p:pic>
      </p:grpSp>
      <p:grpSp>
        <p:nvGrpSpPr>
          <p:cNvPr id="45" name="node09"/>
          <p:cNvGrpSpPr/>
          <p:nvPr/>
        </p:nvGrpSpPr>
        <p:grpSpPr>
          <a:xfrm>
            <a:off x="6896100" y="2971800"/>
            <a:ext cx="2971800" cy="685800"/>
            <a:chOff x="6896100" y="2971800"/>
            <a:chExt cx="2971800" cy="685800"/>
          </a:xfrm>
        </p:grpSpPr>
        <p:sp>
          <p:nvSpPr>
            <p:cNvPr id="19" name="node09.surface"/>
            <p:cNvSpPr/>
            <p:nvPr/>
          </p:nvSpPr>
          <p:spPr>
            <a:xfrm>
              <a:off x="6896100" y="2971800"/>
              <a:ext cx="2971800" cy="685800"/>
            </a:xfrm>
            <a:prstGeom prst="rect">
              <a:avLst/>
            </a:prstGeom>
            <a:solidFill>
              <a:srgbClr val="070154"/>
            </a:solidFill>
            <a:ln>
              <a:noFill/>
            </a:ln>
          </p:spPr>
        </p:sp>
        <p:sp>
          <p:nvSpPr>
            <p:cNvPr id="20" name="node09.text"/>
            <p:cNvSpPr/>
            <p:nvPr/>
          </p:nvSpPr>
          <p:spPr>
            <a:xfrm>
              <a:off x="7048500" y="32004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Matched automatically, daily</a:t>
              </a:r>
              <a:endParaRPr lang="en-US" sz="1200" spc="0" kern="0" b="0" i="0" dirty="0">
                <a:solidFill>
                  <a:srgbClr val="FFFFFF"/>
                </a:solidFill>
                <a:latin typeface="IBM Plex Sans"/>
                <a:ea typeface="IBM Plex Sans"/>
                <a:cs typeface="IBM Plex Sans"/>
              </a:endParaRPr>
            </a:p>
          </p:txBody>
        </p:sp>
      </p:grpSp>
      <p:grpSp>
        <p:nvGrpSpPr>
          <p:cNvPr id="46" name="node10"/>
          <p:cNvGrpSpPr/>
          <p:nvPr/>
        </p:nvGrpSpPr>
        <p:grpSpPr>
          <a:xfrm>
            <a:off x="9867900" y="2971800"/>
            <a:ext cx="1600200" cy="685800"/>
            <a:chOff x="9867900" y="2971800"/>
            <a:chExt cx="1600200" cy="685800"/>
          </a:xfrm>
        </p:grpSpPr>
        <p:sp>
          <p:nvSpPr>
            <p:cNvPr id="21" name="node10.surface"/>
            <p:cNvSpPr/>
            <p:nvPr/>
          </p:nvSpPr>
          <p:spPr>
            <a:xfrm>
              <a:off x="9867900" y="2971800"/>
              <a:ext cx="1600200" cy="685800"/>
            </a:xfrm>
            <a:prstGeom prst="rect">
              <a:avLst/>
            </a:prstGeom>
            <a:solidFill>
              <a:srgbClr val="F900D3"/>
            </a:solidFill>
            <a:ln>
              <a:noFill/>
            </a:ln>
          </p:spPr>
        </p:sp>
        <p:sp>
          <p:nvSpPr>
            <p:cNvPr id="22" name="node10.text"/>
            <p:cNvSpPr/>
            <p:nvPr/>
          </p:nvSpPr>
          <p:spPr>
            <a:xfrm>
              <a:off x="10020300" y="32385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11 ENTITIES</a:t>
              </a:r>
              <a:endParaRPr lang="en-US" sz="900" spc="54" kern="0" b="0" i="0" dirty="0">
                <a:solidFill>
                  <a:srgbClr val="070154"/>
                </a:solidFill>
                <a:latin typeface="IBM Plex Mono Medium"/>
                <a:ea typeface="IBM Plex Mono Medium"/>
                <a:cs typeface="IBM Plex Mono Medium"/>
              </a:endParaRPr>
            </a:p>
          </p:txBody>
        </p:sp>
      </p:grpSp>
      <p:grpSp>
        <p:nvGrpSpPr>
          <p:cNvPr id="47" name="node11"/>
          <p:cNvGrpSpPr/>
          <p:nvPr/>
        </p:nvGrpSpPr>
        <p:grpSpPr>
          <a:xfrm>
            <a:off x="723900" y="3886200"/>
            <a:ext cx="4572000" cy="685800"/>
            <a:chOff x="723900" y="3886200"/>
            <a:chExt cx="4572000" cy="685800"/>
          </a:xfrm>
        </p:grpSpPr>
        <p:sp>
          <p:nvSpPr>
            <p:cNvPr id="23" name="node11.surface"/>
            <p:cNvSpPr/>
            <p:nvPr/>
          </p:nvSpPr>
          <p:spPr>
            <a:xfrm>
              <a:off x="723900" y="3886200"/>
              <a:ext cx="4572000" cy="685800"/>
            </a:xfrm>
            <a:prstGeom prst="rect">
              <a:avLst/>
            </a:prstGeom>
            <a:solidFill>
              <a:srgbClr val="E8EEF8"/>
            </a:solidFill>
            <a:ln>
              <a:noFill/>
            </a:ln>
          </p:spPr>
        </p:sp>
        <p:sp>
          <p:nvSpPr>
            <p:cNvPr id="24" name="node11.text"/>
            <p:cNvSpPr/>
            <p:nvPr/>
          </p:nvSpPr>
          <p:spPr>
            <a:xfrm>
              <a:off x="876300" y="41148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Controllers review every entry</a:t>
              </a:r>
              <a:endParaRPr lang="en-US" sz="1200" spc="0" kern="0" b="0" i="0" dirty="0">
                <a:solidFill>
                  <a:srgbClr val="070154"/>
                </a:solidFill>
                <a:latin typeface="IBM Plex Sans"/>
                <a:ea typeface="IBM Plex Sans"/>
                <a:cs typeface="IBM Plex Sans"/>
              </a:endParaRPr>
            </a:p>
          </p:txBody>
        </p:sp>
      </p:grpSp>
      <p:grpSp>
        <p:nvGrpSpPr>
          <p:cNvPr id="48" name="node12"/>
          <p:cNvGrpSpPr/>
          <p:nvPr/>
        </p:nvGrpSpPr>
        <p:grpSpPr>
          <a:xfrm>
            <a:off x="5638800" y="4152900"/>
            <a:ext cx="914400" cy="172899"/>
            <a:chOff x="5638800" y="4152900"/>
            <a:chExt cx="914400" cy="172899"/>
          </a:xfrm>
        </p:grpSpPr>
        <p:pic>
          <p:nvPicPr>
            <p:cNvPr id="25" name="node12.mark" descr="arrow-straight; canonical SHA256=115a8f5079b158c346e9f9ca6c6eeecb7567bbab70f4cd058c365f09ed10290e; resolved ink=070154">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8800" y="4152900"/>
              <a:ext cx="914400" cy="172899"/>
            </a:xfrm>
            <a:prstGeom prst="rect">
              <a:avLst/>
            </a:prstGeom>
          </p:spPr>
        </p:pic>
      </p:grpSp>
      <p:grpSp>
        <p:nvGrpSpPr>
          <p:cNvPr id="49" name="node13"/>
          <p:cNvGrpSpPr/>
          <p:nvPr/>
        </p:nvGrpSpPr>
        <p:grpSpPr>
          <a:xfrm>
            <a:off x="6896100" y="3886200"/>
            <a:ext cx="2971800" cy="685800"/>
            <a:chOff x="6896100" y="3886200"/>
            <a:chExt cx="2971800" cy="685800"/>
          </a:xfrm>
        </p:grpSpPr>
        <p:sp>
          <p:nvSpPr>
            <p:cNvPr id="26" name="node13.surface"/>
            <p:cNvSpPr/>
            <p:nvPr/>
          </p:nvSpPr>
          <p:spPr>
            <a:xfrm>
              <a:off x="6896100" y="3886200"/>
              <a:ext cx="2971800" cy="685800"/>
            </a:xfrm>
            <a:prstGeom prst="rect">
              <a:avLst/>
            </a:prstGeom>
            <a:solidFill>
              <a:srgbClr val="070154"/>
            </a:solidFill>
            <a:ln>
              <a:noFill/>
            </a:ln>
          </p:spPr>
        </p:sp>
        <p:sp>
          <p:nvSpPr>
            <p:cNvPr id="27" name="node13.text"/>
            <p:cNvSpPr/>
            <p:nvPr/>
          </p:nvSpPr>
          <p:spPr>
            <a:xfrm>
              <a:off x="7048500" y="41148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Controllers review exceptions</a:t>
              </a:r>
              <a:endParaRPr lang="en-US" sz="1200" spc="0" kern="0" b="0" i="0" dirty="0">
                <a:solidFill>
                  <a:srgbClr val="FFFFFF"/>
                </a:solidFill>
                <a:latin typeface="IBM Plex Sans"/>
                <a:ea typeface="IBM Plex Sans"/>
                <a:cs typeface="IBM Plex Sans"/>
              </a:endParaRPr>
            </a:p>
          </p:txBody>
        </p:sp>
      </p:grpSp>
      <p:grpSp>
        <p:nvGrpSpPr>
          <p:cNvPr id="50" name="node14"/>
          <p:cNvGrpSpPr/>
          <p:nvPr/>
        </p:nvGrpSpPr>
        <p:grpSpPr>
          <a:xfrm>
            <a:off x="9867900" y="3886200"/>
            <a:ext cx="1600200" cy="685800"/>
            <a:chOff x="9867900" y="3886200"/>
            <a:chExt cx="1600200" cy="685800"/>
          </a:xfrm>
        </p:grpSpPr>
        <p:sp>
          <p:nvSpPr>
            <p:cNvPr id="28" name="node14.surface"/>
            <p:cNvSpPr/>
            <p:nvPr/>
          </p:nvSpPr>
          <p:spPr>
            <a:xfrm>
              <a:off x="9867900" y="3886200"/>
              <a:ext cx="1600200" cy="685800"/>
            </a:xfrm>
            <a:prstGeom prst="rect">
              <a:avLst/>
            </a:prstGeom>
            <a:solidFill>
              <a:srgbClr val="F900D3"/>
            </a:solidFill>
            <a:ln>
              <a:noFill/>
            </a:ln>
          </p:spPr>
        </p:sp>
        <p:sp>
          <p:nvSpPr>
            <p:cNvPr id="29" name="node14.text"/>
            <p:cNvSpPr/>
            <p:nvPr/>
          </p:nvSpPr>
          <p:spPr>
            <a:xfrm>
              <a:off x="10020300" y="41529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-70% REVIEW TIME</a:t>
              </a:r>
              <a:endParaRPr lang="en-US" sz="900" spc="54" kern="0" b="0" i="0" dirty="0">
                <a:solidFill>
                  <a:srgbClr val="070154"/>
                </a:solidFill>
                <a:latin typeface="IBM Plex Mono Medium"/>
                <a:ea typeface="IBM Plex Mono Medium"/>
                <a:cs typeface="IBM Plex Mono Medium"/>
              </a:endParaRPr>
            </a:p>
          </p:txBody>
        </p:sp>
      </p:grpSp>
      <p:grpSp>
        <p:nvGrpSpPr>
          <p:cNvPr id="51" name="node15"/>
          <p:cNvGrpSpPr/>
          <p:nvPr/>
        </p:nvGrpSpPr>
        <p:grpSpPr>
          <a:xfrm>
            <a:off x="723900" y="4800600"/>
            <a:ext cx="4572000" cy="685800"/>
            <a:chOff x="723900" y="4800600"/>
            <a:chExt cx="4572000" cy="685800"/>
          </a:xfrm>
        </p:grpSpPr>
        <p:sp>
          <p:nvSpPr>
            <p:cNvPr id="30" name="node15.surface"/>
            <p:cNvSpPr/>
            <p:nvPr/>
          </p:nvSpPr>
          <p:spPr>
            <a:xfrm>
              <a:off x="723900" y="4800600"/>
              <a:ext cx="4572000" cy="685800"/>
            </a:xfrm>
            <a:prstGeom prst="rect">
              <a:avLst/>
            </a:prstGeom>
            <a:solidFill>
              <a:srgbClr val="E8EEF8"/>
            </a:solidFill>
            <a:ln>
              <a:noFill/>
            </a:ln>
          </p:spPr>
        </p:sp>
        <p:sp>
          <p:nvSpPr>
            <p:cNvPr id="31" name="node15.text"/>
            <p:cNvSpPr/>
            <p:nvPr/>
          </p:nvSpPr>
          <p:spPr>
            <a:xfrm>
              <a:off x="876300" y="50292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takes 12 days</a:t>
              </a:r>
              <a:endParaRPr lang="en-US" sz="1200" spc="0" kern="0" b="0" i="0" dirty="0">
                <a:solidFill>
                  <a:srgbClr val="070154"/>
                </a:solidFill>
                <a:latin typeface="IBM Plex Sans"/>
                <a:ea typeface="IBM Plex Sans"/>
                <a:cs typeface="IBM Plex Sans"/>
              </a:endParaRPr>
            </a:p>
          </p:txBody>
        </p:sp>
      </p:grpSp>
      <p:grpSp>
        <p:nvGrpSpPr>
          <p:cNvPr id="52" name="node16"/>
          <p:cNvGrpSpPr/>
          <p:nvPr/>
        </p:nvGrpSpPr>
        <p:grpSpPr>
          <a:xfrm>
            <a:off x="5638800" y="5067300"/>
            <a:ext cx="914400" cy="172899"/>
            <a:chOff x="5638800" y="5067300"/>
            <a:chExt cx="914400" cy="172899"/>
          </a:xfrm>
        </p:grpSpPr>
        <p:pic>
          <p:nvPicPr>
            <p:cNvPr id="32" name="node16.mark" descr="arrow-straight; canonical SHA256=115a8f5079b158c346e9f9ca6c6eeecb7567bbab70f4cd058c365f09ed10290e; resolved ink=070154">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8800" y="5067300"/>
              <a:ext cx="914400" cy="172899"/>
            </a:xfrm>
            <a:prstGeom prst="rect">
              <a:avLst/>
            </a:prstGeom>
          </p:spPr>
        </p:pic>
      </p:grpSp>
      <p:grpSp>
        <p:nvGrpSpPr>
          <p:cNvPr id="53" name="node17"/>
          <p:cNvGrpSpPr/>
          <p:nvPr/>
        </p:nvGrpSpPr>
        <p:grpSpPr>
          <a:xfrm>
            <a:off x="6896100" y="4800600"/>
            <a:ext cx="2971800" cy="685800"/>
            <a:chOff x="6896100" y="4800600"/>
            <a:chExt cx="2971800" cy="685800"/>
          </a:xfrm>
        </p:grpSpPr>
        <p:sp>
          <p:nvSpPr>
            <p:cNvPr id="33" name="node17.surface"/>
            <p:cNvSpPr/>
            <p:nvPr/>
          </p:nvSpPr>
          <p:spPr>
            <a:xfrm>
              <a:off x="6896100" y="4800600"/>
              <a:ext cx="2971800" cy="685800"/>
            </a:xfrm>
            <a:prstGeom prst="rect">
              <a:avLst/>
            </a:prstGeom>
            <a:solidFill>
              <a:srgbClr val="070154"/>
            </a:solidFill>
            <a:ln>
              <a:noFill/>
            </a:ln>
          </p:spPr>
        </p:sp>
        <p:sp>
          <p:nvSpPr>
            <p:cNvPr id="34" name="node17.text"/>
            <p:cNvSpPr/>
            <p:nvPr/>
          </p:nvSpPr>
          <p:spPr>
            <a:xfrm>
              <a:off x="7048500" y="50292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Close takes 5 days</a:t>
              </a:r>
              <a:endParaRPr lang="en-US" sz="1200" spc="0" kern="0" b="0" i="0" dirty="0">
                <a:solidFill>
                  <a:srgbClr val="FFFFFF"/>
                </a:solidFill>
                <a:latin typeface="IBM Plex Sans"/>
                <a:ea typeface="IBM Plex Sans"/>
                <a:cs typeface="IBM Plex Sans"/>
              </a:endParaRPr>
            </a:p>
          </p:txBody>
        </p:sp>
      </p:grpSp>
      <p:grpSp>
        <p:nvGrpSpPr>
          <p:cNvPr id="54" name="node18"/>
          <p:cNvGrpSpPr/>
          <p:nvPr/>
        </p:nvGrpSpPr>
        <p:grpSpPr>
          <a:xfrm>
            <a:off x="9867900" y="4800600"/>
            <a:ext cx="1600200" cy="685800"/>
            <a:chOff x="9867900" y="4800600"/>
            <a:chExt cx="1600200" cy="685800"/>
          </a:xfrm>
        </p:grpSpPr>
        <p:sp>
          <p:nvSpPr>
            <p:cNvPr id="35" name="node18.surface"/>
            <p:cNvSpPr/>
            <p:nvPr/>
          </p:nvSpPr>
          <p:spPr>
            <a:xfrm>
              <a:off x="9867900" y="4800600"/>
              <a:ext cx="1600200" cy="685800"/>
            </a:xfrm>
            <a:prstGeom prst="rect">
              <a:avLst/>
            </a:prstGeom>
            <a:solidFill>
              <a:srgbClr val="F900D3"/>
            </a:solidFill>
            <a:ln>
              <a:noFill/>
            </a:ln>
          </p:spPr>
        </p:sp>
        <p:sp>
          <p:nvSpPr>
            <p:cNvPr id="36" name="node18.text"/>
            <p:cNvSpPr/>
            <p:nvPr/>
          </p:nvSpPr>
          <p:spPr>
            <a:xfrm>
              <a:off x="10020300" y="50673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-7 DAYS</a:t>
              </a:r>
              <a:endParaRPr lang="en-US" sz="900" spc="54" kern="0" b="0" i="0" dirty="0">
                <a:solidFill>
                  <a:srgbClr val="070154"/>
                </a:solidFill>
                <a:latin typeface="IBM Plex Mono Medium"/>
                <a:ea typeface="IBM Plex Mono Medium"/>
                <a:cs typeface="IBM Plex Mono Medium"/>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ource-55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TARGET OPERATING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a 12-day close to a 5-day close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analysis of the FY26 baseline.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4572000" cy="152400"/>
            <a:chOff x="723900" y="1600200"/>
            <a:chExt cx="4572000" cy="152400"/>
          </a:xfrm>
        </p:grpSpPr>
        <p:sp>
          <p:nvSpPr>
            <p:cNvPr id="7" name="node01.text"/>
            <p:cNvSpPr/>
            <p:nvPr/>
          </p:nvSpPr>
          <p:spPr>
            <a:xfrm>
              <a:off x="723900" y="1600200"/>
              <a:ext cx="457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TODAY</a:t>
              </a:r>
              <a:endParaRPr lang="en-US" sz="900" spc="54" kern="0" b="0" i="0" dirty="0">
                <a:solidFill>
                  <a:srgbClr val="50658E"/>
                </a:solidFill>
                <a:latin typeface="IBM Plex Mono Medium"/>
                <a:ea typeface="IBM Plex Mono Medium"/>
                <a:cs typeface="IBM Plex Mono Medium"/>
              </a:endParaRPr>
            </a:p>
          </p:txBody>
        </p:sp>
      </p:grpSp>
      <p:grpSp>
        <p:nvGrpSpPr>
          <p:cNvPr id="38" name="node02"/>
          <p:cNvGrpSpPr/>
          <p:nvPr/>
        </p:nvGrpSpPr>
        <p:grpSpPr>
          <a:xfrm>
            <a:off x="6896100" y="1600200"/>
            <a:ext cx="4572000" cy="152400"/>
            <a:chOff x="6896100" y="1600200"/>
            <a:chExt cx="4572000" cy="152400"/>
          </a:xfrm>
        </p:grpSpPr>
        <p:sp>
          <p:nvSpPr>
            <p:cNvPr id="8" name="node02.text"/>
            <p:cNvSpPr/>
            <p:nvPr/>
          </p:nvSpPr>
          <p:spPr>
            <a:xfrm>
              <a:off x="6896100" y="1600200"/>
              <a:ext cx="457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WITH THE NEW MODEL</a:t>
              </a:r>
              <a:endParaRPr lang="en-US" sz="900" spc="54" kern="0" b="0" i="0" dirty="0">
                <a:solidFill>
                  <a:srgbClr val="0047FF"/>
                </a:solidFill>
                <a:latin typeface="IBM Plex Mono Medium"/>
                <a:ea typeface="IBM Plex Mono Medium"/>
                <a:cs typeface="IBM Plex Mono Medium"/>
              </a:endParaRPr>
            </a:p>
          </p:txBody>
        </p:sp>
      </p:grpSp>
      <p:grpSp>
        <p:nvGrpSpPr>
          <p:cNvPr id="39" name="node03"/>
          <p:cNvGrpSpPr/>
          <p:nvPr/>
        </p:nvGrpSpPr>
        <p:grpSpPr>
          <a:xfrm>
            <a:off x="723900" y="1828800"/>
            <a:ext cx="4572000" cy="685800"/>
            <a:chOff x="723900" y="1828800"/>
            <a:chExt cx="4572000" cy="685800"/>
          </a:xfrm>
        </p:grpSpPr>
        <p:sp>
          <p:nvSpPr>
            <p:cNvPr id="9" name="node03.surface"/>
            <p:cNvSpPr/>
            <p:nvPr/>
          </p:nvSpPr>
          <p:spPr>
            <a:xfrm>
              <a:off x="723900" y="1828800"/>
              <a:ext cx="4572000" cy="685800"/>
            </a:xfrm>
            <a:prstGeom prst="rect">
              <a:avLst/>
            </a:prstGeom>
            <a:solidFill>
              <a:srgbClr val="E8EEF8"/>
            </a:solidFill>
            <a:ln>
              <a:noFill/>
            </a:ln>
          </p:spPr>
        </p:sp>
        <p:sp>
          <p:nvSpPr>
            <p:cNvPr id="10" name="node03.text"/>
            <p:cNvSpPr/>
            <p:nvPr/>
          </p:nvSpPr>
          <p:spPr>
            <a:xfrm>
              <a:off x="876300" y="20574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Entries reviewed on day 9</a:t>
              </a:r>
              <a:endParaRPr lang="en-US" sz="1200" spc="0" kern="0" b="0" i="0" dirty="0">
                <a:solidFill>
                  <a:srgbClr val="070154"/>
                </a:solidFill>
                <a:latin typeface="IBM Plex Sans"/>
                <a:ea typeface="IBM Plex Sans"/>
                <a:cs typeface="IBM Plex Sans"/>
              </a:endParaRPr>
            </a:p>
          </p:txBody>
        </p:sp>
      </p:grpSp>
      <p:grpSp>
        <p:nvGrpSpPr>
          <p:cNvPr id="40" name="node04"/>
          <p:cNvGrpSpPr/>
          <p:nvPr/>
        </p:nvGrpSpPr>
        <p:grpSpPr>
          <a:xfrm>
            <a:off x="5638800" y="2095500"/>
            <a:ext cx="914400" cy="172899"/>
            <a:chOff x="5638800" y="2095500"/>
            <a:chExt cx="914400" cy="172899"/>
          </a:xfrm>
        </p:grpSpPr>
        <p:pic>
          <p:nvPicPr>
            <p:cNvPr id="11" name="node04.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38800" y="2095500"/>
              <a:ext cx="914400" cy="172899"/>
            </a:xfrm>
            <a:prstGeom prst="rect">
              <a:avLst/>
            </a:prstGeom>
          </p:spPr>
        </p:pic>
      </p:grpSp>
      <p:grpSp>
        <p:nvGrpSpPr>
          <p:cNvPr id="41" name="node05"/>
          <p:cNvGrpSpPr/>
          <p:nvPr/>
        </p:nvGrpSpPr>
        <p:grpSpPr>
          <a:xfrm>
            <a:off x="6896100" y="1828800"/>
            <a:ext cx="2971800" cy="685800"/>
            <a:chOff x="6896100" y="1828800"/>
            <a:chExt cx="2971800" cy="685800"/>
          </a:xfrm>
        </p:grpSpPr>
        <p:sp>
          <p:nvSpPr>
            <p:cNvPr id="12" name="node05.surface"/>
            <p:cNvSpPr/>
            <p:nvPr/>
          </p:nvSpPr>
          <p:spPr>
            <a:xfrm>
              <a:off x="6896100" y="1828800"/>
              <a:ext cx="2971800" cy="685800"/>
            </a:xfrm>
            <a:prstGeom prst="rect">
              <a:avLst/>
            </a:prstGeom>
            <a:solidFill>
              <a:srgbClr val="070154"/>
            </a:solidFill>
            <a:ln>
              <a:noFill/>
            </a:ln>
          </p:spPr>
        </p:sp>
        <p:sp>
          <p:nvSpPr>
            <p:cNvPr id="13" name="node05.text"/>
            <p:cNvSpPr/>
            <p:nvPr/>
          </p:nvSpPr>
          <p:spPr>
            <a:xfrm>
              <a:off x="7048500" y="20574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Rules check entries as they post</a:t>
              </a:r>
              <a:endParaRPr lang="en-US" sz="1200" spc="0" kern="0" b="0" i="0" dirty="0">
                <a:solidFill>
                  <a:srgbClr val="FFFFFF"/>
                </a:solidFill>
                <a:latin typeface="IBM Plex Sans"/>
                <a:ea typeface="IBM Plex Sans"/>
                <a:cs typeface="IBM Plex Sans"/>
              </a:endParaRPr>
            </a:p>
          </p:txBody>
        </p:sp>
      </p:grpSp>
      <p:grpSp>
        <p:nvGrpSpPr>
          <p:cNvPr id="42" name="node06"/>
          <p:cNvGrpSpPr/>
          <p:nvPr/>
        </p:nvGrpSpPr>
        <p:grpSpPr>
          <a:xfrm>
            <a:off x="9867900" y="1828800"/>
            <a:ext cx="1600200" cy="685800"/>
            <a:chOff x="9867900" y="1828800"/>
            <a:chExt cx="1600200" cy="685800"/>
          </a:xfrm>
        </p:grpSpPr>
        <p:sp>
          <p:nvSpPr>
            <p:cNvPr id="14" name="node06.surface"/>
            <p:cNvSpPr/>
            <p:nvPr/>
          </p:nvSpPr>
          <p:spPr>
            <a:xfrm>
              <a:off x="9867900" y="1828800"/>
              <a:ext cx="1600200" cy="685800"/>
            </a:xfrm>
            <a:prstGeom prst="rect">
              <a:avLst/>
            </a:prstGeom>
            <a:solidFill>
              <a:srgbClr val="F900D3"/>
            </a:solidFill>
            <a:ln>
              <a:noFill/>
            </a:ln>
          </p:spPr>
        </p:sp>
        <p:sp>
          <p:nvSpPr>
            <p:cNvPr id="15" name="node06.text"/>
            <p:cNvSpPr/>
            <p:nvPr/>
          </p:nvSpPr>
          <p:spPr>
            <a:xfrm>
              <a:off x="10020300" y="20955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92% AUTO-CHECKED</a:t>
              </a:r>
              <a:endParaRPr lang="en-US" sz="900" spc="54" kern="0" b="0" i="0" dirty="0">
                <a:solidFill>
                  <a:srgbClr val="070154"/>
                </a:solidFill>
                <a:latin typeface="IBM Plex Mono Medium"/>
                <a:ea typeface="IBM Plex Mono Medium"/>
                <a:cs typeface="IBM Plex Mono Medium"/>
              </a:endParaRPr>
            </a:p>
          </p:txBody>
        </p:sp>
      </p:grpSp>
      <p:grpSp>
        <p:nvGrpSpPr>
          <p:cNvPr id="43" name="node07"/>
          <p:cNvGrpSpPr/>
          <p:nvPr/>
        </p:nvGrpSpPr>
        <p:grpSpPr>
          <a:xfrm>
            <a:off x="723900" y="2743200"/>
            <a:ext cx="4572000" cy="685800"/>
            <a:chOff x="723900" y="2743200"/>
            <a:chExt cx="4572000" cy="685800"/>
          </a:xfrm>
        </p:grpSpPr>
        <p:sp>
          <p:nvSpPr>
            <p:cNvPr id="16" name="node07.surface"/>
            <p:cNvSpPr/>
            <p:nvPr/>
          </p:nvSpPr>
          <p:spPr>
            <a:xfrm>
              <a:off x="723900" y="2743200"/>
              <a:ext cx="4572000" cy="685800"/>
            </a:xfrm>
            <a:prstGeom prst="rect">
              <a:avLst/>
            </a:prstGeom>
            <a:solidFill>
              <a:srgbClr val="E8EEF8"/>
            </a:solidFill>
            <a:ln>
              <a:noFill/>
            </a:ln>
          </p:spPr>
        </p:sp>
        <p:sp>
          <p:nvSpPr>
            <p:cNvPr id="17" name="node07.text"/>
            <p:cNvSpPr/>
            <p:nvPr/>
          </p:nvSpPr>
          <p:spPr>
            <a:xfrm>
              <a:off x="876300" y="29718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Intercompany matched by email</a:t>
              </a:r>
              <a:endParaRPr lang="en-US" sz="1200" spc="0" kern="0" b="0" i="0" dirty="0">
                <a:solidFill>
                  <a:srgbClr val="070154"/>
                </a:solidFill>
                <a:latin typeface="IBM Plex Sans"/>
                <a:ea typeface="IBM Plex Sans"/>
                <a:cs typeface="IBM Plex Sans"/>
              </a:endParaRPr>
            </a:p>
          </p:txBody>
        </p:sp>
      </p:grpSp>
      <p:grpSp>
        <p:nvGrpSpPr>
          <p:cNvPr id="44" name="node08"/>
          <p:cNvGrpSpPr/>
          <p:nvPr/>
        </p:nvGrpSpPr>
        <p:grpSpPr>
          <a:xfrm>
            <a:off x="5638800" y="3009900"/>
            <a:ext cx="914400" cy="172899"/>
            <a:chOff x="5638800" y="3009900"/>
            <a:chExt cx="914400" cy="172899"/>
          </a:xfrm>
        </p:grpSpPr>
        <p:pic>
          <p:nvPicPr>
            <p:cNvPr id="18" name="node08.mark" descr="arrow-straight; canonical SHA256=115a8f5079b158c346e9f9ca6c6eeecb7567bbab70f4cd058c365f09ed10290e;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800" y="3009900"/>
              <a:ext cx="914400" cy="172899"/>
            </a:xfrm>
            <a:prstGeom prst="rect">
              <a:avLst/>
            </a:prstGeom>
          </p:spPr>
        </p:pic>
      </p:grpSp>
      <p:grpSp>
        <p:nvGrpSpPr>
          <p:cNvPr id="45" name="node09"/>
          <p:cNvGrpSpPr/>
          <p:nvPr/>
        </p:nvGrpSpPr>
        <p:grpSpPr>
          <a:xfrm>
            <a:off x="6896100" y="2743200"/>
            <a:ext cx="2971800" cy="685800"/>
            <a:chOff x="6896100" y="2743200"/>
            <a:chExt cx="2971800" cy="685800"/>
          </a:xfrm>
        </p:grpSpPr>
        <p:sp>
          <p:nvSpPr>
            <p:cNvPr id="19" name="node09.surface"/>
            <p:cNvSpPr/>
            <p:nvPr/>
          </p:nvSpPr>
          <p:spPr>
            <a:xfrm>
              <a:off x="6896100" y="2743200"/>
              <a:ext cx="2971800" cy="685800"/>
            </a:xfrm>
            <a:prstGeom prst="rect">
              <a:avLst/>
            </a:prstGeom>
            <a:solidFill>
              <a:srgbClr val="070154"/>
            </a:solidFill>
            <a:ln>
              <a:noFill/>
            </a:ln>
          </p:spPr>
        </p:sp>
        <p:sp>
          <p:nvSpPr>
            <p:cNvPr id="20" name="node09.text"/>
            <p:cNvSpPr/>
            <p:nvPr/>
          </p:nvSpPr>
          <p:spPr>
            <a:xfrm>
              <a:off x="7048500" y="29718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Matched automatically, daily</a:t>
              </a:r>
              <a:endParaRPr lang="en-US" sz="1200" spc="0" kern="0" b="0" i="0" dirty="0">
                <a:solidFill>
                  <a:srgbClr val="FFFFFF"/>
                </a:solidFill>
                <a:latin typeface="IBM Plex Sans"/>
                <a:ea typeface="IBM Plex Sans"/>
                <a:cs typeface="IBM Plex Sans"/>
              </a:endParaRPr>
            </a:p>
          </p:txBody>
        </p:sp>
      </p:grpSp>
      <p:grpSp>
        <p:nvGrpSpPr>
          <p:cNvPr id="46" name="node10"/>
          <p:cNvGrpSpPr/>
          <p:nvPr/>
        </p:nvGrpSpPr>
        <p:grpSpPr>
          <a:xfrm>
            <a:off x="9867900" y="2743200"/>
            <a:ext cx="1600200" cy="685800"/>
            <a:chOff x="9867900" y="2743200"/>
            <a:chExt cx="1600200" cy="685800"/>
          </a:xfrm>
        </p:grpSpPr>
        <p:sp>
          <p:nvSpPr>
            <p:cNvPr id="21" name="node10.surface"/>
            <p:cNvSpPr/>
            <p:nvPr/>
          </p:nvSpPr>
          <p:spPr>
            <a:xfrm>
              <a:off x="9867900" y="2743200"/>
              <a:ext cx="1600200" cy="685800"/>
            </a:xfrm>
            <a:prstGeom prst="rect">
              <a:avLst/>
            </a:prstGeom>
            <a:solidFill>
              <a:srgbClr val="F900D3"/>
            </a:solidFill>
            <a:ln>
              <a:noFill/>
            </a:ln>
          </p:spPr>
        </p:sp>
        <p:sp>
          <p:nvSpPr>
            <p:cNvPr id="22" name="node10.text"/>
            <p:cNvSpPr/>
            <p:nvPr/>
          </p:nvSpPr>
          <p:spPr>
            <a:xfrm>
              <a:off x="10020300" y="30099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11 ENTITIES</a:t>
              </a:r>
              <a:endParaRPr lang="en-US" sz="900" spc="54" kern="0" b="0" i="0" dirty="0">
                <a:solidFill>
                  <a:srgbClr val="070154"/>
                </a:solidFill>
                <a:latin typeface="IBM Plex Mono Medium"/>
                <a:ea typeface="IBM Plex Mono Medium"/>
                <a:cs typeface="IBM Plex Mono Medium"/>
              </a:endParaRPr>
            </a:p>
          </p:txBody>
        </p:sp>
      </p:grpSp>
      <p:grpSp>
        <p:nvGrpSpPr>
          <p:cNvPr id="47" name="node11"/>
          <p:cNvGrpSpPr/>
          <p:nvPr/>
        </p:nvGrpSpPr>
        <p:grpSpPr>
          <a:xfrm>
            <a:off x="723900" y="3657600"/>
            <a:ext cx="4572000" cy="685800"/>
            <a:chOff x="723900" y="3657600"/>
            <a:chExt cx="4572000" cy="685800"/>
          </a:xfrm>
        </p:grpSpPr>
        <p:sp>
          <p:nvSpPr>
            <p:cNvPr id="23" name="node11.surface"/>
            <p:cNvSpPr/>
            <p:nvPr/>
          </p:nvSpPr>
          <p:spPr>
            <a:xfrm>
              <a:off x="723900" y="3657600"/>
              <a:ext cx="4572000" cy="685800"/>
            </a:xfrm>
            <a:prstGeom prst="rect">
              <a:avLst/>
            </a:prstGeom>
            <a:solidFill>
              <a:srgbClr val="E8EEF8"/>
            </a:solidFill>
            <a:ln>
              <a:noFill/>
            </a:ln>
          </p:spPr>
        </p:sp>
        <p:sp>
          <p:nvSpPr>
            <p:cNvPr id="24" name="node11.text"/>
            <p:cNvSpPr/>
            <p:nvPr/>
          </p:nvSpPr>
          <p:spPr>
            <a:xfrm>
              <a:off x="876300" y="38862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Controllers review every entry</a:t>
              </a:r>
              <a:endParaRPr lang="en-US" sz="1200" spc="0" kern="0" b="0" i="0" dirty="0">
                <a:solidFill>
                  <a:srgbClr val="070154"/>
                </a:solidFill>
                <a:latin typeface="IBM Plex Sans"/>
                <a:ea typeface="IBM Plex Sans"/>
                <a:cs typeface="IBM Plex Sans"/>
              </a:endParaRPr>
            </a:p>
          </p:txBody>
        </p:sp>
      </p:grpSp>
      <p:grpSp>
        <p:nvGrpSpPr>
          <p:cNvPr id="48" name="node12"/>
          <p:cNvGrpSpPr/>
          <p:nvPr/>
        </p:nvGrpSpPr>
        <p:grpSpPr>
          <a:xfrm>
            <a:off x="5638800" y="3924300"/>
            <a:ext cx="914400" cy="172899"/>
            <a:chOff x="5638800" y="3924300"/>
            <a:chExt cx="914400" cy="172899"/>
          </a:xfrm>
        </p:grpSpPr>
        <p:pic>
          <p:nvPicPr>
            <p:cNvPr id="25" name="node12.mark" descr="arrow-straight; canonical SHA256=115a8f5079b158c346e9f9ca6c6eeecb7567bbab70f4cd058c365f09ed10290e; resolved ink=070154">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8800" y="3924300"/>
              <a:ext cx="914400" cy="172899"/>
            </a:xfrm>
            <a:prstGeom prst="rect">
              <a:avLst/>
            </a:prstGeom>
          </p:spPr>
        </p:pic>
      </p:grpSp>
      <p:grpSp>
        <p:nvGrpSpPr>
          <p:cNvPr id="49" name="node13"/>
          <p:cNvGrpSpPr/>
          <p:nvPr/>
        </p:nvGrpSpPr>
        <p:grpSpPr>
          <a:xfrm>
            <a:off x="6896100" y="3657600"/>
            <a:ext cx="2971800" cy="685800"/>
            <a:chOff x="6896100" y="3657600"/>
            <a:chExt cx="2971800" cy="685800"/>
          </a:xfrm>
        </p:grpSpPr>
        <p:sp>
          <p:nvSpPr>
            <p:cNvPr id="26" name="node13.surface"/>
            <p:cNvSpPr/>
            <p:nvPr/>
          </p:nvSpPr>
          <p:spPr>
            <a:xfrm>
              <a:off x="6896100" y="3657600"/>
              <a:ext cx="2971800" cy="685800"/>
            </a:xfrm>
            <a:prstGeom prst="rect">
              <a:avLst/>
            </a:prstGeom>
            <a:solidFill>
              <a:srgbClr val="070154"/>
            </a:solidFill>
            <a:ln>
              <a:noFill/>
            </a:ln>
          </p:spPr>
        </p:sp>
        <p:sp>
          <p:nvSpPr>
            <p:cNvPr id="27" name="node13.text"/>
            <p:cNvSpPr/>
            <p:nvPr/>
          </p:nvSpPr>
          <p:spPr>
            <a:xfrm>
              <a:off x="7048500" y="37719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Controllers review trends and exceptions</a:t>
              </a:r>
              <a:endParaRPr lang="en-US" sz="1200" spc="0" kern="0" b="0" i="0" dirty="0">
                <a:solidFill>
                  <a:srgbClr val="FFFFFF"/>
                </a:solidFill>
                <a:latin typeface="IBM Plex Sans"/>
                <a:ea typeface="IBM Plex Sans"/>
                <a:cs typeface="IBM Plex Sans"/>
              </a:endParaRPr>
            </a:p>
          </p:txBody>
        </p:sp>
      </p:grpSp>
      <p:grpSp>
        <p:nvGrpSpPr>
          <p:cNvPr id="50" name="node14"/>
          <p:cNvGrpSpPr/>
          <p:nvPr/>
        </p:nvGrpSpPr>
        <p:grpSpPr>
          <a:xfrm>
            <a:off x="9867900" y="3657600"/>
            <a:ext cx="1600200" cy="685800"/>
            <a:chOff x="9867900" y="3657600"/>
            <a:chExt cx="1600200" cy="685800"/>
          </a:xfrm>
        </p:grpSpPr>
        <p:sp>
          <p:nvSpPr>
            <p:cNvPr id="28" name="node14.surface"/>
            <p:cNvSpPr/>
            <p:nvPr/>
          </p:nvSpPr>
          <p:spPr>
            <a:xfrm>
              <a:off x="9867900" y="3657600"/>
              <a:ext cx="1600200" cy="685800"/>
            </a:xfrm>
            <a:prstGeom prst="rect">
              <a:avLst/>
            </a:prstGeom>
            <a:solidFill>
              <a:srgbClr val="F900D3"/>
            </a:solidFill>
            <a:ln>
              <a:noFill/>
            </a:ln>
          </p:spPr>
        </p:sp>
        <p:sp>
          <p:nvSpPr>
            <p:cNvPr id="29" name="node14.text"/>
            <p:cNvSpPr/>
            <p:nvPr/>
          </p:nvSpPr>
          <p:spPr>
            <a:xfrm>
              <a:off x="10020300" y="39243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−70% REVIEW TIME</a:t>
              </a:r>
              <a:endParaRPr lang="en-US" sz="900" spc="54" kern="0" b="0" i="0" dirty="0">
                <a:solidFill>
                  <a:srgbClr val="070154"/>
                </a:solidFill>
                <a:latin typeface="IBM Plex Mono Medium"/>
                <a:ea typeface="IBM Plex Mono Medium"/>
                <a:cs typeface="IBM Plex Mono Medium"/>
              </a:endParaRPr>
            </a:p>
          </p:txBody>
        </p:sp>
      </p:grpSp>
      <p:grpSp>
        <p:nvGrpSpPr>
          <p:cNvPr id="51" name="node15"/>
          <p:cNvGrpSpPr/>
          <p:nvPr/>
        </p:nvGrpSpPr>
        <p:grpSpPr>
          <a:xfrm>
            <a:off x="723900" y="4572000"/>
            <a:ext cx="4572000" cy="685800"/>
            <a:chOff x="723900" y="4572000"/>
            <a:chExt cx="4572000" cy="685800"/>
          </a:xfrm>
        </p:grpSpPr>
        <p:sp>
          <p:nvSpPr>
            <p:cNvPr id="30" name="node15.surface"/>
            <p:cNvSpPr/>
            <p:nvPr/>
          </p:nvSpPr>
          <p:spPr>
            <a:xfrm>
              <a:off x="723900" y="4572000"/>
              <a:ext cx="4572000" cy="685800"/>
            </a:xfrm>
            <a:prstGeom prst="rect">
              <a:avLst/>
            </a:prstGeom>
            <a:solidFill>
              <a:srgbClr val="E8EEF8"/>
            </a:solidFill>
            <a:ln>
              <a:noFill/>
            </a:ln>
          </p:spPr>
        </p:sp>
        <p:sp>
          <p:nvSpPr>
            <p:cNvPr id="31" name="node15.text"/>
            <p:cNvSpPr/>
            <p:nvPr/>
          </p:nvSpPr>
          <p:spPr>
            <a:xfrm>
              <a:off x="876300" y="48006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takes 12 days</a:t>
              </a:r>
              <a:endParaRPr lang="en-US" sz="1200" spc="0" kern="0" b="0" i="0" dirty="0">
                <a:solidFill>
                  <a:srgbClr val="070154"/>
                </a:solidFill>
                <a:latin typeface="IBM Plex Sans"/>
                <a:ea typeface="IBM Plex Sans"/>
                <a:cs typeface="IBM Plex Sans"/>
              </a:endParaRPr>
            </a:p>
          </p:txBody>
        </p:sp>
      </p:grpSp>
      <p:grpSp>
        <p:nvGrpSpPr>
          <p:cNvPr id="52" name="node16"/>
          <p:cNvGrpSpPr/>
          <p:nvPr/>
        </p:nvGrpSpPr>
        <p:grpSpPr>
          <a:xfrm>
            <a:off x="5638800" y="4838700"/>
            <a:ext cx="914400" cy="172899"/>
            <a:chOff x="5638800" y="4838700"/>
            <a:chExt cx="914400" cy="172899"/>
          </a:xfrm>
        </p:grpSpPr>
        <p:pic>
          <p:nvPicPr>
            <p:cNvPr id="32" name="node16.mark" descr="arrow-straight; canonical SHA256=115a8f5079b158c346e9f9ca6c6eeecb7567bbab70f4cd058c365f09ed10290e; resolved ink=070154">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8800" y="4838700"/>
              <a:ext cx="914400" cy="172899"/>
            </a:xfrm>
            <a:prstGeom prst="rect">
              <a:avLst/>
            </a:prstGeom>
          </p:spPr>
        </p:pic>
      </p:grpSp>
      <p:grpSp>
        <p:nvGrpSpPr>
          <p:cNvPr id="53" name="node17"/>
          <p:cNvGrpSpPr/>
          <p:nvPr/>
        </p:nvGrpSpPr>
        <p:grpSpPr>
          <a:xfrm>
            <a:off x="6896100" y="4572000"/>
            <a:ext cx="2971800" cy="685800"/>
            <a:chOff x="6896100" y="4572000"/>
            <a:chExt cx="2971800" cy="685800"/>
          </a:xfrm>
        </p:grpSpPr>
        <p:sp>
          <p:nvSpPr>
            <p:cNvPr id="33" name="node17.surface"/>
            <p:cNvSpPr/>
            <p:nvPr/>
          </p:nvSpPr>
          <p:spPr>
            <a:xfrm>
              <a:off x="6896100" y="4572000"/>
              <a:ext cx="2971800" cy="685800"/>
            </a:xfrm>
            <a:prstGeom prst="rect">
              <a:avLst/>
            </a:prstGeom>
            <a:solidFill>
              <a:srgbClr val="070154"/>
            </a:solidFill>
            <a:ln>
              <a:noFill/>
            </a:ln>
          </p:spPr>
        </p:sp>
        <p:sp>
          <p:nvSpPr>
            <p:cNvPr id="34" name="node17.text"/>
            <p:cNvSpPr/>
            <p:nvPr/>
          </p:nvSpPr>
          <p:spPr>
            <a:xfrm>
              <a:off x="7048500" y="48006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Close takes 5 days</a:t>
              </a:r>
              <a:endParaRPr lang="en-US" sz="1200" spc="0" kern="0" b="0" i="0" dirty="0">
                <a:solidFill>
                  <a:srgbClr val="FFFFFF"/>
                </a:solidFill>
                <a:latin typeface="IBM Plex Sans"/>
                <a:ea typeface="IBM Plex Sans"/>
                <a:cs typeface="IBM Plex Sans"/>
              </a:endParaRPr>
            </a:p>
          </p:txBody>
        </p:sp>
      </p:grpSp>
      <p:grpSp>
        <p:nvGrpSpPr>
          <p:cNvPr id="54" name="node18"/>
          <p:cNvGrpSpPr/>
          <p:nvPr/>
        </p:nvGrpSpPr>
        <p:grpSpPr>
          <a:xfrm>
            <a:off x="9867900" y="4572000"/>
            <a:ext cx="1600200" cy="685800"/>
            <a:chOff x="9867900" y="4572000"/>
            <a:chExt cx="1600200" cy="685800"/>
          </a:xfrm>
        </p:grpSpPr>
        <p:sp>
          <p:nvSpPr>
            <p:cNvPr id="35" name="node18.surface"/>
            <p:cNvSpPr/>
            <p:nvPr/>
          </p:nvSpPr>
          <p:spPr>
            <a:xfrm>
              <a:off x="9867900" y="4572000"/>
              <a:ext cx="1600200" cy="685800"/>
            </a:xfrm>
            <a:prstGeom prst="rect">
              <a:avLst/>
            </a:prstGeom>
            <a:solidFill>
              <a:srgbClr val="F900D3"/>
            </a:solidFill>
            <a:ln>
              <a:noFill/>
            </a:ln>
          </p:spPr>
        </p:sp>
        <p:sp>
          <p:nvSpPr>
            <p:cNvPr id="36" name="node18.text"/>
            <p:cNvSpPr/>
            <p:nvPr/>
          </p:nvSpPr>
          <p:spPr>
            <a:xfrm>
              <a:off x="10020300" y="48387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−7 DAYS</a:t>
              </a:r>
              <a:endParaRPr lang="en-US" sz="900" spc="54" kern="0" b="0" i="0" dirty="0">
                <a:solidFill>
                  <a:srgbClr val="070154"/>
                </a:solidFill>
                <a:latin typeface="IBM Plex Mono Medium"/>
                <a:ea typeface="IBM Plex Mono Medium"/>
                <a:cs typeface="IBM Plex Mono Medium"/>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ource-18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AGENTIC DELIVERY · FRAMEWORKS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Frameworks are emerging for AI-powered delivery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a:t>
            </a:fld>
            <a:endParaRPr lang="en-US" sz="700" spc="0" kern="0" b="0" i="0" dirty="0">
              <a:solidFill>
                <a:srgbClr val="070154"/>
              </a:solidFill>
              <a:latin typeface="IBM Plex Mono SemiBold"/>
              <a:ea typeface="IBM Plex Mono SemiBold"/>
              <a:cs typeface="IBM Plex Mono SemiBold"/>
            </a:endParaRPr>
          </a:p>
        </p:txBody>
      </p:sp>
      <p:grpSp>
        <p:nvGrpSpPr>
          <p:cNvPr id="68" name="node01"/>
          <p:cNvGrpSpPr/>
          <p:nvPr/>
        </p:nvGrpSpPr>
        <p:grpSpPr>
          <a:xfrm>
            <a:off x="723900" y="1600200"/>
            <a:ext cx="2743200" cy="228600"/>
            <a:chOff x="723900" y="1600200"/>
            <a:chExt cx="2743200" cy="228600"/>
          </a:xfrm>
        </p:grpSpPr>
        <p:sp>
          <p:nvSpPr>
            <p:cNvPr id="6" name="node01.label"/>
            <p:cNvSpPr/>
            <p:nvPr/>
          </p:nvSpPr>
          <p:spPr>
            <a:xfrm>
              <a:off x="723900" y="1600200"/>
              <a:ext cx="115221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FRAMEWORK LAYER</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2003115" y="1709738"/>
              <a:ext cx="1311585" cy="9525"/>
            </a:xfrm>
            <a:prstGeom prst="rect">
              <a:avLst/>
            </a:prstGeom>
            <a:solidFill>
              <a:srgbClr val="CED7E6"/>
            </a:solidFill>
            <a:ln>
              <a:noFill/>
            </a:ln>
          </p:spPr>
        </p:sp>
      </p:grpSp>
      <p:grpSp>
        <p:nvGrpSpPr>
          <p:cNvPr id="69" name="node02"/>
          <p:cNvGrpSpPr/>
          <p:nvPr/>
        </p:nvGrpSpPr>
        <p:grpSpPr>
          <a:xfrm>
            <a:off x="3467100" y="1600200"/>
            <a:ext cx="3200400" cy="228600"/>
            <a:chOff x="3467100" y="1600200"/>
            <a:chExt cx="3200400" cy="228600"/>
          </a:xfrm>
        </p:grpSpPr>
        <p:sp>
          <p:nvSpPr>
            <p:cNvPr id="8" name="node02.label"/>
            <p:cNvSpPr/>
            <p:nvPr/>
          </p:nvSpPr>
          <p:spPr>
            <a:xfrm>
              <a:off x="3467100" y="1600200"/>
              <a:ext cx="115221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PUBLIC EXAMPLES</a:t>
              </a:r>
              <a:endParaRPr lang="en-US" sz="900" spc="54" kern="0" b="0" i="0" dirty="0">
                <a:solidFill>
                  <a:srgbClr val="50658E"/>
                </a:solidFill>
                <a:latin typeface="IBM Plex Mono Medium"/>
                <a:ea typeface="IBM Plex Mono Medium"/>
                <a:cs typeface="IBM Plex Mono Medium"/>
              </a:endParaRPr>
            </a:p>
          </p:txBody>
        </p:sp>
        <p:sp>
          <p:nvSpPr>
            <p:cNvPr id="9" name="node02.rule"/>
            <p:cNvSpPr/>
            <p:nvPr/>
          </p:nvSpPr>
          <p:spPr>
            <a:xfrm>
              <a:off x="4746315" y="1709738"/>
              <a:ext cx="1768785" cy="9525"/>
            </a:xfrm>
            <a:prstGeom prst="rect">
              <a:avLst/>
            </a:prstGeom>
            <a:solidFill>
              <a:srgbClr val="CED7E6"/>
            </a:solidFill>
            <a:ln>
              <a:noFill/>
            </a:ln>
          </p:spPr>
        </p:sp>
      </p:grpSp>
      <p:grpSp>
        <p:nvGrpSpPr>
          <p:cNvPr id="70" name="node03"/>
          <p:cNvGrpSpPr/>
          <p:nvPr/>
        </p:nvGrpSpPr>
        <p:grpSpPr>
          <a:xfrm>
            <a:off x="6667500" y="1600200"/>
            <a:ext cx="3429000" cy="228600"/>
            <a:chOff x="6667500" y="1600200"/>
            <a:chExt cx="3429000" cy="228600"/>
          </a:xfrm>
        </p:grpSpPr>
        <p:sp>
          <p:nvSpPr>
            <p:cNvPr id="10" name="node03.label"/>
            <p:cNvSpPr/>
            <p:nvPr/>
          </p:nvSpPr>
          <p:spPr>
            <a:xfrm>
              <a:off x="6667500" y="16002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 THEY EMPHASIZE</a:t>
              </a:r>
              <a:endParaRPr lang="en-US" sz="900" spc="54" kern="0" b="0" i="0" dirty="0">
                <a:solidFill>
                  <a:srgbClr val="50658E"/>
                </a:solidFill>
                <a:latin typeface="IBM Plex Mono Medium"/>
                <a:ea typeface="IBM Plex Mono Medium"/>
                <a:cs typeface="IBM Plex Mono Medium"/>
              </a:endParaRPr>
            </a:p>
          </p:txBody>
        </p:sp>
        <p:sp>
          <p:nvSpPr>
            <p:cNvPr id="11" name="node03.rule"/>
            <p:cNvSpPr/>
            <p:nvPr/>
          </p:nvSpPr>
          <p:spPr>
            <a:xfrm>
              <a:off x="8247199" y="1709738"/>
              <a:ext cx="1696901" cy="9525"/>
            </a:xfrm>
            <a:prstGeom prst="rect">
              <a:avLst/>
            </a:prstGeom>
            <a:solidFill>
              <a:srgbClr val="CED7E6"/>
            </a:solidFill>
            <a:ln>
              <a:noFill/>
            </a:ln>
          </p:spPr>
        </p:sp>
      </p:grpSp>
      <p:grpSp>
        <p:nvGrpSpPr>
          <p:cNvPr id="71" name="node04"/>
          <p:cNvGrpSpPr/>
          <p:nvPr/>
        </p:nvGrpSpPr>
        <p:grpSpPr>
          <a:xfrm>
            <a:off x="10096500" y="1600200"/>
            <a:ext cx="1371600" cy="228600"/>
            <a:chOff x="10096500" y="1600200"/>
            <a:chExt cx="1371600" cy="228600"/>
          </a:xfrm>
        </p:grpSpPr>
        <p:sp>
          <p:nvSpPr>
            <p:cNvPr id="12" name="node04.label"/>
            <p:cNvSpPr/>
            <p:nvPr/>
          </p:nvSpPr>
          <p:spPr>
            <a:xfrm>
              <a:off x="10096500" y="1600200"/>
              <a:ext cx="62636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MATURITY</a:t>
              </a:r>
              <a:endParaRPr lang="en-US" sz="900" spc="54" kern="0" b="0" i="0" dirty="0">
                <a:solidFill>
                  <a:srgbClr val="50658E"/>
                </a:solidFill>
                <a:latin typeface="IBM Plex Mono Medium"/>
                <a:ea typeface="IBM Plex Mono Medium"/>
                <a:cs typeface="IBM Plex Mono Medium"/>
              </a:endParaRPr>
            </a:p>
          </p:txBody>
        </p:sp>
        <p:sp>
          <p:nvSpPr>
            <p:cNvPr id="13" name="node04.rule"/>
            <p:cNvSpPr/>
            <p:nvPr/>
          </p:nvSpPr>
          <p:spPr>
            <a:xfrm>
              <a:off x="10849868" y="1709738"/>
              <a:ext cx="465832" cy="9525"/>
            </a:xfrm>
            <a:prstGeom prst="rect">
              <a:avLst/>
            </a:prstGeom>
            <a:solidFill>
              <a:srgbClr val="CED7E6"/>
            </a:solidFill>
            <a:ln>
              <a:noFill/>
            </a:ln>
          </p:spPr>
        </p:sp>
      </p:grpSp>
      <p:grpSp>
        <p:nvGrpSpPr>
          <p:cNvPr id="72" name="node05"/>
          <p:cNvGrpSpPr/>
          <p:nvPr/>
        </p:nvGrpSpPr>
        <p:grpSpPr>
          <a:xfrm>
            <a:off x="723900" y="1828800"/>
            <a:ext cx="2743200" cy="609600"/>
            <a:chOff x="723900" y="1828800"/>
            <a:chExt cx="2743200" cy="609600"/>
          </a:xfrm>
        </p:grpSpPr>
        <p:sp>
          <p:nvSpPr>
            <p:cNvPr id="14" name="node05.surface"/>
            <p:cNvSpPr/>
            <p:nvPr/>
          </p:nvSpPr>
          <p:spPr>
            <a:xfrm>
              <a:off x="723900" y="1828800"/>
              <a:ext cx="2743200" cy="609600"/>
            </a:xfrm>
            <a:custGeom>
              <a:avLst/>
              <a:gdLst/>
              <a:ahLst/>
              <a:cxnLst/>
              <a:rect l="l" t="t" r="r" b="b"/>
              <a:pathLst>
                <a:path w="2743200" h="609600">
                  <a:moveTo>
                    <a:pt x="0" y="0"/>
                  </a:moveTo>
                  <a:lnTo>
                    <a:pt x="2540000" y="0"/>
                  </a:lnTo>
                  <a:lnTo>
                    <a:pt x="2743200" y="304800"/>
                  </a:lnTo>
                  <a:lnTo>
                    <a:pt x="2540000" y="609600"/>
                  </a:lnTo>
                  <a:lnTo>
                    <a:pt x="0" y="609600"/>
                  </a:lnTo>
                  <a:close/>
                </a:path>
              </a:pathLst>
            </a:custGeom>
            <a:solidFill>
              <a:srgbClr val="070154"/>
            </a:solidFill>
            <a:ln>
              <a:noFill/>
            </a:ln>
          </p:spPr>
        </p:sp>
        <p:sp>
          <p:nvSpPr>
            <p:cNvPr id="15" name="node05.number"/>
            <p:cNvSpPr/>
            <p:nvPr/>
          </p:nvSpPr>
          <p:spPr>
            <a:xfrm>
              <a:off x="876300" y="19812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16" name="node05.text"/>
            <p:cNvSpPr/>
            <p:nvPr/>
          </p:nvSpPr>
          <p:spPr>
            <a:xfrm>
              <a:off x="1263777" y="19050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Product outcomes</a:t>
              </a:r>
              <a:endParaRPr lang="en-US" sz="1200" spc="0" kern="0" b="0" i="0" dirty="0">
                <a:solidFill>
                  <a:srgbClr val="FFFFFF"/>
                </a:solidFill>
                <a:latin typeface="IBM Plex Sans SemiBold"/>
                <a:ea typeface="IBM Plex Sans SemiBold"/>
                <a:cs typeface="IBM Plex Sans SemiBold"/>
              </a:endParaRPr>
            </a:p>
          </p:txBody>
        </p:sp>
        <p:sp>
          <p:nvSpPr>
            <p:cNvPr id="17" name="node05.sub"/>
            <p:cNvSpPr/>
            <p:nvPr/>
          </p:nvSpPr>
          <p:spPr>
            <a:xfrm>
              <a:off x="1263777" y="21336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Why we build</a:t>
              </a:r>
              <a:endParaRPr lang="en-US" sz="1200" spc="0" kern="0" b="0" i="0" dirty="0">
                <a:solidFill>
                  <a:srgbClr val="CED7E6"/>
                </a:solidFill>
                <a:latin typeface="IBM Plex Sans"/>
                <a:ea typeface="IBM Plex Sans"/>
                <a:cs typeface="IBM Plex Sans"/>
              </a:endParaRPr>
            </a:p>
          </p:txBody>
        </p:sp>
      </p:grpSp>
      <p:grpSp>
        <p:nvGrpSpPr>
          <p:cNvPr id="73" name="node06"/>
          <p:cNvGrpSpPr/>
          <p:nvPr/>
        </p:nvGrpSpPr>
        <p:grpSpPr>
          <a:xfrm>
            <a:off x="3467100" y="1828800"/>
            <a:ext cx="3200400" cy="609600"/>
            <a:chOff x="3467100" y="1828800"/>
            <a:chExt cx="3200400" cy="609600"/>
          </a:xfrm>
        </p:grpSpPr>
        <p:sp>
          <p:nvSpPr>
            <p:cNvPr id="18" name="node06.surface"/>
            <p:cNvSpPr/>
            <p:nvPr/>
          </p:nvSpPr>
          <p:spPr>
            <a:xfrm>
              <a:off x="3467100" y="1828800"/>
              <a:ext cx="3200400" cy="609600"/>
            </a:xfrm>
            <a:prstGeom prst="rect">
              <a:avLst/>
            </a:prstGeom>
            <a:solidFill>
              <a:srgbClr val="E8EEF8"/>
            </a:solidFill>
            <a:ln>
              <a:noFill/>
            </a:ln>
          </p:spPr>
        </p:sp>
        <p:sp>
          <p:nvSpPr>
            <p:cNvPr id="19" name="node06.text"/>
            <p:cNvSpPr/>
            <p:nvPr/>
          </p:nvSpPr>
          <p:spPr>
            <a:xfrm>
              <a:off x="3619500" y="1905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Outcome-based operating model; continuous discovery</a:t>
              </a:r>
              <a:endParaRPr lang="en-US" sz="1200" spc="0" kern="0" b="0" i="0" dirty="0">
                <a:solidFill>
                  <a:srgbClr val="070154"/>
                </a:solidFill>
                <a:latin typeface="IBM Plex Sans"/>
                <a:ea typeface="IBM Plex Sans"/>
                <a:cs typeface="IBM Plex Sans"/>
              </a:endParaRPr>
            </a:p>
          </p:txBody>
        </p:sp>
      </p:grpSp>
      <p:grpSp>
        <p:nvGrpSpPr>
          <p:cNvPr id="74" name="node07"/>
          <p:cNvGrpSpPr/>
          <p:nvPr/>
        </p:nvGrpSpPr>
        <p:grpSpPr>
          <a:xfrm>
            <a:off x="6667500" y="1828800"/>
            <a:ext cx="3429000" cy="609600"/>
            <a:chOff x="6667500" y="1828800"/>
            <a:chExt cx="3429000" cy="609600"/>
          </a:xfrm>
        </p:grpSpPr>
        <p:sp>
          <p:nvSpPr>
            <p:cNvPr id="20" name="node07.surface"/>
            <p:cNvSpPr/>
            <p:nvPr/>
          </p:nvSpPr>
          <p:spPr>
            <a:xfrm>
              <a:off x="6667500" y="1828800"/>
              <a:ext cx="3429000" cy="609600"/>
            </a:xfrm>
            <a:prstGeom prst="rect">
              <a:avLst/>
            </a:prstGeom>
            <a:solidFill>
              <a:srgbClr val="E8EEF8"/>
            </a:solidFill>
            <a:ln>
              <a:noFill/>
            </a:ln>
          </p:spPr>
        </p:sp>
        <p:sp>
          <p:nvSpPr>
            <p:cNvPr id="21" name="node07.text"/>
            <p:cNvSpPr/>
            <p:nvPr/>
          </p:nvSpPr>
          <p:spPr>
            <a:xfrm>
              <a:off x="6819900" y="20193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Frames outcomes with customer evidence.</a:t>
              </a:r>
              <a:endParaRPr lang="en-US" sz="1200" spc="0" kern="0" b="0" i="0" dirty="0">
                <a:solidFill>
                  <a:srgbClr val="070154"/>
                </a:solidFill>
                <a:latin typeface="IBM Plex Sans"/>
                <a:ea typeface="IBM Plex Sans"/>
                <a:cs typeface="IBM Plex Sans"/>
              </a:endParaRPr>
            </a:p>
          </p:txBody>
        </p:sp>
      </p:grpSp>
      <p:grpSp>
        <p:nvGrpSpPr>
          <p:cNvPr id="75" name="node08"/>
          <p:cNvGrpSpPr/>
          <p:nvPr/>
        </p:nvGrpSpPr>
        <p:grpSpPr>
          <a:xfrm>
            <a:off x="10096500" y="1828800"/>
            <a:ext cx="1371600" cy="609600"/>
            <a:chOff x="10096500" y="1828800"/>
            <a:chExt cx="1371600" cy="609600"/>
          </a:xfrm>
        </p:grpSpPr>
        <p:sp>
          <p:nvSpPr>
            <p:cNvPr id="22" name="node08.surface"/>
            <p:cNvSpPr/>
            <p:nvPr/>
          </p:nvSpPr>
          <p:spPr>
            <a:xfrm>
              <a:off x="10096500" y="1828800"/>
              <a:ext cx="1371600" cy="609600"/>
            </a:xfrm>
            <a:prstGeom prst="rect">
              <a:avLst/>
            </a:prstGeom>
            <a:solidFill>
              <a:srgbClr val="E8EEF8"/>
            </a:solidFill>
            <a:ln>
              <a:noFill/>
            </a:ln>
          </p:spPr>
        </p:sp>
        <p:sp>
          <p:nvSpPr>
            <p:cNvPr id="23" name="node08.text"/>
            <p:cNvSpPr/>
            <p:nvPr/>
          </p:nvSpPr>
          <p:spPr>
            <a:xfrm>
              <a:off x="10248900" y="20193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Mainstream</a:t>
              </a:r>
              <a:endParaRPr lang="en-US" sz="1200" spc="0" kern="0" b="0" i="0" dirty="0">
                <a:solidFill>
                  <a:srgbClr val="070154"/>
                </a:solidFill>
                <a:latin typeface="IBM Plex Sans"/>
                <a:ea typeface="IBM Plex Sans"/>
                <a:cs typeface="IBM Plex Sans"/>
              </a:endParaRPr>
            </a:p>
          </p:txBody>
        </p:sp>
      </p:grpSp>
      <p:grpSp>
        <p:nvGrpSpPr>
          <p:cNvPr id="76" name="node09"/>
          <p:cNvGrpSpPr/>
          <p:nvPr/>
        </p:nvGrpSpPr>
        <p:grpSpPr>
          <a:xfrm>
            <a:off x="723900" y="2514600"/>
            <a:ext cx="2743200" cy="609600"/>
            <a:chOff x="723900" y="2514600"/>
            <a:chExt cx="2743200" cy="609600"/>
          </a:xfrm>
        </p:grpSpPr>
        <p:sp>
          <p:nvSpPr>
            <p:cNvPr id="24" name="node09.surface"/>
            <p:cNvSpPr/>
            <p:nvPr/>
          </p:nvSpPr>
          <p:spPr>
            <a:xfrm>
              <a:off x="723900" y="2514600"/>
              <a:ext cx="2743200" cy="609600"/>
            </a:xfrm>
            <a:custGeom>
              <a:avLst/>
              <a:gdLst/>
              <a:ahLst/>
              <a:cxnLst/>
              <a:rect l="l" t="t" r="r" b="b"/>
              <a:pathLst>
                <a:path w="2743200" h="609600">
                  <a:moveTo>
                    <a:pt x="0" y="0"/>
                  </a:moveTo>
                  <a:lnTo>
                    <a:pt x="2540000" y="0"/>
                  </a:lnTo>
                  <a:lnTo>
                    <a:pt x="2743200" y="304800"/>
                  </a:lnTo>
                  <a:lnTo>
                    <a:pt x="2540000" y="609600"/>
                  </a:lnTo>
                  <a:lnTo>
                    <a:pt x="0" y="609600"/>
                  </a:lnTo>
                  <a:close/>
                </a:path>
              </a:pathLst>
            </a:custGeom>
            <a:solidFill>
              <a:srgbClr val="070154"/>
            </a:solidFill>
            <a:ln>
              <a:noFill/>
            </a:ln>
          </p:spPr>
        </p:sp>
        <p:sp>
          <p:nvSpPr>
            <p:cNvPr id="25" name="node09.number"/>
            <p:cNvSpPr/>
            <p:nvPr/>
          </p:nvSpPr>
          <p:spPr>
            <a:xfrm>
              <a:off x="876300" y="26670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6" name="node09.text"/>
            <p:cNvSpPr/>
            <p:nvPr/>
          </p:nvSpPr>
          <p:spPr>
            <a:xfrm>
              <a:off x="1263777" y="25908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AI product quality</a:t>
              </a:r>
              <a:endParaRPr lang="en-US" sz="1200" spc="0" kern="0" b="0" i="0" dirty="0">
                <a:solidFill>
                  <a:srgbClr val="FFFFFF"/>
                </a:solidFill>
                <a:latin typeface="IBM Plex Sans SemiBold"/>
                <a:ea typeface="IBM Plex Sans SemiBold"/>
                <a:cs typeface="IBM Plex Sans SemiBold"/>
              </a:endParaRPr>
            </a:p>
          </p:txBody>
        </p:sp>
        <p:sp>
          <p:nvSpPr>
            <p:cNvPr id="27" name="node09.sub"/>
            <p:cNvSpPr/>
            <p:nvPr/>
          </p:nvSpPr>
          <p:spPr>
            <a:xfrm>
              <a:off x="1263777" y="28194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Whether to trust it</a:t>
              </a:r>
              <a:endParaRPr lang="en-US" sz="1200" spc="0" kern="0" b="0" i="0" dirty="0">
                <a:solidFill>
                  <a:srgbClr val="CED7E6"/>
                </a:solidFill>
                <a:latin typeface="IBM Plex Sans"/>
                <a:ea typeface="IBM Plex Sans"/>
                <a:cs typeface="IBM Plex Sans"/>
              </a:endParaRPr>
            </a:p>
          </p:txBody>
        </p:sp>
      </p:grpSp>
      <p:grpSp>
        <p:nvGrpSpPr>
          <p:cNvPr id="77" name="node10"/>
          <p:cNvGrpSpPr/>
          <p:nvPr/>
        </p:nvGrpSpPr>
        <p:grpSpPr>
          <a:xfrm>
            <a:off x="3467100" y="2514600"/>
            <a:ext cx="3200400" cy="609600"/>
            <a:chOff x="3467100" y="2514600"/>
            <a:chExt cx="3200400" cy="609600"/>
          </a:xfrm>
        </p:grpSpPr>
        <p:sp>
          <p:nvSpPr>
            <p:cNvPr id="28" name="node10.surface"/>
            <p:cNvSpPr/>
            <p:nvPr/>
          </p:nvSpPr>
          <p:spPr>
            <a:xfrm>
              <a:off x="3467100" y="2514600"/>
              <a:ext cx="3200400" cy="609600"/>
            </a:xfrm>
            <a:prstGeom prst="rect">
              <a:avLst/>
            </a:prstGeom>
            <a:solidFill>
              <a:srgbClr val="E8EEF8"/>
            </a:solidFill>
            <a:ln>
              <a:noFill/>
            </a:ln>
          </p:spPr>
        </p:sp>
        <p:sp>
          <p:nvSpPr>
            <p:cNvPr id="29" name="node10.text"/>
            <p:cNvSpPr/>
            <p:nvPr/>
          </p:nvSpPr>
          <p:spPr>
            <a:xfrm>
              <a:off x="3619500" y="25908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Human-AI interaction guidelines; trust patterns</a:t>
              </a:r>
              <a:endParaRPr lang="en-US" sz="1200" spc="0" kern="0" b="0" i="0" dirty="0">
                <a:solidFill>
                  <a:srgbClr val="070154"/>
                </a:solidFill>
                <a:latin typeface="IBM Plex Sans"/>
                <a:ea typeface="IBM Plex Sans"/>
                <a:cs typeface="IBM Plex Sans"/>
              </a:endParaRPr>
            </a:p>
          </p:txBody>
        </p:sp>
      </p:grpSp>
      <p:grpSp>
        <p:nvGrpSpPr>
          <p:cNvPr id="78" name="node11"/>
          <p:cNvGrpSpPr/>
          <p:nvPr/>
        </p:nvGrpSpPr>
        <p:grpSpPr>
          <a:xfrm>
            <a:off x="6667500" y="2514600"/>
            <a:ext cx="3429000" cy="609600"/>
            <a:chOff x="6667500" y="2514600"/>
            <a:chExt cx="3429000" cy="609600"/>
          </a:xfrm>
        </p:grpSpPr>
        <p:sp>
          <p:nvSpPr>
            <p:cNvPr id="30" name="node11.surface"/>
            <p:cNvSpPr/>
            <p:nvPr/>
          </p:nvSpPr>
          <p:spPr>
            <a:xfrm>
              <a:off x="6667500" y="2514600"/>
              <a:ext cx="3429000" cy="609600"/>
            </a:xfrm>
            <a:prstGeom prst="rect">
              <a:avLst/>
            </a:prstGeom>
            <a:solidFill>
              <a:srgbClr val="E8EEF8"/>
            </a:solidFill>
            <a:ln>
              <a:noFill/>
            </a:ln>
          </p:spPr>
        </p:sp>
        <p:sp>
          <p:nvSpPr>
            <p:cNvPr id="31" name="node11.text"/>
            <p:cNvSpPr/>
            <p:nvPr/>
          </p:nvSpPr>
          <p:spPr>
            <a:xfrm>
              <a:off x="6819900" y="2705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Trust, feedback and failure recovery.</a:t>
              </a:r>
              <a:endParaRPr lang="en-US" sz="1200" spc="0" kern="0" b="0" i="0" dirty="0">
                <a:solidFill>
                  <a:srgbClr val="070154"/>
                </a:solidFill>
                <a:latin typeface="IBM Plex Sans"/>
                <a:ea typeface="IBM Plex Sans"/>
                <a:cs typeface="IBM Plex Sans"/>
              </a:endParaRPr>
            </a:p>
          </p:txBody>
        </p:sp>
      </p:grpSp>
      <p:grpSp>
        <p:nvGrpSpPr>
          <p:cNvPr id="79" name="node12"/>
          <p:cNvGrpSpPr/>
          <p:nvPr/>
        </p:nvGrpSpPr>
        <p:grpSpPr>
          <a:xfrm>
            <a:off x="10096500" y="2514600"/>
            <a:ext cx="1371600" cy="609600"/>
            <a:chOff x="10096500" y="2514600"/>
            <a:chExt cx="1371600" cy="609600"/>
          </a:xfrm>
        </p:grpSpPr>
        <p:sp>
          <p:nvSpPr>
            <p:cNvPr id="32" name="node12.surface"/>
            <p:cNvSpPr/>
            <p:nvPr/>
          </p:nvSpPr>
          <p:spPr>
            <a:xfrm>
              <a:off x="10096500" y="2514600"/>
              <a:ext cx="1371600" cy="609600"/>
            </a:xfrm>
            <a:prstGeom prst="rect">
              <a:avLst/>
            </a:prstGeom>
            <a:solidFill>
              <a:srgbClr val="E8EEF8"/>
            </a:solidFill>
            <a:ln>
              <a:noFill/>
            </a:ln>
          </p:spPr>
        </p:sp>
        <p:sp>
          <p:nvSpPr>
            <p:cNvPr id="33" name="node12.text"/>
            <p:cNvSpPr/>
            <p:nvPr/>
          </p:nvSpPr>
          <p:spPr>
            <a:xfrm>
              <a:off x="10248900" y="27051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Growing</a:t>
              </a:r>
              <a:endParaRPr lang="en-US" sz="1200" spc="0" kern="0" b="0" i="0" dirty="0">
                <a:solidFill>
                  <a:srgbClr val="070154"/>
                </a:solidFill>
                <a:latin typeface="IBM Plex Sans"/>
                <a:ea typeface="IBM Plex Sans"/>
                <a:cs typeface="IBM Plex Sans"/>
              </a:endParaRPr>
            </a:p>
          </p:txBody>
        </p:sp>
      </p:grpSp>
      <p:grpSp>
        <p:nvGrpSpPr>
          <p:cNvPr id="80" name="node13"/>
          <p:cNvGrpSpPr/>
          <p:nvPr/>
        </p:nvGrpSpPr>
        <p:grpSpPr>
          <a:xfrm>
            <a:off x="723900" y="3200400"/>
            <a:ext cx="2743200" cy="609600"/>
            <a:chOff x="723900" y="3200400"/>
            <a:chExt cx="2743200" cy="609600"/>
          </a:xfrm>
        </p:grpSpPr>
        <p:sp>
          <p:nvSpPr>
            <p:cNvPr id="34" name="node13.surface"/>
            <p:cNvSpPr/>
            <p:nvPr/>
          </p:nvSpPr>
          <p:spPr>
            <a:xfrm>
              <a:off x="723900" y="3200400"/>
              <a:ext cx="2743200" cy="609600"/>
            </a:xfrm>
            <a:custGeom>
              <a:avLst/>
              <a:gdLst/>
              <a:ahLst/>
              <a:cxnLst/>
              <a:rect l="l" t="t" r="r" b="b"/>
              <a:pathLst>
                <a:path w="2743200" h="609600">
                  <a:moveTo>
                    <a:pt x="0" y="0"/>
                  </a:moveTo>
                  <a:lnTo>
                    <a:pt x="2540000" y="0"/>
                  </a:lnTo>
                  <a:lnTo>
                    <a:pt x="2743200" y="304800"/>
                  </a:lnTo>
                  <a:lnTo>
                    <a:pt x="2540000" y="609600"/>
                  </a:lnTo>
                  <a:lnTo>
                    <a:pt x="0" y="609600"/>
                  </a:lnTo>
                  <a:close/>
                </a:path>
              </a:pathLst>
            </a:custGeom>
            <a:solidFill>
              <a:srgbClr val="070154"/>
            </a:solidFill>
            <a:ln>
              <a:noFill/>
            </a:ln>
          </p:spPr>
        </p:sp>
        <p:sp>
          <p:nvSpPr>
            <p:cNvPr id="35" name="node13.number"/>
            <p:cNvSpPr/>
            <p:nvPr/>
          </p:nvSpPr>
          <p:spPr>
            <a:xfrm>
              <a:off x="876300" y="33528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6" name="node13.text"/>
            <p:cNvSpPr/>
            <p:nvPr/>
          </p:nvSpPr>
          <p:spPr>
            <a:xfrm>
              <a:off x="1263777" y="32766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Product methods</a:t>
              </a:r>
              <a:endParaRPr lang="en-US" sz="1200" spc="0" kern="0" b="0" i="0" dirty="0">
                <a:solidFill>
                  <a:srgbClr val="FFFFFF"/>
                </a:solidFill>
                <a:latin typeface="IBM Plex Sans SemiBold"/>
                <a:ea typeface="IBM Plex Sans SemiBold"/>
                <a:cs typeface="IBM Plex Sans SemiBold"/>
              </a:endParaRPr>
            </a:p>
          </p:txBody>
        </p:sp>
        <p:sp>
          <p:nvSpPr>
            <p:cNvPr id="37" name="node13.sub"/>
            <p:cNvSpPr/>
            <p:nvPr/>
          </p:nvSpPr>
          <p:spPr>
            <a:xfrm>
              <a:off x="1263777" y="35052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How we discover</a:t>
              </a:r>
              <a:endParaRPr lang="en-US" sz="1200" spc="0" kern="0" b="0" i="0" dirty="0">
                <a:solidFill>
                  <a:srgbClr val="CED7E6"/>
                </a:solidFill>
                <a:latin typeface="IBM Plex Sans"/>
                <a:ea typeface="IBM Plex Sans"/>
                <a:cs typeface="IBM Plex Sans"/>
              </a:endParaRPr>
            </a:p>
          </p:txBody>
        </p:sp>
      </p:grpSp>
      <p:grpSp>
        <p:nvGrpSpPr>
          <p:cNvPr id="81" name="node14"/>
          <p:cNvGrpSpPr/>
          <p:nvPr/>
        </p:nvGrpSpPr>
        <p:grpSpPr>
          <a:xfrm>
            <a:off x="3467100" y="3200400"/>
            <a:ext cx="3200400" cy="609600"/>
            <a:chOff x="3467100" y="3200400"/>
            <a:chExt cx="3200400" cy="609600"/>
          </a:xfrm>
        </p:grpSpPr>
        <p:sp>
          <p:nvSpPr>
            <p:cNvPr id="38" name="node14.surface"/>
            <p:cNvSpPr/>
            <p:nvPr/>
          </p:nvSpPr>
          <p:spPr>
            <a:xfrm>
              <a:off x="3467100" y="3200400"/>
              <a:ext cx="3200400" cy="609600"/>
            </a:xfrm>
            <a:prstGeom prst="rect">
              <a:avLst/>
            </a:prstGeom>
            <a:solidFill>
              <a:srgbClr val="E8EEF8"/>
            </a:solidFill>
            <a:ln>
              <a:noFill/>
            </a:ln>
          </p:spPr>
        </p:sp>
        <p:sp>
          <p:nvSpPr>
            <p:cNvPr id="39" name="node14.text"/>
            <p:cNvSpPr/>
            <p:nvPr/>
          </p:nvSpPr>
          <p:spPr>
            <a:xfrm>
              <a:off x="3619500" y="33909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Reusable discovery skills; context as code</a:t>
              </a:r>
              <a:endParaRPr lang="en-US" sz="1200" spc="0" kern="0" b="0" i="0" dirty="0">
                <a:solidFill>
                  <a:srgbClr val="070154"/>
                </a:solidFill>
                <a:latin typeface="IBM Plex Sans"/>
                <a:ea typeface="IBM Plex Sans"/>
                <a:cs typeface="IBM Plex Sans"/>
              </a:endParaRPr>
            </a:p>
          </p:txBody>
        </p:sp>
      </p:grpSp>
      <p:grpSp>
        <p:nvGrpSpPr>
          <p:cNvPr id="82" name="node15"/>
          <p:cNvGrpSpPr/>
          <p:nvPr/>
        </p:nvGrpSpPr>
        <p:grpSpPr>
          <a:xfrm>
            <a:off x="6667500" y="3200400"/>
            <a:ext cx="3429000" cy="609600"/>
            <a:chOff x="6667500" y="3200400"/>
            <a:chExt cx="3429000" cy="609600"/>
          </a:xfrm>
        </p:grpSpPr>
        <p:sp>
          <p:nvSpPr>
            <p:cNvPr id="40" name="node15.surface"/>
            <p:cNvSpPr/>
            <p:nvPr/>
          </p:nvSpPr>
          <p:spPr>
            <a:xfrm>
              <a:off x="6667500" y="3200400"/>
              <a:ext cx="3429000" cy="609600"/>
            </a:xfrm>
            <a:prstGeom prst="rect">
              <a:avLst/>
            </a:prstGeom>
            <a:solidFill>
              <a:srgbClr val="E8EEF8"/>
            </a:solidFill>
            <a:ln>
              <a:noFill/>
            </a:ln>
          </p:spPr>
        </p:sp>
        <p:sp>
          <p:nvSpPr>
            <p:cNvPr id="41" name="node15.text"/>
            <p:cNvSpPr/>
            <p:nvPr/>
          </p:nvSpPr>
          <p:spPr>
            <a:xfrm>
              <a:off x="6819900" y="32766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Repeatable methods and shared product context.</a:t>
              </a:r>
              <a:endParaRPr lang="en-US" sz="1200" spc="0" kern="0" b="0" i="0" dirty="0">
                <a:solidFill>
                  <a:srgbClr val="070154"/>
                </a:solidFill>
                <a:latin typeface="IBM Plex Sans"/>
                <a:ea typeface="IBM Plex Sans"/>
                <a:cs typeface="IBM Plex Sans"/>
              </a:endParaRPr>
            </a:p>
          </p:txBody>
        </p:sp>
      </p:grpSp>
      <p:grpSp>
        <p:nvGrpSpPr>
          <p:cNvPr id="83" name="node16"/>
          <p:cNvGrpSpPr/>
          <p:nvPr/>
        </p:nvGrpSpPr>
        <p:grpSpPr>
          <a:xfrm>
            <a:off x="10096500" y="3200400"/>
            <a:ext cx="1371600" cy="609600"/>
            <a:chOff x="10096500" y="3200400"/>
            <a:chExt cx="1371600" cy="609600"/>
          </a:xfrm>
        </p:grpSpPr>
        <p:sp>
          <p:nvSpPr>
            <p:cNvPr id="42" name="node16.surface"/>
            <p:cNvSpPr/>
            <p:nvPr/>
          </p:nvSpPr>
          <p:spPr>
            <a:xfrm>
              <a:off x="10096500" y="3200400"/>
              <a:ext cx="1371600" cy="609600"/>
            </a:xfrm>
            <a:prstGeom prst="rect">
              <a:avLst/>
            </a:prstGeom>
            <a:solidFill>
              <a:srgbClr val="E8EEF8"/>
            </a:solidFill>
            <a:ln>
              <a:noFill/>
            </a:ln>
          </p:spPr>
        </p:sp>
        <p:sp>
          <p:nvSpPr>
            <p:cNvPr id="43" name="node16.text"/>
            <p:cNvSpPr/>
            <p:nvPr/>
          </p:nvSpPr>
          <p:spPr>
            <a:xfrm>
              <a:off x="10248900" y="33909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Early</a:t>
              </a:r>
              <a:endParaRPr lang="en-US" sz="1200" spc="0" kern="0" b="0" i="0" dirty="0">
                <a:solidFill>
                  <a:srgbClr val="070154"/>
                </a:solidFill>
                <a:latin typeface="IBM Plex Sans"/>
                <a:ea typeface="IBM Plex Sans"/>
                <a:cs typeface="IBM Plex Sans"/>
              </a:endParaRPr>
            </a:p>
          </p:txBody>
        </p:sp>
      </p:grpSp>
      <p:grpSp>
        <p:nvGrpSpPr>
          <p:cNvPr id="84" name="node17"/>
          <p:cNvGrpSpPr/>
          <p:nvPr/>
        </p:nvGrpSpPr>
        <p:grpSpPr>
          <a:xfrm>
            <a:off x="723900" y="3886200"/>
            <a:ext cx="2743200" cy="609600"/>
            <a:chOff x="723900" y="3886200"/>
            <a:chExt cx="2743200" cy="609600"/>
          </a:xfrm>
        </p:grpSpPr>
        <p:sp>
          <p:nvSpPr>
            <p:cNvPr id="44" name="node17.surface"/>
            <p:cNvSpPr/>
            <p:nvPr/>
          </p:nvSpPr>
          <p:spPr>
            <a:xfrm>
              <a:off x="723900" y="3886200"/>
              <a:ext cx="2743200" cy="609600"/>
            </a:xfrm>
            <a:custGeom>
              <a:avLst/>
              <a:gdLst/>
              <a:ahLst/>
              <a:cxnLst/>
              <a:rect l="l" t="t" r="r" b="b"/>
              <a:pathLst>
                <a:path w="2743200" h="609600">
                  <a:moveTo>
                    <a:pt x="0" y="0"/>
                  </a:moveTo>
                  <a:lnTo>
                    <a:pt x="2540000" y="0"/>
                  </a:lnTo>
                  <a:lnTo>
                    <a:pt x="2743200" y="304800"/>
                  </a:lnTo>
                  <a:lnTo>
                    <a:pt x="2540000" y="609600"/>
                  </a:lnTo>
                  <a:lnTo>
                    <a:pt x="0" y="609600"/>
                  </a:lnTo>
                  <a:close/>
                </a:path>
              </a:pathLst>
            </a:custGeom>
            <a:solidFill>
              <a:srgbClr val="070154"/>
            </a:solidFill>
            <a:ln>
              <a:noFill/>
            </a:ln>
          </p:spPr>
        </p:sp>
        <p:sp>
          <p:nvSpPr>
            <p:cNvPr id="45" name="node17.number"/>
            <p:cNvSpPr/>
            <p:nvPr/>
          </p:nvSpPr>
          <p:spPr>
            <a:xfrm>
              <a:off x="876300" y="40386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46" name="node17.text"/>
            <p:cNvSpPr/>
            <p:nvPr/>
          </p:nvSpPr>
          <p:spPr>
            <a:xfrm>
              <a:off x="1263777" y="39624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Specs and handoff</a:t>
              </a:r>
              <a:endParaRPr lang="en-US" sz="1200" spc="0" kern="0" b="0" i="0" dirty="0">
                <a:solidFill>
                  <a:srgbClr val="FFFFFF"/>
                </a:solidFill>
                <a:latin typeface="IBM Plex Sans SemiBold"/>
                <a:ea typeface="IBM Plex Sans SemiBold"/>
                <a:cs typeface="IBM Plex Sans SemiBold"/>
              </a:endParaRPr>
            </a:p>
          </p:txBody>
        </p:sp>
        <p:sp>
          <p:nvSpPr>
            <p:cNvPr id="47" name="node17.sub"/>
            <p:cNvSpPr/>
            <p:nvPr/>
          </p:nvSpPr>
          <p:spPr>
            <a:xfrm>
              <a:off x="1263777" y="41910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How we hand off</a:t>
              </a:r>
              <a:endParaRPr lang="en-US" sz="1200" spc="0" kern="0" b="0" i="0" dirty="0">
                <a:solidFill>
                  <a:srgbClr val="CED7E6"/>
                </a:solidFill>
                <a:latin typeface="IBM Plex Sans"/>
                <a:ea typeface="IBM Plex Sans"/>
                <a:cs typeface="IBM Plex Sans"/>
              </a:endParaRPr>
            </a:p>
          </p:txBody>
        </p:sp>
      </p:grpSp>
      <p:grpSp>
        <p:nvGrpSpPr>
          <p:cNvPr id="85" name="node18"/>
          <p:cNvGrpSpPr/>
          <p:nvPr/>
        </p:nvGrpSpPr>
        <p:grpSpPr>
          <a:xfrm>
            <a:off x="3467100" y="3886200"/>
            <a:ext cx="3200400" cy="609600"/>
            <a:chOff x="3467100" y="3886200"/>
            <a:chExt cx="3200400" cy="609600"/>
          </a:xfrm>
        </p:grpSpPr>
        <p:sp>
          <p:nvSpPr>
            <p:cNvPr id="48" name="node18.surface"/>
            <p:cNvSpPr/>
            <p:nvPr/>
          </p:nvSpPr>
          <p:spPr>
            <a:xfrm>
              <a:off x="3467100" y="3886200"/>
              <a:ext cx="3200400" cy="609600"/>
            </a:xfrm>
            <a:prstGeom prst="rect">
              <a:avLst/>
            </a:prstGeom>
            <a:solidFill>
              <a:srgbClr val="E8EEF8"/>
            </a:solidFill>
            <a:ln>
              <a:noFill/>
            </a:ln>
          </p:spPr>
        </p:sp>
        <p:sp>
          <p:nvSpPr>
            <p:cNvPr id="49" name="node18.text"/>
            <p:cNvSpPr/>
            <p:nvPr/>
          </p:nvSpPr>
          <p:spPr>
            <a:xfrm>
              <a:off x="3619500" y="39624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Spec-driven development kits; change proposals</a:t>
              </a:r>
              <a:endParaRPr lang="en-US" sz="1200" spc="0" kern="0" b="0" i="0" dirty="0">
                <a:solidFill>
                  <a:srgbClr val="070154"/>
                </a:solidFill>
                <a:latin typeface="IBM Plex Sans"/>
                <a:ea typeface="IBM Plex Sans"/>
                <a:cs typeface="IBM Plex Sans"/>
              </a:endParaRPr>
            </a:p>
          </p:txBody>
        </p:sp>
      </p:grpSp>
      <p:grpSp>
        <p:nvGrpSpPr>
          <p:cNvPr id="86" name="node19"/>
          <p:cNvGrpSpPr/>
          <p:nvPr/>
        </p:nvGrpSpPr>
        <p:grpSpPr>
          <a:xfrm>
            <a:off x="6667500" y="3886200"/>
            <a:ext cx="3429000" cy="609600"/>
            <a:chOff x="6667500" y="3886200"/>
            <a:chExt cx="3429000" cy="609600"/>
          </a:xfrm>
        </p:grpSpPr>
        <p:sp>
          <p:nvSpPr>
            <p:cNvPr id="50" name="node19.surface"/>
            <p:cNvSpPr/>
            <p:nvPr/>
          </p:nvSpPr>
          <p:spPr>
            <a:xfrm>
              <a:off x="6667500" y="3886200"/>
              <a:ext cx="3429000" cy="609600"/>
            </a:xfrm>
            <a:prstGeom prst="rect">
              <a:avLst/>
            </a:prstGeom>
            <a:solidFill>
              <a:srgbClr val="E8EEF8"/>
            </a:solidFill>
            <a:ln>
              <a:noFill/>
            </a:ln>
          </p:spPr>
        </p:sp>
        <p:sp>
          <p:nvSpPr>
            <p:cNvPr id="51" name="node19.text"/>
            <p:cNvSpPr/>
            <p:nvPr/>
          </p:nvSpPr>
          <p:spPr>
            <a:xfrm>
              <a:off x="6819900" y="40767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Reviewable specs, plans, tasks and changes.</a:t>
              </a:r>
              <a:endParaRPr lang="en-US" sz="1200" spc="0" kern="0" b="0" i="0" dirty="0">
                <a:solidFill>
                  <a:srgbClr val="070154"/>
                </a:solidFill>
                <a:latin typeface="IBM Plex Sans"/>
                <a:ea typeface="IBM Plex Sans"/>
                <a:cs typeface="IBM Plex Sans"/>
              </a:endParaRPr>
            </a:p>
          </p:txBody>
        </p:sp>
      </p:grpSp>
      <p:grpSp>
        <p:nvGrpSpPr>
          <p:cNvPr id="87" name="node20"/>
          <p:cNvGrpSpPr/>
          <p:nvPr/>
        </p:nvGrpSpPr>
        <p:grpSpPr>
          <a:xfrm>
            <a:off x="10096500" y="3886200"/>
            <a:ext cx="1371600" cy="609600"/>
            <a:chOff x="10096500" y="3886200"/>
            <a:chExt cx="1371600" cy="609600"/>
          </a:xfrm>
        </p:grpSpPr>
        <p:sp>
          <p:nvSpPr>
            <p:cNvPr id="52" name="node20.surface"/>
            <p:cNvSpPr/>
            <p:nvPr/>
          </p:nvSpPr>
          <p:spPr>
            <a:xfrm>
              <a:off x="10096500" y="3886200"/>
              <a:ext cx="1371600" cy="609600"/>
            </a:xfrm>
            <a:prstGeom prst="rect">
              <a:avLst/>
            </a:prstGeom>
            <a:solidFill>
              <a:srgbClr val="E8EEF8"/>
            </a:solidFill>
            <a:ln>
              <a:noFill/>
            </a:ln>
          </p:spPr>
        </p:sp>
        <p:sp>
          <p:nvSpPr>
            <p:cNvPr id="53" name="node20.text"/>
            <p:cNvSpPr/>
            <p:nvPr/>
          </p:nvSpPr>
          <p:spPr>
            <a:xfrm>
              <a:off x="10248900" y="40767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Growing</a:t>
              </a:r>
              <a:endParaRPr lang="en-US" sz="1200" spc="0" kern="0" b="0" i="0" dirty="0">
                <a:solidFill>
                  <a:srgbClr val="070154"/>
                </a:solidFill>
                <a:latin typeface="IBM Plex Sans"/>
                <a:ea typeface="IBM Plex Sans"/>
                <a:cs typeface="IBM Plex Sans"/>
              </a:endParaRPr>
            </a:p>
          </p:txBody>
        </p:sp>
      </p:grpSp>
      <p:grpSp>
        <p:nvGrpSpPr>
          <p:cNvPr id="88" name="node21"/>
          <p:cNvGrpSpPr/>
          <p:nvPr/>
        </p:nvGrpSpPr>
        <p:grpSpPr>
          <a:xfrm>
            <a:off x="723900" y="4572000"/>
            <a:ext cx="2743200" cy="609600"/>
            <a:chOff x="723900" y="4572000"/>
            <a:chExt cx="2743200" cy="609600"/>
          </a:xfrm>
        </p:grpSpPr>
        <p:sp>
          <p:nvSpPr>
            <p:cNvPr id="54" name="node21.surface"/>
            <p:cNvSpPr/>
            <p:nvPr/>
          </p:nvSpPr>
          <p:spPr>
            <a:xfrm>
              <a:off x="723900" y="4572000"/>
              <a:ext cx="2743200" cy="609600"/>
            </a:xfrm>
            <a:custGeom>
              <a:avLst/>
              <a:gdLst/>
              <a:ahLst/>
              <a:cxnLst/>
              <a:rect l="l" t="t" r="r" b="b"/>
              <a:pathLst>
                <a:path w="2743200" h="609600">
                  <a:moveTo>
                    <a:pt x="0" y="0"/>
                  </a:moveTo>
                  <a:lnTo>
                    <a:pt x="2540000" y="0"/>
                  </a:lnTo>
                  <a:lnTo>
                    <a:pt x="2743200" y="304800"/>
                  </a:lnTo>
                  <a:lnTo>
                    <a:pt x="2540000" y="609600"/>
                  </a:lnTo>
                  <a:lnTo>
                    <a:pt x="0" y="609600"/>
                  </a:lnTo>
                  <a:close/>
                </a:path>
              </a:pathLst>
            </a:custGeom>
            <a:solidFill>
              <a:srgbClr val="070154"/>
            </a:solidFill>
            <a:ln>
              <a:noFill/>
            </a:ln>
          </p:spPr>
        </p:sp>
        <p:sp>
          <p:nvSpPr>
            <p:cNvPr id="55" name="node21.number"/>
            <p:cNvSpPr/>
            <p:nvPr/>
          </p:nvSpPr>
          <p:spPr>
            <a:xfrm>
              <a:off x="876300" y="4724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56" name="node21.text"/>
            <p:cNvSpPr/>
            <p:nvPr/>
          </p:nvSpPr>
          <p:spPr>
            <a:xfrm>
              <a:off x="1263777" y="46482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Delivery flow</a:t>
              </a:r>
              <a:endParaRPr lang="en-US" sz="1200" spc="0" kern="0" b="0" i="0" dirty="0">
                <a:solidFill>
                  <a:srgbClr val="FFFFFF"/>
                </a:solidFill>
                <a:latin typeface="IBM Plex Sans SemiBold"/>
                <a:ea typeface="IBM Plex Sans SemiBold"/>
                <a:cs typeface="IBM Plex Sans SemiBold"/>
              </a:endParaRPr>
            </a:p>
          </p:txBody>
        </p:sp>
        <p:sp>
          <p:nvSpPr>
            <p:cNvPr id="57" name="node21.sub"/>
            <p:cNvSpPr/>
            <p:nvPr/>
          </p:nvSpPr>
          <p:spPr>
            <a:xfrm>
              <a:off x="1263777" y="4876800"/>
              <a:ext cx="192392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How teams ship</a:t>
              </a:r>
              <a:endParaRPr lang="en-US" sz="1200" spc="0" kern="0" b="0" i="0" dirty="0">
                <a:solidFill>
                  <a:srgbClr val="CED7E6"/>
                </a:solidFill>
                <a:latin typeface="IBM Plex Sans"/>
                <a:ea typeface="IBM Plex Sans"/>
                <a:cs typeface="IBM Plex Sans"/>
              </a:endParaRPr>
            </a:p>
          </p:txBody>
        </p:sp>
      </p:grpSp>
      <p:grpSp>
        <p:nvGrpSpPr>
          <p:cNvPr id="89" name="node22"/>
          <p:cNvGrpSpPr/>
          <p:nvPr/>
        </p:nvGrpSpPr>
        <p:grpSpPr>
          <a:xfrm>
            <a:off x="3467100" y="4572000"/>
            <a:ext cx="3200400" cy="609600"/>
            <a:chOff x="3467100" y="4572000"/>
            <a:chExt cx="3200400" cy="609600"/>
          </a:xfrm>
        </p:grpSpPr>
        <p:sp>
          <p:nvSpPr>
            <p:cNvPr id="58" name="node22.surface"/>
            <p:cNvSpPr/>
            <p:nvPr/>
          </p:nvSpPr>
          <p:spPr>
            <a:xfrm>
              <a:off x="3467100" y="4572000"/>
              <a:ext cx="3200400" cy="609600"/>
            </a:xfrm>
            <a:prstGeom prst="rect">
              <a:avLst/>
            </a:prstGeom>
            <a:solidFill>
              <a:srgbClr val="E8EEF8"/>
            </a:solidFill>
            <a:ln>
              <a:noFill/>
            </a:ln>
          </p:spPr>
        </p:sp>
        <p:sp>
          <p:nvSpPr>
            <p:cNvPr id="59" name="node22.text"/>
            <p:cNvSpPr/>
            <p:nvPr/>
          </p:nvSpPr>
          <p:spPr>
            <a:xfrm>
              <a:off x="3619500" y="47625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Cross-role planning and QA playbooks</a:t>
              </a:r>
              <a:endParaRPr lang="en-US" sz="1200" spc="0" kern="0" b="0" i="0" dirty="0">
                <a:solidFill>
                  <a:srgbClr val="070154"/>
                </a:solidFill>
                <a:latin typeface="IBM Plex Sans"/>
                <a:ea typeface="IBM Plex Sans"/>
                <a:cs typeface="IBM Plex Sans"/>
              </a:endParaRPr>
            </a:p>
          </p:txBody>
        </p:sp>
      </p:grpSp>
      <p:grpSp>
        <p:nvGrpSpPr>
          <p:cNvPr id="90" name="node23"/>
          <p:cNvGrpSpPr/>
          <p:nvPr/>
        </p:nvGrpSpPr>
        <p:grpSpPr>
          <a:xfrm>
            <a:off x="6667500" y="4572000"/>
            <a:ext cx="3429000" cy="609600"/>
            <a:chOff x="6667500" y="4572000"/>
            <a:chExt cx="3429000" cy="609600"/>
          </a:xfrm>
        </p:grpSpPr>
        <p:sp>
          <p:nvSpPr>
            <p:cNvPr id="60" name="node23.surface"/>
            <p:cNvSpPr/>
            <p:nvPr/>
          </p:nvSpPr>
          <p:spPr>
            <a:xfrm>
              <a:off x="6667500" y="4572000"/>
              <a:ext cx="3429000" cy="609600"/>
            </a:xfrm>
            <a:prstGeom prst="rect">
              <a:avLst/>
            </a:prstGeom>
            <a:solidFill>
              <a:srgbClr val="E8EEF8"/>
            </a:solidFill>
            <a:ln>
              <a:noFill/>
            </a:ln>
          </p:spPr>
        </p:sp>
        <p:sp>
          <p:nvSpPr>
            <p:cNvPr id="61" name="node23.text"/>
            <p:cNvSpPr/>
            <p:nvPr/>
          </p:nvSpPr>
          <p:spPr>
            <a:xfrm>
              <a:off x="6819900" y="47625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Cross-role planning, review and QA.</a:t>
              </a:r>
              <a:endParaRPr lang="en-US" sz="1200" spc="0" kern="0" b="0" i="0" dirty="0">
                <a:solidFill>
                  <a:srgbClr val="070154"/>
                </a:solidFill>
                <a:latin typeface="IBM Plex Sans"/>
                <a:ea typeface="IBM Plex Sans"/>
                <a:cs typeface="IBM Plex Sans"/>
              </a:endParaRPr>
            </a:p>
          </p:txBody>
        </p:sp>
      </p:grpSp>
      <p:grpSp>
        <p:nvGrpSpPr>
          <p:cNvPr id="91" name="node24"/>
          <p:cNvGrpSpPr/>
          <p:nvPr/>
        </p:nvGrpSpPr>
        <p:grpSpPr>
          <a:xfrm>
            <a:off x="10096500" y="4572000"/>
            <a:ext cx="1371600" cy="609600"/>
            <a:chOff x="10096500" y="4572000"/>
            <a:chExt cx="1371600" cy="609600"/>
          </a:xfrm>
        </p:grpSpPr>
        <p:sp>
          <p:nvSpPr>
            <p:cNvPr id="62" name="node24.surface"/>
            <p:cNvSpPr/>
            <p:nvPr/>
          </p:nvSpPr>
          <p:spPr>
            <a:xfrm>
              <a:off x="10096500" y="4572000"/>
              <a:ext cx="1371600" cy="609600"/>
            </a:xfrm>
            <a:prstGeom prst="rect">
              <a:avLst/>
            </a:prstGeom>
            <a:solidFill>
              <a:srgbClr val="E8EEF8"/>
            </a:solidFill>
            <a:ln>
              <a:noFill/>
            </a:ln>
          </p:spPr>
        </p:sp>
        <p:sp>
          <p:nvSpPr>
            <p:cNvPr id="63" name="node24.text"/>
            <p:cNvSpPr/>
            <p:nvPr/>
          </p:nvSpPr>
          <p:spPr>
            <a:xfrm>
              <a:off x="10248900" y="47625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Early</a:t>
              </a:r>
              <a:endParaRPr lang="en-US" sz="1200" spc="0" kern="0" b="0" i="0" dirty="0">
                <a:solidFill>
                  <a:srgbClr val="070154"/>
                </a:solidFill>
                <a:latin typeface="IBM Plex Sans"/>
                <a:ea typeface="IBM Plex Sans"/>
                <a:cs typeface="IBM Plex Sans"/>
              </a:endParaRPr>
            </a:p>
          </p:txBody>
        </p:sp>
      </p:grpSp>
      <p:grpSp>
        <p:nvGrpSpPr>
          <p:cNvPr id="92" name="node25"/>
          <p:cNvGrpSpPr/>
          <p:nvPr/>
        </p:nvGrpSpPr>
        <p:grpSpPr>
          <a:xfrm>
            <a:off x="723900" y="5486400"/>
            <a:ext cx="2743200" cy="457200"/>
            <a:chOff x="723900" y="5486400"/>
            <a:chExt cx="2743200" cy="457200"/>
          </a:xfrm>
        </p:grpSpPr>
        <p:sp>
          <p:nvSpPr>
            <p:cNvPr id="64" name="node25.surface"/>
            <p:cNvSpPr/>
            <p:nvPr/>
          </p:nvSpPr>
          <p:spPr>
            <a:xfrm>
              <a:off x="723900" y="5486400"/>
              <a:ext cx="2743200" cy="457200"/>
            </a:xfrm>
            <a:prstGeom prst="rect">
              <a:avLst/>
            </a:prstGeom>
            <a:solidFill>
              <a:srgbClr val="F900D3"/>
            </a:solidFill>
            <a:ln>
              <a:noFill/>
            </a:ln>
          </p:spPr>
        </p:sp>
        <p:sp>
          <p:nvSpPr>
            <p:cNvPr id="65" name="node25.text"/>
            <p:cNvSpPr/>
            <p:nvPr/>
          </p:nvSpPr>
          <p:spPr>
            <a:xfrm>
              <a:off x="876300" y="5581650"/>
              <a:ext cx="2438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Workshop application</a:t>
              </a:r>
              <a:endParaRPr lang="en-US" sz="1400" spc="0" kern="0" b="0" i="0" dirty="0">
                <a:solidFill>
                  <a:srgbClr val="070154"/>
                </a:solidFill>
                <a:latin typeface="IBM Plex Sans"/>
                <a:ea typeface="IBM Plex Sans"/>
                <a:cs typeface="IBM Plex Sans"/>
              </a:endParaRPr>
            </a:p>
          </p:txBody>
        </p:sp>
      </p:grpSp>
      <p:grpSp>
        <p:nvGrpSpPr>
          <p:cNvPr id="93" name="node26"/>
          <p:cNvGrpSpPr/>
          <p:nvPr/>
        </p:nvGrpSpPr>
        <p:grpSpPr>
          <a:xfrm>
            <a:off x="3467100" y="5486400"/>
            <a:ext cx="8001000" cy="457200"/>
            <a:chOff x="3467100" y="5486400"/>
            <a:chExt cx="8001000" cy="457200"/>
          </a:xfrm>
        </p:grpSpPr>
        <p:sp>
          <p:nvSpPr>
            <p:cNvPr id="66" name="node26.surface"/>
            <p:cNvSpPr/>
            <p:nvPr/>
          </p:nvSpPr>
          <p:spPr>
            <a:xfrm>
              <a:off x="3467100" y="5486400"/>
              <a:ext cx="8001000" cy="457200"/>
            </a:xfrm>
            <a:prstGeom prst="rect">
              <a:avLst/>
            </a:prstGeom>
            <a:solidFill>
              <a:srgbClr val="070154"/>
            </a:solidFill>
            <a:ln>
              <a:noFill/>
            </a:ln>
          </p:spPr>
        </p:sp>
        <p:sp>
          <p:nvSpPr>
            <p:cNvPr id="67" name="node26.text"/>
            <p:cNvSpPr/>
            <p:nvPr/>
          </p:nvSpPr>
          <p:spPr>
            <a:xfrm>
              <a:off x="3619500" y="5581650"/>
              <a:ext cx="7696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Use today's learnings to upgrade your delivery operating system</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ource-60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VENDOR OPTIONS</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55144" y="1078992"/>
            <a:ext cx="1953551" cy="17624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Vendor B is the strongest fit for </a:t>
            </a:r>
            <a:r>
              <a:rPr lang="en-US" sz="3200" spc="-64" kern="0" b="0" i="0" dirty="0">
                <a:solidFill>
                  <a:srgbClr val="070154"/>
                </a:solidFill>
                <a:latin typeface="IBM Plex Sans SemiBold"/>
                <a:ea typeface="IBM Plex Sans SemiBold"/>
                <a:cs typeface="IBM Plex Sans SemiBold"/>
              </a:rPr>
              <a:t xml:space="preserve">Northfield</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a:t>
            </a:fld>
            <a:endParaRPr lang="en-US" sz="700" spc="0" kern="0" b="0" i="0" dirty="0">
              <a:solidFill>
                <a:srgbClr val="070154"/>
              </a:solidFill>
              <a:latin typeface="IBM Plex Mono SemiBold"/>
              <a:ea typeface="IBM Plex Mono SemiBold"/>
              <a:cs typeface="IBM Plex Mono SemiBold"/>
            </a:endParaRPr>
          </a:p>
        </p:txBody>
      </p:sp>
      <p:grpSp>
        <p:nvGrpSpPr>
          <p:cNvPr id="137" name="node01"/>
          <p:cNvGrpSpPr/>
          <p:nvPr/>
        </p:nvGrpSpPr>
        <p:grpSpPr>
          <a:xfrm>
            <a:off x="723900" y="1600200"/>
            <a:ext cx="5486400" cy="228600"/>
            <a:chOff x="723900" y="1600200"/>
            <a:chExt cx="5486400" cy="228600"/>
          </a:xfrm>
        </p:grpSpPr>
        <p:sp>
          <p:nvSpPr>
            <p:cNvPr id="7" name="node01.items.source-001.marker-1"/>
            <p:cNvSpPr/>
            <p:nvPr/>
          </p:nvSpPr>
          <p:spPr>
            <a:xfrm>
              <a:off x="723900" y="1663700"/>
              <a:ext cx="101600" cy="101600"/>
            </a:xfrm>
            <a:prstGeom prst="ellipse">
              <a:avLst/>
            </a:prstGeom>
            <a:solidFill>
              <a:srgbClr val="070154"/>
            </a:solidFill>
            <a:ln>
              <a:noFill/>
            </a:ln>
          </p:spPr>
        </p:sp>
        <p:sp>
          <p:nvSpPr>
            <p:cNvPr id="8" name="node01.items.source-001.marker-2"/>
            <p:cNvSpPr/>
            <p:nvPr/>
          </p:nvSpPr>
          <p:spPr>
            <a:xfrm>
              <a:off x="881063" y="1668463"/>
              <a:ext cx="92075" cy="92075"/>
            </a:xfrm>
            <a:prstGeom prst="ellipse">
              <a:avLst/>
            </a:prstGeom>
            <a:ln w="9525">
              <a:solidFill>
                <a:srgbClr val="070154"/>
              </a:solidFill>
              <a:prstDash val="solid"/>
            </a:ln>
          </p:spPr>
        </p:sp>
        <p:sp>
          <p:nvSpPr>
            <p:cNvPr id="9" name="node01.items.source-001.marker-3"/>
            <p:cNvSpPr/>
            <p:nvPr/>
          </p:nvSpPr>
          <p:spPr>
            <a:xfrm>
              <a:off x="1033462" y="1668463"/>
              <a:ext cx="92075" cy="92075"/>
            </a:xfrm>
            <a:prstGeom prst="ellipse">
              <a:avLst/>
            </a:prstGeom>
            <a:ln w="9525">
              <a:solidFill>
                <a:srgbClr val="070154"/>
              </a:solidFill>
              <a:prstDash val="solid"/>
            </a:ln>
          </p:spPr>
        </p:sp>
        <p:sp>
          <p:nvSpPr>
            <p:cNvPr id="10" name="node01.items.source-001.marker-4"/>
            <p:cNvSpPr/>
            <p:nvPr/>
          </p:nvSpPr>
          <p:spPr>
            <a:xfrm>
              <a:off x="1185863" y="1668463"/>
              <a:ext cx="92075" cy="92075"/>
            </a:xfrm>
            <a:prstGeom prst="ellipse">
              <a:avLst/>
            </a:prstGeom>
            <a:ln w="9525">
              <a:solidFill>
                <a:srgbClr val="070154"/>
              </a:solidFill>
              <a:prstDash val="solid"/>
            </a:ln>
          </p:spPr>
        </p:sp>
        <p:sp>
          <p:nvSpPr>
            <p:cNvPr id="11" name="node01.items.source-001.label"/>
            <p:cNvSpPr/>
            <p:nvPr/>
          </p:nvSpPr>
          <p:spPr>
            <a:xfrm>
              <a:off x="1358900" y="1600200"/>
              <a:ext cx="58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Limited</a:t>
              </a:r>
              <a:endParaRPr lang="en-US" sz="1200" spc="0" kern="0" b="0" i="0" dirty="0">
                <a:solidFill>
                  <a:srgbClr val="070154"/>
                </a:solidFill>
                <a:latin typeface="IBM Plex Sans"/>
                <a:ea typeface="IBM Plex Sans"/>
                <a:cs typeface="IBM Plex Sans"/>
              </a:endParaRPr>
            </a:p>
          </p:txBody>
        </p:sp>
        <p:sp>
          <p:nvSpPr>
            <p:cNvPr id="12" name="node01.items.source-002.marker-1"/>
            <p:cNvSpPr/>
            <p:nvPr/>
          </p:nvSpPr>
          <p:spPr>
            <a:xfrm>
              <a:off x="2095500" y="1663700"/>
              <a:ext cx="101600" cy="101600"/>
            </a:xfrm>
            <a:prstGeom prst="ellipse">
              <a:avLst/>
            </a:prstGeom>
            <a:solidFill>
              <a:srgbClr val="070154"/>
            </a:solidFill>
            <a:ln>
              <a:noFill/>
            </a:ln>
          </p:spPr>
        </p:sp>
        <p:sp>
          <p:nvSpPr>
            <p:cNvPr id="13" name="node01.items.source-002.marker-2"/>
            <p:cNvSpPr/>
            <p:nvPr/>
          </p:nvSpPr>
          <p:spPr>
            <a:xfrm>
              <a:off x="2247900" y="1663700"/>
              <a:ext cx="101600" cy="101600"/>
            </a:xfrm>
            <a:prstGeom prst="ellipse">
              <a:avLst/>
            </a:prstGeom>
            <a:solidFill>
              <a:srgbClr val="070154"/>
            </a:solidFill>
            <a:ln>
              <a:noFill/>
            </a:ln>
          </p:spPr>
        </p:sp>
        <p:sp>
          <p:nvSpPr>
            <p:cNvPr id="14" name="node01.items.source-002.marker-3"/>
            <p:cNvSpPr/>
            <p:nvPr/>
          </p:nvSpPr>
          <p:spPr>
            <a:xfrm>
              <a:off x="2405063" y="1668463"/>
              <a:ext cx="92075" cy="92075"/>
            </a:xfrm>
            <a:prstGeom prst="ellipse">
              <a:avLst/>
            </a:prstGeom>
            <a:ln w="9525">
              <a:solidFill>
                <a:srgbClr val="070154"/>
              </a:solidFill>
              <a:prstDash val="solid"/>
            </a:ln>
          </p:spPr>
        </p:sp>
        <p:sp>
          <p:nvSpPr>
            <p:cNvPr id="15" name="node01.items.source-002.marker-4"/>
            <p:cNvSpPr/>
            <p:nvPr/>
          </p:nvSpPr>
          <p:spPr>
            <a:xfrm>
              <a:off x="2557463" y="1668463"/>
              <a:ext cx="92075" cy="92075"/>
            </a:xfrm>
            <a:prstGeom prst="ellipse">
              <a:avLst/>
            </a:prstGeom>
            <a:ln w="9525">
              <a:solidFill>
                <a:srgbClr val="070154"/>
              </a:solidFill>
              <a:prstDash val="solid"/>
            </a:ln>
          </p:spPr>
        </p:sp>
        <p:sp>
          <p:nvSpPr>
            <p:cNvPr id="16" name="node01.items.source-002.label"/>
            <p:cNvSpPr/>
            <p:nvPr/>
          </p:nvSpPr>
          <p:spPr>
            <a:xfrm>
              <a:off x="2730500" y="1600200"/>
              <a:ext cx="58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Partial</a:t>
              </a:r>
              <a:endParaRPr lang="en-US" sz="1200" spc="0" kern="0" b="0" i="0" dirty="0">
                <a:solidFill>
                  <a:srgbClr val="070154"/>
                </a:solidFill>
                <a:latin typeface="IBM Plex Sans"/>
                <a:ea typeface="IBM Plex Sans"/>
                <a:cs typeface="IBM Plex Sans"/>
              </a:endParaRPr>
            </a:p>
          </p:txBody>
        </p:sp>
        <p:sp>
          <p:nvSpPr>
            <p:cNvPr id="17" name="node01.items.source-003.marker-1"/>
            <p:cNvSpPr/>
            <p:nvPr/>
          </p:nvSpPr>
          <p:spPr>
            <a:xfrm>
              <a:off x="3467100" y="1663700"/>
              <a:ext cx="101600" cy="101600"/>
            </a:xfrm>
            <a:prstGeom prst="ellipse">
              <a:avLst/>
            </a:prstGeom>
            <a:solidFill>
              <a:srgbClr val="070154"/>
            </a:solidFill>
            <a:ln>
              <a:noFill/>
            </a:ln>
          </p:spPr>
        </p:sp>
        <p:sp>
          <p:nvSpPr>
            <p:cNvPr id="18" name="node01.items.source-003.marker-2"/>
            <p:cNvSpPr/>
            <p:nvPr/>
          </p:nvSpPr>
          <p:spPr>
            <a:xfrm>
              <a:off x="3619500" y="1663700"/>
              <a:ext cx="101600" cy="101600"/>
            </a:xfrm>
            <a:prstGeom prst="ellipse">
              <a:avLst/>
            </a:prstGeom>
            <a:solidFill>
              <a:srgbClr val="070154"/>
            </a:solidFill>
            <a:ln>
              <a:noFill/>
            </a:ln>
          </p:spPr>
        </p:sp>
        <p:sp>
          <p:nvSpPr>
            <p:cNvPr id="19" name="node01.items.source-003.marker-3"/>
            <p:cNvSpPr/>
            <p:nvPr/>
          </p:nvSpPr>
          <p:spPr>
            <a:xfrm>
              <a:off x="3771900" y="1663700"/>
              <a:ext cx="101600" cy="101600"/>
            </a:xfrm>
            <a:prstGeom prst="ellipse">
              <a:avLst/>
            </a:prstGeom>
            <a:solidFill>
              <a:srgbClr val="070154"/>
            </a:solidFill>
            <a:ln>
              <a:noFill/>
            </a:ln>
          </p:spPr>
        </p:sp>
        <p:sp>
          <p:nvSpPr>
            <p:cNvPr id="20" name="node01.items.source-003.marker-4"/>
            <p:cNvSpPr/>
            <p:nvPr/>
          </p:nvSpPr>
          <p:spPr>
            <a:xfrm>
              <a:off x="3929063" y="1668463"/>
              <a:ext cx="92075" cy="92075"/>
            </a:xfrm>
            <a:prstGeom prst="ellipse">
              <a:avLst/>
            </a:prstGeom>
            <a:ln w="9525">
              <a:solidFill>
                <a:srgbClr val="070154"/>
              </a:solidFill>
              <a:prstDash val="solid"/>
            </a:ln>
          </p:spPr>
        </p:sp>
        <p:sp>
          <p:nvSpPr>
            <p:cNvPr id="21" name="node01.items.source-003.label"/>
            <p:cNvSpPr/>
            <p:nvPr/>
          </p:nvSpPr>
          <p:spPr>
            <a:xfrm>
              <a:off x="4102100" y="1600200"/>
              <a:ext cx="58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Strong</a:t>
              </a:r>
              <a:endParaRPr lang="en-US" sz="1200" spc="0" kern="0" b="0" i="0" dirty="0">
                <a:solidFill>
                  <a:srgbClr val="070154"/>
                </a:solidFill>
                <a:latin typeface="IBM Plex Sans"/>
                <a:ea typeface="IBM Plex Sans"/>
                <a:cs typeface="IBM Plex Sans"/>
              </a:endParaRPr>
            </a:p>
          </p:txBody>
        </p:sp>
        <p:sp>
          <p:nvSpPr>
            <p:cNvPr id="22" name="node01.items.source-004.marker-1"/>
            <p:cNvSpPr/>
            <p:nvPr/>
          </p:nvSpPr>
          <p:spPr>
            <a:xfrm>
              <a:off x="4838700" y="1663700"/>
              <a:ext cx="101600" cy="101600"/>
            </a:xfrm>
            <a:prstGeom prst="ellipse">
              <a:avLst/>
            </a:prstGeom>
            <a:solidFill>
              <a:srgbClr val="070154"/>
            </a:solidFill>
            <a:ln>
              <a:noFill/>
            </a:ln>
          </p:spPr>
        </p:sp>
        <p:sp>
          <p:nvSpPr>
            <p:cNvPr id="23" name="node01.items.source-004.marker-2"/>
            <p:cNvSpPr/>
            <p:nvPr/>
          </p:nvSpPr>
          <p:spPr>
            <a:xfrm>
              <a:off x="4991100" y="1663700"/>
              <a:ext cx="101600" cy="101600"/>
            </a:xfrm>
            <a:prstGeom prst="ellipse">
              <a:avLst/>
            </a:prstGeom>
            <a:solidFill>
              <a:srgbClr val="070154"/>
            </a:solidFill>
            <a:ln>
              <a:noFill/>
            </a:ln>
          </p:spPr>
        </p:sp>
        <p:sp>
          <p:nvSpPr>
            <p:cNvPr id="24" name="node01.items.source-004.marker-3"/>
            <p:cNvSpPr/>
            <p:nvPr/>
          </p:nvSpPr>
          <p:spPr>
            <a:xfrm>
              <a:off x="5143500" y="1663700"/>
              <a:ext cx="101600" cy="101600"/>
            </a:xfrm>
            <a:prstGeom prst="ellipse">
              <a:avLst/>
            </a:prstGeom>
            <a:solidFill>
              <a:srgbClr val="070154"/>
            </a:solidFill>
            <a:ln>
              <a:noFill/>
            </a:ln>
          </p:spPr>
        </p:sp>
        <p:sp>
          <p:nvSpPr>
            <p:cNvPr id="25" name="node01.items.source-004.marker-4"/>
            <p:cNvSpPr/>
            <p:nvPr/>
          </p:nvSpPr>
          <p:spPr>
            <a:xfrm>
              <a:off x="5295900" y="1663700"/>
              <a:ext cx="101600" cy="101600"/>
            </a:xfrm>
            <a:prstGeom prst="ellipse">
              <a:avLst/>
            </a:prstGeom>
            <a:solidFill>
              <a:srgbClr val="070154"/>
            </a:solidFill>
            <a:ln>
              <a:noFill/>
            </a:ln>
          </p:spPr>
        </p:sp>
        <p:sp>
          <p:nvSpPr>
            <p:cNvPr id="26" name="node01.items.source-004.label"/>
            <p:cNvSpPr/>
            <p:nvPr/>
          </p:nvSpPr>
          <p:spPr>
            <a:xfrm>
              <a:off x="5473700" y="1600200"/>
              <a:ext cx="58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Leading</a:t>
              </a:r>
              <a:endParaRPr lang="en-US" sz="1200" spc="0" kern="0" b="0" i="0" dirty="0">
                <a:solidFill>
                  <a:srgbClr val="070154"/>
                </a:solidFill>
                <a:latin typeface="IBM Plex Sans"/>
                <a:ea typeface="IBM Plex Sans"/>
                <a:cs typeface="IBM Plex Sans"/>
              </a:endParaRPr>
            </a:p>
          </p:txBody>
        </p:sp>
      </p:grpSp>
      <p:grpSp>
        <p:nvGrpSpPr>
          <p:cNvPr id="138" name="node02"/>
          <p:cNvGrpSpPr/>
          <p:nvPr/>
        </p:nvGrpSpPr>
        <p:grpSpPr>
          <a:xfrm>
            <a:off x="6438900" y="1600200"/>
            <a:ext cx="2514600" cy="228600"/>
            <a:chOff x="6438900" y="1600200"/>
            <a:chExt cx="2514600" cy="228600"/>
          </a:xfrm>
        </p:grpSpPr>
        <p:sp>
          <p:nvSpPr>
            <p:cNvPr id="27" name="node02.surface"/>
            <p:cNvSpPr/>
            <p:nvPr/>
          </p:nvSpPr>
          <p:spPr>
            <a:xfrm>
              <a:off x="6438900" y="1600200"/>
              <a:ext cx="2514600" cy="228600"/>
            </a:xfrm>
            <a:prstGeom prst="rect">
              <a:avLst/>
            </a:prstGeom>
            <a:solidFill>
              <a:srgbClr val="070154"/>
            </a:solidFill>
            <a:ln>
              <a:noFill/>
            </a:ln>
          </p:spPr>
        </p:sp>
        <p:sp>
          <p:nvSpPr>
            <p:cNvPr id="28" name="node02.text"/>
            <p:cNvSpPr/>
            <p:nvPr/>
          </p:nvSpPr>
          <p:spPr>
            <a:xfrm>
              <a:off x="6515100" y="1638300"/>
              <a:ext cx="2362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RECOMMENDED</a:t>
              </a:r>
              <a:endParaRPr lang="en-US" sz="900" spc="54" kern="0" b="0" i="0" dirty="0">
                <a:solidFill>
                  <a:srgbClr val="FFFFFF"/>
                </a:solidFill>
                <a:latin typeface="IBM Plex Mono Medium"/>
                <a:ea typeface="IBM Plex Mono Medium"/>
                <a:cs typeface="IBM Plex Mono Medium"/>
              </a:endParaRPr>
            </a:p>
          </p:txBody>
        </p:sp>
      </p:grpSp>
      <p:grpSp>
        <p:nvGrpSpPr>
          <p:cNvPr id="139" name="node03"/>
          <p:cNvGrpSpPr/>
          <p:nvPr/>
        </p:nvGrpSpPr>
        <p:grpSpPr>
          <a:xfrm>
            <a:off x="6438900" y="1828800"/>
            <a:ext cx="2514600" cy="457200"/>
            <a:chOff x="6438900" y="1828800"/>
            <a:chExt cx="2514600" cy="457200"/>
          </a:xfrm>
        </p:grpSpPr>
        <p:sp>
          <p:nvSpPr>
            <p:cNvPr id="29" name="node03.surface"/>
            <p:cNvSpPr/>
            <p:nvPr/>
          </p:nvSpPr>
          <p:spPr>
            <a:xfrm>
              <a:off x="6438900" y="1828800"/>
              <a:ext cx="2514600" cy="457200"/>
            </a:xfrm>
            <a:prstGeom prst="rect">
              <a:avLst/>
            </a:prstGeom>
            <a:solidFill>
              <a:srgbClr val="E8EEF8"/>
            </a:solidFill>
            <a:ln>
              <a:noFill/>
            </a:ln>
          </p:spPr>
        </p:sp>
      </p:grpSp>
      <p:grpSp>
        <p:nvGrpSpPr>
          <p:cNvPr id="140" name="node04"/>
          <p:cNvGrpSpPr/>
          <p:nvPr/>
        </p:nvGrpSpPr>
        <p:grpSpPr>
          <a:xfrm>
            <a:off x="4152900" y="1828800"/>
            <a:ext cx="2057400" cy="457200"/>
            <a:chOff x="4152900" y="1828800"/>
            <a:chExt cx="2057400" cy="457200"/>
          </a:xfrm>
        </p:grpSpPr>
        <p:sp>
          <p:nvSpPr>
            <p:cNvPr id="30" name="node04.background"/>
            <p:cNvSpPr/>
            <p:nvPr/>
          </p:nvSpPr>
          <p:spPr>
            <a:xfrm>
              <a:off x="4152900" y="1828800"/>
              <a:ext cx="2057400" cy="457200"/>
            </a:xfrm>
            <a:prstGeom prst="rect">
              <a:avLst/>
            </a:prstGeom>
            <a:solidFill>
              <a:srgbClr val="FFFFFF"/>
            </a:solidFill>
            <a:ln>
              <a:noFill/>
            </a:ln>
          </p:spPr>
        </p:sp>
        <p:sp>
          <p:nvSpPr>
            <p:cNvPr id="31" name="node04.hatch.000"/>
            <p:cNvSpPr/>
            <p:nvPr/>
          </p:nvSpPr>
          <p:spPr>
            <a:xfrm>
              <a:off x="4152900" y="1828800"/>
              <a:ext cx="2057400" cy="457200"/>
            </a:xfrm>
            <a:custGeom>
              <a:avLst/>
              <a:gdLst/>
              <a:ahLst/>
              <a:cxnLst/>
              <a:rect l="l" t="t" r="r" b="b"/>
              <a:pathLst>
                <a:path w="2057400" h="457200">
                  <a:moveTo>
                    <a:pt x="0" y="215526"/>
                  </a:moveTo>
                  <a:lnTo>
                    <a:pt x="0" y="107763"/>
                  </a:lnTo>
                  <a:lnTo>
                    <a:pt x="107763" y="0"/>
                  </a:lnTo>
                  <a:lnTo>
                    <a:pt x="215526" y="0"/>
                  </a:lnTo>
                  <a:close/>
                </a:path>
              </a:pathLst>
            </a:custGeom>
            <a:solidFill>
              <a:srgbClr val="F3F6FC"/>
            </a:solidFill>
            <a:ln>
              <a:noFill/>
            </a:ln>
          </p:spPr>
        </p:sp>
        <p:sp>
          <p:nvSpPr>
            <p:cNvPr id="32" name="node04.hatch.001"/>
            <p:cNvSpPr/>
            <p:nvPr/>
          </p:nvSpPr>
          <p:spPr>
            <a:xfrm>
              <a:off x="4152900" y="1828800"/>
              <a:ext cx="2057400" cy="457200"/>
            </a:xfrm>
            <a:custGeom>
              <a:avLst/>
              <a:gdLst/>
              <a:ahLst/>
              <a:cxnLst/>
              <a:rect l="l" t="t" r="r" b="b"/>
              <a:pathLst>
                <a:path w="2057400" h="457200">
                  <a:moveTo>
                    <a:pt x="0" y="431052"/>
                  </a:moveTo>
                  <a:lnTo>
                    <a:pt x="0" y="323289"/>
                  </a:lnTo>
                  <a:lnTo>
                    <a:pt x="323289" y="0"/>
                  </a:lnTo>
                  <a:lnTo>
                    <a:pt x="431052" y="0"/>
                  </a:lnTo>
                  <a:close/>
                </a:path>
              </a:pathLst>
            </a:custGeom>
            <a:solidFill>
              <a:srgbClr val="F3F6FC"/>
            </a:solidFill>
            <a:ln>
              <a:noFill/>
            </a:ln>
          </p:spPr>
        </p:sp>
        <p:sp>
          <p:nvSpPr>
            <p:cNvPr id="33" name="node04.hatch.002"/>
            <p:cNvSpPr/>
            <p:nvPr/>
          </p:nvSpPr>
          <p:spPr>
            <a:xfrm>
              <a:off x="4152900" y="1828800"/>
              <a:ext cx="2057400" cy="457200"/>
            </a:xfrm>
            <a:custGeom>
              <a:avLst/>
              <a:gdLst/>
              <a:ahLst/>
              <a:cxnLst/>
              <a:rect l="l" t="t" r="r" b="b"/>
              <a:pathLst>
                <a:path w="2057400" h="457200">
                  <a:moveTo>
                    <a:pt x="538815" y="0"/>
                  </a:moveTo>
                  <a:lnTo>
                    <a:pt x="646578" y="0"/>
                  </a:lnTo>
                  <a:lnTo>
                    <a:pt x="189378" y="457200"/>
                  </a:lnTo>
                  <a:lnTo>
                    <a:pt x="81615" y="457200"/>
                  </a:lnTo>
                  <a:close/>
                </a:path>
              </a:pathLst>
            </a:custGeom>
            <a:solidFill>
              <a:srgbClr val="F3F6FC"/>
            </a:solidFill>
            <a:ln>
              <a:noFill/>
            </a:ln>
          </p:spPr>
        </p:sp>
        <p:sp>
          <p:nvSpPr>
            <p:cNvPr id="34" name="node04.hatch.003"/>
            <p:cNvSpPr/>
            <p:nvPr/>
          </p:nvSpPr>
          <p:spPr>
            <a:xfrm>
              <a:off x="4152900" y="1828800"/>
              <a:ext cx="2057400" cy="457200"/>
            </a:xfrm>
            <a:custGeom>
              <a:avLst/>
              <a:gdLst/>
              <a:ahLst/>
              <a:cxnLst/>
              <a:rect l="l" t="t" r="r" b="b"/>
              <a:pathLst>
                <a:path w="2057400" h="457200">
                  <a:moveTo>
                    <a:pt x="754342" y="0"/>
                  </a:moveTo>
                  <a:lnTo>
                    <a:pt x="862105" y="0"/>
                  </a:lnTo>
                  <a:lnTo>
                    <a:pt x="404905" y="457200"/>
                  </a:lnTo>
                  <a:lnTo>
                    <a:pt x="297142" y="457200"/>
                  </a:lnTo>
                  <a:close/>
                </a:path>
              </a:pathLst>
            </a:custGeom>
            <a:solidFill>
              <a:srgbClr val="F3F6FC"/>
            </a:solidFill>
            <a:ln>
              <a:noFill/>
            </a:ln>
          </p:spPr>
        </p:sp>
        <p:sp>
          <p:nvSpPr>
            <p:cNvPr id="35" name="node04.hatch.004"/>
            <p:cNvSpPr/>
            <p:nvPr/>
          </p:nvSpPr>
          <p:spPr>
            <a:xfrm>
              <a:off x="4152900" y="1828800"/>
              <a:ext cx="2057400" cy="457200"/>
            </a:xfrm>
            <a:custGeom>
              <a:avLst/>
              <a:gdLst/>
              <a:ahLst/>
              <a:cxnLst/>
              <a:rect l="l" t="t" r="r" b="b"/>
              <a:pathLst>
                <a:path w="2057400" h="457200">
                  <a:moveTo>
                    <a:pt x="969868" y="0"/>
                  </a:moveTo>
                  <a:lnTo>
                    <a:pt x="1077631" y="0"/>
                  </a:lnTo>
                  <a:lnTo>
                    <a:pt x="620431" y="457200"/>
                  </a:lnTo>
                  <a:lnTo>
                    <a:pt x="512668" y="457200"/>
                  </a:lnTo>
                  <a:close/>
                </a:path>
              </a:pathLst>
            </a:custGeom>
            <a:solidFill>
              <a:srgbClr val="F3F6FC"/>
            </a:solidFill>
            <a:ln>
              <a:noFill/>
            </a:ln>
          </p:spPr>
        </p:sp>
        <p:sp>
          <p:nvSpPr>
            <p:cNvPr id="36" name="node04.hatch.005"/>
            <p:cNvSpPr/>
            <p:nvPr/>
          </p:nvSpPr>
          <p:spPr>
            <a:xfrm>
              <a:off x="4152900" y="1828800"/>
              <a:ext cx="2057400" cy="457200"/>
            </a:xfrm>
            <a:custGeom>
              <a:avLst/>
              <a:gdLst/>
              <a:ahLst/>
              <a:cxnLst/>
              <a:rect l="l" t="t" r="r" b="b"/>
              <a:pathLst>
                <a:path w="2057400" h="457200">
                  <a:moveTo>
                    <a:pt x="1185394" y="0"/>
                  </a:moveTo>
                  <a:lnTo>
                    <a:pt x="1293157" y="0"/>
                  </a:lnTo>
                  <a:lnTo>
                    <a:pt x="835957" y="457200"/>
                  </a:lnTo>
                  <a:lnTo>
                    <a:pt x="728194" y="457200"/>
                  </a:lnTo>
                  <a:close/>
                </a:path>
              </a:pathLst>
            </a:custGeom>
            <a:solidFill>
              <a:srgbClr val="F3F6FC"/>
            </a:solidFill>
            <a:ln>
              <a:noFill/>
            </a:ln>
          </p:spPr>
        </p:sp>
        <p:sp>
          <p:nvSpPr>
            <p:cNvPr id="37" name="node04.hatch.006"/>
            <p:cNvSpPr/>
            <p:nvPr/>
          </p:nvSpPr>
          <p:spPr>
            <a:xfrm>
              <a:off x="4152900" y="1828800"/>
              <a:ext cx="2057400" cy="457200"/>
            </a:xfrm>
            <a:custGeom>
              <a:avLst/>
              <a:gdLst/>
              <a:ahLst/>
              <a:cxnLst/>
              <a:rect l="l" t="t" r="r" b="b"/>
              <a:pathLst>
                <a:path w="2057400" h="457200">
                  <a:moveTo>
                    <a:pt x="1400920" y="0"/>
                  </a:moveTo>
                  <a:lnTo>
                    <a:pt x="1508683" y="0"/>
                  </a:lnTo>
                  <a:lnTo>
                    <a:pt x="1051483" y="457200"/>
                  </a:lnTo>
                  <a:lnTo>
                    <a:pt x="943720" y="457200"/>
                  </a:lnTo>
                  <a:close/>
                </a:path>
              </a:pathLst>
            </a:custGeom>
            <a:solidFill>
              <a:srgbClr val="F3F6FC"/>
            </a:solidFill>
            <a:ln>
              <a:noFill/>
            </a:ln>
          </p:spPr>
        </p:sp>
        <p:sp>
          <p:nvSpPr>
            <p:cNvPr id="38" name="node04.hatch.007"/>
            <p:cNvSpPr/>
            <p:nvPr/>
          </p:nvSpPr>
          <p:spPr>
            <a:xfrm>
              <a:off x="4152900" y="1828800"/>
              <a:ext cx="2057400" cy="457200"/>
            </a:xfrm>
            <a:custGeom>
              <a:avLst/>
              <a:gdLst/>
              <a:ahLst/>
              <a:cxnLst/>
              <a:rect l="l" t="t" r="r" b="b"/>
              <a:pathLst>
                <a:path w="2057400" h="457200">
                  <a:moveTo>
                    <a:pt x="1616446" y="0"/>
                  </a:moveTo>
                  <a:lnTo>
                    <a:pt x="1724209" y="0"/>
                  </a:lnTo>
                  <a:lnTo>
                    <a:pt x="1267009" y="457200"/>
                  </a:lnTo>
                  <a:lnTo>
                    <a:pt x="1159246" y="457200"/>
                  </a:lnTo>
                  <a:close/>
                </a:path>
              </a:pathLst>
            </a:custGeom>
            <a:solidFill>
              <a:srgbClr val="F3F6FC"/>
            </a:solidFill>
            <a:ln>
              <a:noFill/>
            </a:ln>
          </p:spPr>
        </p:sp>
        <p:sp>
          <p:nvSpPr>
            <p:cNvPr id="39" name="node04.hatch.008"/>
            <p:cNvSpPr/>
            <p:nvPr/>
          </p:nvSpPr>
          <p:spPr>
            <a:xfrm>
              <a:off x="4152900" y="1828800"/>
              <a:ext cx="2057400" cy="457200"/>
            </a:xfrm>
            <a:custGeom>
              <a:avLst/>
              <a:gdLst/>
              <a:ahLst/>
              <a:cxnLst/>
              <a:rect l="l" t="t" r="r" b="b"/>
              <a:pathLst>
                <a:path w="2057400" h="457200">
                  <a:moveTo>
                    <a:pt x="1831972" y="0"/>
                  </a:moveTo>
                  <a:lnTo>
                    <a:pt x="1939735" y="0"/>
                  </a:lnTo>
                  <a:lnTo>
                    <a:pt x="1482535" y="457200"/>
                  </a:lnTo>
                  <a:lnTo>
                    <a:pt x="1374772" y="457200"/>
                  </a:lnTo>
                  <a:close/>
                </a:path>
              </a:pathLst>
            </a:custGeom>
            <a:solidFill>
              <a:srgbClr val="F3F6FC"/>
            </a:solidFill>
            <a:ln>
              <a:noFill/>
            </a:ln>
          </p:spPr>
        </p:sp>
        <p:sp>
          <p:nvSpPr>
            <p:cNvPr id="40" name="node04.hatch.009"/>
            <p:cNvSpPr/>
            <p:nvPr/>
          </p:nvSpPr>
          <p:spPr>
            <a:xfrm>
              <a:off x="4152900" y="1828800"/>
              <a:ext cx="2057400" cy="457200"/>
            </a:xfrm>
            <a:custGeom>
              <a:avLst/>
              <a:gdLst/>
              <a:ahLst/>
              <a:cxnLst/>
              <a:rect l="l" t="t" r="r" b="b"/>
              <a:pathLst>
                <a:path w="2057400" h="457200">
                  <a:moveTo>
                    <a:pt x="2047498" y="0"/>
                  </a:moveTo>
                  <a:lnTo>
                    <a:pt x="2057400" y="0"/>
                  </a:lnTo>
                  <a:lnTo>
                    <a:pt x="2057400" y="97861"/>
                  </a:lnTo>
                  <a:lnTo>
                    <a:pt x="1698061" y="457200"/>
                  </a:lnTo>
                  <a:lnTo>
                    <a:pt x="1590298" y="457200"/>
                  </a:lnTo>
                  <a:close/>
                </a:path>
              </a:pathLst>
            </a:custGeom>
            <a:solidFill>
              <a:srgbClr val="F3F6FC"/>
            </a:solidFill>
            <a:ln>
              <a:noFill/>
            </a:ln>
          </p:spPr>
        </p:sp>
        <p:sp>
          <p:nvSpPr>
            <p:cNvPr id="41" name="node04.hatch.010"/>
            <p:cNvSpPr/>
            <p:nvPr/>
          </p:nvSpPr>
          <p:spPr>
            <a:xfrm>
              <a:off x="4152900" y="1828800"/>
              <a:ext cx="2057400" cy="457200"/>
            </a:xfrm>
            <a:custGeom>
              <a:avLst/>
              <a:gdLst/>
              <a:ahLst/>
              <a:cxnLst/>
              <a:rect l="l" t="t" r="r" b="b"/>
              <a:pathLst>
                <a:path w="2057400" h="457200">
                  <a:moveTo>
                    <a:pt x="2057400" y="205625"/>
                  </a:moveTo>
                  <a:lnTo>
                    <a:pt x="2057400" y="313388"/>
                  </a:lnTo>
                  <a:lnTo>
                    <a:pt x="1913588" y="457200"/>
                  </a:lnTo>
                  <a:lnTo>
                    <a:pt x="1805825" y="457200"/>
                  </a:lnTo>
                  <a:close/>
                </a:path>
              </a:pathLst>
            </a:custGeom>
            <a:solidFill>
              <a:srgbClr val="F3F6FC"/>
            </a:solidFill>
            <a:ln>
              <a:noFill/>
            </a:ln>
          </p:spPr>
        </p:sp>
        <p:sp>
          <p:nvSpPr>
            <p:cNvPr id="42" name="node04.hatch.011"/>
            <p:cNvSpPr/>
            <p:nvPr/>
          </p:nvSpPr>
          <p:spPr>
            <a:xfrm>
              <a:off x="4152900" y="1828800"/>
              <a:ext cx="2057400" cy="457200"/>
            </a:xfrm>
            <a:custGeom>
              <a:avLst/>
              <a:gdLst/>
              <a:ahLst/>
              <a:cxnLst/>
              <a:rect l="l" t="t" r="r" b="b"/>
              <a:pathLst>
                <a:path w="2057400" h="457200">
                  <a:moveTo>
                    <a:pt x="2057400" y="421151"/>
                  </a:moveTo>
                  <a:lnTo>
                    <a:pt x="2057400" y="457200"/>
                  </a:lnTo>
                  <a:lnTo>
                    <a:pt x="2021351" y="457200"/>
                  </a:lnTo>
                  <a:close/>
                </a:path>
              </a:pathLst>
            </a:custGeom>
            <a:solidFill>
              <a:srgbClr val="F3F6FC"/>
            </a:solidFill>
            <a:ln>
              <a:noFill/>
            </a:ln>
          </p:spPr>
        </p:sp>
        <p:sp>
          <p:nvSpPr>
            <p:cNvPr id="43" name="node04.border"/>
            <p:cNvSpPr/>
            <p:nvPr/>
          </p:nvSpPr>
          <p:spPr>
            <a:xfrm>
              <a:off x="4152900" y="1828800"/>
              <a:ext cx="2057400" cy="457200"/>
            </a:xfrm>
            <a:prstGeom prst="rect">
              <a:avLst/>
            </a:prstGeom>
            <a:ln w="12700">
              <a:solidFill>
                <a:srgbClr val="97A4BA"/>
              </a:solidFill>
              <a:prstDash val="solid"/>
            </a:ln>
          </p:spPr>
        </p:sp>
        <p:sp>
          <p:nvSpPr>
            <p:cNvPr id="44" name="node04.placeholder"/>
            <p:cNvSpPr/>
            <p:nvPr/>
          </p:nvSpPr>
          <p:spPr>
            <a:xfrm>
              <a:off x="4178300" y="1981200"/>
              <a:ext cx="2006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VENDOR A LOGO</a:t>
              </a:r>
              <a:endParaRPr lang="en-US" sz="900" spc="54" kern="0" b="0" i="0" dirty="0">
                <a:solidFill>
                  <a:srgbClr val="50658E"/>
                </a:solidFill>
                <a:latin typeface="IBM Plex Mono SemiBold"/>
                <a:ea typeface="IBM Plex Mono SemiBold"/>
                <a:cs typeface="IBM Plex Mono SemiBold"/>
              </a:endParaRPr>
            </a:p>
          </p:txBody>
        </p:sp>
      </p:grpSp>
      <p:grpSp>
        <p:nvGrpSpPr>
          <p:cNvPr id="141" name="node05"/>
          <p:cNvGrpSpPr/>
          <p:nvPr/>
        </p:nvGrpSpPr>
        <p:grpSpPr>
          <a:xfrm>
            <a:off x="6667500" y="1828800"/>
            <a:ext cx="2057400" cy="457200"/>
            <a:chOff x="6667500" y="1828800"/>
            <a:chExt cx="2057400" cy="457200"/>
          </a:xfrm>
        </p:grpSpPr>
        <p:sp>
          <p:nvSpPr>
            <p:cNvPr id="45" name="node05.background"/>
            <p:cNvSpPr/>
            <p:nvPr/>
          </p:nvSpPr>
          <p:spPr>
            <a:xfrm>
              <a:off x="6667500" y="1828800"/>
              <a:ext cx="2057400" cy="457200"/>
            </a:xfrm>
            <a:prstGeom prst="rect">
              <a:avLst/>
            </a:prstGeom>
            <a:solidFill>
              <a:srgbClr val="FFFFFF"/>
            </a:solidFill>
            <a:ln>
              <a:noFill/>
            </a:ln>
          </p:spPr>
        </p:sp>
        <p:sp>
          <p:nvSpPr>
            <p:cNvPr id="46" name="node05.hatch.000"/>
            <p:cNvSpPr/>
            <p:nvPr/>
          </p:nvSpPr>
          <p:spPr>
            <a:xfrm>
              <a:off x="6667500" y="1828800"/>
              <a:ext cx="2057400" cy="457200"/>
            </a:xfrm>
            <a:custGeom>
              <a:avLst/>
              <a:gdLst/>
              <a:ahLst/>
              <a:cxnLst/>
              <a:rect l="l" t="t" r="r" b="b"/>
              <a:pathLst>
                <a:path w="2057400" h="457200">
                  <a:moveTo>
                    <a:pt x="0" y="215526"/>
                  </a:moveTo>
                  <a:lnTo>
                    <a:pt x="0" y="107763"/>
                  </a:lnTo>
                  <a:lnTo>
                    <a:pt x="107763" y="0"/>
                  </a:lnTo>
                  <a:lnTo>
                    <a:pt x="215526" y="0"/>
                  </a:lnTo>
                  <a:close/>
                </a:path>
              </a:pathLst>
            </a:custGeom>
            <a:solidFill>
              <a:srgbClr val="F3F6FC"/>
            </a:solidFill>
            <a:ln>
              <a:noFill/>
            </a:ln>
          </p:spPr>
        </p:sp>
        <p:sp>
          <p:nvSpPr>
            <p:cNvPr id="47" name="node05.hatch.001"/>
            <p:cNvSpPr/>
            <p:nvPr/>
          </p:nvSpPr>
          <p:spPr>
            <a:xfrm>
              <a:off x="6667500" y="1828800"/>
              <a:ext cx="2057400" cy="457200"/>
            </a:xfrm>
            <a:custGeom>
              <a:avLst/>
              <a:gdLst/>
              <a:ahLst/>
              <a:cxnLst/>
              <a:rect l="l" t="t" r="r" b="b"/>
              <a:pathLst>
                <a:path w="2057400" h="457200">
                  <a:moveTo>
                    <a:pt x="0" y="431052"/>
                  </a:moveTo>
                  <a:lnTo>
                    <a:pt x="0" y="323289"/>
                  </a:lnTo>
                  <a:lnTo>
                    <a:pt x="323289" y="0"/>
                  </a:lnTo>
                  <a:lnTo>
                    <a:pt x="431052" y="0"/>
                  </a:lnTo>
                  <a:close/>
                </a:path>
              </a:pathLst>
            </a:custGeom>
            <a:solidFill>
              <a:srgbClr val="F3F6FC"/>
            </a:solidFill>
            <a:ln>
              <a:noFill/>
            </a:ln>
          </p:spPr>
        </p:sp>
        <p:sp>
          <p:nvSpPr>
            <p:cNvPr id="48" name="node05.hatch.002"/>
            <p:cNvSpPr/>
            <p:nvPr/>
          </p:nvSpPr>
          <p:spPr>
            <a:xfrm>
              <a:off x="6667500" y="1828800"/>
              <a:ext cx="2057400" cy="457200"/>
            </a:xfrm>
            <a:custGeom>
              <a:avLst/>
              <a:gdLst/>
              <a:ahLst/>
              <a:cxnLst/>
              <a:rect l="l" t="t" r="r" b="b"/>
              <a:pathLst>
                <a:path w="2057400" h="457200">
                  <a:moveTo>
                    <a:pt x="538815" y="0"/>
                  </a:moveTo>
                  <a:lnTo>
                    <a:pt x="646578" y="0"/>
                  </a:lnTo>
                  <a:lnTo>
                    <a:pt x="189378" y="457200"/>
                  </a:lnTo>
                  <a:lnTo>
                    <a:pt x="81615" y="457200"/>
                  </a:lnTo>
                  <a:close/>
                </a:path>
              </a:pathLst>
            </a:custGeom>
            <a:solidFill>
              <a:srgbClr val="F3F6FC"/>
            </a:solidFill>
            <a:ln>
              <a:noFill/>
            </a:ln>
          </p:spPr>
        </p:sp>
        <p:sp>
          <p:nvSpPr>
            <p:cNvPr id="49" name="node05.hatch.003"/>
            <p:cNvSpPr/>
            <p:nvPr/>
          </p:nvSpPr>
          <p:spPr>
            <a:xfrm>
              <a:off x="6667500" y="1828800"/>
              <a:ext cx="2057400" cy="457200"/>
            </a:xfrm>
            <a:custGeom>
              <a:avLst/>
              <a:gdLst/>
              <a:ahLst/>
              <a:cxnLst/>
              <a:rect l="l" t="t" r="r" b="b"/>
              <a:pathLst>
                <a:path w="2057400" h="457200">
                  <a:moveTo>
                    <a:pt x="754342" y="0"/>
                  </a:moveTo>
                  <a:lnTo>
                    <a:pt x="862105" y="0"/>
                  </a:lnTo>
                  <a:lnTo>
                    <a:pt x="404905" y="457200"/>
                  </a:lnTo>
                  <a:lnTo>
                    <a:pt x="297142" y="457200"/>
                  </a:lnTo>
                  <a:close/>
                </a:path>
              </a:pathLst>
            </a:custGeom>
            <a:solidFill>
              <a:srgbClr val="F3F6FC"/>
            </a:solidFill>
            <a:ln>
              <a:noFill/>
            </a:ln>
          </p:spPr>
        </p:sp>
        <p:sp>
          <p:nvSpPr>
            <p:cNvPr id="50" name="node05.hatch.004"/>
            <p:cNvSpPr/>
            <p:nvPr/>
          </p:nvSpPr>
          <p:spPr>
            <a:xfrm>
              <a:off x="6667500" y="1828800"/>
              <a:ext cx="2057400" cy="457200"/>
            </a:xfrm>
            <a:custGeom>
              <a:avLst/>
              <a:gdLst/>
              <a:ahLst/>
              <a:cxnLst/>
              <a:rect l="l" t="t" r="r" b="b"/>
              <a:pathLst>
                <a:path w="2057400" h="457200">
                  <a:moveTo>
                    <a:pt x="969868" y="0"/>
                  </a:moveTo>
                  <a:lnTo>
                    <a:pt x="1077631" y="0"/>
                  </a:lnTo>
                  <a:lnTo>
                    <a:pt x="620431" y="457200"/>
                  </a:lnTo>
                  <a:lnTo>
                    <a:pt x="512668" y="457200"/>
                  </a:lnTo>
                  <a:close/>
                </a:path>
              </a:pathLst>
            </a:custGeom>
            <a:solidFill>
              <a:srgbClr val="F3F6FC"/>
            </a:solidFill>
            <a:ln>
              <a:noFill/>
            </a:ln>
          </p:spPr>
        </p:sp>
        <p:sp>
          <p:nvSpPr>
            <p:cNvPr id="51" name="node05.hatch.005"/>
            <p:cNvSpPr/>
            <p:nvPr/>
          </p:nvSpPr>
          <p:spPr>
            <a:xfrm>
              <a:off x="6667500" y="1828800"/>
              <a:ext cx="2057400" cy="457200"/>
            </a:xfrm>
            <a:custGeom>
              <a:avLst/>
              <a:gdLst/>
              <a:ahLst/>
              <a:cxnLst/>
              <a:rect l="l" t="t" r="r" b="b"/>
              <a:pathLst>
                <a:path w="2057400" h="457200">
                  <a:moveTo>
                    <a:pt x="1185394" y="0"/>
                  </a:moveTo>
                  <a:lnTo>
                    <a:pt x="1293157" y="0"/>
                  </a:lnTo>
                  <a:lnTo>
                    <a:pt x="835957" y="457200"/>
                  </a:lnTo>
                  <a:lnTo>
                    <a:pt x="728194" y="457200"/>
                  </a:lnTo>
                  <a:close/>
                </a:path>
              </a:pathLst>
            </a:custGeom>
            <a:solidFill>
              <a:srgbClr val="F3F6FC"/>
            </a:solidFill>
            <a:ln>
              <a:noFill/>
            </a:ln>
          </p:spPr>
        </p:sp>
        <p:sp>
          <p:nvSpPr>
            <p:cNvPr id="52" name="node05.hatch.006"/>
            <p:cNvSpPr/>
            <p:nvPr/>
          </p:nvSpPr>
          <p:spPr>
            <a:xfrm>
              <a:off x="6667500" y="1828800"/>
              <a:ext cx="2057400" cy="457200"/>
            </a:xfrm>
            <a:custGeom>
              <a:avLst/>
              <a:gdLst/>
              <a:ahLst/>
              <a:cxnLst/>
              <a:rect l="l" t="t" r="r" b="b"/>
              <a:pathLst>
                <a:path w="2057400" h="457200">
                  <a:moveTo>
                    <a:pt x="1400920" y="0"/>
                  </a:moveTo>
                  <a:lnTo>
                    <a:pt x="1508683" y="0"/>
                  </a:lnTo>
                  <a:lnTo>
                    <a:pt x="1051483" y="457200"/>
                  </a:lnTo>
                  <a:lnTo>
                    <a:pt x="943720" y="457200"/>
                  </a:lnTo>
                  <a:close/>
                </a:path>
              </a:pathLst>
            </a:custGeom>
            <a:solidFill>
              <a:srgbClr val="F3F6FC"/>
            </a:solidFill>
            <a:ln>
              <a:noFill/>
            </a:ln>
          </p:spPr>
        </p:sp>
        <p:sp>
          <p:nvSpPr>
            <p:cNvPr id="53" name="node05.hatch.007"/>
            <p:cNvSpPr/>
            <p:nvPr/>
          </p:nvSpPr>
          <p:spPr>
            <a:xfrm>
              <a:off x="6667500" y="1828800"/>
              <a:ext cx="2057400" cy="457200"/>
            </a:xfrm>
            <a:custGeom>
              <a:avLst/>
              <a:gdLst/>
              <a:ahLst/>
              <a:cxnLst/>
              <a:rect l="l" t="t" r="r" b="b"/>
              <a:pathLst>
                <a:path w="2057400" h="457200">
                  <a:moveTo>
                    <a:pt x="1616446" y="0"/>
                  </a:moveTo>
                  <a:lnTo>
                    <a:pt x="1724209" y="0"/>
                  </a:lnTo>
                  <a:lnTo>
                    <a:pt x="1267009" y="457200"/>
                  </a:lnTo>
                  <a:lnTo>
                    <a:pt x="1159246" y="457200"/>
                  </a:lnTo>
                  <a:close/>
                </a:path>
              </a:pathLst>
            </a:custGeom>
            <a:solidFill>
              <a:srgbClr val="F3F6FC"/>
            </a:solidFill>
            <a:ln>
              <a:noFill/>
            </a:ln>
          </p:spPr>
        </p:sp>
        <p:sp>
          <p:nvSpPr>
            <p:cNvPr id="54" name="node05.hatch.008"/>
            <p:cNvSpPr/>
            <p:nvPr/>
          </p:nvSpPr>
          <p:spPr>
            <a:xfrm>
              <a:off x="6667500" y="1828800"/>
              <a:ext cx="2057400" cy="457200"/>
            </a:xfrm>
            <a:custGeom>
              <a:avLst/>
              <a:gdLst/>
              <a:ahLst/>
              <a:cxnLst/>
              <a:rect l="l" t="t" r="r" b="b"/>
              <a:pathLst>
                <a:path w="2057400" h="457200">
                  <a:moveTo>
                    <a:pt x="1831972" y="0"/>
                  </a:moveTo>
                  <a:lnTo>
                    <a:pt x="1939735" y="0"/>
                  </a:lnTo>
                  <a:lnTo>
                    <a:pt x="1482535" y="457200"/>
                  </a:lnTo>
                  <a:lnTo>
                    <a:pt x="1374772" y="457200"/>
                  </a:lnTo>
                  <a:close/>
                </a:path>
              </a:pathLst>
            </a:custGeom>
            <a:solidFill>
              <a:srgbClr val="F3F6FC"/>
            </a:solidFill>
            <a:ln>
              <a:noFill/>
            </a:ln>
          </p:spPr>
        </p:sp>
        <p:sp>
          <p:nvSpPr>
            <p:cNvPr id="55" name="node05.hatch.009"/>
            <p:cNvSpPr/>
            <p:nvPr/>
          </p:nvSpPr>
          <p:spPr>
            <a:xfrm>
              <a:off x="6667500" y="1828800"/>
              <a:ext cx="2057400" cy="457200"/>
            </a:xfrm>
            <a:custGeom>
              <a:avLst/>
              <a:gdLst/>
              <a:ahLst/>
              <a:cxnLst/>
              <a:rect l="l" t="t" r="r" b="b"/>
              <a:pathLst>
                <a:path w="2057400" h="457200">
                  <a:moveTo>
                    <a:pt x="2047498" y="0"/>
                  </a:moveTo>
                  <a:lnTo>
                    <a:pt x="2057400" y="0"/>
                  </a:lnTo>
                  <a:lnTo>
                    <a:pt x="2057400" y="97861"/>
                  </a:lnTo>
                  <a:lnTo>
                    <a:pt x="1698061" y="457200"/>
                  </a:lnTo>
                  <a:lnTo>
                    <a:pt x="1590298" y="457200"/>
                  </a:lnTo>
                  <a:close/>
                </a:path>
              </a:pathLst>
            </a:custGeom>
            <a:solidFill>
              <a:srgbClr val="F3F6FC"/>
            </a:solidFill>
            <a:ln>
              <a:noFill/>
            </a:ln>
          </p:spPr>
        </p:sp>
        <p:sp>
          <p:nvSpPr>
            <p:cNvPr id="56" name="node05.hatch.010"/>
            <p:cNvSpPr/>
            <p:nvPr/>
          </p:nvSpPr>
          <p:spPr>
            <a:xfrm>
              <a:off x="6667500" y="1828800"/>
              <a:ext cx="2057400" cy="457200"/>
            </a:xfrm>
            <a:custGeom>
              <a:avLst/>
              <a:gdLst/>
              <a:ahLst/>
              <a:cxnLst/>
              <a:rect l="l" t="t" r="r" b="b"/>
              <a:pathLst>
                <a:path w="2057400" h="457200">
                  <a:moveTo>
                    <a:pt x="2057400" y="205625"/>
                  </a:moveTo>
                  <a:lnTo>
                    <a:pt x="2057400" y="313388"/>
                  </a:lnTo>
                  <a:lnTo>
                    <a:pt x="1913588" y="457200"/>
                  </a:lnTo>
                  <a:lnTo>
                    <a:pt x="1805825" y="457200"/>
                  </a:lnTo>
                  <a:close/>
                </a:path>
              </a:pathLst>
            </a:custGeom>
            <a:solidFill>
              <a:srgbClr val="F3F6FC"/>
            </a:solidFill>
            <a:ln>
              <a:noFill/>
            </a:ln>
          </p:spPr>
        </p:sp>
        <p:sp>
          <p:nvSpPr>
            <p:cNvPr id="57" name="node05.hatch.011"/>
            <p:cNvSpPr/>
            <p:nvPr/>
          </p:nvSpPr>
          <p:spPr>
            <a:xfrm>
              <a:off x="6667500" y="1828800"/>
              <a:ext cx="2057400" cy="457200"/>
            </a:xfrm>
            <a:custGeom>
              <a:avLst/>
              <a:gdLst/>
              <a:ahLst/>
              <a:cxnLst/>
              <a:rect l="l" t="t" r="r" b="b"/>
              <a:pathLst>
                <a:path w="2057400" h="457200">
                  <a:moveTo>
                    <a:pt x="2057400" y="421151"/>
                  </a:moveTo>
                  <a:lnTo>
                    <a:pt x="2057400" y="457200"/>
                  </a:lnTo>
                  <a:lnTo>
                    <a:pt x="2021351" y="457200"/>
                  </a:lnTo>
                  <a:close/>
                </a:path>
              </a:pathLst>
            </a:custGeom>
            <a:solidFill>
              <a:srgbClr val="F3F6FC"/>
            </a:solidFill>
            <a:ln>
              <a:noFill/>
            </a:ln>
          </p:spPr>
        </p:sp>
        <p:sp>
          <p:nvSpPr>
            <p:cNvPr id="58" name="node05.border"/>
            <p:cNvSpPr/>
            <p:nvPr/>
          </p:nvSpPr>
          <p:spPr>
            <a:xfrm>
              <a:off x="6667500" y="1828800"/>
              <a:ext cx="2057400" cy="457200"/>
            </a:xfrm>
            <a:prstGeom prst="rect">
              <a:avLst/>
            </a:prstGeom>
            <a:ln w="12700">
              <a:solidFill>
                <a:srgbClr val="97A4BA"/>
              </a:solidFill>
              <a:prstDash val="solid"/>
            </a:ln>
          </p:spPr>
        </p:sp>
        <p:sp>
          <p:nvSpPr>
            <p:cNvPr id="59" name="node05.placeholder"/>
            <p:cNvSpPr/>
            <p:nvPr/>
          </p:nvSpPr>
          <p:spPr>
            <a:xfrm>
              <a:off x="6692900" y="1981200"/>
              <a:ext cx="2006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VENDOR B LOGO</a:t>
              </a:r>
              <a:endParaRPr lang="en-US" sz="900" spc="54" kern="0" b="0" i="0" dirty="0">
                <a:solidFill>
                  <a:srgbClr val="50658E"/>
                </a:solidFill>
                <a:latin typeface="IBM Plex Mono SemiBold"/>
                <a:ea typeface="IBM Plex Mono SemiBold"/>
                <a:cs typeface="IBM Plex Mono SemiBold"/>
              </a:endParaRPr>
            </a:p>
          </p:txBody>
        </p:sp>
      </p:grpSp>
      <p:grpSp>
        <p:nvGrpSpPr>
          <p:cNvPr id="142" name="node06"/>
          <p:cNvGrpSpPr/>
          <p:nvPr/>
        </p:nvGrpSpPr>
        <p:grpSpPr>
          <a:xfrm>
            <a:off x="9182100" y="1828800"/>
            <a:ext cx="2057400" cy="457200"/>
            <a:chOff x="9182100" y="1828800"/>
            <a:chExt cx="2057400" cy="457200"/>
          </a:xfrm>
        </p:grpSpPr>
        <p:sp>
          <p:nvSpPr>
            <p:cNvPr id="60" name="node06.background"/>
            <p:cNvSpPr/>
            <p:nvPr/>
          </p:nvSpPr>
          <p:spPr>
            <a:xfrm>
              <a:off x="9182100" y="1828800"/>
              <a:ext cx="2057400" cy="457200"/>
            </a:xfrm>
            <a:prstGeom prst="rect">
              <a:avLst/>
            </a:prstGeom>
            <a:solidFill>
              <a:srgbClr val="FFFFFF"/>
            </a:solidFill>
            <a:ln>
              <a:noFill/>
            </a:ln>
          </p:spPr>
        </p:sp>
        <p:sp>
          <p:nvSpPr>
            <p:cNvPr id="61" name="node06.hatch.000"/>
            <p:cNvSpPr/>
            <p:nvPr/>
          </p:nvSpPr>
          <p:spPr>
            <a:xfrm>
              <a:off x="9182100" y="1828800"/>
              <a:ext cx="2057400" cy="457200"/>
            </a:xfrm>
            <a:custGeom>
              <a:avLst/>
              <a:gdLst/>
              <a:ahLst/>
              <a:cxnLst/>
              <a:rect l="l" t="t" r="r" b="b"/>
              <a:pathLst>
                <a:path w="2057400" h="457200">
                  <a:moveTo>
                    <a:pt x="0" y="215526"/>
                  </a:moveTo>
                  <a:lnTo>
                    <a:pt x="0" y="107763"/>
                  </a:lnTo>
                  <a:lnTo>
                    <a:pt x="107763" y="0"/>
                  </a:lnTo>
                  <a:lnTo>
                    <a:pt x="215526" y="0"/>
                  </a:lnTo>
                  <a:close/>
                </a:path>
              </a:pathLst>
            </a:custGeom>
            <a:solidFill>
              <a:srgbClr val="F3F6FC"/>
            </a:solidFill>
            <a:ln>
              <a:noFill/>
            </a:ln>
          </p:spPr>
        </p:sp>
        <p:sp>
          <p:nvSpPr>
            <p:cNvPr id="62" name="node06.hatch.001"/>
            <p:cNvSpPr/>
            <p:nvPr/>
          </p:nvSpPr>
          <p:spPr>
            <a:xfrm>
              <a:off x="9182100" y="1828800"/>
              <a:ext cx="2057400" cy="457200"/>
            </a:xfrm>
            <a:custGeom>
              <a:avLst/>
              <a:gdLst/>
              <a:ahLst/>
              <a:cxnLst/>
              <a:rect l="l" t="t" r="r" b="b"/>
              <a:pathLst>
                <a:path w="2057400" h="457200">
                  <a:moveTo>
                    <a:pt x="0" y="431052"/>
                  </a:moveTo>
                  <a:lnTo>
                    <a:pt x="0" y="323289"/>
                  </a:lnTo>
                  <a:lnTo>
                    <a:pt x="323289" y="0"/>
                  </a:lnTo>
                  <a:lnTo>
                    <a:pt x="431052" y="0"/>
                  </a:lnTo>
                  <a:close/>
                </a:path>
              </a:pathLst>
            </a:custGeom>
            <a:solidFill>
              <a:srgbClr val="F3F6FC"/>
            </a:solidFill>
            <a:ln>
              <a:noFill/>
            </a:ln>
          </p:spPr>
        </p:sp>
        <p:sp>
          <p:nvSpPr>
            <p:cNvPr id="63" name="node06.hatch.002"/>
            <p:cNvSpPr/>
            <p:nvPr/>
          </p:nvSpPr>
          <p:spPr>
            <a:xfrm>
              <a:off x="9182100" y="1828800"/>
              <a:ext cx="2057400" cy="457200"/>
            </a:xfrm>
            <a:custGeom>
              <a:avLst/>
              <a:gdLst/>
              <a:ahLst/>
              <a:cxnLst/>
              <a:rect l="l" t="t" r="r" b="b"/>
              <a:pathLst>
                <a:path w="2057400" h="457200">
                  <a:moveTo>
                    <a:pt x="538815" y="0"/>
                  </a:moveTo>
                  <a:lnTo>
                    <a:pt x="646578" y="0"/>
                  </a:lnTo>
                  <a:lnTo>
                    <a:pt x="189378" y="457200"/>
                  </a:lnTo>
                  <a:lnTo>
                    <a:pt x="81615" y="457200"/>
                  </a:lnTo>
                  <a:close/>
                </a:path>
              </a:pathLst>
            </a:custGeom>
            <a:solidFill>
              <a:srgbClr val="F3F6FC"/>
            </a:solidFill>
            <a:ln>
              <a:noFill/>
            </a:ln>
          </p:spPr>
        </p:sp>
        <p:sp>
          <p:nvSpPr>
            <p:cNvPr id="64" name="node06.hatch.003"/>
            <p:cNvSpPr/>
            <p:nvPr/>
          </p:nvSpPr>
          <p:spPr>
            <a:xfrm>
              <a:off x="9182100" y="1828800"/>
              <a:ext cx="2057400" cy="457200"/>
            </a:xfrm>
            <a:custGeom>
              <a:avLst/>
              <a:gdLst/>
              <a:ahLst/>
              <a:cxnLst/>
              <a:rect l="l" t="t" r="r" b="b"/>
              <a:pathLst>
                <a:path w="2057400" h="457200">
                  <a:moveTo>
                    <a:pt x="754342" y="0"/>
                  </a:moveTo>
                  <a:lnTo>
                    <a:pt x="862105" y="0"/>
                  </a:lnTo>
                  <a:lnTo>
                    <a:pt x="404905" y="457200"/>
                  </a:lnTo>
                  <a:lnTo>
                    <a:pt x="297142" y="457200"/>
                  </a:lnTo>
                  <a:close/>
                </a:path>
              </a:pathLst>
            </a:custGeom>
            <a:solidFill>
              <a:srgbClr val="F3F6FC"/>
            </a:solidFill>
            <a:ln>
              <a:noFill/>
            </a:ln>
          </p:spPr>
        </p:sp>
        <p:sp>
          <p:nvSpPr>
            <p:cNvPr id="65" name="node06.hatch.004"/>
            <p:cNvSpPr/>
            <p:nvPr/>
          </p:nvSpPr>
          <p:spPr>
            <a:xfrm>
              <a:off x="9182100" y="1828800"/>
              <a:ext cx="2057400" cy="457200"/>
            </a:xfrm>
            <a:custGeom>
              <a:avLst/>
              <a:gdLst/>
              <a:ahLst/>
              <a:cxnLst/>
              <a:rect l="l" t="t" r="r" b="b"/>
              <a:pathLst>
                <a:path w="2057400" h="457200">
                  <a:moveTo>
                    <a:pt x="969868" y="0"/>
                  </a:moveTo>
                  <a:lnTo>
                    <a:pt x="1077631" y="0"/>
                  </a:lnTo>
                  <a:lnTo>
                    <a:pt x="620431" y="457200"/>
                  </a:lnTo>
                  <a:lnTo>
                    <a:pt x="512668" y="457200"/>
                  </a:lnTo>
                  <a:close/>
                </a:path>
              </a:pathLst>
            </a:custGeom>
            <a:solidFill>
              <a:srgbClr val="F3F6FC"/>
            </a:solidFill>
            <a:ln>
              <a:noFill/>
            </a:ln>
          </p:spPr>
        </p:sp>
        <p:sp>
          <p:nvSpPr>
            <p:cNvPr id="66" name="node06.hatch.005"/>
            <p:cNvSpPr/>
            <p:nvPr/>
          </p:nvSpPr>
          <p:spPr>
            <a:xfrm>
              <a:off x="9182100" y="1828800"/>
              <a:ext cx="2057400" cy="457200"/>
            </a:xfrm>
            <a:custGeom>
              <a:avLst/>
              <a:gdLst/>
              <a:ahLst/>
              <a:cxnLst/>
              <a:rect l="l" t="t" r="r" b="b"/>
              <a:pathLst>
                <a:path w="2057400" h="457200">
                  <a:moveTo>
                    <a:pt x="1185394" y="0"/>
                  </a:moveTo>
                  <a:lnTo>
                    <a:pt x="1293157" y="0"/>
                  </a:lnTo>
                  <a:lnTo>
                    <a:pt x="835957" y="457200"/>
                  </a:lnTo>
                  <a:lnTo>
                    <a:pt x="728194" y="457200"/>
                  </a:lnTo>
                  <a:close/>
                </a:path>
              </a:pathLst>
            </a:custGeom>
            <a:solidFill>
              <a:srgbClr val="F3F6FC"/>
            </a:solidFill>
            <a:ln>
              <a:noFill/>
            </a:ln>
          </p:spPr>
        </p:sp>
        <p:sp>
          <p:nvSpPr>
            <p:cNvPr id="67" name="node06.hatch.006"/>
            <p:cNvSpPr/>
            <p:nvPr/>
          </p:nvSpPr>
          <p:spPr>
            <a:xfrm>
              <a:off x="9182100" y="1828800"/>
              <a:ext cx="2057400" cy="457200"/>
            </a:xfrm>
            <a:custGeom>
              <a:avLst/>
              <a:gdLst/>
              <a:ahLst/>
              <a:cxnLst/>
              <a:rect l="l" t="t" r="r" b="b"/>
              <a:pathLst>
                <a:path w="2057400" h="457200">
                  <a:moveTo>
                    <a:pt x="1400920" y="0"/>
                  </a:moveTo>
                  <a:lnTo>
                    <a:pt x="1508683" y="0"/>
                  </a:lnTo>
                  <a:lnTo>
                    <a:pt x="1051483" y="457200"/>
                  </a:lnTo>
                  <a:lnTo>
                    <a:pt x="943720" y="457200"/>
                  </a:lnTo>
                  <a:close/>
                </a:path>
              </a:pathLst>
            </a:custGeom>
            <a:solidFill>
              <a:srgbClr val="F3F6FC"/>
            </a:solidFill>
            <a:ln>
              <a:noFill/>
            </a:ln>
          </p:spPr>
        </p:sp>
        <p:sp>
          <p:nvSpPr>
            <p:cNvPr id="68" name="node06.hatch.007"/>
            <p:cNvSpPr/>
            <p:nvPr/>
          </p:nvSpPr>
          <p:spPr>
            <a:xfrm>
              <a:off x="9182100" y="1828800"/>
              <a:ext cx="2057400" cy="457200"/>
            </a:xfrm>
            <a:custGeom>
              <a:avLst/>
              <a:gdLst/>
              <a:ahLst/>
              <a:cxnLst/>
              <a:rect l="l" t="t" r="r" b="b"/>
              <a:pathLst>
                <a:path w="2057400" h="457200">
                  <a:moveTo>
                    <a:pt x="1616446" y="0"/>
                  </a:moveTo>
                  <a:lnTo>
                    <a:pt x="1724209" y="0"/>
                  </a:lnTo>
                  <a:lnTo>
                    <a:pt x="1267009" y="457200"/>
                  </a:lnTo>
                  <a:lnTo>
                    <a:pt x="1159246" y="457200"/>
                  </a:lnTo>
                  <a:close/>
                </a:path>
              </a:pathLst>
            </a:custGeom>
            <a:solidFill>
              <a:srgbClr val="F3F6FC"/>
            </a:solidFill>
            <a:ln>
              <a:noFill/>
            </a:ln>
          </p:spPr>
        </p:sp>
        <p:sp>
          <p:nvSpPr>
            <p:cNvPr id="69" name="node06.hatch.008"/>
            <p:cNvSpPr/>
            <p:nvPr/>
          </p:nvSpPr>
          <p:spPr>
            <a:xfrm>
              <a:off x="9182100" y="1828800"/>
              <a:ext cx="2057400" cy="457200"/>
            </a:xfrm>
            <a:custGeom>
              <a:avLst/>
              <a:gdLst/>
              <a:ahLst/>
              <a:cxnLst/>
              <a:rect l="l" t="t" r="r" b="b"/>
              <a:pathLst>
                <a:path w="2057400" h="457200">
                  <a:moveTo>
                    <a:pt x="1831972" y="0"/>
                  </a:moveTo>
                  <a:lnTo>
                    <a:pt x="1939735" y="0"/>
                  </a:lnTo>
                  <a:lnTo>
                    <a:pt x="1482535" y="457200"/>
                  </a:lnTo>
                  <a:lnTo>
                    <a:pt x="1374772" y="457200"/>
                  </a:lnTo>
                  <a:close/>
                </a:path>
              </a:pathLst>
            </a:custGeom>
            <a:solidFill>
              <a:srgbClr val="F3F6FC"/>
            </a:solidFill>
            <a:ln>
              <a:noFill/>
            </a:ln>
          </p:spPr>
        </p:sp>
        <p:sp>
          <p:nvSpPr>
            <p:cNvPr id="70" name="node06.hatch.009"/>
            <p:cNvSpPr/>
            <p:nvPr/>
          </p:nvSpPr>
          <p:spPr>
            <a:xfrm>
              <a:off x="9182100" y="1828800"/>
              <a:ext cx="2057400" cy="457200"/>
            </a:xfrm>
            <a:custGeom>
              <a:avLst/>
              <a:gdLst/>
              <a:ahLst/>
              <a:cxnLst/>
              <a:rect l="l" t="t" r="r" b="b"/>
              <a:pathLst>
                <a:path w="2057400" h="457200">
                  <a:moveTo>
                    <a:pt x="2047498" y="0"/>
                  </a:moveTo>
                  <a:lnTo>
                    <a:pt x="2057400" y="0"/>
                  </a:lnTo>
                  <a:lnTo>
                    <a:pt x="2057400" y="97861"/>
                  </a:lnTo>
                  <a:lnTo>
                    <a:pt x="1698061" y="457200"/>
                  </a:lnTo>
                  <a:lnTo>
                    <a:pt x="1590298" y="457200"/>
                  </a:lnTo>
                  <a:close/>
                </a:path>
              </a:pathLst>
            </a:custGeom>
            <a:solidFill>
              <a:srgbClr val="F3F6FC"/>
            </a:solidFill>
            <a:ln>
              <a:noFill/>
            </a:ln>
          </p:spPr>
        </p:sp>
        <p:sp>
          <p:nvSpPr>
            <p:cNvPr id="71" name="node06.hatch.010"/>
            <p:cNvSpPr/>
            <p:nvPr/>
          </p:nvSpPr>
          <p:spPr>
            <a:xfrm>
              <a:off x="9182100" y="1828800"/>
              <a:ext cx="2057400" cy="457200"/>
            </a:xfrm>
            <a:custGeom>
              <a:avLst/>
              <a:gdLst/>
              <a:ahLst/>
              <a:cxnLst/>
              <a:rect l="l" t="t" r="r" b="b"/>
              <a:pathLst>
                <a:path w="2057400" h="457200">
                  <a:moveTo>
                    <a:pt x="2057400" y="205625"/>
                  </a:moveTo>
                  <a:lnTo>
                    <a:pt x="2057400" y="313388"/>
                  </a:lnTo>
                  <a:lnTo>
                    <a:pt x="1913588" y="457200"/>
                  </a:lnTo>
                  <a:lnTo>
                    <a:pt x="1805825" y="457200"/>
                  </a:lnTo>
                  <a:close/>
                </a:path>
              </a:pathLst>
            </a:custGeom>
            <a:solidFill>
              <a:srgbClr val="F3F6FC"/>
            </a:solidFill>
            <a:ln>
              <a:noFill/>
            </a:ln>
          </p:spPr>
        </p:sp>
        <p:sp>
          <p:nvSpPr>
            <p:cNvPr id="72" name="node06.hatch.011"/>
            <p:cNvSpPr/>
            <p:nvPr/>
          </p:nvSpPr>
          <p:spPr>
            <a:xfrm>
              <a:off x="9182100" y="1828800"/>
              <a:ext cx="2057400" cy="457200"/>
            </a:xfrm>
            <a:custGeom>
              <a:avLst/>
              <a:gdLst/>
              <a:ahLst/>
              <a:cxnLst/>
              <a:rect l="l" t="t" r="r" b="b"/>
              <a:pathLst>
                <a:path w="2057400" h="457200">
                  <a:moveTo>
                    <a:pt x="2057400" y="421151"/>
                  </a:moveTo>
                  <a:lnTo>
                    <a:pt x="2057400" y="457200"/>
                  </a:lnTo>
                  <a:lnTo>
                    <a:pt x="2021351" y="457200"/>
                  </a:lnTo>
                  <a:close/>
                </a:path>
              </a:pathLst>
            </a:custGeom>
            <a:solidFill>
              <a:srgbClr val="F3F6FC"/>
            </a:solidFill>
            <a:ln>
              <a:noFill/>
            </a:ln>
          </p:spPr>
        </p:sp>
        <p:sp>
          <p:nvSpPr>
            <p:cNvPr id="73" name="node06.border"/>
            <p:cNvSpPr/>
            <p:nvPr/>
          </p:nvSpPr>
          <p:spPr>
            <a:xfrm>
              <a:off x="9182100" y="1828800"/>
              <a:ext cx="2057400" cy="457200"/>
            </a:xfrm>
            <a:prstGeom prst="rect">
              <a:avLst/>
            </a:prstGeom>
            <a:ln w="12700">
              <a:solidFill>
                <a:srgbClr val="97A4BA"/>
              </a:solidFill>
              <a:prstDash val="solid"/>
            </a:ln>
          </p:spPr>
        </p:sp>
        <p:sp>
          <p:nvSpPr>
            <p:cNvPr id="74" name="node06.placeholder"/>
            <p:cNvSpPr/>
            <p:nvPr/>
          </p:nvSpPr>
          <p:spPr>
            <a:xfrm>
              <a:off x="9207500" y="1981200"/>
              <a:ext cx="2006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VENDOR C LOGO</a:t>
              </a:r>
              <a:endParaRPr lang="en-US" sz="900" spc="54" kern="0" b="0" i="0" dirty="0">
                <a:solidFill>
                  <a:srgbClr val="50658E"/>
                </a:solidFill>
                <a:latin typeface="IBM Plex Mono SemiBold"/>
                <a:ea typeface="IBM Plex Mono SemiBold"/>
                <a:cs typeface="IBM Plex Mono SemiBold"/>
              </a:endParaRPr>
            </a:p>
          </p:txBody>
        </p:sp>
      </p:grpSp>
      <p:grpSp>
        <p:nvGrpSpPr>
          <p:cNvPr id="143" name="node07"/>
          <p:cNvGrpSpPr/>
          <p:nvPr/>
        </p:nvGrpSpPr>
        <p:grpSpPr>
          <a:xfrm>
            <a:off x="723900" y="2286000"/>
            <a:ext cx="10744200" cy="3632200"/>
            <a:chOff x="723900" y="2286000"/>
            <a:chExt cx="10744200" cy="3632200"/>
          </a:xfrm>
        </p:grpSpPr>
        <p:graphicFrame>
          <p:nvGraphicFramePr>
            <p:cNvPr id="75" name="node07.native"/>
            <p:cNvGraphicFramePr>
              <a:graphicFrameLocks noGrp="1"/>
            </p:cNvGraphicFramePr>
            <p:nvPr>
              <p:extLst>
                <p:ext uri="{D42A27DB-BD31-4B8C-83A1-F6EECF244321}">
                  <p14:modId xmlns:p14="http://schemas.microsoft.com/office/powerpoint/2010/main" val="1579011935"/>
                </p:ext>
              </p:extLst>
            </p:nvPr>
          </p:nvGraphicFramePr>
          <p:xfrm>
            <a:off x="723900" y="2286000"/>
            <a:ext cx="10744200" cy="3632200"/>
          </p:xfrm>
          <a:graphic>
            <a:graphicData uri="http://schemas.openxmlformats.org/drawingml/2006/table">
              <a:tbl>
                <a:tblPr/>
                <a:tblGrid>
                  <a:gridCol w="3200400"/>
                  <a:gridCol w="2514600"/>
                  <a:gridCol w="2514600"/>
                  <a:gridCol w="25146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NORTHFIELD NEED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VENDOR 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047FF"/>
                            </a:solidFill>
                            <a:latin typeface="IBM Plex Mono SemiBold"/>
                            <a:ea typeface="IBM Plex Mono SemiBold"/>
                            <a:cs typeface="IBM Plex Mono SemiBold"/>
                          </a:defRPr>
                        </a:pPr>
                        <a:r>
                          <a:rPr lang="en-US" sz="900" spc="54" kern="0" b="0" i="0" dirty="0">
                            <a:solidFill>
                              <a:srgbClr val="0047FF"/>
                            </a:solidFill>
                            <a:latin typeface="IBM Plex Mono SemiBold"/>
                            <a:ea typeface="IBM Plex Mono SemiBold"/>
                            <a:cs typeface="IBM Plex Mono SemiBold"/>
                          </a:rPr>
                          <a:t xml:space="preserve">VENDOR B</a:t>
                        </a:r>
                        <a:endParaRPr lang="en-US" sz="900" spc="54" kern="0" b="0" i="0" dirty="0">
                          <a:solidFill>
                            <a:srgbClr val="0047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VENDOR C</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2100"/>
                          </a:lnSpc>
                          <a:spcBef>
                            <a:spcPts val="0"/>
                          </a:spcBef>
                          <a:spcAft>
                            <a:spcPts val="20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Core workflow coverage</a:t>
                        </a:r>
                        <a:endParaRPr lang="en-US" sz="14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Intake, scheduling and referrals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2100"/>
                          </a:lnSpc>
                          <a:spcBef>
                            <a:spcPts val="0"/>
                          </a:spcBef>
                          <a:spcAft>
                            <a:spcPts val="20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Integration with ERP and data</a:t>
                        </a:r>
                        <a:endParaRPr lang="en-US" sz="14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Finance, supply and data feeds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2100"/>
                          </a:lnSpc>
                          <a:spcBef>
                            <a:spcPts val="0"/>
                          </a:spcBef>
                          <a:spcAft>
                            <a:spcPts val="20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Security and compliance</a:t>
                        </a:r>
                        <a:endParaRPr lang="en-US" sz="14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Access control, audit and privacy</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2100"/>
                          </a:lnSpc>
                          <a:spcBef>
                            <a:spcPts val="0"/>
                          </a:spcBef>
                          <a:spcAft>
                            <a:spcPts val="20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Admin and configuration effort</a:t>
                        </a:r>
                        <a:endParaRPr lang="en-US" sz="14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Setup, tuning and ongoing upkeep</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2100"/>
                          </a:lnSpc>
                          <a:spcBef>
                            <a:spcPts val="0"/>
                          </a:spcBef>
                          <a:spcAft>
                            <a:spcPts val="20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Delivery partner ecosystem</a:t>
                        </a:r>
                        <a:endParaRPr lang="en-US" sz="14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Implementers, skills and capacity</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76" name="node07.row.item-001.a.dots-1"/>
            <p:cNvSpPr/>
            <p:nvPr/>
          </p:nvSpPr>
          <p:spPr>
            <a:xfrm>
              <a:off x="4076700" y="3009900"/>
              <a:ext cx="101600" cy="101600"/>
            </a:xfrm>
            <a:prstGeom prst="ellipse">
              <a:avLst/>
            </a:prstGeom>
            <a:solidFill>
              <a:srgbClr val="070154"/>
            </a:solidFill>
            <a:ln>
              <a:noFill/>
            </a:ln>
          </p:spPr>
        </p:sp>
        <p:sp>
          <p:nvSpPr>
            <p:cNvPr id="77" name="node07.row.item-001.a.dots-2"/>
            <p:cNvSpPr/>
            <p:nvPr/>
          </p:nvSpPr>
          <p:spPr>
            <a:xfrm>
              <a:off x="4229100" y="3009900"/>
              <a:ext cx="101600" cy="101600"/>
            </a:xfrm>
            <a:prstGeom prst="ellipse">
              <a:avLst/>
            </a:prstGeom>
            <a:solidFill>
              <a:srgbClr val="070154"/>
            </a:solidFill>
            <a:ln>
              <a:noFill/>
            </a:ln>
          </p:spPr>
        </p:sp>
        <p:sp>
          <p:nvSpPr>
            <p:cNvPr id="78" name="node07.row.item-001.a.dots-3"/>
            <p:cNvSpPr/>
            <p:nvPr/>
          </p:nvSpPr>
          <p:spPr>
            <a:xfrm>
              <a:off x="4381500" y="3009900"/>
              <a:ext cx="101600" cy="101600"/>
            </a:xfrm>
            <a:prstGeom prst="ellipse">
              <a:avLst/>
            </a:prstGeom>
            <a:solidFill>
              <a:srgbClr val="070154"/>
            </a:solidFill>
            <a:ln>
              <a:noFill/>
            </a:ln>
          </p:spPr>
        </p:sp>
        <p:sp>
          <p:nvSpPr>
            <p:cNvPr id="79" name="node07.row.item-001.a.dots-4"/>
            <p:cNvSpPr/>
            <p:nvPr/>
          </p:nvSpPr>
          <p:spPr>
            <a:xfrm>
              <a:off x="4533900" y="3009900"/>
              <a:ext cx="101600" cy="101600"/>
            </a:xfrm>
            <a:prstGeom prst="ellipse">
              <a:avLst/>
            </a:prstGeom>
            <a:solidFill>
              <a:srgbClr val="CED7E6"/>
            </a:solidFill>
            <a:ln>
              <a:noFill/>
            </a:ln>
          </p:spPr>
        </p:sp>
        <p:sp>
          <p:nvSpPr>
            <p:cNvPr id="80" name="node07.row.item-001.b.dots-1"/>
            <p:cNvSpPr/>
            <p:nvPr/>
          </p:nvSpPr>
          <p:spPr>
            <a:xfrm>
              <a:off x="6591300" y="3009900"/>
              <a:ext cx="101600" cy="101600"/>
            </a:xfrm>
            <a:prstGeom prst="ellipse">
              <a:avLst/>
            </a:prstGeom>
            <a:solidFill>
              <a:srgbClr val="0047FF"/>
            </a:solidFill>
            <a:ln>
              <a:noFill/>
            </a:ln>
          </p:spPr>
        </p:sp>
        <p:sp>
          <p:nvSpPr>
            <p:cNvPr id="81" name="node07.row.item-001.b.dots-2"/>
            <p:cNvSpPr/>
            <p:nvPr/>
          </p:nvSpPr>
          <p:spPr>
            <a:xfrm>
              <a:off x="6743700" y="3009900"/>
              <a:ext cx="101600" cy="101600"/>
            </a:xfrm>
            <a:prstGeom prst="ellipse">
              <a:avLst/>
            </a:prstGeom>
            <a:solidFill>
              <a:srgbClr val="0047FF"/>
            </a:solidFill>
            <a:ln>
              <a:noFill/>
            </a:ln>
          </p:spPr>
        </p:sp>
        <p:sp>
          <p:nvSpPr>
            <p:cNvPr id="82" name="node07.row.item-001.b.dots-3"/>
            <p:cNvSpPr/>
            <p:nvPr/>
          </p:nvSpPr>
          <p:spPr>
            <a:xfrm>
              <a:off x="6896100" y="3009900"/>
              <a:ext cx="101600" cy="101600"/>
            </a:xfrm>
            <a:prstGeom prst="ellipse">
              <a:avLst/>
            </a:prstGeom>
            <a:solidFill>
              <a:srgbClr val="0047FF"/>
            </a:solidFill>
            <a:ln>
              <a:noFill/>
            </a:ln>
          </p:spPr>
        </p:sp>
        <p:sp>
          <p:nvSpPr>
            <p:cNvPr id="83" name="node07.row.item-001.b.dots-4"/>
            <p:cNvSpPr/>
            <p:nvPr/>
          </p:nvSpPr>
          <p:spPr>
            <a:xfrm>
              <a:off x="7048500" y="3009900"/>
              <a:ext cx="101600" cy="101600"/>
            </a:xfrm>
            <a:prstGeom prst="ellipse">
              <a:avLst/>
            </a:prstGeom>
            <a:solidFill>
              <a:srgbClr val="0047FF"/>
            </a:solidFill>
            <a:ln>
              <a:noFill/>
            </a:ln>
          </p:spPr>
        </p:sp>
        <p:sp>
          <p:nvSpPr>
            <p:cNvPr id="84" name="node07.row.item-001.c.dots-1"/>
            <p:cNvSpPr/>
            <p:nvPr/>
          </p:nvSpPr>
          <p:spPr>
            <a:xfrm>
              <a:off x="9105900" y="3009900"/>
              <a:ext cx="101600" cy="101600"/>
            </a:xfrm>
            <a:prstGeom prst="ellipse">
              <a:avLst/>
            </a:prstGeom>
            <a:solidFill>
              <a:srgbClr val="070154"/>
            </a:solidFill>
            <a:ln>
              <a:noFill/>
            </a:ln>
          </p:spPr>
        </p:sp>
        <p:sp>
          <p:nvSpPr>
            <p:cNvPr id="85" name="node07.row.item-001.c.dots-2"/>
            <p:cNvSpPr/>
            <p:nvPr/>
          </p:nvSpPr>
          <p:spPr>
            <a:xfrm>
              <a:off x="9258300" y="3009900"/>
              <a:ext cx="101600" cy="101600"/>
            </a:xfrm>
            <a:prstGeom prst="ellipse">
              <a:avLst/>
            </a:prstGeom>
            <a:solidFill>
              <a:srgbClr val="070154"/>
            </a:solidFill>
            <a:ln>
              <a:noFill/>
            </a:ln>
          </p:spPr>
        </p:sp>
        <p:sp>
          <p:nvSpPr>
            <p:cNvPr id="86" name="node07.row.item-001.c.dots-3"/>
            <p:cNvSpPr/>
            <p:nvPr/>
          </p:nvSpPr>
          <p:spPr>
            <a:xfrm>
              <a:off x="9410700" y="3009900"/>
              <a:ext cx="101600" cy="101600"/>
            </a:xfrm>
            <a:prstGeom prst="ellipse">
              <a:avLst/>
            </a:prstGeom>
            <a:solidFill>
              <a:srgbClr val="CED7E6"/>
            </a:solidFill>
            <a:ln>
              <a:noFill/>
            </a:ln>
          </p:spPr>
        </p:sp>
        <p:sp>
          <p:nvSpPr>
            <p:cNvPr id="87" name="node07.row.item-001.c.dots-4"/>
            <p:cNvSpPr/>
            <p:nvPr/>
          </p:nvSpPr>
          <p:spPr>
            <a:xfrm>
              <a:off x="9563100" y="3009900"/>
              <a:ext cx="101600" cy="101600"/>
            </a:xfrm>
            <a:prstGeom prst="ellipse">
              <a:avLst/>
            </a:prstGeom>
            <a:solidFill>
              <a:srgbClr val="CED7E6"/>
            </a:solidFill>
            <a:ln>
              <a:noFill/>
            </a:ln>
          </p:spPr>
        </p:sp>
        <p:sp>
          <p:nvSpPr>
            <p:cNvPr id="88" name="node07.row.item-002.a.dots-1"/>
            <p:cNvSpPr/>
            <p:nvPr/>
          </p:nvSpPr>
          <p:spPr>
            <a:xfrm>
              <a:off x="4076700" y="3644900"/>
              <a:ext cx="101600" cy="101600"/>
            </a:xfrm>
            <a:prstGeom prst="ellipse">
              <a:avLst/>
            </a:prstGeom>
            <a:solidFill>
              <a:srgbClr val="070154"/>
            </a:solidFill>
            <a:ln>
              <a:noFill/>
            </a:ln>
          </p:spPr>
        </p:sp>
        <p:sp>
          <p:nvSpPr>
            <p:cNvPr id="89" name="node07.row.item-002.a.dots-2"/>
            <p:cNvSpPr/>
            <p:nvPr/>
          </p:nvSpPr>
          <p:spPr>
            <a:xfrm>
              <a:off x="4229100" y="3644900"/>
              <a:ext cx="101600" cy="101600"/>
            </a:xfrm>
            <a:prstGeom prst="ellipse">
              <a:avLst/>
            </a:prstGeom>
            <a:solidFill>
              <a:srgbClr val="070154"/>
            </a:solidFill>
            <a:ln>
              <a:noFill/>
            </a:ln>
          </p:spPr>
        </p:sp>
        <p:sp>
          <p:nvSpPr>
            <p:cNvPr id="90" name="node07.row.item-002.a.dots-3"/>
            <p:cNvSpPr/>
            <p:nvPr/>
          </p:nvSpPr>
          <p:spPr>
            <a:xfrm>
              <a:off x="4381500" y="3644900"/>
              <a:ext cx="101600" cy="101600"/>
            </a:xfrm>
            <a:prstGeom prst="ellipse">
              <a:avLst/>
            </a:prstGeom>
            <a:solidFill>
              <a:srgbClr val="CED7E6"/>
            </a:solidFill>
            <a:ln>
              <a:noFill/>
            </a:ln>
          </p:spPr>
        </p:sp>
        <p:sp>
          <p:nvSpPr>
            <p:cNvPr id="91" name="node07.row.item-002.a.dots-4"/>
            <p:cNvSpPr/>
            <p:nvPr/>
          </p:nvSpPr>
          <p:spPr>
            <a:xfrm>
              <a:off x="4533900" y="3644900"/>
              <a:ext cx="101600" cy="101600"/>
            </a:xfrm>
            <a:prstGeom prst="ellipse">
              <a:avLst/>
            </a:prstGeom>
            <a:solidFill>
              <a:srgbClr val="CED7E6"/>
            </a:solidFill>
            <a:ln>
              <a:noFill/>
            </a:ln>
          </p:spPr>
        </p:sp>
        <p:sp>
          <p:nvSpPr>
            <p:cNvPr id="92" name="node07.row.item-002.b.dots-1"/>
            <p:cNvSpPr/>
            <p:nvPr/>
          </p:nvSpPr>
          <p:spPr>
            <a:xfrm>
              <a:off x="6591300" y="3644900"/>
              <a:ext cx="101600" cy="101600"/>
            </a:xfrm>
            <a:prstGeom prst="ellipse">
              <a:avLst/>
            </a:prstGeom>
            <a:solidFill>
              <a:srgbClr val="0047FF"/>
            </a:solidFill>
            <a:ln>
              <a:noFill/>
            </a:ln>
          </p:spPr>
        </p:sp>
        <p:sp>
          <p:nvSpPr>
            <p:cNvPr id="93" name="node07.row.item-002.b.dots-2"/>
            <p:cNvSpPr/>
            <p:nvPr/>
          </p:nvSpPr>
          <p:spPr>
            <a:xfrm>
              <a:off x="6743700" y="3644900"/>
              <a:ext cx="101600" cy="101600"/>
            </a:xfrm>
            <a:prstGeom prst="ellipse">
              <a:avLst/>
            </a:prstGeom>
            <a:solidFill>
              <a:srgbClr val="0047FF"/>
            </a:solidFill>
            <a:ln>
              <a:noFill/>
            </a:ln>
          </p:spPr>
        </p:sp>
        <p:sp>
          <p:nvSpPr>
            <p:cNvPr id="94" name="node07.row.item-002.b.dots-3"/>
            <p:cNvSpPr/>
            <p:nvPr/>
          </p:nvSpPr>
          <p:spPr>
            <a:xfrm>
              <a:off x="6896100" y="3644900"/>
              <a:ext cx="101600" cy="101600"/>
            </a:xfrm>
            <a:prstGeom prst="ellipse">
              <a:avLst/>
            </a:prstGeom>
            <a:solidFill>
              <a:srgbClr val="0047FF"/>
            </a:solidFill>
            <a:ln>
              <a:noFill/>
            </a:ln>
          </p:spPr>
        </p:sp>
        <p:sp>
          <p:nvSpPr>
            <p:cNvPr id="95" name="node07.row.item-002.b.dots-4"/>
            <p:cNvSpPr/>
            <p:nvPr/>
          </p:nvSpPr>
          <p:spPr>
            <a:xfrm>
              <a:off x="7048500" y="3644900"/>
              <a:ext cx="101600" cy="101600"/>
            </a:xfrm>
            <a:prstGeom prst="ellipse">
              <a:avLst/>
            </a:prstGeom>
            <a:solidFill>
              <a:srgbClr val="0047FF"/>
            </a:solidFill>
            <a:ln>
              <a:noFill/>
            </a:ln>
          </p:spPr>
        </p:sp>
        <p:sp>
          <p:nvSpPr>
            <p:cNvPr id="96" name="node07.row.item-002.c.dots-1"/>
            <p:cNvSpPr/>
            <p:nvPr/>
          </p:nvSpPr>
          <p:spPr>
            <a:xfrm>
              <a:off x="9105900" y="3644900"/>
              <a:ext cx="101600" cy="101600"/>
            </a:xfrm>
            <a:prstGeom prst="ellipse">
              <a:avLst/>
            </a:prstGeom>
            <a:solidFill>
              <a:srgbClr val="070154"/>
            </a:solidFill>
            <a:ln>
              <a:noFill/>
            </a:ln>
          </p:spPr>
        </p:sp>
        <p:sp>
          <p:nvSpPr>
            <p:cNvPr id="97" name="node07.row.item-002.c.dots-2"/>
            <p:cNvSpPr/>
            <p:nvPr/>
          </p:nvSpPr>
          <p:spPr>
            <a:xfrm>
              <a:off x="9258300" y="3644900"/>
              <a:ext cx="101600" cy="101600"/>
            </a:xfrm>
            <a:prstGeom prst="ellipse">
              <a:avLst/>
            </a:prstGeom>
            <a:solidFill>
              <a:srgbClr val="070154"/>
            </a:solidFill>
            <a:ln>
              <a:noFill/>
            </a:ln>
          </p:spPr>
        </p:sp>
        <p:sp>
          <p:nvSpPr>
            <p:cNvPr id="98" name="node07.row.item-002.c.dots-3"/>
            <p:cNvSpPr/>
            <p:nvPr/>
          </p:nvSpPr>
          <p:spPr>
            <a:xfrm>
              <a:off x="9410700" y="3644900"/>
              <a:ext cx="101600" cy="101600"/>
            </a:xfrm>
            <a:prstGeom prst="ellipse">
              <a:avLst/>
            </a:prstGeom>
            <a:solidFill>
              <a:srgbClr val="070154"/>
            </a:solidFill>
            <a:ln>
              <a:noFill/>
            </a:ln>
          </p:spPr>
        </p:sp>
        <p:sp>
          <p:nvSpPr>
            <p:cNvPr id="99" name="node07.row.item-002.c.dots-4"/>
            <p:cNvSpPr/>
            <p:nvPr/>
          </p:nvSpPr>
          <p:spPr>
            <a:xfrm>
              <a:off x="9563100" y="3644900"/>
              <a:ext cx="101600" cy="101600"/>
            </a:xfrm>
            <a:prstGeom prst="ellipse">
              <a:avLst/>
            </a:prstGeom>
            <a:solidFill>
              <a:srgbClr val="CED7E6"/>
            </a:solidFill>
            <a:ln>
              <a:noFill/>
            </a:ln>
          </p:spPr>
        </p:sp>
        <p:sp>
          <p:nvSpPr>
            <p:cNvPr id="100" name="node07.row.item-003.a.dots-1"/>
            <p:cNvSpPr/>
            <p:nvPr/>
          </p:nvSpPr>
          <p:spPr>
            <a:xfrm>
              <a:off x="4076700" y="4279900"/>
              <a:ext cx="101600" cy="101600"/>
            </a:xfrm>
            <a:prstGeom prst="ellipse">
              <a:avLst/>
            </a:prstGeom>
            <a:solidFill>
              <a:srgbClr val="070154"/>
            </a:solidFill>
            <a:ln>
              <a:noFill/>
            </a:ln>
          </p:spPr>
        </p:sp>
        <p:sp>
          <p:nvSpPr>
            <p:cNvPr id="101" name="node07.row.item-003.a.dots-2"/>
            <p:cNvSpPr/>
            <p:nvPr/>
          </p:nvSpPr>
          <p:spPr>
            <a:xfrm>
              <a:off x="4229100" y="4279900"/>
              <a:ext cx="101600" cy="101600"/>
            </a:xfrm>
            <a:prstGeom prst="ellipse">
              <a:avLst/>
            </a:prstGeom>
            <a:solidFill>
              <a:srgbClr val="070154"/>
            </a:solidFill>
            <a:ln>
              <a:noFill/>
            </a:ln>
          </p:spPr>
        </p:sp>
        <p:sp>
          <p:nvSpPr>
            <p:cNvPr id="102" name="node07.row.item-003.a.dots-3"/>
            <p:cNvSpPr/>
            <p:nvPr/>
          </p:nvSpPr>
          <p:spPr>
            <a:xfrm>
              <a:off x="4381500" y="4279900"/>
              <a:ext cx="101600" cy="101600"/>
            </a:xfrm>
            <a:prstGeom prst="ellipse">
              <a:avLst/>
            </a:prstGeom>
            <a:solidFill>
              <a:srgbClr val="070154"/>
            </a:solidFill>
            <a:ln>
              <a:noFill/>
            </a:ln>
          </p:spPr>
        </p:sp>
        <p:sp>
          <p:nvSpPr>
            <p:cNvPr id="103" name="node07.row.item-003.a.dots-4"/>
            <p:cNvSpPr/>
            <p:nvPr/>
          </p:nvSpPr>
          <p:spPr>
            <a:xfrm>
              <a:off x="4533900" y="4279900"/>
              <a:ext cx="101600" cy="101600"/>
            </a:xfrm>
            <a:prstGeom prst="ellipse">
              <a:avLst/>
            </a:prstGeom>
            <a:solidFill>
              <a:srgbClr val="070154"/>
            </a:solidFill>
            <a:ln>
              <a:noFill/>
            </a:ln>
          </p:spPr>
        </p:sp>
        <p:sp>
          <p:nvSpPr>
            <p:cNvPr id="104" name="node07.row.item-003.b.dots-1"/>
            <p:cNvSpPr/>
            <p:nvPr/>
          </p:nvSpPr>
          <p:spPr>
            <a:xfrm>
              <a:off x="6591300" y="4279900"/>
              <a:ext cx="101600" cy="101600"/>
            </a:xfrm>
            <a:prstGeom prst="ellipse">
              <a:avLst/>
            </a:prstGeom>
            <a:solidFill>
              <a:srgbClr val="0047FF"/>
            </a:solidFill>
            <a:ln>
              <a:noFill/>
            </a:ln>
          </p:spPr>
        </p:sp>
        <p:sp>
          <p:nvSpPr>
            <p:cNvPr id="105" name="node07.row.item-003.b.dots-2"/>
            <p:cNvSpPr/>
            <p:nvPr/>
          </p:nvSpPr>
          <p:spPr>
            <a:xfrm>
              <a:off x="6743700" y="4279900"/>
              <a:ext cx="101600" cy="101600"/>
            </a:xfrm>
            <a:prstGeom prst="ellipse">
              <a:avLst/>
            </a:prstGeom>
            <a:solidFill>
              <a:srgbClr val="0047FF"/>
            </a:solidFill>
            <a:ln>
              <a:noFill/>
            </a:ln>
          </p:spPr>
        </p:sp>
        <p:sp>
          <p:nvSpPr>
            <p:cNvPr id="106" name="node07.row.item-003.b.dots-3"/>
            <p:cNvSpPr/>
            <p:nvPr/>
          </p:nvSpPr>
          <p:spPr>
            <a:xfrm>
              <a:off x="6896100" y="4279900"/>
              <a:ext cx="101600" cy="101600"/>
            </a:xfrm>
            <a:prstGeom prst="ellipse">
              <a:avLst/>
            </a:prstGeom>
            <a:solidFill>
              <a:srgbClr val="0047FF"/>
            </a:solidFill>
            <a:ln>
              <a:noFill/>
            </a:ln>
          </p:spPr>
        </p:sp>
        <p:sp>
          <p:nvSpPr>
            <p:cNvPr id="107" name="node07.row.item-003.b.dots-4"/>
            <p:cNvSpPr/>
            <p:nvPr/>
          </p:nvSpPr>
          <p:spPr>
            <a:xfrm>
              <a:off x="7048500" y="4279900"/>
              <a:ext cx="101600" cy="101600"/>
            </a:xfrm>
            <a:prstGeom prst="ellipse">
              <a:avLst/>
            </a:prstGeom>
            <a:solidFill>
              <a:srgbClr val="CED7E6"/>
            </a:solidFill>
            <a:ln>
              <a:noFill/>
            </a:ln>
          </p:spPr>
        </p:sp>
        <p:sp>
          <p:nvSpPr>
            <p:cNvPr id="108" name="node07.row.item-003.c.dots-1"/>
            <p:cNvSpPr/>
            <p:nvPr/>
          </p:nvSpPr>
          <p:spPr>
            <a:xfrm>
              <a:off x="9105900" y="4279900"/>
              <a:ext cx="101600" cy="101600"/>
            </a:xfrm>
            <a:prstGeom prst="ellipse">
              <a:avLst/>
            </a:prstGeom>
            <a:solidFill>
              <a:srgbClr val="070154"/>
            </a:solidFill>
            <a:ln>
              <a:noFill/>
            </a:ln>
          </p:spPr>
        </p:sp>
        <p:sp>
          <p:nvSpPr>
            <p:cNvPr id="109" name="node07.row.item-003.c.dots-2"/>
            <p:cNvSpPr/>
            <p:nvPr/>
          </p:nvSpPr>
          <p:spPr>
            <a:xfrm>
              <a:off x="9258300" y="4279900"/>
              <a:ext cx="101600" cy="101600"/>
            </a:xfrm>
            <a:prstGeom prst="ellipse">
              <a:avLst/>
            </a:prstGeom>
            <a:solidFill>
              <a:srgbClr val="070154"/>
            </a:solidFill>
            <a:ln>
              <a:noFill/>
            </a:ln>
          </p:spPr>
        </p:sp>
        <p:sp>
          <p:nvSpPr>
            <p:cNvPr id="110" name="node07.row.item-003.c.dots-3"/>
            <p:cNvSpPr/>
            <p:nvPr/>
          </p:nvSpPr>
          <p:spPr>
            <a:xfrm>
              <a:off x="9410700" y="4279900"/>
              <a:ext cx="101600" cy="101600"/>
            </a:xfrm>
            <a:prstGeom prst="ellipse">
              <a:avLst/>
            </a:prstGeom>
            <a:solidFill>
              <a:srgbClr val="070154"/>
            </a:solidFill>
            <a:ln>
              <a:noFill/>
            </a:ln>
          </p:spPr>
        </p:sp>
        <p:sp>
          <p:nvSpPr>
            <p:cNvPr id="111" name="node07.row.item-003.c.dots-4"/>
            <p:cNvSpPr/>
            <p:nvPr/>
          </p:nvSpPr>
          <p:spPr>
            <a:xfrm>
              <a:off x="9563100" y="4279900"/>
              <a:ext cx="101600" cy="101600"/>
            </a:xfrm>
            <a:prstGeom prst="ellipse">
              <a:avLst/>
            </a:prstGeom>
            <a:solidFill>
              <a:srgbClr val="070154"/>
            </a:solidFill>
            <a:ln>
              <a:noFill/>
            </a:ln>
          </p:spPr>
        </p:sp>
        <p:sp>
          <p:nvSpPr>
            <p:cNvPr id="112" name="node07.row.item-004.a.dots-1"/>
            <p:cNvSpPr/>
            <p:nvPr/>
          </p:nvSpPr>
          <p:spPr>
            <a:xfrm>
              <a:off x="4076700" y="4914900"/>
              <a:ext cx="101600" cy="101600"/>
            </a:xfrm>
            <a:prstGeom prst="ellipse">
              <a:avLst/>
            </a:prstGeom>
            <a:solidFill>
              <a:srgbClr val="070154"/>
            </a:solidFill>
            <a:ln>
              <a:noFill/>
            </a:ln>
          </p:spPr>
        </p:sp>
        <p:sp>
          <p:nvSpPr>
            <p:cNvPr id="113" name="node07.row.item-004.a.dots-2"/>
            <p:cNvSpPr/>
            <p:nvPr/>
          </p:nvSpPr>
          <p:spPr>
            <a:xfrm>
              <a:off x="4229100" y="4914900"/>
              <a:ext cx="101600" cy="101600"/>
            </a:xfrm>
            <a:prstGeom prst="ellipse">
              <a:avLst/>
            </a:prstGeom>
            <a:solidFill>
              <a:srgbClr val="070154"/>
            </a:solidFill>
            <a:ln>
              <a:noFill/>
            </a:ln>
          </p:spPr>
        </p:sp>
        <p:sp>
          <p:nvSpPr>
            <p:cNvPr id="114" name="node07.row.item-004.a.dots-3"/>
            <p:cNvSpPr/>
            <p:nvPr/>
          </p:nvSpPr>
          <p:spPr>
            <a:xfrm>
              <a:off x="4381500" y="4914900"/>
              <a:ext cx="101600" cy="101600"/>
            </a:xfrm>
            <a:prstGeom prst="ellipse">
              <a:avLst/>
            </a:prstGeom>
            <a:solidFill>
              <a:srgbClr val="070154"/>
            </a:solidFill>
            <a:ln>
              <a:noFill/>
            </a:ln>
          </p:spPr>
        </p:sp>
        <p:sp>
          <p:nvSpPr>
            <p:cNvPr id="115" name="node07.row.item-004.a.dots-4"/>
            <p:cNvSpPr/>
            <p:nvPr/>
          </p:nvSpPr>
          <p:spPr>
            <a:xfrm>
              <a:off x="4533900" y="4914900"/>
              <a:ext cx="101600" cy="101600"/>
            </a:xfrm>
            <a:prstGeom prst="ellipse">
              <a:avLst/>
            </a:prstGeom>
            <a:solidFill>
              <a:srgbClr val="CED7E6"/>
            </a:solidFill>
            <a:ln>
              <a:noFill/>
            </a:ln>
          </p:spPr>
        </p:sp>
        <p:sp>
          <p:nvSpPr>
            <p:cNvPr id="116" name="node07.row.item-004.b.dots-1"/>
            <p:cNvSpPr/>
            <p:nvPr/>
          </p:nvSpPr>
          <p:spPr>
            <a:xfrm>
              <a:off x="6591300" y="4914900"/>
              <a:ext cx="101600" cy="101600"/>
            </a:xfrm>
            <a:prstGeom prst="ellipse">
              <a:avLst/>
            </a:prstGeom>
            <a:solidFill>
              <a:srgbClr val="0047FF"/>
            </a:solidFill>
            <a:ln>
              <a:noFill/>
            </a:ln>
          </p:spPr>
        </p:sp>
        <p:sp>
          <p:nvSpPr>
            <p:cNvPr id="117" name="node07.row.item-004.b.dots-2"/>
            <p:cNvSpPr/>
            <p:nvPr/>
          </p:nvSpPr>
          <p:spPr>
            <a:xfrm>
              <a:off x="6743700" y="4914900"/>
              <a:ext cx="101600" cy="101600"/>
            </a:xfrm>
            <a:prstGeom prst="ellipse">
              <a:avLst/>
            </a:prstGeom>
            <a:solidFill>
              <a:srgbClr val="0047FF"/>
            </a:solidFill>
            <a:ln>
              <a:noFill/>
            </a:ln>
          </p:spPr>
        </p:sp>
        <p:sp>
          <p:nvSpPr>
            <p:cNvPr id="118" name="node07.row.item-004.b.dots-3"/>
            <p:cNvSpPr/>
            <p:nvPr/>
          </p:nvSpPr>
          <p:spPr>
            <a:xfrm>
              <a:off x="6896100" y="4914900"/>
              <a:ext cx="101600" cy="101600"/>
            </a:xfrm>
            <a:prstGeom prst="ellipse">
              <a:avLst/>
            </a:prstGeom>
            <a:solidFill>
              <a:srgbClr val="0047FF"/>
            </a:solidFill>
            <a:ln>
              <a:noFill/>
            </a:ln>
          </p:spPr>
        </p:sp>
        <p:sp>
          <p:nvSpPr>
            <p:cNvPr id="119" name="node07.row.item-004.b.dots-4"/>
            <p:cNvSpPr/>
            <p:nvPr/>
          </p:nvSpPr>
          <p:spPr>
            <a:xfrm>
              <a:off x="7048500" y="4914900"/>
              <a:ext cx="101600" cy="101600"/>
            </a:xfrm>
            <a:prstGeom prst="ellipse">
              <a:avLst/>
            </a:prstGeom>
            <a:solidFill>
              <a:srgbClr val="CED7E6"/>
            </a:solidFill>
            <a:ln>
              <a:noFill/>
            </a:ln>
          </p:spPr>
        </p:sp>
        <p:sp>
          <p:nvSpPr>
            <p:cNvPr id="120" name="node07.row.item-004.c.dots-1"/>
            <p:cNvSpPr/>
            <p:nvPr/>
          </p:nvSpPr>
          <p:spPr>
            <a:xfrm>
              <a:off x="9105900" y="4914900"/>
              <a:ext cx="101600" cy="101600"/>
            </a:xfrm>
            <a:prstGeom prst="ellipse">
              <a:avLst/>
            </a:prstGeom>
            <a:solidFill>
              <a:srgbClr val="070154"/>
            </a:solidFill>
            <a:ln>
              <a:noFill/>
            </a:ln>
          </p:spPr>
        </p:sp>
        <p:sp>
          <p:nvSpPr>
            <p:cNvPr id="121" name="node07.row.item-004.c.dots-2"/>
            <p:cNvSpPr/>
            <p:nvPr/>
          </p:nvSpPr>
          <p:spPr>
            <a:xfrm>
              <a:off x="9258300" y="4914900"/>
              <a:ext cx="101600" cy="101600"/>
            </a:xfrm>
            <a:prstGeom prst="ellipse">
              <a:avLst/>
            </a:prstGeom>
            <a:solidFill>
              <a:srgbClr val="070154"/>
            </a:solidFill>
            <a:ln>
              <a:noFill/>
            </a:ln>
          </p:spPr>
        </p:sp>
        <p:sp>
          <p:nvSpPr>
            <p:cNvPr id="122" name="node07.row.item-004.c.dots-3"/>
            <p:cNvSpPr/>
            <p:nvPr/>
          </p:nvSpPr>
          <p:spPr>
            <a:xfrm>
              <a:off x="9410700" y="4914900"/>
              <a:ext cx="101600" cy="101600"/>
            </a:xfrm>
            <a:prstGeom prst="ellipse">
              <a:avLst/>
            </a:prstGeom>
            <a:solidFill>
              <a:srgbClr val="CED7E6"/>
            </a:solidFill>
            <a:ln>
              <a:noFill/>
            </a:ln>
          </p:spPr>
        </p:sp>
        <p:sp>
          <p:nvSpPr>
            <p:cNvPr id="123" name="node07.row.item-004.c.dots-4"/>
            <p:cNvSpPr/>
            <p:nvPr/>
          </p:nvSpPr>
          <p:spPr>
            <a:xfrm>
              <a:off x="9563100" y="4914900"/>
              <a:ext cx="101600" cy="101600"/>
            </a:xfrm>
            <a:prstGeom prst="ellipse">
              <a:avLst/>
            </a:prstGeom>
            <a:solidFill>
              <a:srgbClr val="CED7E6"/>
            </a:solidFill>
            <a:ln>
              <a:noFill/>
            </a:ln>
          </p:spPr>
        </p:sp>
        <p:sp>
          <p:nvSpPr>
            <p:cNvPr id="124" name="node07.row.item-005.a.dots-1"/>
            <p:cNvSpPr/>
            <p:nvPr/>
          </p:nvSpPr>
          <p:spPr>
            <a:xfrm>
              <a:off x="4076700" y="5549900"/>
              <a:ext cx="101600" cy="101600"/>
            </a:xfrm>
            <a:prstGeom prst="ellipse">
              <a:avLst/>
            </a:prstGeom>
            <a:solidFill>
              <a:srgbClr val="070154"/>
            </a:solidFill>
            <a:ln>
              <a:noFill/>
            </a:ln>
          </p:spPr>
        </p:sp>
        <p:sp>
          <p:nvSpPr>
            <p:cNvPr id="125" name="node07.row.item-005.a.dots-2"/>
            <p:cNvSpPr/>
            <p:nvPr/>
          </p:nvSpPr>
          <p:spPr>
            <a:xfrm>
              <a:off x="4229100" y="5549900"/>
              <a:ext cx="101600" cy="101600"/>
            </a:xfrm>
            <a:prstGeom prst="ellipse">
              <a:avLst/>
            </a:prstGeom>
            <a:solidFill>
              <a:srgbClr val="070154"/>
            </a:solidFill>
            <a:ln>
              <a:noFill/>
            </a:ln>
          </p:spPr>
        </p:sp>
        <p:sp>
          <p:nvSpPr>
            <p:cNvPr id="126" name="node07.row.item-005.a.dots-3"/>
            <p:cNvSpPr/>
            <p:nvPr/>
          </p:nvSpPr>
          <p:spPr>
            <a:xfrm>
              <a:off x="4381500" y="5549900"/>
              <a:ext cx="101600" cy="101600"/>
            </a:xfrm>
            <a:prstGeom prst="ellipse">
              <a:avLst/>
            </a:prstGeom>
            <a:solidFill>
              <a:srgbClr val="CED7E6"/>
            </a:solidFill>
            <a:ln>
              <a:noFill/>
            </a:ln>
          </p:spPr>
        </p:sp>
        <p:sp>
          <p:nvSpPr>
            <p:cNvPr id="127" name="node07.row.item-005.a.dots-4"/>
            <p:cNvSpPr/>
            <p:nvPr/>
          </p:nvSpPr>
          <p:spPr>
            <a:xfrm>
              <a:off x="4533900" y="5549900"/>
              <a:ext cx="101600" cy="101600"/>
            </a:xfrm>
            <a:prstGeom prst="ellipse">
              <a:avLst/>
            </a:prstGeom>
            <a:solidFill>
              <a:srgbClr val="CED7E6"/>
            </a:solidFill>
            <a:ln>
              <a:noFill/>
            </a:ln>
          </p:spPr>
        </p:sp>
        <p:sp>
          <p:nvSpPr>
            <p:cNvPr id="128" name="node07.row.item-005.b.dots-1"/>
            <p:cNvSpPr/>
            <p:nvPr/>
          </p:nvSpPr>
          <p:spPr>
            <a:xfrm>
              <a:off x="6591300" y="5549900"/>
              <a:ext cx="101600" cy="101600"/>
            </a:xfrm>
            <a:prstGeom prst="ellipse">
              <a:avLst/>
            </a:prstGeom>
            <a:solidFill>
              <a:srgbClr val="0047FF"/>
            </a:solidFill>
            <a:ln>
              <a:noFill/>
            </a:ln>
          </p:spPr>
        </p:sp>
        <p:sp>
          <p:nvSpPr>
            <p:cNvPr id="129" name="node07.row.item-005.b.dots-2"/>
            <p:cNvSpPr/>
            <p:nvPr/>
          </p:nvSpPr>
          <p:spPr>
            <a:xfrm>
              <a:off x="6743700" y="5549900"/>
              <a:ext cx="101600" cy="101600"/>
            </a:xfrm>
            <a:prstGeom prst="ellipse">
              <a:avLst/>
            </a:prstGeom>
            <a:solidFill>
              <a:srgbClr val="0047FF"/>
            </a:solidFill>
            <a:ln>
              <a:noFill/>
            </a:ln>
          </p:spPr>
        </p:sp>
        <p:sp>
          <p:nvSpPr>
            <p:cNvPr id="130" name="node07.row.item-005.b.dots-3"/>
            <p:cNvSpPr/>
            <p:nvPr/>
          </p:nvSpPr>
          <p:spPr>
            <a:xfrm>
              <a:off x="6896100" y="5549900"/>
              <a:ext cx="101600" cy="101600"/>
            </a:xfrm>
            <a:prstGeom prst="ellipse">
              <a:avLst/>
            </a:prstGeom>
            <a:solidFill>
              <a:srgbClr val="0047FF"/>
            </a:solidFill>
            <a:ln>
              <a:noFill/>
            </a:ln>
          </p:spPr>
        </p:sp>
        <p:sp>
          <p:nvSpPr>
            <p:cNvPr id="131" name="node07.row.item-005.b.dots-4"/>
            <p:cNvSpPr/>
            <p:nvPr/>
          </p:nvSpPr>
          <p:spPr>
            <a:xfrm>
              <a:off x="7048500" y="5549900"/>
              <a:ext cx="101600" cy="101600"/>
            </a:xfrm>
            <a:prstGeom prst="ellipse">
              <a:avLst/>
            </a:prstGeom>
            <a:solidFill>
              <a:srgbClr val="0047FF"/>
            </a:solidFill>
            <a:ln>
              <a:noFill/>
            </a:ln>
          </p:spPr>
        </p:sp>
        <p:sp>
          <p:nvSpPr>
            <p:cNvPr id="132" name="node07.row.item-005.c.dots-1"/>
            <p:cNvSpPr/>
            <p:nvPr/>
          </p:nvSpPr>
          <p:spPr>
            <a:xfrm>
              <a:off x="9105900" y="5549900"/>
              <a:ext cx="101600" cy="101600"/>
            </a:xfrm>
            <a:prstGeom prst="ellipse">
              <a:avLst/>
            </a:prstGeom>
            <a:solidFill>
              <a:srgbClr val="070154"/>
            </a:solidFill>
            <a:ln>
              <a:noFill/>
            </a:ln>
          </p:spPr>
        </p:sp>
        <p:sp>
          <p:nvSpPr>
            <p:cNvPr id="133" name="node07.row.item-005.c.dots-2"/>
            <p:cNvSpPr/>
            <p:nvPr/>
          </p:nvSpPr>
          <p:spPr>
            <a:xfrm>
              <a:off x="9258300" y="5549900"/>
              <a:ext cx="101600" cy="101600"/>
            </a:xfrm>
            <a:prstGeom prst="ellipse">
              <a:avLst/>
            </a:prstGeom>
            <a:solidFill>
              <a:srgbClr val="070154"/>
            </a:solidFill>
            <a:ln>
              <a:noFill/>
            </a:ln>
          </p:spPr>
        </p:sp>
        <p:sp>
          <p:nvSpPr>
            <p:cNvPr id="134" name="node07.row.item-005.c.dots-3"/>
            <p:cNvSpPr/>
            <p:nvPr/>
          </p:nvSpPr>
          <p:spPr>
            <a:xfrm>
              <a:off x="9410700" y="5549900"/>
              <a:ext cx="101600" cy="101600"/>
            </a:xfrm>
            <a:prstGeom prst="ellipse">
              <a:avLst/>
            </a:prstGeom>
            <a:solidFill>
              <a:srgbClr val="070154"/>
            </a:solidFill>
            <a:ln>
              <a:noFill/>
            </a:ln>
          </p:spPr>
        </p:sp>
        <p:sp>
          <p:nvSpPr>
            <p:cNvPr id="135" name="node07.row.item-005.c.dots-4"/>
            <p:cNvSpPr/>
            <p:nvPr/>
          </p:nvSpPr>
          <p:spPr>
            <a:xfrm>
              <a:off x="9563100" y="5549900"/>
              <a:ext cx="101600" cy="101600"/>
            </a:xfrm>
            <a:prstGeom prst="ellipse">
              <a:avLst/>
            </a:prstGeom>
            <a:solidFill>
              <a:srgbClr val="CED7E6"/>
            </a:solidFill>
            <a:ln>
              <a:noFill/>
            </a:ln>
          </p:spPr>
        </p:sp>
        <p:sp>
          <p:nvSpPr>
            <p:cNvPr id="136" name="node07.highlight-edge"/>
            <p:cNvSpPr/>
            <p:nvPr/>
          </p:nvSpPr>
          <p:spPr>
            <a:xfrm>
              <a:off x="6438900" y="2247900"/>
              <a:ext cx="2514600" cy="38100"/>
            </a:xfrm>
            <a:prstGeom prst="rect">
              <a:avLst/>
            </a:prstGeom>
            <a:solidFill>
              <a:srgbClr val="0047FF"/>
            </a:solidFill>
            <a:ln>
              <a:noFill/>
            </a:ln>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ource-404">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PRIORITIZATION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Quick wins first: high value, low effort</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a:t>
            </a:fld>
            <a:endParaRPr lang="en-US" sz="700" spc="0" kern="0" b="0" i="0" dirty="0">
              <a:solidFill>
                <a:srgbClr val="070154"/>
              </a:solidFill>
              <a:latin typeface="IBM Plex Mono SemiBold"/>
              <a:ea typeface="IBM Plex Mono SemiBold"/>
              <a:cs typeface="IBM Plex Mono SemiBold"/>
            </a:endParaRPr>
          </a:p>
        </p:txBody>
      </p:sp>
      <p:grpSp>
        <p:nvGrpSpPr>
          <p:cNvPr id="121" name="node01"/>
          <p:cNvGrpSpPr/>
          <p:nvPr/>
        </p:nvGrpSpPr>
        <p:grpSpPr>
          <a:xfrm>
            <a:off x="5308600" y="342900"/>
            <a:ext cx="5511800" cy="5346700"/>
            <a:chOff x="5308600" y="342900"/>
            <a:chExt cx="5511800" cy="5346700"/>
          </a:xfrm>
        </p:grpSpPr>
        <p:sp>
          <p:nvSpPr>
            <p:cNvPr id="7" name="node01.quadrant.tl"/>
            <p:cNvSpPr/>
            <p:nvPr/>
          </p:nvSpPr>
          <p:spPr>
            <a:xfrm>
              <a:off x="5524500" y="342900"/>
              <a:ext cx="2571750" cy="2571750"/>
            </a:xfrm>
            <a:prstGeom prst="rect">
              <a:avLst/>
            </a:prstGeom>
            <a:solidFill>
              <a:srgbClr val="E8EEF8"/>
            </a:solidFill>
            <a:ln>
              <a:noFill/>
            </a:ln>
          </p:spPr>
        </p:sp>
        <p:sp>
          <p:nvSpPr>
            <p:cNvPr id="8" name="node01.name.tl"/>
            <p:cNvSpPr/>
            <p:nvPr/>
          </p:nvSpPr>
          <p:spPr>
            <a:xfrm>
              <a:off x="5638800" y="419100"/>
              <a:ext cx="2343150" cy="1524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QUICK WINS</a:t>
              </a:r>
              <a:endParaRPr lang="en-US" sz="900" spc="60" kern="0" b="0" i="0" dirty="0">
                <a:solidFill>
                  <a:srgbClr val="070154"/>
                </a:solidFill>
                <a:latin typeface="IBM Plex Mono SemiBold"/>
                <a:ea typeface="IBM Plex Mono SemiBold"/>
                <a:cs typeface="IBM Plex Mono SemiBold"/>
              </a:endParaRPr>
            </a:p>
          </p:txBody>
        </p:sp>
        <p:sp>
          <p:nvSpPr>
            <p:cNvPr id="9" name="node01.tag-bg.tl"/>
            <p:cNvSpPr/>
            <p:nvPr/>
          </p:nvSpPr>
          <p:spPr>
            <a:xfrm>
              <a:off x="5638800" y="647700"/>
              <a:ext cx="759470" cy="203200"/>
            </a:xfrm>
            <a:prstGeom prst="rect">
              <a:avLst/>
            </a:prstGeom>
            <a:solidFill>
              <a:srgbClr val="05013F"/>
            </a:solidFill>
            <a:ln>
              <a:noFill/>
            </a:ln>
          </p:spPr>
        </p:sp>
        <p:sp>
          <p:nvSpPr>
            <p:cNvPr id="10" name="node01.tag.tl"/>
            <p:cNvSpPr/>
            <p:nvPr/>
          </p:nvSpPr>
          <p:spPr>
            <a:xfrm>
              <a:off x="5715000" y="660400"/>
              <a:ext cx="607070"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AIM HERE</a:t>
              </a:r>
              <a:endParaRPr lang="en-US" sz="850" spc="60" kern="0" b="0" i="0" dirty="0">
                <a:solidFill>
                  <a:srgbClr val="FFFFFF"/>
                </a:solidFill>
                <a:latin typeface="IBM Plex Mono SemiBold"/>
                <a:ea typeface="IBM Plex Mono SemiBold"/>
                <a:cs typeface="IBM Plex Mono SemiBold"/>
              </a:endParaRPr>
            </a:p>
          </p:txBody>
        </p:sp>
        <p:sp>
          <p:nvSpPr>
            <p:cNvPr id="11" name="node01.quadrant.tr"/>
            <p:cNvSpPr/>
            <p:nvPr/>
          </p:nvSpPr>
          <p:spPr>
            <a:xfrm>
              <a:off x="8096250" y="342900"/>
              <a:ext cx="2571750" cy="2571750"/>
            </a:xfrm>
            <a:prstGeom prst="rect">
              <a:avLst/>
            </a:prstGeom>
            <a:solidFill>
              <a:srgbClr val="FFFFFF"/>
            </a:solidFill>
            <a:ln>
              <a:noFill/>
            </a:ln>
          </p:spPr>
        </p:sp>
        <p:sp>
          <p:nvSpPr>
            <p:cNvPr id="12" name="node01.name.tr"/>
            <p:cNvSpPr/>
            <p:nvPr/>
          </p:nvSpPr>
          <p:spPr>
            <a:xfrm>
              <a:off x="8210550" y="419100"/>
              <a:ext cx="2343150" cy="1524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BIG BETS</a:t>
              </a:r>
              <a:endParaRPr lang="en-US" sz="900" spc="60" kern="0" b="0" i="0" dirty="0">
                <a:solidFill>
                  <a:srgbClr val="070154"/>
                </a:solidFill>
                <a:latin typeface="IBM Plex Mono SemiBold"/>
                <a:ea typeface="IBM Plex Mono SemiBold"/>
                <a:cs typeface="IBM Plex Mono SemiBold"/>
              </a:endParaRPr>
            </a:p>
          </p:txBody>
        </p:sp>
        <p:sp>
          <p:nvSpPr>
            <p:cNvPr id="13" name="node01.quadrant.bl"/>
            <p:cNvSpPr/>
            <p:nvPr/>
          </p:nvSpPr>
          <p:spPr>
            <a:xfrm>
              <a:off x="5524500" y="2914650"/>
              <a:ext cx="2571750" cy="2571750"/>
            </a:xfrm>
            <a:prstGeom prst="rect">
              <a:avLst/>
            </a:prstGeom>
            <a:solidFill>
              <a:srgbClr val="FFFFFF"/>
            </a:solidFill>
            <a:ln>
              <a:noFill/>
            </a:ln>
          </p:spPr>
        </p:sp>
        <p:sp>
          <p:nvSpPr>
            <p:cNvPr id="14" name="node01.name.bl"/>
            <p:cNvSpPr/>
            <p:nvPr/>
          </p:nvSpPr>
          <p:spPr>
            <a:xfrm>
              <a:off x="5638800" y="5181600"/>
              <a:ext cx="2343150" cy="1524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FILL-INS</a:t>
              </a:r>
              <a:endParaRPr lang="en-US" sz="900" spc="60" kern="0" b="0" i="0" dirty="0">
                <a:solidFill>
                  <a:srgbClr val="070154"/>
                </a:solidFill>
                <a:latin typeface="IBM Plex Mono SemiBold"/>
                <a:ea typeface="IBM Plex Mono SemiBold"/>
                <a:cs typeface="IBM Plex Mono SemiBold"/>
              </a:endParaRPr>
            </a:p>
          </p:txBody>
        </p:sp>
        <p:sp>
          <p:nvSpPr>
            <p:cNvPr id="15" name="node01.quadrant.br"/>
            <p:cNvSpPr/>
            <p:nvPr/>
          </p:nvSpPr>
          <p:spPr>
            <a:xfrm>
              <a:off x="8096250" y="2914650"/>
              <a:ext cx="2571750" cy="2571750"/>
            </a:xfrm>
            <a:prstGeom prst="rect">
              <a:avLst/>
            </a:prstGeom>
            <a:solidFill>
              <a:srgbClr val="FFFFFF"/>
            </a:solidFill>
            <a:ln>
              <a:noFill/>
            </a:ln>
          </p:spPr>
        </p:sp>
        <p:sp>
          <p:nvSpPr>
            <p:cNvPr id="16" name="node01.hatch.br.000"/>
            <p:cNvSpPr/>
            <p:nvPr/>
          </p:nvSpPr>
          <p:spPr>
            <a:xfrm>
              <a:off x="8096250" y="5486400"/>
              <a:ext cx="127" cy="127"/>
            </a:xfrm>
            <a:custGeom>
              <a:avLst/>
              <a:gdLst/>
              <a:ahLst/>
              <a:cxnLst/>
              <a:rect l="l" t="t" r="r" b="b"/>
              <a:pathLst>
                <a:path w="127" h="127">
                  <a:moveTo>
                    <a:pt x="0" y="0"/>
                  </a:moveTo>
                  <a:lnTo>
                    <a:pt x="0" y="0"/>
                  </a:lnTo>
                </a:path>
              </a:pathLst>
            </a:custGeom>
            <a:ln w="25400">
              <a:solidFill>
                <a:srgbClr val="CED7E6"/>
              </a:solidFill>
              <a:prstDash val="solid"/>
            </a:ln>
          </p:spPr>
        </p:sp>
        <p:sp>
          <p:nvSpPr>
            <p:cNvPr id="17" name="node01.hatch.br.001"/>
            <p:cNvSpPr/>
            <p:nvPr/>
          </p:nvSpPr>
          <p:spPr>
            <a:xfrm>
              <a:off x="8096250" y="5410200"/>
              <a:ext cx="76200" cy="76200"/>
            </a:xfrm>
            <a:custGeom>
              <a:avLst/>
              <a:gdLst/>
              <a:ahLst/>
              <a:cxnLst/>
              <a:rect l="l" t="t" r="r" b="b"/>
              <a:pathLst>
                <a:path w="76200" h="76200">
                  <a:moveTo>
                    <a:pt x="0" y="0"/>
                  </a:moveTo>
                  <a:lnTo>
                    <a:pt x="76200" y="76200"/>
                  </a:lnTo>
                </a:path>
              </a:pathLst>
            </a:custGeom>
            <a:ln w="25400">
              <a:solidFill>
                <a:srgbClr val="CED7E6"/>
              </a:solidFill>
              <a:prstDash val="solid"/>
            </a:ln>
          </p:spPr>
        </p:sp>
        <p:sp>
          <p:nvSpPr>
            <p:cNvPr id="18" name="node01.hatch.br.002"/>
            <p:cNvSpPr/>
            <p:nvPr/>
          </p:nvSpPr>
          <p:spPr>
            <a:xfrm>
              <a:off x="8096250" y="5334000"/>
              <a:ext cx="152400" cy="152400"/>
            </a:xfrm>
            <a:custGeom>
              <a:avLst/>
              <a:gdLst/>
              <a:ahLst/>
              <a:cxnLst/>
              <a:rect l="l" t="t" r="r" b="b"/>
              <a:pathLst>
                <a:path w="152400" h="152400">
                  <a:moveTo>
                    <a:pt x="0" y="0"/>
                  </a:moveTo>
                  <a:lnTo>
                    <a:pt x="152400" y="152400"/>
                  </a:lnTo>
                </a:path>
              </a:pathLst>
            </a:custGeom>
            <a:ln w="25400">
              <a:solidFill>
                <a:srgbClr val="CED7E6"/>
              </a:solidFill>
              <a:prstDash val="solid"/>
            </a:ln>
          </p:spPr>
        </p:sp>
        <p:sp>
          <p:nvSpPr>
            <p:cNvPr id="19" name="node01.hatch.br.003"/>
            <p:cNvSpPr/>
            <p:nvPr/>
          </p:nvSpPr>
          <p:spPr>
            <a:xfrm>
              <a:off x="8096250" y="5257800"/>
              <a:ext cx="228600" cy="228600"/>
            </a:xfrm>
            <a:custGeom>
              <a:avLst/>
              <a:gdLst/>
              <a:ahLst/>
              <a:cxnLst/>
              <a:rect l="l" t="t" r="r" b="b"/>
              <a:pathLst>
                <a:path w="228600" h="228600">
                  <a:moveTo>
                    <a:pt x="0" y="0"/>
                  </a:moveTo>
                  <a:lnTo>
                    <a:pt x="228600" y="228600"/>
                  </a:lnTo>
                </a:path>
              </a:pathLst>
            </a:custGeom>
            <a:ln w="25400">
              <a:solidFill>
                <a:srgbClr val="CED7E6"/>
              </a:solidFill>
              <a:prstDash val="solid"/>
            </a:ln>
          </p:spPr>
        </p:sp>
        <p:sp>
          <p:nvSpPr>
            <p:cNvPr id="20" name="node01.hatch.br.004"/>
            <p:cNvSpPr/>
            <p:nvPr/>
          </p:nvSpPr>
          <p:spPr>
            <a:xfrm>
              <a:off x="8096250" y="5181600"/>
              <a:ext cx="304800" cy="304800"/>
            </a:xfrm>
            <a:custGeom>
              <a:avLst/>
              <a:gdLst/>
              <a:ahLst/>
              <a:cxnLst/>
              <a:rect l="l" t="t" r="r" b="b"/>
              <a:pathLst>
                <a:path w="304800" h="304800">
                  <a:moveTo>
                    <a:pt x="0" y="0"/>
                  </a:moveTo>
                  <a:lnTo>
                    <a:pt x="304800" y="304800"/>
                  </a:lnTo>
                </a:path>
              </a:pathLst>
            </a:custGeom>
            <a:ln w="25400">
              <a:solidFill>
                <a:srgbClr val="CED7E6"/>
              </a:solidFill>
              <a:prstDash val="solid"/>
            </a:ln>
          </p:spPr>
        </p:sp>
        <p:sp>
          <p:nvSpPr>
            <p:cNvPr id="21" name="node01.hatch.br.005"/>
            <p:cNvSpPr/>
            <p:nvPr/>
          </p:nvSpPr>
          <p:spPr>
            <a:xfrm>
              <a:off x="8096250" y="5105400"/>
              <a:ext cx="381000" cy="381000"/>
            </a:xfrm>
            <a:custGeom>
              <a:avLst/>
              <a:gdLst/>
              <a:ahLst/>
              <a:cxnLst/>
              <a:rect l="l" t="t" r="r" b="b"/>
              <a:pathLst>
                <a:path w="381000" h="381000">
                  <a:moveTo>
                    <a:pt x="0" y="0"/>
                  </a:moveTo>
                  <a:lnTo>
                    <a:pt x="381000" y="381000"/>
                  </a:lnTo>
                </a:path>
              </a:pathLst>
            </a:custGeom>
            <a:ln w="25400">
              <a:solidFill>
                <a:srgbClr val="CED7E6"/>
              </a:solidFill>
              <a:prstDash val="solid"/>
            </a:ln>
          </p:spPr>
        </p:sp>
        <p:sp>
          <p:nvSpPr>
            <p:cNvPr id="22" name="node01.hatch.br.006"/>
            <p:cNvSpPr/>
            <p:nvPr/>
          </p:nvSpPr>
          <p:spPr>
            <a:xfrm>
              <a:off x="8096250" y="5029200"/>
              <a:ext cx="457200" cy="457200"/>
            </a:xfrm>
            <a:custGeom>
              <a:avLst/>
              <a:gdLst/>
              <a:ahLst/>
              <a:cxnLst/>
              <a:rect l="l" t="t" r="r" b="b"/>
              <a:pathLst>
                <a:path w="457200" h="457200">
                  <a:moveTo>
                    <a:pt x="0" y="0"/>
                  </a:moveTo>
                  <a:lnTo>
                    <a:pt x="457200" y="457200"/>
                  </a:lnTo>
                </a:path>
              </a:pathLst>
            </a:custGeom>
            <a:ln w="25400">
              <a:solidFill>
                <a:srgbClr val="CED7E6"/>
              </a:solidFill>
              <a:prstDash val="solid"/>
            </a:ln>
          </p:spPr>
        </p:sp>
        <p:sp>
          <p:nvSpPr>
            <p:cNvPr id="23" name="node01.hatch.br.007"/>
            <p:cNvSpPr/>
            <p:nvPr/>
          </p:nvSpPr>
          <p:spPr>
            <a:xfrm>
              <a:off x="8096250" y="4953000"/>
              <a:ext cx="533400" cy="533400"/>
            </a:xfrm>
            <a:custGeom>
              <a:avLst/>
              <a:gdLst/>
              <a:ahLst/>
              <a:cxnLst/>
              <a:rect l="l" t="t" r="r" b="b"/>
              <a:pathLst>
                <a:path w="533400" h="533400">
                  <a:moveTo>
                    <a:pt x="0" y="0"/>
                  </a:moveTo>
                  <a:lnTo>
                    <a:pt x="533400" y="533400"/>
                  </a:lnTo>
                </a:path>
              </a:pathLst>
            </a:custGeom>
            <a:ln w="25400">
              <a:solidFill>
                <a:srgbClr val="CED7E6"/>
              </a:solidFill>
              <a:prstDash val="solid"/>
            </a:ln>
          </p:spPr>
        </p:sp>
        <p:sp>
          <p:nvSpPr>
            <p:cNvPr id="24" name="node01.hatch.br.008"/>
            <p:cNvSpPr/>
            <p:nvPr/>
          </p:nvSpPr>
          <p:spPr>
            <a:xfrm>
              <a:off x="8096250" y="4876800"/>
              <a:ext cx="609600" cy="609600"/>
            </a:xfrm>
            <a:custGeom>
              <a:avLst/>
              <a:gdLst/>
              <a:ahLst/>
              <a:cxnLst/>
              <a:rect l="l" t="t" r="r" b="b"/>
              <a:pathLst>
                <a:path w="609600" h="609600">
                  <a:moveTo>
                    <a:pt x="0" y="0"/>
                  </a:moveTo>
                  <a:lnTo>
                    <a:pt x="609600" y="609600"/>
                  </a:lnTo>
                </a:path>
              </a:pathLst>
            </a:custGeom>
            <a:ln w="25400">
              <a:solidFill>
                <a:srgbClr val="CED7E6"/>
              </a:solidFill>
              <a:prstDash val="solid"/>
            </a:ln>
          </p:spPr>
        </p:sp>
        <p:sp>
          <p:nvSpPr>
            <p:cNvPr id="25" name="node01.hatch.br.009"/>
            <p:cNvSpPr/>
            <p:nvPr/>
          </p:nvSpPr>
          <p:spPr>
            <a:xfrm>
              <a:off x="8096250" y="4800600"/>
              <a:ext cx="685800" cy="685800"/>
            </a:xfrm>
            <a:custGeom>
              <a:avLst/>
              <a:gdLst/>
              <a:ahLst/>
              <a:cxnLst/>
              <a:rect l="l" t="t" r="r" b="b"/>
              <a:pathLst>
                <a:path w="685800" h="685800">
                  <a:moveTo>
                    <a:pt x="0" y="0"/>
                  </a:moveTo>
                  <a:lnTo>
                    <a:pt x="685800" y="685800"/>
                  </a:lnTo>
                </a:path>
              </a:pathLst>
            </a:custGeom>
            <a:ln w="25400">
              <a:solidFill>
                <a:srgbClr val="CED7E6"/>
              </a:solidFill>
              <a:prstDash val="solid"/>
            </a:ln>
          </p:spPr>
        </p:sp>
        <p:sp>
          <p:nvSpPr>
            <p:cNvPr id="26" name="node01.hatch.br.010"/>
            <p:cNvSpPr/>
            <p:nvPr/>
          </p:nvSpPr>
          <p:spPr>
            <a:xfrm>
              <a:off x="8096250" y="4724400"/>
              <a:ext cx="762000" cy="762000"/>
            </a:xfrm>
            <a:custGeom>
              <a:avLst/>
              <a:gdLst/>
              <a:ahLst/>
              <a:cxnLst/>
              <a:rect l="l" t="t" r="r" b="b"/>
              <a:pathLst>
                <a:path w="762000" h="762000">
                  <a:moveTo>
                    <a:pt x="0" y="0"/>
                  </a:moveTo>
                  <a:lnTo>
                    <a:pt x="762000" y="762000"/>
                  </a:lnTo>
                </a:path>
              </a:pathLst>
            </a:custGeom>
            <a:ln w="25400">
              <a:solidFill>
                <a:srgbClr val="CED7E6"/>
              </a:solidFill>
              <a:prstDash val="solid"/>
            </a:ln>
          </p:spPr>
        </p:sp>
        <p:sp>
          <p:nvSpPr>
            <p:cNvPr id="27" name="node01.hatch.br.011"/>
            <p:cNvSpPr/>
            <p:nvPr/>
          </p:nvSpPr>
          <p:spPr>
            <a:xfrm>
              <a:off x="8096250" y="4648200"/>
              <a:ext cx="838200" cy="838200"/>
            </a:xfrm>
            <a:custGeom>
              <a:avLst/>
              <a:gdLst/>
              <a:ahLst/>
              <a:cxnLst/>
              <a:rect l="l" t="t" r="r" b="b"/>
              <a:pathLst>
                <a:path w="838200" h="838200">
                  <a:moveTo>
                    <a:pt x="0" y="0"/>
                  </a:moveTo>
                  <a:lnTo>
                    <a:pt x="838200" y="838200"/>
                  </a:lnTo>
                </a:path>
              </a:pathLst>
            </a:custGeom>
            <a:ln w="25400">
              <a:solidFill>
                <a:srgbClr val="CED7E6"/>
              </a:solidFill>
              <a:prstDash val="solid"/>
            </a:ln>
          </p:spPr>
        </p:sp>
        <p:sp>
          <p:nvSpPr>
            <p:cNvPr id="28" name="node01.hatch.br.012"/>
            <p:cNvSpPr/>
            <p:nvPr/>
          </p:nvSpPr>
          <p:spPr>
            <a:xfrm>
              <a:off x="8096250" y="4572000"/>
              <a:ext cx="914400" cy="914400"/>
            </a:xfrm>
            <a:custGeom>
              <a:avLst/>
              <a:gdLst/>
              <a:ahLst/>
              <a:cxnLst/>
              <a:rect l="l" t="t" r="r" b="b"/>
              <a:pathLst>
                <a:path w="914400" h="914400">
                  <a:moveTo>
                    <a:pt x="0" y="0"/>
                  </a:moveTo>
                  <a:lnTo>
                    <a:pt x="914400" y="914400"/>
                  </a:lnTo>
                </a:path>
              </a:pathLst>
            </a:custGeom>
            <a:ln w="25400">
              <a:solidFill>
                <a:srgbClr val="CED7E6"/>
              </a:solidFill>
              <a:prstDash val="solid"/>
            </a:ln>
          </p:spPr>
        </p:sp>
        <p:sp>
          <p:nvSpPr>
            <p:cNvPr id="29" name="node01.hatch.br.013"/>
            <p:cNvSpPr/>
            <p:nvPr/>
          </p:nvSpPr>
          <p:spPr>
            <a:xfrm>
              <a:off x="8096250" y="4495800"/>
              <a:ext cx="990600" cy="990600"/>
            </a:xfrm>
            <a:custGeom>
              <a:avLst/>
              <a:gdLst/>
              <a:ahLst/>
              <a:cxnLst/>
              <a:rect l="l" t="t" r="r" b="b"/>
              <a:pathLst>
                <a:path w="990600" h="990600">
                  <a:moveTo>
                    <a:pt x="0" y="0"/>
                  </a:moveTo>
                  <a:lnTo>
                    <a:pt x="990600" y="990600"/>
                  </a:lnTo>
                </a:path>
              </a:pathLst>
            </a:custGeom>
            <a:ln w="25400">
              <a:solidFill>
                <a:srgbClr val="CED7E6"/>
              </a:solidFill>
              <a:prstDash val="solid"/>
            </a:ln>
          </p:spPr>
        </p:sp>
        <p:sp>
          <p:nvSpPr>
            <p:cNvPr id="30" name="node01.hatch.br.014"/>
            <p:cNvSpPr/>
            <p:nvPr/>
          </p:nvSpPr>
          <p:spPr>
            <a:xfrm>
              <a:off x="8096250" y="4419600"/>
              <a:ext cx="1066800" cy="1066800"/>
            </a:xfrm>
            <a:custGeom>
              <a:avLst/>
              <a:gdLst/>
              <a:ahLst/>
              <a:cxnLst/>
              <a:rect l="l" t="t" r="r" b="b"/>
              <a:pathLst>
                <a:path w="1066800" h="1066800">
                  <a:moveTo>
                    <a:pt x="0" y="0"/>
                  </a:moveTo>
                  <a:lnTo>
                    <a:pt x="1066800" y="1066800"/>
                  </a:lnTo>
                </a:path>
              </a:pathLst>
            </a:custGeom>
            <a:ln w="25400">
              <a:solidFill>
                <a:srgbClr val="CED7E6"/>
              </a:solidFill>
              <a:prstDash val="solid"/>
            </a:ln>
          </p:spPr>
        </p:sp>
        <p:sp>
          <p:nvSpPr>
            <p:cNvPr id="31" name="node01.hatch.br.015"/>
            <p:cNvSpPr/>
            <p:nvPr/>
          </p:nvSpPr>
          <p:spPr>
            <a:xfrm>
              <a:off x="8096250" y="4343400"/>
              <a:ext cx="1143000" cy="1143000"/>
            </a:xfrm>
            <a:custGeom>
              <a:avLst/>
              <a:gdLst/>
              <a:ahLst/>
              <a:cxnLst/>
              <a:rect l="l" t="t" r="r" b="b"/>
              <a:pathLst>
                <a:path w="1143000" h="1143000">
                  <a:moveTo>
                    <a:pt x="0" y="0"/>
                  </a:moveTo>
                  <a:lnTo>
                    <a:pt x="1143000" y="1143000"/>
                  </a:lnTo>
                </a:path>
              </a:pathLst>
            </a:custGeom>
            <a:ln w="25400">
              <a:solidFill>
                <a:srgbClr val="CED7E6"/>
              </a:solidFill>
              <a:prstDash val="solid"/>
            </a:ln>
          </p:spPr>
        </p:sp>
        <p:sp>
          <p:nvSpPr>
            <p:cNvPr id="32" name="node01.hatch.br.016"/>
            <p:cNvSpPr/>
            <p:nvPr/>
          </p:nvSpPr>
          <p:spPr>
            <a:xfrm>
              <a:off x="8096250" y="4267200"/>
              <a:ext cx="1219200" cy="1219200"/>
            </a:xfrm>
            <a:custGeom>
              <a:avLst/>
              <a:gdLst/>
              <a:ahLst/>
              <a:cxnLst/>
              <a:rect l="l" t="t" r="r" b="b"/>
              <a:pathLst>
                <a:path w="1219200" h="1219200">
                  <a:moveTo>
                    <a:pt x="0" y="0"/>
                  </a:moveTo>
                  <a:lnTo>
                    <a:pt x="1219200" y="1219200"/>
                  </a:lnTo>
                </a:path>
              </a:pathLst>
            </a:custGeom>
            <a:ln w="25400">
              <a:solidFill>
                <a:srgbClr val="CED7E6"/>
              </a:solidFill>
              <a:prstDash val="solid"/>
            </a:ln>
          </p:spPr>
        </p:sp>
        <p:sp>
          <p:nvSpPr>
            <p:cNvPr id="33" name="node01.hatch.br.017"/>
            <p:cNvSpPr/>
            <p:nvPr/>
          </p:nvSpPr>
          <p:spPr>
            <a:xfrm>
              <a:off x="8096250" y="4191000"/>
              <a:ext cx="1295400" cy="1295400"/>
            </a:xfrm>
            <a:custGeom>
              <a:avLst/>
              <a:gdLst/>
              <a:ahLst/>
              <a:cxnLst/>
              <a:rect l="l" t="t" r="r" b="b"/>
              <a:pathLst>
                <a:path w="1295400" h="1295400">
                  <a:moveTo>
                    <a:pt x="0" y="0"/>
                  </a:moveTo>
                  <a:lnTo>
                    <a:pt x="1295400" y="1295400"/>
                  </a:lnTo>
                </a:path>
              </a:pathLst>
            </a:custGeom>
            <a:ln w="25400">
              <a:solidFill>
                <a:srgbClr val="CED7E6"/>
              </a:solidFill>
              <a:prstDash val="solid"/>
            </a:ln>
          </p:spPr>
        </p:sp>
        <p:sp>
          <p:nvSpPr>
            <p:cNvPr id="34" name="node01.hatch.br.018"/>
            <p:cNvSpPr/>
            <p:nvPr/>
          </p:nvSpPr>
          <p:spPr>
            <a:xfrm>
              <a:off x="8096250" y="4114800"/>
              <a:ext cx="1371600" cy="1371600"/>
            </a:xfrm>
            <a:custGeom>
              <a:avLst/>
              <a:gdLst/>
              <a:ahLst/>
              <a:cxnLst/>
              <a:rect l="l" t="t" r="r" b="b"/>
              <a:pathLst>
                <a:path w="1371600" h="1371600">
                  <a:moveTo>
                    <a:pt x="0" y="0"/>
                  </a:moveTo>
                  <a:lnTo>
                    <a:pt x="1371600" y="1371600"/>
                  </a:lnTo>
                </a:path>
              </a:pathLst>
            </a:custGeom>
            <a:ln w="25400">
              <a:solidFill>
                <a:srgbClr val="CED7E6"/>
              </a:solidFill>
              <a:prstDash val="solid"/>
            </a:ln>
          </p:spPr>
        </p:sp>
        <p:sp>
          <p:nvSpPr>
            <p:cNvPr id="35" name="node01.hatch.br.019"/>
            <p:cNvSpPr/>
            <p:nvPr/>
          </p:nvSpPr>
          <p:spPr>
            <a:xfrm>
              <a:off x="8096250" y="4038600"/>
              <a:ext cx="1447800" cy="1447800"/>
            </a:xfrm>
            <a:custGeom>
              <a:avLst/>
              <a:gdLst/>
              <a:ahLst/>
              <a:cxnLst/>
              <a:rect l="l" t="t" r="r" b="b"/>
              <a:pathLst>
                <a:path w="1447800" h="1447800">
                  <a:moveTo>
                    <a:pt x="0" y="0"/>
                  </a:moveTo>
                  <a:lnTo>
                    <a:pt x="1447800" y="1447800"/>
                  </a:lnTo>
                </a:path>
              </a:pathLst>
            </a:custGeom>
            <a:ln w="25400">
              <a:solidFill>
                <a:srgbClr val="CED7E6"/>
              </a:solidFill>
              <a:prstDash val="solid"/>
            </a:ln>
          </p:spPr>
        </p:sp>
        <p:sp>
          <p:nvSpPr>
            <p:cNvPr id="36" name="node01.hatch.br.020"/>
            <p:cNvSpPr/>
            <p:nvPr/>
          </p:nvSpPr>
          <p:spPr>
            <a:xfrm>
              <a:off x="8096250" y="3962400"/>
              <a:ext cx="1524000" cy="1524000"/>
            </a:xfrm>
            <a:custGeom>
              <a:avLst/>
              <a:gdLst/>
              <a:ahLst/>
              <a:cxnLst/>
              <a:rect l="l" t="t" r="r" b="b"/>
              <a:pathLst>
                <a:path w="1524000" h="1524000">
                  <a:moveTo>
                    <a:pt x="0" y="0"/>
                  </a:moveTo>
                  <a:lnTo>
                    <a:pt x="1524000" y="1524000"/>
                  </a:lnTo>
                </a:path>
              </a:pathLst>
            </a:custGeom>
            <a:ln w="25400">
              <a:solidFill>
                <a:srgbClr val="CED7E6"/>
              </a:solidFill>
              <a:prstDash val="solid"/>
            </a:ln>
          </p:spPr>
        </p:sp>
        <p:sp>
          <p:nvSpPr>
            <p:cNvPr id="37" name="node01.hatch.br.021"/>
            <p:cNvSpPr/>
            <p:nvPr/>
          </p:nvSpPr>
          <p:spPr>
            <a:xfrm>
              <a:off x="8096250" y="3886200"/>
              <a:ext cx="1600200" cy="1600200"/>
            </a:xfrm>
            <a:custGeom>
              <a:avLst/>
              <a:gdLst/>
              <a:ahLst/>
              <a:cxnLst/>
              <a:rect l="l" t="t" r="r" b="b"/>
              <a:pathLst>
                <a:path w="1600200" h="1600200">
                  <a:moveTo>
                    <a:pt x="0" y="0"/>
                  </a:moveTo>
                  <a:lnTo>
                    <a:pt x="1600200" y="1600200"/>
                  </a:lnTo>
                </a:path>
              </a:pathLst>
            </a:custGeom>
            <a:ln w="25400">
              <a:solidFill>
                <a:srgbClr val="CED7E6"/>
              </a:solidFill>
              <a:prstDash val="solid"/>
            </a:ln>
          </p:spPr>
        </p:sp>
        <p:sp>
          <p:nvSpPr>
            <p:cNvPr id="38" name="node01.hatch.br.022"/>
            <p:cNvSpPr/>
            <p:nvPr/>
          </p:nvSpPr>
          <p:spPr>
            <a:xfrm>
              <a:off x="8096250" y="3810000"/>
              <a:ext cx="1676400" cy="1676400"/>
            </a:xfrm>
            <a:custGeom>
              <a:avLst/>
              <a:gdLst/>
              <a:ahLst/>
              <a:cxnLst/>
              <a:rect l="l" t="t" r="r" b="b"/>
              <a:pathLst>
                <a:path w="1676400" h="1676400">
                  <a:moveTo>
                    <a:pt x="0" y="0"/>
                  </a:moveTo>
                  <a:lnTo>
                    <a:pt x="1676400" y="1676400"/>
                  </a:lnTo>
                </a:path>
              </a:pathLst>
            </a:custGeom>
            <a:ln w="25400">
              <a:solidFill>
                <a:srgbClr val="CED7E6"/>
              </a:solidFill>
              <a:prstDash val="solid"/>
            </a:ln>
          </p:spPr>
        </p:sp>
        <p:sp>
          <p:nvSpPr>
            <p:cNvPr id="39" name="node01.hatch.br.023"/>
            <p:cNvSpPr/>
            <p:nvPr/>
          </p:nvSpPr>
          <p:spPr>
            <a:xfrm>
              <a:off x="8096250" y="3733800"/>
              <a:ext cx="1752600" cy="1752600"/>
            </a:xfrm>
            <a:custGeom>
              <a:avLst/>
              <a:gdLst/>
              <a:ahLst/>
              <a:cxnLst/>
              <a:rect l="l" t="t" r="r" b="b"/>
              <a:pathLst>
                <a:path w="1752600" h="1752600">
                  <a:moveTo>
                    <a:pt x="0" y="0"/>
                  </a:moveTo>
                  <a:lnTo>
                    <a:pt x="1752600" y="1752600"/>
                  </a:lnTo>
                </a:path>
              </a:pathLst>
            </a:custGeom>
            <a:ln w="25400">
              <a:solidFill>
                <a:srgbClr val="CED7E6"/>
              </a:solidFill>
              <a:prstDash val="solid"/>
            </a:ln>
          </p:spPr>
        </p:sp>
        <p:sp>
          <p:nvSpPr>
            <p:cNvPr id="40" name="node01.hatch.br.024"/>
            <p:cNvSpPr/>
            <p:nvPr/>
          </p:nvSpPr>
          <p:spPr>
            <a:xfrm>
              <a:off x="8096250" y="3657600"/>
              <a:ext cx="1828800" cy="1828800"/>
            </a:xfrm>
            <a:custGeom>
              <a:avLst/>
              <a:gdLst/>
              <a:ahLst/>
              <a:cxnLst/>
              <a:rect l="l" t="t" r="r" b="b"/>
              <a:pathLst>
                <a:path w="1828800" h="1828800">
                  <a:moveTo>
                    <a:pt x="0" y="0"/>
                  </a:moveTo>
                  <a:lnTo>
                    <a:pt x="1828800" y="1828800"/>
                  </a:lnTo>
                </a:path>
              </a:pathLst>
            </a:custGeom>
            <a:ln w="25400">
              <a:solidFill>
                <a:srgbClr val="CED7E6"/>
              </a:solidFill>
              <a:prstDash val="solid"/>
            </a:ln>
          </p:spPr>
        </p:sp>
        <p:sp>
          <p:nvSpPr>
            <p:cNvPr id="41" name="node01.hatch.br.025"/>
            <p:cNvSpPr/>
            <p:nvPr/>
          </p:nvSpPr>
          <p:spPr>
            <a:xfrm>
              <a:off x="8096250" y="3581400"/>
              <a:ext cx="1905000" cy="1905000"/>
            </a:xfrm>
            <a:custGeom>
              <a:avLst/>
              <a:gdLst/>
              <a:ahLst/>
              <a:cxnLst/>
              <a:rect l="l" t="t" r="r" b="b"/>
              <a:pathLst>
                <a:path w="1905000" h="1905000">
                  <a:moveTo>
                    <a:pt x="0" y="0"/>
                  </a:moveTo>
                  <a:lnTo>
                    <a:pt x="1905000" y="1905000"/>
                  </a:lnTo>
                </a:path>
              </a:pathLst>
            </a:custGeom>
            <a:ln w="25400">
              <a:solidFill>
                <a:srgbClr val="CED7E6"/>
              </a:solidFill>
              <a:prstDash val="solid"/>
            </a:ln>
          </p:spPr>
        </p:sp>
        <p:sp>
          <p:nvSpPr>
            <p:cNvPr id="42" name="node01.hatch.br.026"/>
            <p:cNvSpPr/>
            <p:nvPr/>
          </p:nvSpPr>
          <p:spPr>
            <a:xfrm>
              <a:off x="8096250" y="3505200"/>
              <a:ext cx="1981200" cy="1981200"/>
            </a:xfrm>
            <a:custGeom>
              <a:avLst/>
              <a:gdLst/>
              <a:ahLst/>
              <a:cxnLst/>
              <a:rect l="l" t="t" r="r" b="b"/>
              <a:pathLst>
                <a:path w="1981200" h="1981200">
                  <a:moveTo>
                    <a:pt x="0" y="0"/>
                  </a:moveTo>
                  <a:lnTo>
                    <a:pt x="1981200" y="1981200"/>
                  </a:lnTo>
                </a:path>
              </a:pathLst>
            </a:custGeom>
            <a:ln w="25400">
              <a:solidFill>
                <a:srgbClr val="CED7E6"/>
              </a:solidFill>
              <a:prstDash val="solid"/>
            </a:ln>
          </p:spPr>
        </p:sp>
        <p:sp>
          <p:nvSpPr>
            <p:cNvPr id="43" name="node01.hatch.br.027"/>
            <p:cNvSpPr/>
            <p:nvPr/>
          </p:nvSpPr>
          <p:spPr>
            <a:xfrm>
              <a:off x="8096250" y="3429000"/>
              <a:ext cx="2057400" cy="2057400"/>
            </a:xfrm>
            <a:custGeom>
              <a:avLst/>
              <a:gdLst/>
              <a:ahLst/>
              <a:cxnLst/>
              <a:rect l="l" t="t" r="r" b="b"/>
              <a:pathLst>
                <a:path w="2057400" h="2057400">
                  <a:moveTo>
                    <a:pt x="0" y="0"/>
                  </a:moveTo>
                  <a:lnTo>
                    <a:pt x="2057400" y="2057400"/>
                  </a:lnTo>
                </a:path>
              </a:pathLst>
            </a:custGeom>
            <a:ln w="25400">
              <a:solidFill>
                <a:srgbClr val="CED7E6"/>
              </a:solidFill>
              <a:prstDash val="solid"/>
            </a:ln>
          </p:spPr>
        </p:sp>
        <p:sp>
          <p:nvSpPr>
            <p:cNvPr id="44" name="node01.hatch.br.028"/>
            <p:cNvSpPr/>
            <p:nvPr/>
          </p:nvSpPr>
          <p:spPr>
            <a:xfrm>
              <a:off x="8096250" y="3352800"/>
              <a:ext cx="2133600" cy="2133600"/>
            </a:xfrm>
            <a:custGeom>
              <a:avLst/>
              <a:gdLst/>
              <a:ahLst/>
              <a:cxnLst/>
              <a:rect l="l" t="t" r="r" b="b"/>
              <a:pathLst>
                <a:path w="2133600" h="2133600">
                  <a:moveTo>
                    <a:pt x="0" y="0"/>
                  </a:moveTo>
                  <a:lnTo>
                    <a:pt x="2133600" y="2133600"/>
                  </a:lnTo>
                </a:path>
              </a:pathLst>
            </a:custGeom>
            <a:ln w="25400">
              <a:solidFill>
                <a:srgbClr val="CED7E6"/>
              </a:solidFill>
              <a:prstDash val="solid"/>
            </a:ln>
          </p:spPr>
        </p:sp>
        <p:sp>
          <p:nvSpPr>
            <p:cNvPr id="45" name="node01.hatch.br.029"/>
            <p:cNvSpPr/>
            <p:nvPr/>
          </p:nvSpPr>
          <p:spPr>
            <a:xfrm>
              <a:off x="8096250" y="3276600"/>
              <a:ext cx="2209800" cy="2209800"/>
            </a:xfrm>
            <a:custGeom>
              <a:avLst/>
              <a:gdLst/>
              <a:ahLst/>
              <a:cxnLst/>
              <a:rect l="l" t="t" r="r" b="b"/>
              <a:pathLst>
                <a:path w="2209800" h="2209800">
                  <a:moveTo>
                    <a:pt x="0" y="0"/>
                  </a:moveTo>
                  <a:lnTo>
                    <a:pt x="2209800" y="2209800"/>
                  </a:lnTo>
                </a:path>
              </a:pathLst>
            </a:custGeom>
            <a:ln w="25400">
              <a:solidFill>
                <a:srgbClr val="CED7E6"/>
              </a:solidFill>
              <a:prstDash val="solid"/>
            </a:ln>
          </p:spPr>
        </p:sp>
        <p:sp>
          <p:nvSpPr>
            <p:cNvPr id="46" name="node01.hatch.br.030"/>
            <p:cNvSpPr/>
            <p:nvPr/>
          </p:nvSpPr>
          <p:spPr>
            <a:xfrm>
              <a:off x="8096250" y="3200400"/>
              <a:ext cx="2286000" cy="2286000"/>
            </a:xfrm>
            <a:custGeom>
              <a:avLst/>
              <a:gdLst/>
              <a:ahLst/>
              <a:cxnLst/>
              <a:rect l="l" t="t" r="r" b="b"/>
              <a:pathLst>
                <a:path w="2286000" h="2286000">
                  <a:moveTo>
                    <a:pt x="0" y="0"/>
                  </a:moveTo>
                  <a:lnTo>
                    <a:pt x="2286000" y="2286000"/>
                  </a:lnTo>
                </a:path>
              </a:pathLst>
            </a:custGeom>
            <a:ln w="25400">
              <a:solidFill>
                <a:srgbClr val="CED7E6"/>
              </a:solidFill>
              <a:prstDash val="solid"/>
            </a:ln>
          </p:spPr>
        </p:sp>
        <p:sp>
          <p:nvSpPr>
            <p:cNvPr id="47" name="node01.hatch.br.031"/>
            <p:cNvSpPr/>
            <p:nvPr/>
          </p:nvSpPr>
          <p:spPr>
            <a:xfrm>
              <a:off x="8096250" y="3124200"/>
              <a:ext cx="2362200" cy="2362200"/>
            </a:xfrm>
            <a:custGeom>
              <a:avLst/>
              <a:gdLst/>
              <a:ahLst/>
              <a:cxnLst/>
              <a:rect l="l" t="t" r="r" b="b"/>
              <a:pathLst>
                <a:path w="2362200" h="2362200">
                  <a:moveTo>
                    <a:pt x="0" y="0"/>
                  </a:moveTo>
                  <a:lnTo>
                    <a:pt x="2362200" y="2362200"/>
                  </a:lnTo>
                </a:path>
              </a:pathLst>
            </a:custGeom>
            <a:ln w="25400">
              <a:solidFill>
                <a:srgbClr val="CED7E6"/>
              </a:solidFill>
              <a:prstDash val="solid"/>
            </a:ln>
          </p:spPr>
        </p:sp>
        <p:sp>
          <p:nvSpPr>
            <p:cNvPr id="48" name="node01.hatch.br.032"/>
            <p:cNvSpPr/>
            <p:nvPr/>
          </p:nvSpPr>
          <p:spPr>
            <a:xfrm>
              <a:off x="8096250" y="3048000"/>
              <a:ext cx="2438400" cy="2438400"/>
            </a:xfrm>
            <a:custGeom>
              <a:avLst/>
              <a:gdLst/>
              <a:ahLst/>
              <a:cxnLst/>
              <a:rect l="l" t="t" r="r" b="b"/>
              <a:pathLst>
                <a:path w="2438400" h="2438400">
                  <a:moveTo>
                    <a:pt x="0" y="0"/>
                  </a:moveTo>
                  <a:lnTo>
                    <a:pt x="2438400" y="2438400"/>
                  </a:lnTo>
                </a:path>
              </a:pathLst>
            </a:custGeom>
            <a:ln w="25400">
              <a:solidFill>
                <a:srgbClr val="CED7E6"/>
              </a:solidFill>
              <a:prstDash val="solid"/>
            </a:ln>
          </p:spPr>
        </p:sp>
        <p:sp>
          <p:nvSpPr>
            <p:cNvPr id="49" name="node01.hatch.br.033"/>
            <p:cNvSpPr/>
            <p:nvPr/>
          </p:nvSpPr>
          <p:spPr>
            <a:xfrm>
              <a:off x="8096250" y="2971800"/>
              <a:ext cx="2514600" cy="2514600"/>
            </a:xfrm>
            <a:custGeom>
              <a:avLst/>
              <a:gdLst/>
              <a:ahLst/>
              <a:cxnLst/>
              <a:rect l="l" t="t" r="r" b="b"/>
              <a:pathLst>
                <a:path w="2514600" h="2514600">
                  <a:moveTo>
                    <a:pt x="0" y="0"/>
                  </a:moveTo>
                  <a:lnTo>
                    <a:pt x="2514600" y="2514600"/>
                  </a:lnTo>
                </a:path>
              </a:pathLst>
            </a:custGeom>
            <a:ln w="25400">
              <a:solidFill>
                <a:srgbClr val="CED7E6"/>
              </a:solidFill>
              <a:prstDash val="solid"/>
            </a:ln>
          </p:spPr>
        </p:sp>
        <p:sp>
          <p:nvSpPr>
            <p:cNvPr id="50" name="node01.hatch.br.034"/>
            <p:cNvSpPr/>
            <p:nvPr/>
          </p:nvSpPr>
          <p:spPr>
            <a:xfrm>
              <a:off x="8115300" y="2914650"/>
              <a:ext cx="2552700" cy="2552700"/>
            </a:xfrm>
            <a:custGeom>
              <a:avLst/>
              <a:gdLst/>
              <a:ahLst/>
              <a:cxnLst/>
              <a:rect l="l" t="t" r="r" b="b"/>
              <a:pathLst>
                <a:path w="2552700" h="2552700">
                  <a:moveTo>
                    <a:pt x="0" y="0"/>
                  </a:moveTo>
                  <a:lnTo>
                    <a:pt x="2552700" y="2552700"/>
                  </a:lnTo>
                </a:path>
              </a:pathLst>
            </a:custGeom>
            <a:ln w="25400">
              <a:solidFill>
                <a:srgbClr val="CED7E6"/>
              </a:solidFill>
              <a:prstDash val="solid"/>
            </a:ln>
          </p:spPr>
        </p:sp>
        <p:sp>
          <p:nvSpPr>
            <p:cNvPr id="51" name="node01.hatch.br.035"/>
            <p:cNvSpPr/>
            <p:nvPr/>
          </p:nvSpPr>
          <p:spPr>
            <a:xfrm>
              <a:off x="8191500" y="2914650"/>
              <a:ext cx="2476500" cy="2476500"/>
            </a:xfrm>
            <a:custGeom>
              <a:avLst/>
              <a:gdLst/>
              <a:ahLst/>
              <a:cxnLst/>
              <a:rect l="l" t="t" r="r" b="b"/>
              <a:pathLst>
                <a:path w="2476500" h="2476500">
                  <a:moveTo>
                    <a:pt x="0" y="0"/>
                  </a:moveTo>
                  <a:lnTo>
                    <a:pt x="2476500" y="2476500"/>
                  </a:lnTo>
                </a:path>
              </a:pathLst>
            </a:custGeom>
            <a:ln w="25400">
              <a:solidFill>
                <a:srgbClr val="CED7E6"/>
              </a:solidFill>
              <a:prstDash val="solid"/>
            </a:ln>
          </p:spPr>
        </p:sp>
        <p:sp>
          <p:nvSpPr>
            <p:cNvPr id="52" name="node01.hatch.br.036"/>
            <p:cNvSpPr/>
            <p:nvPr/>
          </p:nvSpPr>
          <p:spPr>
            <a:xfrm>
              <a:off x="8267700" y="2914650"/>
              <a:ext cx="2400300" cy="2400300"/>
            </a:xfrm>
            <a:custGeom>
              <a:avLst/>
              <a:gdLst/>
              <a:ahLst/>
              <a:cxnLst/>
              <a:rect l="l" t="t" r="r" b="b"/>
              <a:pathLst>
                <a:path w="2400300" h="2400300">
                  <a:moveTo>
                    <a:pt x="0" y="0"/>
                  </a:moveTo>
                  <a:lnTo>
                    <a:pt x="2400300" y="2400300"/>
                  </a:lnTo>
                </a:path>
              </a:pathLst>
            </a:custGeom>
            <a:ln w="25400">
              <a:solidFill>
                <a:srgbClr val="CED7E6"/>
              </a:solidFill>
              <a:prstDash val="solid"/>
            </a:ln>
          </p:spPr>
        </p:sp>
        <p:sp>
          <p:nvSpPr>
            <p:cNvPr id="53" name="node01.hatch.br.037"/>
            <p:cNvSpPr/>
            <p:nvPr/>
          </p:nvSpPr>
          <p:spPr>
            <a:xfrm>
              <a:off x="8343900" y="2914650"/>
              <a:ext cx="2324100" cy="2324100"/>
            </a:xfrm>
            <a:custGeom>
              <a:avLst/>
              <a:gdLst/>
              <a:ahLst/>
              <a:cxnLst/>
              <a:rect l="l" t="t" r="r" b="b"/>
              <a:pathLst>
                <a:path w="2324100" h="2324100">
                  <a:moveTo>
                    <a:pt x="0" y="0"/>
                  </a:moveTo>
                  <a:lnTo>
                    <a:pt x="2324100" y="2324100"/>
                  </a:lnTo>
                </a:path>
              </a:pathLst>
            </a:custGeom>
            <a:ln w="25400">
              <a:solidFill>
                <a:srgbClr val="CED7E6"/>
              </a:solidFill>
              <a:prstDash val="solid"/>
            </a:ln>
          </p:spPr>
        </p:sp>
        <p:sp>
          <p:nvSpPr>
            <p:cNvPr id="54" name="node01.hatch.br.038"/>
            <p:cNvSpPr/>
            <p:nvPr/>
          </p:nvSpPr>
          <p:spPr>
            <a:xfrm>
              <a:off x="8420100" y="2914650"/>
              <a:ext cx="2247900" cy="2247900"/>
            </a:xfrm>
            <a:custGeom>
              <a:avLst/>
              <a:gdLst/>
              <a:ahLst/>
              <a:cxnLst/>
              <a:rect l="l" t="t" r="r" b="b"/>
              <a:pathLst>
                <a:path w="2247900" h="2247900">
                  <a:moveTo>
                    <a:pt x="0" y="0"/>
                  </a:moveTo>
                  <a:lnTo>
                    <a:pt x="2247900" y="2247900"/>
                  </a:lnTo>
                </a:path>
              </a:pathLst>
            </a:custGeom>
            <a:ln w="25400">
              <a:solidFill>
                <a:srgbClr val="CED7E6"/>
              </a:solidFill>
              <a:prstDash val="solid"/>
            </a:ln>
          </p:spPr>
        </p:sp>
        <p:sp>
          <p:nvSpPr>
            <p:cNvPr id="55" name="node01.hatch.br.039"/>
            <p:cNvSpPr/>
            <p:nvPr/>
          </p:nvSpPr>
          <p:spPr>
            <a:xfrm>
              <a:off x="8496300" y="2914650"/>
              <a:ext cx="2171700" cy="2171700"/>
            </a:xfrm>
            <a:custGeom>
              <a:avLst/>
              <a:gdLst/>
              <a:ahLst/>
              <a:cxnLst/>
              <a:rect l="l" t="t" r="r" b="b"/>
              <a:pathLst>
                <a:path w="2171700" h="2171700">
                  <a:moveTo>
                    <a:pt x="0" y="0"/>
                  </a:moveTo>
                  <a:lnTo>
                    <a:pt x="2171700" y="2171700"/>
                  </a:lnTo>
                </a:path>
              </a:pathLst>
            </a:custGeom>
            <a:ln w="25400">
              <a:solidFill>
                <a:srgbClr val="CED7E6"/>
              </a:solidFill>
              <a:prstDash val="solid"/>
            </a:ln>
          </p:spPr>
        </p:sp>
        <p:sp>
          <p:nvSpPr>
            <p:cNvPr id="56" name="node01.hatch.br.040"/>
            <p:cNvSpPr/>
            <p:nvPr/>
          </p:nvSpPr>
          <p:spPr>
            <a:xfrm>
              <a:off x="8572500" y="2914650"/>
              <a:ext cx="2095500" cy="2095500"/>
            </a:xfrm>
            <a:custGeom>
              <a:avLst/>
              <a:gdLst/>
              <a:ahLst/>
              <a:cxnLst/>
              <a:rect l="l" t="t" r="r" b="b"/>
              <a:pathLst>
                <a:path w="2095500" h="2095500">
                  <a:moveTo>
                    <a:pt x="0" y="0"/>
                  </a:moveTo>
                  <a:lnTo>
                    <a:pt x="2095500" y="2095500"/>
                  </a:lnTo>
                </a:path>
              </a:pathLst>
            </a:custGeom>
            <a:ln w="25400">
              <a:solidFill>
                <a:srgbClr val="CED7E6"/>
              </a:solidFill>
              <a:prstDash val="solid"/>
            </a:ln>
          </p:spPr>
        </p:sp>
        <p:sp>
          <p:nvSpPr>
            <p:cNvPr id="57" name="node01.hatch.br.041"/>
            <p:cNvSpPr/>
            <p:nvPr/>
          </p:nvSpPr>
          <p:spPr>
            <a:xfrm>
              <a:off x="8648700" y="2914650"/>
              <a:ext cx="2019300" cy="2019300"/>
            </a:xfrm>
            <a:custGeom>
              <a:avLst/>
              <a:gdLst/>
              <a:ahLst/>
              <a:cxnLst/>
              <a:rect l="l" t="t" r="r" b="b"/>
              <a:pathLst>
                <a:path w="2019300" h="2019300">
                  <a:moveTo>
                    <a:pt x="0" y="0"/>
                  </a:moveTo>
                  <a:lnTo>
                    <a:pt x="2019300" y="2019300"/>
                  </a:lnTo>
                </a:path>
              </a:pathLst>
            </a:custGeom>
            <a:ln w="25400">
              <a:solidFill>
                <a:srgbClr val="CED7E6"/>
              </a:solidFill>
              <a:prstDash val="solid"/>
            </a:ln>
          </p:spPr>
        </p:sp>
        <p:sp>
          <p:nvSpPr>
            <p:cNvPr id="58" name="node01.hatch.br.042"/>
            <p:cNvSpPr/>
            <p:nvPr/>
          </p:nvSpPr>
          <p:spPr>
            <a:xfrm>
              <a:off x="8724900" y="2914650"/>
              <a:ext cx="1943100" cy="1943100"/>
            </a:xfrm>
            <a:custGeom>
              <a:avLst/>
              <a:gdLst/>
              <a:ahLst/>
              <a:cxnLst/>
              <a:rect l="l" t="t" r="r" b="b"/>
              <a:pathLst>
                <a:path w="1943100" h="1943100">
                  <a:moveTo>
                    <a:pt x="0" y="0"/>
                  </a:moveTo>
                  <a:lnTo>
                    <a:pt x="1943100" y="1943100"/>
                  </a:lnTo>
                </a:path>
              </a:pathLst>
            </a:custGeom>
            <a:ln w="25400">
              <a:solidFill>
                <a:srgbClr val="CED7E6"/>
              </a:solidFill>
              <a:prstDash val="solid"/>
            </a:ln>
          </p:spPr>
        </p:sp>
        <p:sp>
          <p:nvSpPr>
            <p:cNvPr id="59" name="node01.hatch.br.043"/>
            <p:cNvSpPr/>
            <p:nvPr/>
          </p:nvSpPr>
          <p:spPr>
            <a:xfrm>
              <a:off x="8801100" y="2914650"/>
              <a:ext cx="1866900" cy="1866900"/>
            </a:xfrm>
            <a:custGeom>
              <a:avLst/>
              <a:gdLst/>
              <a:ahLst/>
              <a:cxnLst/>
              <a:rect l="l" t="t" r="r" b="b"/>
              <a:pathLst>
                <a:path w="1866900" h="1866900">
                  <a:moveTo>
                    <a:pt x="0" y="0"/>
                  </a:moveTo>
                  <a:lnTo>
                    <a:pt x="1866900" y="1866900"/>
                  </a:lnTo>
                </a:path>
              </a:pathLst>
            </a:custGeom>
            <a:ln w="25400">
              <a:solidFill>
                <a:srgbClr val="CED7E6"/>
              </a:solidFill>
              <a:prstDash val="solid"/>
            </a:ln>
          </p:spPr>
        </p:sp>
        <p:sp>
          <p:nvSpPr>
            <p:cNvPr id="60" name="node01.hatch.br.044"/>
            <p:cNvSpPr/>
            <p:nvPr/>
          </p:nvSpPr>
          <p:spPr>
            <a:xfrm>
              <a:off x="8877300" y="2914650"/>
              <a:ext cx="1790700" cy="1790700"/>
            </a:xfrm>
            <a:custGeom>
              <a:avLst/>
              <a:gdLst/>
              <a:ahLst/>
              <a:cxnLst/>
              <a:rect l="l" t="t" r="r" b="b"/>
              <a:pathLst>
                <a:path w="1790700" h="1790700">
                  <a:moveTo>
                    <a:pt x="0" y="0"/>
                  </a:moveTo>
                  <a:lnTo>
                    <a:pt x="1790700" y="1790700"/>
                  </a:lnTo>
                </a:path>
              </a:pathLst>
            </a:custGeom>
            <a:ln w="25400">
              <a:solidFill>
                <a:srgbClr val="CED7E6"/>
              </a:solidFill>
              <a:prstDash val="solid"/>
            </a:ln>
          </p:spPr>
        </p:sp>
        <p:sp>
          <p:nvSpPr>
            <p:cNvPr id="61" name="node01.hatch.br.045"/>
            <p:cNvSpPr/>
            <p:nvPr/>
          </p:nvSpPr>
          <p:spPr>
            <a:xfrm>
              <a:off x="8953500" y="2914650"/>
              <a:ext cx="1714500" cy="1714500"/>
            </a:xfrm>
            <a:custGeom>
              <a:avLst/>
              <a:gdLst/>
              <a:ahLst/>
              <a:cxnLst/>
              <a:rect l="l" t="t" r="r" b="b"/>
              <a:pathLst>
                <a:path w="1714500" h="1714500">
                  <a:moveTo>
                    <a:pt x="0" y="0"/>
                  </a:moveTo>
                  <a:lnTo>
                    <a:pt x="1714500" y="1714500"/>
                  </a:lnTo>
                </a:path>
              </a:pathLst>
            </a:custGeom>
            <a:ln w="25400">
              <a:solidFill>
                <a:srgbClr val="CED7E6"/>
              </a:solidFill>
              <a:prstDash val="solid"/>
            </a:ln>
          </p:spPr>
        </p:sp>
        <p:sp>
          <p:nvSpPr>
            <p:cNvPr id="62" name="node01.hatch.br.046"/>
            <p:cNvSpPr/>
            <p:nvPr/>
          </p:nvSpPr>
          <p:spPr>
            <a:xfrm>
              <a:off x="9029700" y="2914650"/>
              <a:ext cx="1638300" cy="1638300"/>
            </a:xfrm>
            <a:custGeom>
              <a:avLst/>
              <a:gdLst/>
              <a:ahLst/>
              <a:cxnLst/>
              <a:rect l="l" t="t" r="r" b="b"/>
              <a:pathLst>
                <a:path w="1638300" h="1638300">
                  <a:moveTo>
                    <a:pt x="0" y="0"/>
                  </a:moveTo>
                  <a:lnTo>
                    <a:pt x="1638300" y="1638300"/>
                  </a:lnTo>
                </a:path>
              </a:pathLst>
            </a:custGeom>
            <a:ln w="25400">
              <a:solidFill>
                <a:srgbClr val="CED7E6"/>
              </a:solidFill>
              <a:prstDash val="solid"/>
            </a:ln>
          </p:spPr>
        </p:sp>
        <p:sp>
          <p:nvSpPr>
            <p:cNvPr id="63" name="node01.hatch.br.047"/>
            <p:cNvSpPr/>
            <p:nvPr/>
          </p:nvSpPr>
          <p:spPr>
            <a:xfrm>
              <a:off x="9105900" y="2914650"/>
              <a:ext cx="1562100" cy="1562100"/>
            </a:xfrm>
            <a:custGeom>
              <a:avLst/>
              <a:gdLst/>
              <a:ahLst/>
              <a:cxnLst/>
              <a:rect l="l" t="t" r="r" b="b"/>
              <a:pathLst>
                <a:path w="1562100" h="1562100">
                  <a:moveTo>
                    <a:pt x="0" y="0"/>
                  </a:moveTo>
                  <a:lnTo>
                    <a:pt x="1562100" y="1562100"/>
                  </a:lnTo>
                </a:path>
              </a:pathLst>
            </a:custGeom>
            <a:ln w="25400">
              <a:solidFill>
                <a:srgbClr val="CED7E6"/>
              </a:solidFill>
              <a:prstDash val="solid"/>
            </a:ln>
          </p:spPr>
        </p:sp>
        <p:sp>
          <p:nvSpPr>
            <p:cNvPr id="64" name="node01.hatch.br.048"/>
            <p:cNvSpPr/>
            <p:nvPr/>
          </p:nvSpPr>
          <p:spPr>
            <a:xfrm>
              <a:off x="9182100" y="2914650"/>
              <a:ext cx="1485900" cy="1485900"/>
            </a:xfrm>
            <a:custGeom>
              <a:avLst/>
              <a:gdLst/>
              <a:ahLst/>
              <a:cxnLst/>
              <a:rect l="l" t="t" r="r" b="b"/>
              <a:pathLst>
                <a:path w="1485900" h="1485900">
                  <a:moveTo>
                    <a:pt x="0" y="0"/>
                  </a:moveTo>
                  <a:lnTo>
                    <a:pt x="1485900" y="1485900"/>
                  </a:lnTo>
                </a:path>
              </a:pathLst>
            </a:custGeom>
            <a:ln w="25400">
              <a:solidFill>
                <a:srgbClr val="CED7E6"/>
              </a:solidFill>
              <a:prstDash val="solid"/>
            </a:ln>
          </p:spPr>
        </p:sp>
        <p:sp>
          <p:nvSpPr>
            <p:cNvPr id="65" name="node01.hatch.br.049"/>
            <p:cNvSpPr/>
            <p:nvPr/>
          </p:nvSpPr>
          <p:spPr>
            <a:xfrm>
              <a:off x="9258300" y="2914650"/>
              <a:ext cx="1409700" cy="1409700"/>
            </a:xfrm>
            <a:custGeom>
              <a:avLst/>
              <a:gdLst/>
              <a:ahLst/>
              <a:cxnLst/>
              <a:rect l="l" t="t" r="r" b="b"/>
              <a:pathLst>
                <a:path w="1409700" h="1409700">
                  <a:moveTo>
                    <a:pt x="0" y="0"/>
                  </a:moveTo>
                  <a:lnTo>
                    <a:pt x="1409700" y="1409700"/>
                  </a:lnTo>
                </a:path>
              </a:pathLst>
            </a:custGeom>
            <a:ln w="25400">
              <a:solidFill>
                <a:srgbClr val="CED7E6"/>
              </a:solidFill>
              <a:prstDash val="solid"/>
            </a:ln>
          </p:spPr>
        </p:sp>
        <p:sp>
          <p:nvSpPr>
            <p:cNvPr id="66" name="node01.hatch.br.050"/>
            <p:cNvSpPr/>
            <p:nvPr/>
          </p:nvSpPr>
          <p:spPr>
            <a:xfrm>
              <a:off x="9334500" y="2914650"/>
              <a:ext cx="1333500" cy="1333500"/>
            </a:xfrm>
            <a:custGeom>
              <a:avLst/>
              <a:gdLst/>
              <a:ahLst/>
              <a:cxnLst/>
              <a:rect l="l" t="t" r="r" b="b"/>
              <a:pathLst>
                <a:path w="1333500" h="1333500">
                  <a:moveTo>
                    <a:pt x="0" y="0"/>
                  </a:moveTo>
                  <a:lnTo>
                    <a:pt x="1333500" y="1333500"/>
                  </a:lnTo>
                </a:path>
              </a:pathLst>
            </a:custGeom>
            <a:ln w="25400">
              <a:solidFill>
                <a:srgbClr val="CED7E6"/>
              </a:solidFill>
              <a:prstDash val="solid"/>
            </a:ln>
          </p:spPr>
        </p:sp>
        <p:sp>
          <p:nvSpPr>
            <p:cNvPr id="67" name="node01.hatch.br.051"/>
            <p:cNvSpPr/>
            <p:nvPr/>
          </p:nvSpPr>
          <p:spPr>
            <a:xfrm>
              <a:off x="9410700" y="2914650"/>
              <a:ext cx="1257300" cy="1257300"/>
            </a:xfrm>
            <a:custGeom>
              <a:avLst/>
              <a:gdLst/>
              <a:ahLst/>
              <a:cxnLst/>
              <a:rect l="l" t="t" r="r" b="b"/>
              <a:pathLst>
                <a:path w="1257300" h="1257300">
                  <a:moveTo>
                    <a:pt x="0" y="0"/>
                  </a:moveTo>
                  <a:lnTo>
                    <a:pt x="1257300" y="1257300"/>
                  </a:lnTo>
                </a:path>
              </a:pathLst>
            </a:custGeom>
            <a:ln w="25400">
              <a:solidFill>
                <a:srgbClr val="CED7E6"/>
              </a:solidFill>
              <a:prstDash val="solid"/>
            </a:ln>
          </p:spPr>
        </p:sp>
        <p:sp>
          <p:nvSpPr>
            <p:cNvPr id="68" name="node01.hatch.br.052"/>
            <p:cNvSpPr/>
            <p:nvPr/>
          </p:nvSpPr>
          <p:spPr>
            <a:xfrm>
              <a:off x="9486900" y="2914650"/>
              <a:ext cx="1181100" cy="1181100"/>
            </a:xfrm>
            <a:custGeom>
              <a:avLst/>
              <a:gdLst/>
              <a:ahLst/>
              <a:cxnLst/>
              <a:rect l="l" t="t" r="r" b="b"/>
              <a:pathLst>
                <a:path w="1181100" h="1181100">
                  <a:moveTo>
                    <a:pt x="0" y="0"/>
                  </a:moveTo>
                  <a:lnTo>
                    <a:pt x="1181100" y="1181100"/>
                  </a:lnTo>
                </a:path>
              </a:pathLst>
            </a:custGeom>
            <a:ln w="25400">
              <a:solidFill>
                <a:srgbClr val="CED7E6"/>
              </a:solidFill>
              <a:prstDash val="solid"/>
            </a:ln>
          </p:spPr>
        </p:sp>
        <p:sp>
          <p:nvSpPr>
            <p:cNvPr id="69" name="node01.hatch.br.053"/>
            <p:cNvSpPr/>
            <p:nvPr/>
          </p:nvSpPr>
          <p:spPr>
            <a:xfrm>
              <a:off x="9563100" y="2914650"/>
              <a:ext cx="1104900" cy="1104900"/>
            </a:xfrm>
            <a:custGeom>
              <a:avLst/>
              <a:gdLst/>
              <a:ahLst/>
              <a:cxnLst/>
              <a:rect l="l" t="t" r="r" b="b"/>
              <a:pathLst>
                <a:path w="1104900" h="1104900">
                  <a:moveTo>
                    <a:pt x="0" y="0"/>
                  </a:moveTo>
                  <a:lnTo>
                    <a:pt x="1104900" y="1104900"/>
                  </a:lnTo>
                </a:path>
              </a:pathLst>
            </a:custGeom>
            <a:ln w="25400">
              <a:solidFill>
                <a:srgbClr val="CED7E6"/>
              </a:solidFill>
              <a:prstDash val="solid"/>
            </a:ln>
          </p:spPr>
        </p:sp>
        <p:sp>
          <p:nvSpPr>
            <p:cNvPr id="70" name="node01.hatch.br.054"/>
            <p:cNvSpPr/>
            <p:nvPr/>
          </p:nvSpPr>
          <p:spPr>
            <a:xfrm>
              <a:off x="9639300" y="2914650"/>
              <a:ext cx="1028700" cy="1028700"/>
            </a:xfrm>
            <a:custGeom>
              <a:avLst/>
              <a:gdLst/>
              <a:ahLst/>
              <a:cxnLst/>
              <a:rect l="l" t="t" r="r" b="b"/>
              <a:pathLst>
                <a:path w="1028700" h="1028700">
                  <a:moveTo>
                    <a:pt x="0" y="0"/>
                  </a:moveTo>
                  <a:lnTo>
                    <a:pt x="1028700" y="1028700"/>
                  </a:lnTo>
                </a:path>
              </a:pathLst>
            </a:custGeom>
            <a:ln w="25400">
              <a:solidFill>
                <a:srgbClr val="CED7E6"/>
              </a:solidFill>
              <a:prstDash val="solid"/>
            </a:ln>
          </p:spPr>
        </p:sp>
        <p:sp>
          <p:nvSpPr>
            <p:cNvPr id="71" name="node01.hatch.br.055"/>
            <p:cNvSpPr/>
            <p:nvPr/>
          </p:nvSpPr>
          <p:spPr>
            <a:xfrm>
              <a:off x="9715500" y="2914650"/>
              <a:ext cx="952500" cy="952500"/>
            </a:xfrm>
            <a:custGeom>
              <a:avLst/>
              <a:gdLst/>
              <a:ahLst/>
              <a:cxnLst/>
              <a:rect l="l" t="t" r="r" b="b"/>
              <a:pathLst>
                <a:path w="952500" h="952500">
                  <a:moveTo>
                    <a:pt x="0" y="0"/>
                  </a:moveTo>
                  <a:lnTo>
                    <a:pt x="952500" y="952500"/>
                  </a:lnTo>
                </a:path>
              </a:pathLst>
            </a:custGeom>
            <a:ln w="25400">
              <a:solidFill>
                <a:srgbClr val="CED7E6"/>
              </a:solidFill>
              <a:prstDash val="solid"/>
            </a:ln>
          </p:spPr>
        </p:sp>
        <p:sp>
          <p:nvSpPr>
            <p:cNvPr id="72" name="node01.hatch.br.056"/>
            <p:cNvSpPr/>
            <p:nvPr/>
          </p:nvSpPr>
          <p:spPr>
            <a:xfrm>
              <a:off x="9791700" y="2914650"/>
              <a:ext cx="876300" cy="876300"/>
            </a:xfrm>
            <a:custGeom>
              <a:avLst/>
              <a:gdLst/>
              <a:ahLst/>
              <a:cxnLst/>
              <a:rect l="l" t="t" r="r" b="b"/>
              <a:pathLst>
                <a:path w="876300" h="876300">
                  <a:moveTo>
                    <a:pt x="0" y="0"/>
                  </a:moveTo>
                  <a:lnTo>
                    <a:pt x="876300" y="876300"/>
                  </a:lnTo>
                </a:path>
              </a:pathLst>
            </a:custGeom>
            <a:ln w="25400">
              <a:solidFill>
                <a:srgbClr val="CED7E6"/>
              </a:solidFill>
              <a:prstDash val="solid"/>
            </a:ln>
          </p:spPr>
        </p:sp>
        <p:sp>
          <p:nvSpPr>
            <p:cNvPr id="73" name="node01.hatch.br.057"/>
            <p:cNvSpPr/>
            <p:nvPr/>
          </p:nvSpPr>
          <p:spPr>
            <a:xfrm>
              <a:off x="9867900" y="2914650"/>
              <a:ext cx="800100" cy="800100"/>
            </a:xfrm>
            <a:custGeom>
              <a:avLst/>
              <a:gdLst/>
              <a:ahLst/>
              <a:cxnLst/>
              <a:rect l="l" t="t" r="r" b="b"/>
              <a:pathLst>
                <a:path w="800100" h="800100">
                  <a:moveTo>
                    <a:pt x="0" y="0"/>
                  </a:moveTo>
                  <a:lnTo>
                    <a:pt x="800100" y="800100"/>
                  </a:lnTo>
                </a:path>
              </a:pathLst>
            </a:custGeom>
            <a:ln w="25400">
              <a:solidFill>
                <a:srgbClr val="CED7E6"/>
              </a:solidFill>
              <a:prstDash val="solid"/>
            </a:ln>
          </p:spPr>
        </p:sp>
        <p:sp>
          <p:nvSpPr>
            <p:cNvPr id="74" name="node01.hatch.br.058"/>
            <p:cNvSpPr/>
            <p:nvPr/>
          </p:nvSpPr>
          <p:spPr>
            <a:xfrm>
              <a:off x="9944100" y="2914650"/>
              <a:ext cx="723900" cy="723900"/>
            </a:xfrm>
            <a:custGeom>
              <a:avLst/>
              <a:gdLst/>
              <a:ahLst/>
              <a:cxnLst/>
              <a:rect l="l" t="t" r="r" b="b"/>
              <a:pathLst>
                <a:path w="723900" h="723900">
                  <a:moveTo>
                    <a:pt x="0" y="0"/>
                  </a:moveTo>
                  <a:lnTo>
                    <a:pt x="723900" y="723900"/>
                  </a:lnTo>
                </a:path>
              </a:pathLst>
            </a:custGeom>
            <a:ln w="25400">
              <a:solidFill>
                <a:srgbClr val="CED7E6"/>
              </a:solidFill>
              <a:prstDash val="solid"/>
            </a:ln>
          </p:spPr>
        </p:sp>
        <p:sp>
          <p:nvSpPr>
            <p:cNvPr id="75" name="node01.hatch.br.059"/>
            <p:cNvSpPr/>
            <p:nvPr/>
          </p:nvSpPr>
          <p:spPr>
            <a:xfrm>
              <a:off x="10020300" y="2914650"/>
              <a:ext cx="647700" cy="647700"/>
            </a:xfrm>
            <a:custGeom>
              <a:avLst/>
              <a:gdLst/>
              <a:ahLst/>
              <a:cxnLst/>
              <a:rect l="l" t="t" r="r" b="b"/>
              <a:pathLst>
                <a:path w="647700" h="647700">
                  <a:moveTo>
                    <a:pt x="0" y="0"/>
                  </a:moveTo>
                  <a:lnTo>
                    <a:pt x="647700" y="647700"/>
                  </a:lnTo>
                </a:path>
              </a:pathLst>
            </a:custGeom>
            <a:ln w="25400">
              <a:solidFill>
                <a:srgbClr val="CED7E6"/>
              </a:solidFill>
              <a:prstDash val="solid"/>
            </a:ln>
          </p:spPr>
        </p:sp>
        <p:sp>
          <p:nvSpPr>
            <p:cNvPr id="76" name="node01.hatch.br.060"/>
            <p:cNvSpPr/>
            <p:nvPr/>
          </p:nvSpPr>
          <p:spPr>
            <a:xfrm>
              <a:off x="10096500" y="2914650"/>
              <a:ext cx="571500" cy="571500"/>
            </a:xfrm>
            <a:custGeom>
              <a:avLst/>
              <a:gdLst/>
              <a:ahLst/>
              <a:cxnLst/>
              <a:rect l="l" t="t" r="r" b="b"/>
              <a:pathLst>
                <a:path w="571500" h="571500">
                  <a:moveTo>
                    <a:pt x="0" y="0"/>
                  </a:moveTo>
                  <a:lnTo>
                    <a:pt x="571500" y="571500"/>
                  </a:lnTo>
                </a:path>
              </a:pathLst>
            </a:custGeom>
            <a:ln w="25400">
              <a:solidFill>
                <a:srgbClr val="CED7E6"/>
              </a:solidFill>
              <a:prstDash val="solid"/>
            </a:ln>
          </p:spPr>
        </p:sp>
        <p:sp>
          <p:nvSpPr>
            <p:cNvPr id="77" name="node01.hatch.br.061"/>
            <p:cNvSpPr/>
            <p:nvPr/>
          </p:nvSpPr>
          <p:spPr>
            <a:xfrm>
              <a:off x="10172700" y="2914650"/>
              <a:ext cx="495300" cy="495300"/>
            </a:xfrm>
            <a:custGeom>
              <a:avLst/>
              <a:gdLst/>
              <a:ahLst/>
              <a:cxnLst/>
              <a:rect l="l" t="t" r="r" b="b"/>
              <a:pathLst>
                <a:path w="495300" h="495300">
                  <a:moveTo>
                    <a:pt x="0" y="0"/>
                  </a:moveTo>
                  <a:lnTo>
                    <a:pt x="495300" y="495300"/>
                  </a:lnTo>
                </a:path>
              </a:pathLst>
            </a:custGeom>
            <a:ln w="25400">
              <a:solidFill>
                <a:srgbClr val="CED7E6"/>
              </a:solidFill>
              <a:prstDash val="solid"/>
            </a:ln>
          </p:spPr>
        </p:sp>
        <p:sp>
          <p:nvSpPr>
            <p:cNvPr id="78" name="node01.hatch.br.062"/>
            <p:cNvSpPr/>
            <p:nvPr/>
          </p:nvSpPr>
          <p:spPr>
            <a:xfrm>
              <a:off x="10248900" y="2914650"/>
              <a:ext cx="419100" cy="419100"/>
            </a:xfrm>
            <a:custGeom>
              <a:avLst/>
              <a:gdLst/>
              <a:ahLst/>
              <a:cxnLst/>
              <a:rect l="l" t="t" r="r" b="b"/>
              <a:pathLst>
                <a:path w="419100" h="419100">
                  <a:moveTo>
                    <a:pt x="0" y="0"/>
                  </a:moveTo>
                  <a:lnTo>
                    <a:pt x="419100" y="419100"/>
                  </a:lnTo>
                </a:path>
              </a:pathLst>
            </a:custGeom>
            <a:ln w="25400">
              <a:solidFill>
                <a:srgbClr val="CED7E6"/>
              </a:solidFill>
              <a:prstDash val="solid"/>
            </a:ln>
          </p:spPr>
        </p:sp>
        <p:sp>
          <p:nvSpPr>
            <p:cNvPr id="79" name="node01.hatch.br.063"/>
            <p:cNvSpPr/>
            <p:nvPr/>
          </p:nvSpPr>
          <p:spPr>
            <a:xfrm>
              <a:off x="10325100" y="2914650"/>
              <a:ext cx="342900" cy="342900"/>
            </a:xfrm>
            <a:custGeom>
              <a:avLst/>
              <a:gdLst/>
              <a:ahLst/>
              <a:cxnLst/>
              <a:rect l="l" t="t" r="r" b="b"/>
              <a:pathLst>
                <a:path w="342900" h="342900">
                  <a:moveTo>
                    <a:pt x="0" y="0"/>
                  </a:moveTo>
                  <a:lnTo>
                    <a:pt x="342900" y="342900"/>
                  </a:lnTo>
                </a:path>
              </a:pathLst>
            </a:custGeom>
            <a:ln w="25400">
              <a:solidFill>
                <a:srgbClr val="CED7E6"/>
              </a:solidFill>
              <a:prstDash val="solid"/>
            </a:ln>
          </p:spPr>
        </p:sp>
        <p:sp>
          <p:nvSpPr>
            <p:cNvPr id="80" name="node01.hatch.br.064"/>
            <p:cNvSpPr/>
            <p:nvPr/>
          </p:nvSpPr>
          <p:spPr>
            <a:xfrm>
              <a:off x="10401300" y="2914650"/>
              <a:ext cx="266700" cy="266700"/>
            </a:xfrm>
            <a:custGeom>
              <a:avLst/>
              <a:gdLst/>
              <a:ahLst/>
              <a:cxnLst/>
              <a:rect l="l" t="t" r="r" b="b"/>
              <a:pathLst>
                <a:path w="266700" h="266700">
                  <a:moveTo>
                    <a:pt x="0" y="0"/>
                  </a:moveTo>
                  <a:lnTo>
                    <a:pt x="266700" y="266700"/>
                  </a:lnTo>
                </a:path>
              </a:pathLst>
            </a:custGeom>
            <a:ln w="25400">
              <a:solidFill>
                <a:srgbClr val="CED7E6"/>
              </a:solidFill>
              <a:prstDash val="solid"/>
            </a:ln>
          </p:spPr>
        </p:sp>
        <p:sp>
          <p:nvSpPr>
            <p:cNvPr id="81" name="node01.hatch.br.065"/>
            <p:cNvSpPr/>
            <p:nvPr/>
          </p:nvSpPr>
          <p:spPr>
            <a:xfrm>
              <a:off x="10477500" y="2914650"/>
              <a:ext cx="190500" cy="190500"/>
            </a:xfrm>
            <a:custGeom>
              <a:avLst/>
              <a:gdLst/>
              <a:ahLst/>
              <a:cxnLst/>
              <a:rect l="l" t="t" r="r" b="b"/>
              <a:pathLst>
                <a:path w="190500" h="190500">
                  <a:moveTo>
                    <a:pt x="0" y="0"/>
                  </a:moveTo>
                  <a:lnTo>
                    <a:pt x="190500" y="190500"/>
                  </a:lnTo>
                </a:path>
              </a:pathLst>
            </a:custGeom>
            <a:ln w="25400">
              <a:solidFill>
                <a:srgbClr val="CED7E6"/>
              </a:solidFill>
              <a:prstDash val="solid"/>
            </a:ln>
          </p:spPr>
        </p:sp>
        <p:sp>
          <p:nvSpPr>
            <p:cNvPr id="82" name="node01.hatch.br.066"/>
            <p:cNvSpPr/>
            <p:nvPr/>
          </p:nvSpPr>
          <p:spPr>
            <a:xfrm>
              <a:off x="10553700" y="2914650"/>
              <a:ext cx="114300" cy="114300"/>
            </a:xfrm>
            <a:custGeom>
              <a:avLst/>
              <a:gdLst/>
              <a:ahLst/>
              <a:cxnLst/>
              <a:rect l="l" t="t" r="r" b="b"/>
              <a:pathLst>
                <a:path w="114300" h="114300">
                  <a:moveTo>
                    <a:pt x="0" y="0"/>
                  </a:moveTo>
                  <a:lnTo>
                    <a:pt x="114300" y="114300"/>
                  </a:lnTo>
                </a:path>
              </a:pathLst>
            </a:custGeom>
            <a:ln w="25400">
              <a:solidFill>
                <a:srgbClr val="CED7E6"/>
              </a:solidFill>
              <a:prstDash val="solid"/>
            </a:ln>
          </p:spPr>
        </p:sp>
        <p:sp>
          <p:nvSpPr>
            <p:cNvPr id="83" name="node01.hatch.br.067"/>
            <p:cNvSpPr/>
            <p:nvPr/>
          </p:nvSpPr>
          <p:spPr>
            <a:xfrm>
              <a:off x="10629900" y="2914650"/>
              <a:ext cx="38100" cy="38100"/>
            </a:xfrm>
            <a:custGeom>
              <a:avLst/>
              <a:gdLst/>
              <a:ahLst/>
              <a:cxnLst/>
              <a:rect l="l" t="t" r="r" b="b"/>
              <a:pathLst>
                <a:path w="38100" h="38100">
                  <a:moveTo>
                    <a:pt x="0" y="0"/>
                  </a:moveTo>
                  <a:lnTo>
                    <a:pt x="38100" y="38100"/>
                  </a:lnTo>
                </a:path>
              </a:pathLst>
            </a:custGeom>
            <a:ln w="25400">
              <a:solidFill>
                <a:srgbClr val="CED7E6"/>
              </a:solidFill>
              <a:prstDash val="solid"/>
            </a:ln>
          </p:spPr>
        </p:sp>
        <p:sp>
          <p:nvSpPr>
            <p:cNvPr id="84" name="node01.name.br"/>
            <p:cNvSpPr/>
            <p:nvPr/>
          </p:nvSpPr>
          <p:spPr>
            <a:xfrm>
              <a:off x="8210550" y="5181600"/>
              <a:ext cx="2343150" cy="1524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MONEY PITS</a:t>
              </a:r>
              <a:endParaRPr lang="en-US" sz="900" spc="60" kern="0" b="0" i="0" dirty="0">
                <a:solidFill>
                  <a:srgbClr val="070154"/>
                </a:solidFill>
                <a:latin typeface="IBM Plex Mono SemiBold"/>
                <a:ea typeface="IBM Plex Mono SemiBold"/>
                <a:cs typeface="IBM Plex Mono SemiBold"/>
              </a:endParaRPr>
            </a:p>
          </p:txBody>
        </p:sp>
        <p:sp>
          <p:nvSpPr>
            <p:cNvPr id="85" name="node01.tag-bg.br"/>
            <p:cNvSpPr/>
            <p:nvPr/>
          </p:nvSpPr>
          <p:spPr>
            <a:xfrm>
              <a:off x="10012356" y="4953000"/>
              <a:ext cx="541344" cy="203200"/>
            </a:xfrm>
            <a:prstGeom prst="rect">
              <a:avLst/>
            </a:prstGeom>
            <a:solidFill>
              <a:srgbClr val="070154"/>
            </a:solidFill>
            <a:ln>
              <a:noFill/>
            </a:ln>
          </p:spPr>
        </p:sp>
        <p:sp>
          <p:nvSpPr>
            <p:cNvPr id="86" name="node01.tag.br"/>
            <p:cNvSpPr/>
            <p:nvPr/>
          </p:nvSpPr>
          <p:spPr>
            <a:xfrm>
              <a:off x="10088556" y="4965700"/>
              <a:ext cx="388944"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AVOID</a:t>
              </a:r>
              <a:endParaRPr lang="en-US" sz="850" spc="60" kern="0" b="0" i="0" dirty="0">
                <a:solidFill>
                  <a:srgbClr val="FFFFFF"/>
                </a:solidFill>
                <a:latin typeface="IBM Plex Mono SemiBold"/>
                <a:ea typeface="IBM Plex Mono SemiBold"/>
                <a:cs typeface="IBM Plex Mono SemiBold"/>
              </a:endParaRPr>
            </a:p>
          </p:txBody>
        </p:sp>
        <p:sp>
          <p:nvSpPr>
            <p:cNvPr id="87" name="node01.axis-1"/>
            <p:cNvSpPr/>
            <p:nvPr/>
          </p:nvSpPr>
          <p:spPr>
            <a:xfrm>
              <a:off x="5524500" y="342900"/>
              <a:ext cx="5143500" cy="5143500"/>
            </a:xfrm>
            <a:custGeom>
              <a:avLst/>
              <a:gdLst/>
              <a:ahLst/>
              <a:cxnLst/>
              <a:rect l="l" t="t" r="r" b="b"/>
              <a:pathLst>
                <a:path w="5143500" h="5143500">
                  <a:moveTo>
                    <a:pt x="0" y="0"/>
                  </a:moveTo>
                  <a:lnTo>
                    <a:pt x="5143500" y="0"/>
                  </a:lnTo>
                  <a:lnTo>
                    <a:pt x="5143500" y="5143500"/>
                  </a:lnTo>
                  <a:lnTo>
                    <a:pt x="0" y="5143500"/>
                  </a:lnTo>
                  <a:lnTo>
                    <a:pt x="0" y="0"/>
                  </a:lnTo>
                </a:path>
              </a:pathLst>
            </a:custGeom>
            <a:ln w="12700">
              <a:solidFill>
                <a:srgbClr val="070154"/>
              </a:solidFill>
              <a:prstDash val="solid"/>
            </a:ln>
          </p:spPr>
        </p:sp>
        <p:sp>
          <p:nvSpPr>
            <p:cNvPr id="88" name="node01.axis-2"/>
            <p:cNvSpPr/>
            <p:nvPr/>
          </p:nvSpPr>
          <p:spPr>
            <a:xfrm>
              <a:off x="8096250" y="342900"/>
              <a:ext cx="127" cy="5143500"/>
            </a:xfrm>
            <a:custGeom>
              <a:avLst/>
              <a:gdLst/>
              <a:ahLst/>
              <a:cxnLst/>
              <a:rect l="l" t="t" r="r" b="b"/>
              <a:pathLst>
                <a:path w="127" h="5143500">
                  <a:moveTo>
                    <a:pt x="0" y="0"/>
                  </a:moveTo>
                  <a:lnTo>
                    <a:pt x="0" y="5143500"/>
                  </a:lnTo>
                </a:path>
              </a:pathLst>
            </a:custGeom>
            <a:ln w="9525">
              <a:solidFill>
                <a:srgbClr val="070154"/>
              </a:solidFill>
              <a:prstDash val="solid"/>
            </a:ln>
          </p:spPr>
        </p:sp>
        <p:sp>
          <p:nvSpPr>
            <p:cNvPr id="89" name="node01.axis-3"/>
            <p:cNvSpPr/>
            <p:nvPr/>
          </p:nvSpPr>
          <p:spPr>
            <a:xfrm>
              <a:off x="5524500" y="2914650"/>
              <a:ext cx="5143500" cy="127"/>
            </a:xfrm>
            <a:custGeom>
              <a:avLst/>
              <a:gdLst/>
              <a:ahLst/>
              <a:cxnLst/>
              <a:rect l="l" t="t" r="r" b="b"/>
              <a:pathLst>
                <a:path w="5143500" h="127">
                  <a:moveTo>
                    <a:pt x="0" y="0"/>
                  </a:moveTo>
                  <a:lnTo>
                    <a:pt x="5143500" y="0"/>
                  </a:lnTo>
                </a:path>
              </a:pathLst>
            </a:custGeom>
            <a:ln w="9525">
              <a:solidFill>
                <a:srgbClr val="070154"/>
              </a:solidFill>
              <a:prstDash val="solid"/>
            </a:ln>
          </p:spPr>
        </p:sp>
        <p:sp>
          <p:nvSpPr>
            <p:cNvPr id="90" name="node01.x.low"/>
            <p:cNvSpPr/>
            <p:nvPr/>
          </p:nvSpPr>
          <p:spPr>
            <a:xfrm>
              <a:off x="5524500" y="5511800"/>
              <a:ext cx="457200" cy="1778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LOW</a:t>
              </a:r>
              <a:endParaRPr lang="en-US" sz="900" spc="60" kern="0" b="0" i="0" dirty="0">
                <a:solidFill>
                  <a:srgbClr val="070154"/>
                </a:solidFill>
                <a:latin typeface="IBM Plex Mono SemiBold"/>
                <a:ea typeface="IBM Plex Mono SemiBold"/>
                <a:cs typeface="IBM Plex Mono SemiBold"/>
              </a:endParaRPr>
            </a:p>
          </p:txBody>
        </p:sp>
        <p:sp>
          <p:nvSpPr>
            <p:cNvPr id="91" name="node01.x.high"/>
            <p:cNvSpPr/>
            <p:nvPr/>
          </p:nvSpPr>
          <p:spPr>
            <a:xfrm>
              <a:off x="10210800" y="5511800"/>
              <a:ext cx="457200" cy="1778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HIGH</a:t>
              </a:r>
              <a:endParaRPr lang="en-US" sz="900" spc="60" kern="0" b="0" i="0" dirty="0">
                <a:solidFill>
                  <a:srgbClr val="070154"/>
                </a:solidFill>
                <a:latin typeface="IBM Plex Mono SemiBold"/>
                <a:ea typeface="IBM Plex Mono SemiBold"/>
                <a:cs typeface="IBM Plex Mono SemiBold"/>
              </a:endParaRPr>
            </a:p>
          </p:txBody>
        </p:sp>
        <p:sp>
          <p:nvSpPr>
            <p:cNvPr id="92" name="node01.x.title"/>
            <p:cNvSpPr/>
            <p:nvPr/>
          </p:nvSpPr>
          <p:spPr>
            <a:xfrm>
              <a:off x="5981700" y="5511800"/>
              <a:ext cx="4229100" cy="177800"/>
            </a:xfrm>
            <a:prstGeom prst="rect">
              <a:avLst/>
            </a:prstGeom>
            <a:noFill/>
            <a:ln/>
          </p:spPr>
          <p:txBody>
            <a:bodyPr wrap="square" lIns="0" tIns="0" rIns="0" bIns="0" rtlCol="0" anchor="t"/>
            <a:lstStyle/>
            <a:p>
              <a:pPr algn="ctr" indent="0" marL="0">
                <a:lnSpc>
                  <a:spcPts val="1200"/>
                </a:lnSpc>
                <a:buNone/>
              </a:pPr>
              <a:r>
                <a:rPr lang="en-US" sz="900" spc="60" kern="0" b="0" i="0" dirty="0">
                  <a:solidFill>
                    <a:srgbClr val="070154"/>
                  </a:solidFill>
                  <a:latin typeface="IBM Plex Mono SemiBold"/>
                  <a:ea typeface="IBM Plex Mono SemiBold"/>
                  <a:cs typeface="IBM Plex Mono SemiBold"/>
                </a:rPr>
                <a:t>EFFORT →</a:t>
              </a:r>
              <a:endParaRPr lang="en-US" sz="900" spc="60" kern="0" b="0" i="0" dirty="0">
                <a:solidFill>
                  <a:srgbClr val="070154"/>
                </a:solidFill>
                <a:latin typeface="IBM Plex Mono SemiBold"/>
                <a:ea typeface="IBM Plex Mono SemiBold"/>
                <a:cs typeface="IBM Plex Mono SemiBold"/>
              </a:endParaRPr>
            </a:p>
          </p:txBody>
        </p:sp>
        <p:sp>
          <p:nvSpPr>
            <p:cNvPr id="93" name="node01.y-0"/>
            <p:cNvSpPr/>
            <p:nvPr/>
          </p:nvSpPr>
          <p:spPr>
            <a:xfrm rot="-5400000">
              <a:off x="5240908" y="482600"/>
              <a:ext cx="313184"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HIGH</a:t>
              </a:r>
              <a:endParaRPr lang="en-US" sz="900" spc="54" kern="0" b="0" i="0" dirty="0">
                <a:solidFill>
                  <a:srgbClr val="50658E"/>
                </a:solidFill>
                <a:latin typeface="IBM Plex Mono Medium"/>
                <a:ea typeface="IBM Plex Mono Medium"/>
                <a:cs typeface="IBM Plex Mono Medium"/>
              </a:endParaRPr>
            </a:p>
          </p:txBody>
        </p:sp>
        <p:sp>
          <p:nvSpPr>
            <p:cNvPr id="94" name="node01.y-1"/>
            <p:cNvSpPr/>
            <p:nvPr/>
          </p:nvSpPr>
          <p:spPr>
            <a:xfrm rot="-5400000">
              <a:off x="5278469" y="5168900"/>
              <a:ext cx="238063"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LOW</a:t>
              </a:r>
              <a:endParaRPr lang="en-US" sz="900" spc="54" kern="0" b="0" i="0" dirty="0">
                <a:solidFill>
                  <a:srgbClr val="50658E"/>
                </a:solidFill>
                <a:latin typeface="IBM Plex Mono Medium"/>
                <a:ea typeface="IBM Plex Mono Medium"/>
                <a:cs typeface="IBM Plex Mono Medium"/>
              </a:endParaRPr>
            </a:p>
          </p:txBody>
        </p:sp>
        <p:sp>
          <p:nvSpPr>
            <p:cNvPr id="95" name="node01.y-2"/>
            <p:cNvSpPr/>
            <p:nvPr/>
          </p:nvSpPr>
          <p:spPr>
            <a:xfrm rot="-5400000">
              <a:off x="5128227" y="2825750"/>
              <a:ext cx="538547"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VALUE →</a:t>
              </a:r>
              <a:endParaRPr lang="en-US" sz="900" spc="54" kern="0" b="0" i="0" dirty="0">
                <a:solidFill>
                  <a:srgbClr val="50658E"/>
                </a:solidFill>
                <a:latin typeface="IBM Plex Mono Medium"/>
                <a:ea typeface="IBM Plex Mono Medium"/>
                <a:cs typeface="IBM Plex Mono Medium"/>
              </a:endParaRPr>
            </a:p>
          </p:txBody>
        </p:sp>
        <p:sp>
          <p:nvSpPr>
            <p:cNvPr id="96" name="node01.item.item-001.point"/>
            <p:cNvSpPr/>
            <p:nvPr/>
          </p:nvSpPr>
          <p:spPr>
            <a:xfrm>
              <a:off x="6078220" y="1102360"/>
              <a:ext cx="127000" cy="127000"/>
            </a:xfrm>
            <a:prstGeom prst="ellipse">
              <a:avLst/>
            </a:prstGeom>
            <a:solidFill>
              <a:srgbClr val="070154"/>
            </a:solidFill>
            <a:ln>
              <a:noFill/>
            </a:ln>
          </p:spPr>
        </p:sp>
        <p:sp>
          <p:nvSpPr>
            <p:cNvPr id="97" name="node01.item.item-001.label"/>
            <p:cNvSpPr/>
            <p:nvPr/>
          </p:nvSpPr>
          <p:spPr>
            <a:xfrm>
              <a:off x="6256020" y="1064260"/>
              <a:ext cx="456438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Reconciliations</a:t>
              </a:r>
              <a:endParaRPr lang="en-US" sz="1100" spc="0" kern="0" b="0" i="0" dirty="0">
                <a:solidFill>
                  <a:srgbClr val="070154"/>
                </a:solidFill>
                <a:latin typeface="IBM Plex Sans SemiBold"/>
                <a:ea typeface="IBM Plex Sans SemiBold"/>
                <a:cs typeface="IBM Plex Sans SemiBold"/>
              </a:endParaRPr>
            </a:p>
          </p:txBody>
        </p:sp>
        <p:sp>
          <p:nvSpPr>
            <p:cNvPr id="98" name="node01.item.item-002.point"/>
            <p:cNvSpPr/>
            <p:nvPr/>
          </p:nvSpPr>
          <p:spPr>
            <a:xfrm>
              <a:off x="6489700" y="1822450"/>
              <a:ext cx="127000" cy="127000"/>
            </a:xfrm>
            <a:prstGeom prst="ellipse">
              <a:avLst/>
            </a:prstGeom>
            <a:solidFill>
              <a:srgbClr val="070154"/>
            </a:solidFill>
            <a:ln>
              <a:noFill/>
            </a:ln>
          </p:spPr>
        </p:sp>
        <p:sp>
          <p:nvSpPr>
            <p:cNvPr id="99" name="node01.item.item-002.label"/>
            <p:cNvSpPr/>
            <p:nvPr/>
          </p:nvSpPr>
          <p:spPr>
            <a:xfrm>
              <a:off x="6667500" y="1784350"/>
              <a:ext cx="41529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Rules-based review</a:t>
              </a:r>
              <a:endParaRPr lang="en-US" sz="1100" spc="0" kern="0" b="0" i="0" dirty="0">
                <a:solidFill>
                  <a:srgbClr val="070154"/>
                </a:solidFill>
                <a:latin typeface="IBM Plex Sans SemiBold"/>
                <a:ea typeface="IBM Plex Sans SemiBold"/>
                <a:cs typeface="IBM Plex Sans SemiBold"/>
              </a:endParaRPr>
            </a:p>
          </p:txBody>
        </p:sp>
        <p:sp>
          <p:nvSpPr>
            <p:cNvPr id="100" name="node01.item.item-003.point"/>
            <p:cNvSpPr/>
            <p:nvPr/>
          </p:nvSpPr>
          <p:spPr>
            <a:xfrm>
              <a:off x="5975350" y="2542540"/>
              <a:ext cx="127000" cy="127000"/>
            </a:xfrm>
            <a:prstGeom prst="ellipse">
              <a:avLst/>
            </a:prstGeom>
            <a:solidFill>
              <a:srgbClr val="070154"/>
            </a:solidFill>
            <a:ln>
              <a:noFill/>
            </a:ln>
          </p:spPr>
        </p:sp>
        <p:sp>
          <p:nvSpPr>
            <p:cNvPr id="101" name="node01.item.item-003.label"/>
            <p:cNvSpPr/>
            <p:nvPr/>
          </p:nvSpPr>
          <p:spPr>
            <a:xfrm>
              <a:off x="6153150" y="2504440"/>
              <a:ext cx="466725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Close calendar</a:t>
              </a:r>
              <a:endParaRPr lang="en-US" sz="1100" spc="0" kern="0" b="0" i="0" dirty="0">
                <a:solidFill>
                  <a:srgbClr val="070154"/>
                </a:solidFill>
                <a:latin typeface="IBM Plex Sans SemiBold"/>
                <a:ea typeface="IBM Plex Sans SemiBold"/>
                <a:cs typeface="IBM Plex Sans SemiBold"/>
              </a:endParaRPr>
            </a:p>
          </p:txBody>
        </p:sp>
        <p:sp>
          <p:nvSpPr>
            <p:cNvPr id="102" name="node01.item.item-004.point"/>
            <p:cNvSpPr/>
            <p:nvPr/>
          </p:nvSpPr>
          <p:spPr>
            <a:xfrm>
              <a:off x="8547100" y="1308100"/>
              <a:ext cx="127000" cy="127000"/>
            </a:xfrm>
            <a:prstGeom prst="ellipse">
              <a:avLst/>
            </a:prstGeom>
            <a:solidFill>
              <a:srgbClr val="070154"/>
            </a:solidFill>
            <a:ln>
              <a:noFill/>
            </a:ln>
          </p:spPr>
        </p:sp>
        <p:sp>
          <p:nvSpPr>
            <p:cNvPr id="103" name="node01.item.item-004.label"/>
            <p:cNvSpPr/>
            <p:nvPr/>
          </p:nvSpPr>
          <p:spPr>
            <a:xfrm>
              <a:off x="8724900" y="1270000"/>
              <a:ext cx="20955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Consolidation</a:t>
              </a:r>
              <a:endParaRPr lang="en-US" sz="1100" spc="0" kern="0" b="0" i="0" dirty="0">
                <a:solidFill>
                  <a:srgbClr val="070154"/>
                </a:solidFill>
                <a:latin typeface="IBM Plex Sans SemiBold"/>
                <a:ea typeface="IBM Plex Sans SemiBold"/>
                <a:cs typeface="IBM Plex Sans SemiBold"/>
              </a:endParaRPr>
            </a:p>
          </p:txBody>
        </p:sp>
        <p:sp>
          <p:nvSpPr>
            <p:cNvPr id="104" name="node01.item.item-005.point"/>
            <p:cNvSpPr/>
            <p:nvPr/>
          </p:nvSpPr>
          <p:spPr>
            <a:xfrm>
              <a:off x="8444230" y="2336800"/>
              <a:ext cx="127000" cy="127000"/>
            </a:xfrm>
            <a:prstGeom prst="ellipse">
              <a:avLst/>
            </a:prstGeom>
            <a:solidFill>
              <a:srgbClr val="070154"/>
            </a:solidFill>
            <a:ln>
              <a:noFill/>
            </a:ln>
          </p:spPr>
        </p:sp>
        <p:sp>
          <p:nvSpPr>
            <p:cNvPr id="105" name="node01.item.item-005.label"/>
            <p:cNvSpPr/>
            <p:nvPr/>
          </p:nvSpPr>
          <p:spPr>
            <a:xfrm>
              <a:off x="8622030" y="2298700"/>
              <a:ext cx="219837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Close cockpit</a:t>
              </a:r>
              <a:endParaRPr lang="en-US" sz="1100" spc="0" kern="0" b="0" i="0" dirty="0">
                <a:solidFill>
                  <a:srgbClr val="070154"/>
                </a:solidFill>
                <a:latin typeface="IBM Plex Sans SemiBold"/>
                <a:ea typeface="IBM Plex Sans SemiBold"/>
                <a:cs typeface="IBM Plex Sans SemiBold"/>
              </a:endParaRPr>
            </a:p>
          </p:txBody>
        </p:sp>
        <p:sp>
          <p:nvSpPr>
            <p:cNvPr id="106" name="node01.item.item-006.point"/>
            <p:cNvSpPr/>
            <p:nvPr/>
          </p:nvSpPr>
          <p:spPr>
            <a:xfrm>
              <a:off x="5975350" y="3982720"/>
              <a:ext cx="127000" cy="127000"/>
            </a:xfrm>
            <a:prstGeom prst="ellipse">
              <a:avLst/>
            </a:prstGeom>
            <a:solidFill>
              <a:srgbClr val="070154"/>
            </a:solidFill>
            <a:ln>
              <a:noFill/>
            </a:ln>
          </p:spPr>
        </p:sp>
        <p:sp>
          <p:nvSpPr>
            <p:cNvPr id="107" name="node01.item.item-006.label"/>
            <p:cNvSpPr/>
            <p:nvPr/>
          </p:nvSpPr>
          <p:spPr>
            <a:xfrm>
              <a:off x="6153150" y="3944620"/>
              <a:ext cx="466725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Account rationalization</a:t>
              </a:r>
              <a:endParaRPr lang="en-US" sz="1100" spc="0" kern="0" b="0" i="0" dirty="0">
                <a:solidFill>
                  <a:srgbClr val="070154"/>
                </a:solidFill>
                <a:latin typeface="IBM Plex Sans SemiBold"/>
                <a:ea typeface="IBM Plex Sans SemiBold"/>
                <a:cs typeface="IBM Plex Sans SemiBold"/>
              </a:endParaRPr>
            </a:p>
          </p:txBody>
        </p:sp>
        <p:sp>
          <p:nvSpPr>
            <p:cNvPr id="108" name="node01.item.item-007.point"/>
            <p:cNvSpPr/>
            <p:nvPr/>
          </p:nvSpPr>
          <p:spPr>
            <a:xfrm>
              <a:off x="8752840" y="4188460"/>
              <a:ext cx="127000" cy="127000"/>
            </a:xfrm>
            <a:prstGeom prst="ellipse">
              <a:avLst/>
            </a:prstGeom>
            <a:solidFill>
              <a:srgbClr val="070154"/>
            </a:solidFill>
            <a:ln>
              <a:noFill/>
            </a:ln>
          </p:spPr>
        </p:sp>
        <p:sp>
          <p:nvSpPr>
            <p:cNvPr id="109" name="node01.item.item-007.label"/>
            <p:cNvSpPr/>
            <p:nvPr/>
          </p:nvSpPr>
          <p:spPr>
            <a:xfrm>
              <a:off x="8930640" y="4150360"/>
              <a:ext cx="188976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Custom ERP reports</a:t>
              </a:r>
              <a:endParaRPr lang="en-US" sz="1100" spc="0" kern="0" b="0" i="0" dirty="0">
                <a:solidFill>
                  <a:srgbClr val="070154"/>
                </a:solidFill>
                <a:latin typeface="IBM Plex Sans SemiBold"/>
                <a:ea typeface="IBM Plex Sans SemiBold"/>
                <a:cs typeface="IBM Plex Sans SemiBold"/>
              </a:endParaRPr>
            </a:p>
          </p:txBody>
        </p:sp>
        <p:sp>
          <p:nvSpPr>
            <p:cNvPr id="110" name="node01.item.item-008.point"/>
            <p:cNvSpPr/>
            <p:nvPr/>
          </p:nvSpPr>
          <p:spPr>
            <a:xfrm>
              <a:off x="8341360" y="3468370"/>
              <a:ext cx="127000" cy="127000"/>
            </a:xfrm>
            <a:prstGeom prst="ellipse">
              <a:avLst/>
            </a:prstGeom>
            <a:solidFill>
              <a:srgbClr val="070154"/>
            </a:solidFill>
            <a:ln>
              <a:noFill/>
            </a:ln>
          </p:spPr>
        </p:sp>
        <p:sp>
          <p:nvSpPr>
            <p:cNvPr id="111" name="node01.item.item-008.label"/>
            <p:cNvSpPr/>
            <p:nvPr/>
          </p:nvSpPr>
          <p:spPr>
            <a:xfrm>
              <a:off x="8519160" y="3430270"/>
              <a:ext cx="230124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Legacy data clean-up</a:t>
              </a:r>
              <a:endParaRPr lang="en-US" sz="1100" spc="0" kern="0" b="0" i="0" dirty="0">
                <a:solidFill>
                  <a:srgbClr val="070154"/>
                </a:solidFill>
                <a:latin typeface="IBM Plex Sans SemiBold"/>
                <a:ea typeface="IBM Plex Sans SemiBold"/>
                <a:cs typeface="IBM Plex Sans SemiBold"/>
              </a:endParaRPr>
            </a:p>
          </p:txBody>
        </p:sp>
      </p:grpSp>
      <p:grpSp>
        <p:nvGrpSpPr>
          <p:cNvPr id="122" name="node02"/>
          <p:cNvGrpSpPr/>
          <p:nvPr/>
        </p:nvGrpSpPr>
        <p:grpSpPr>
          <a:xfrm>
            <a:off x="723900" y="1828800"/>
            <a:ext cx="3429000" cy="876300"/>
            <a:chOff x="723900" y="1828800"/>
            <a:chExt cx="3429000" cy="876300"/>
          </a:xfrm>
        </p:grpSpPr>
        <p:sp>
          <p:nvSpPr>
            <p:cNvPr id="112" name="node02.label"/>
            <p:cNvSpPr/>
            <p:nvPr/>
          </p:nvSpPr>
          <p:spPr>
            <a:xfrm>
              <a:off x="723900" y="1828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AIM HERE</a:t>
              </a:r>
              <a:endParaRPr lang="en-US" sz="900" spc="54" kern="0" b="0" i="0" dirty="0">
                <a:solidFill>
                  <a:srgbClr val="0047FF"/>
                </a:solidFill>
                <a:latin typeface="IBM Plex Mono Medium"/>
                <a:ea typeface="IBM Plex Mono Medium"/>
                <a:cs typeface="IBM Plex Mono Medium"/>
              </a:endParaRPr>
            </a:p>
          </p:txBody>
        </p:sp>
        <p:sp>
          <p:nvSpPr>
            <p:cNvPr id="113" name="node02.title"/>
            <p:cNvSpPr/>
            <p:nvPr/>
          </p:nvSpPr>
          <p:spPr>
            <a:xfrm>
              <a:off x="723900" y="20574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Quick wins come first</a:t>
              </a:r>
              <a:endParaRPr lang="en-US" sz="1800" spc="-18" kern="0" b="0" i="0" dirty="0">
                <a:solidFill>
                  <a:srgbClr val="070154"/>
                </a:solidFill>
                <a:latin typeface="IBM Plex Sans SemiBold"/>
                <a:ea typeface="IBM Plex Sans SemiBold"/>
                <a:cs typeface="IBM Plex Sans SemiBold"/>
              </a:endParaRPr>
            </a:p>
          </p:txBody>
        </p:sp>
        <p:sp>
          <p:nvSpPr>
            <p:cNvPr id="114" name="node02.body"/>
            <p:cNvSpPr/>
            <p:nvPr/>
          </p:nvSpPr>
          <p:spPr>
            <a:xfrm>
              <a:off x="723900" y="24384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Three items pay back inside wave 1.</a:t>
              </a:r>
              <a:endParaRPr lang="en-US" sz="1400" spc="0" kern="0" b="0" i="0" dirty="0">
                <a:solidFill>
                  <a:srgbClr val="50658E"/>
                </a:solidFill>
                <a:latin typeface="IBM Plex Sans"/>
                <a:ea typeface="IBM Plex Sans"/>
                <a:cs typeface="IBM Plex Sans"/>
              </a:endParaRPr>
            </a:p>
          </p:txBody>
        </p:sp>
      </p:grpSp>
      <p:grpSp>
        <p:nvGrpSpPr>
          <p:cNvPr id="123" name="node03"/>
          <p:cNvGrpSpPr/>
          <p:nvPr/>
        </p:nvGrpSpPr>
        <p:grpSpPr>
          <a:xfrm>
            <a:off x="723900" y="3200400"/>
            <a:ext cx="3429000" cy="876300"/>
            <a:chOff x="723900" y="3200400"/>
            <a:chExt cx="3429000" cy="876300"/>
          </a:xfrm>
        </p:grpSpPr>
        <p:sp>
          <p:nvSpPr>
            <p:cNvPr id="115" name="node03.label"/>
            <p:cNvSpPr/>
            <p:nvPr/>
          </p:nvSpPr>
          <p:spPr>
            <a:xfrm>
              <a:off x="7239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PLAN CAREFULLY</a:t>
              </a:r>
              <a:endParaRPr lang="en-US" sz="900" spc="54" kern="0" b="0" i="0" dirty="0">
                <a:solidFill>
                  <a:srgbClr val="0047FF"/>
                </a:solidFill>
                <a:latin typeface="IBM Plex Mono Medium"/>
                <a:ea typeface="IBM Plex Mono Medium"/>
                <a:cs typeface="IBM Plex Mono Medium"/>
              </a:endParaRPr>
            </a:p>
          </p:txBody>
        </p:sp>
        <p:sp>
          <p:nvSpPr>
            <p:cNvPr id="116" name="node03.title"/>
            <p:cNvSpPr/>
            <p:nvPr/>
          </p:nvSpPr>
          <p:spPr>
            <a:xfrm>
              <a:off x="723900" y="3429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Big bets need a sponsor</a:t>
              </a:r>
              <a:endParaRPr lang="en-US" sz="1800" spc="-18" kern="0" b="0" i="0" dirty="0">
                <a:solidFill>
                  <a:srgbClr val="070154"/>
                </a:solidFill>
                <a:latin typeface="IBM Plex Sans SemiBold"/>
                <a:ea typeface="IBM Plex Sans SemiBold"/>
                <a:cs typeface="IBM Plex Sans SemiBold"/>
              </a:endParaRPr>
            </a:p>
          </p:txBody>
        </p:sp>
        <p:sp>
          <p:nvSpPr>
            <p:cNvPr id="117" name="node03.body"/>
            <p:cNvSpPr/>
            <p:nvPr/>
          </p:nvSpPr>
          <p:spPr>
            <a:xfrm>
              <a:off x="723900" y="38100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High value, but the most effort.</a:t>
              </a:r>
              <a:endParaRPr lang="en-US" sz="1400" spc="0" kern="0" b="0" i="0" dirty="0">
                <a:solidFill>
                  <a:srgbClr val="50658E"/>
                </a:solidFill>
                <a:latin typeface="IBM Plex Sans"/>
                <a:ea typeface="IBM Plex Sans"/>
                <a:cs typeface="IBM Plex Sans"/>
              </a:endParaRPr>
            </a:p>
          </p:txBody>
        </p:sp>
      </p:grpSp>
      <p:grpSp>
        <p:nvGrpSpPr>
          <p:cNvPr id="124" name="node04"/>
          <p:cNvGrpSpPr/>
          <p:nvPr/>
        </p:nvGrpSpPr>
        <p:grpSpPr>
          <a:xfrm>
            <a:off x="723900" y="4572000"/>
            <a:ext cx="3429000" cy="876300"/>
            <a:chOff x="723900" y="4572000"/>
            <a:chExt cx="3429000" cy="876300"/>
          </a:xfrm>
        </p:grpSpPr>
        <p:sp>
          <p:nvSpPr>
            <p:cNvPr id="118" name="node04.label"/>
            <p:cNvSpPr/>
            <p:nvPr/>
          </p:nvSpPr>
          <p:spPr>
            <a:xfrm>
              <a:off x="7239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AVOID</a:t>
              </a:r>
              <a:endParaRPr lang="en-US" sz="900" spc="54" kern="0" b="0" i="0" dirty="0">
                <a:solidFill>
                  <a:srgbClr val="0047FF"/>
                </a:solidFill>
                <a:latin typeface="IBM Plex Mono Medium"/>
                <a:ea typeface="IBM Plex Mono Medium"/>
                <a:cs typeface="IBM Plex Mono Medium"/>
              </a:endParaRPr>
            </a:p>
          </p:txBody>
        </p:sp>
        <p:sp>
          <p:nvSpPr>
            <p:cNvPr id="119" name="node04.title"/>
            <p:cNvSpPr/>
            <p:nvPr/>
          </p:nvSpPr>
          <p:spPr>
            <a:xfrm>
              <a:off x="723900" y="48006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Skip the money pits</a:t>
              </a:r>
              <a:endParaRPr lang="en-US" sz="1800" spc="-18" kern="0" b="0" i="0" dirty="0">
                <a:solidFill>
                  <a:srgbClr val="070154"/>
                </a:solidFill>
                <a:latin typeface="IBM Plex Sans SemiBold"/>
                <a:ea typeface="IBM Plex Sans SemiBold"/>
                <a:cs typeface="IBM Plex Sans SemiBold"/>
              </a:endParaRPr>
            </a:p>
          </p:txBody>
        </p:sp>
        <p:sp>
          <p:nvSpPr>
            <p:cNvPr id="120" name="node04.body"/>
            <p:cNvSpPr/>
            <p:nvPr/>
          </p:nvSpPr>
          <p:spPr>
            <a:xfrm>
              <a:off x="723900" y="51816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Cost outruns return on both items.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ource-405">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PRIORITIZATION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Start with quick wins, not money pits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a:t>
            </a:fld>
            <a:endParaRPr lang="en-US" sz="700" spc="0" kern="0" b="0" i="0" dirty="0">
              <a:solidFill>
                <a:srgbClr val="070154"/>
              </a:solidFill>
              <a:latin typeface="IBM Plex Mono SemiBold"/>
              <a:ea typeface="IBM Plex Mono SemiBold"/>
              <a:cs typeface="IBM Plex Mono SemiBold"/>
            </a:endParaRPr>
          </a:p>
        </p:txBody>
      </p:sp>
      <p:grpSp>
        <p:nvGrpSpPr>
          <p:cNvPr id="121" name="node01"/>
          <p:cNvGrpSpPr/>
          <p:nvPr/>
        </p:nvGrpSpPr>
        <p:grpSpPr>
          <a:xfrm>
            <a:off x="1041400" y="342900"/>
            <a:ext cx="6540500" cy="5346700"/>
            <a:chOff x="1041400" y="342900"/>
            <a:chExt cx="6540500" cy="5346700"/>
          </a:xfrm>
        </p:grpSpPr>
        <p:sp>
          <p:nvSpPr>
            <p:cNvPr id="7" name="node01.quadrant.tl"/>
            <p:cNvSpPr/>
            <p:nvPr/>
          </p:nvSpPr>
          <p:spPr>
            <a:xfrm>
              <a:off x="1257300" y="342900"/>
              <a:ext cx="2571750" cy="2571750"/>
            </a:xfrm>
            <a:prstGeom prst="rect">
              <a:avLst/>
            </a:prstGeom>
            <a:solidFill>
              <a:srgbClr val="E8EEF8"/>
            </a:solidFill>
            <a:ln>
              <a:noFill/>
            </a:ln>
          </p:spPr>
        </p:sp>
        <p:sp>
          <p:nvSpPr>
            <p:cNvPr id="8" name="node01.name.tl"/>
            <p:cNvSpPr/>
            <p:nvPr/>
          </p:nvSpPr>
          <p:spPr>
            <a:xfrm>
              <a:off x="1371600" y="419100"/>
              <a:ext cx="2343150" cy="1524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QUICK WINS</a:t>
              </a:r>
              <a:endParaRPr lang="en-US" sz="900" spc="60" kern="0" b="0" i="0" dirty="0">
                <a:solidFill>
                  <a:srgbClr val="070154"/>
                </a:solidFill>
                <a:latin typeface="IBM Plex Mono SemiBold"/>
                <a:ea typeface="IBM Plex Mono SemiBold"/>
                <a:cs typeface="IBM Plex Mono SemiBold"/>
              </a:endParaRPr>
            </a:p>
          </p:txBody>
        </p:sp>
        <p:sp>
          <p:nvSpPr>
            <p:cNvPr id="9" name="node01.tag-bg.tl"/>
            <p:cNvSpPr/>
            <p:nvPr/>
          </p:nvSpPr>
          <p:spPr>
            <a:xfrm>
              <a:off x="1371600" y="647700"/>
              <a:ext cx="759470" cy="203200"/>
            </a:xfrm>
            <a:prstGeom prst="rect">
              <a:avLst/>
            </a:prstGeom>
            <a:solidFill>
              <a:srgbClr val="05013F"/>
            </a:solidFill>
            <a:ln>
              <a:noFill/>
            </a:ln>
          </p:spPr>
        </p:sp>
        <p:sp>
          <p:nvSpPr>
            <p:cNvPr id="10" name="node01.tag.tl"/>
            <p:cNvSpPr/>
            <p:nvPr/>
          </p:nvSpPr>
          <p:spPr>
            <a:xfrm>
              <a:off x="1447800" y="660400"/>
              <a:ext cx="607070"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AIM HERE</a:t>
              </a:r>
              <a:endParaRPr lang="en-US" sz="850" spc="60" kern="0" b="0" i="0" dirty="0">
                <a:solidFill>
                  <a:srgbClr val="FFFFFF"/>
                </a:solidFill>
                <a:latin typeface="IBM Plex Mono SemiBold"/>
                <a:ea typeface="IBM Plex Mono SemiBold"/>
                <a:cs typeface="IBM Plex Mono SemiBold"/>
              </a:endParaRPr>
            </a:p>
          </p:txBody>
        </p:sp>
        <p:sp>
          <p:nvSpPr>
            <p:cNvPr id="11" name="node01.quadrant.tr"/>
            <p:cNvSpPr/>
            <p:nvPr/>
          </p:nvSpPr>
          <p:spPr>
            <a:xfrm>
              <a:off x="3829050" y="342900"/>
              <a:ext cx="2571750" cy="2571750"/>
            </a:xfrm>
            <a:prstGeom prst="rect">
              <a:avLst/>
            </a:prstGeom>
            <a:solidFill>
              <a:srgbClr val="FFFFFF"/>
            </a:solidFill>
            <a:ln>
              <a:noFill/>
            </a:ln>
          </p:spPr>
        </p:sp>
        <p:sp>
          <p:nvSpPr>
            <p:cNvPr id="12" name="node01.name.tr"/>
            <p:cNvSpPr/>
            <p:nvPr/>
          </p:nvSpPr>
          <p:spPr>
            <a:xfrm>
              <a:off x="3943350" y="419100"/>
              <a:ext cx="2343150" cy="1524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BIG BETS</a:t>
              </a:r>
              <a:endParaRPr lang="en-US" sz="900" spc="60" kern="0" b="0" i="0" dirty="0">
                <a:solidFill>
                  <a:srgbClr val="070154"/>
                </a:solidFill>
                <a:latin typeface="IBM Plex Mono SemiBold"/>
                <a:ea typeface="IBM Plex Mono SemiBold"/>
                <a:cs typeface="IBM Plex Mono SemiBold"/>
              </a:endParaRPr>
            </a:p>
          </p:txBody>
        </p:sp>
        <p:sp>
          <p:nvSpPr>
            <p:cNvPr id="13" name="node01.quadrant.bl"/>
            <p:cNvSpPr/>
            <p:nvPr/>
          </p:nvSpPr>
          <p:spPr>
            <a:xfrm>
              <a:off x="1257300" y="2914650"/>
              <a:ext cx="2571750" cy="2571750"/>
            </a:xfrm>
            <a:prstGeom prst="rect">
              <a:avLst/>
            </a:prstGeom>
            <a:solidFill>
              <a:srgbClr val="FFFFFF"/>
            </a:solidFill>
            <a:ln>
              <a:noFill/>
            </a:ln>
          </p:spPr>
        </p:sp>
        <p:sp>
          <p:nvSpPr>
            <p:cNvPr id="14" name="node01.name.bl"/>
            <p:cNvSpPr/>
            <p:nvPr/>
          </p:nvSpPr>
          <p:spPr>
            <a:xfrm>
              <a:off x="1371600" y="5181600"/>
              <a:ext cx="2343150" cy="1524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FILL-INS</a:t>
              </a:r>
              <a:endParaRPr lang="en-US" sz="900" spc="60" kern="0" b="0" i="0" dirty="0">
                <a:solidFill>
                  <a:srgbClr val="070154"/>
                </a:solidFill>
                <a:latin typeface="IBM Plex Mono SemiBold"/>
                <a:ea typeface="IBM Plex Mono SemiBold"/>
                <a:cs typeface="IBM Plex Mono SemiBold"/>
              </a:endParaRPr>
            </a:p>
          </p:txBody>
        </p:sp>
        <p:sp>
          <p:nvSpPr>
            <p:cNvPr id="15" name="node01.quadrant.br"/>
            <p:cNvSpPr/>
            <p:nvPr/>
          </p:nvSpPr>
          <p:spPr>
            <a:xfrm>
              <a:off x="3829050" y="2914650"/>
              <a:ext cx="2571750" cy="2571750"/>
            </a:xfrm>
            <a:prstGeom prst="rect">
              <a:avLst/>
            </a:prstGeom>
            <a:solidFill>
              <a:srgbClr val="FFFFFF"/>
            </a:solidFill>
            <a:ln>
              <a:noFill/>
            </a:ln>
          </p:spPr>
        </p:sp>
        <p:sp>
          <p:nvSpPr>
            <p:cNvPr id="16" name="node01.hatch.br.000"/>
            <p:cNvSpPr/>
            <p:nvPr/>
          </p:nvSpPr>
          <p:spPr>
            <a:xfrm>
              <a:off x="3829050" y="5486400"/>
              <a:ext cx="127" cy="127"/>
            </a:xfrm>
            <a:custGeom>
              <a:avLst/>
              <a:gdLst/>
              <a:ahLst/>
              <a:cxnLst/>
              <a:rect l="l" t="t" r="r" b="b"/>
              <a:pathLst>
                <a:path w="127" h="127">
                  <a:moveTo>
                    <a:pt x="0" y="0"/>
                  </a:moveTo>
                  <a:lnTo>
                    <a:pt x="0" y="0"/>
                  </a:lnTo>
                </a:path>
              </a:pathLst>
            </a:custGeom>
            <a:ln w="25400">
              <a:solidFill>
                <a:srgbClr val="CED7E6"/>
              </a:solidFill>
              <a:prstDash val="solid"/>
            </a:ln>
          </p:spPr>
        </p:sp>
        <p:sp>
          <p:nvSpPr>
            <p:cNvPr id="17" name="node01.hatch.br.001"/>
            <p:cNvSpPr/>
            <p:nvPr/>
          </p:nvSpPr>
          <p:spPr>
            <a:xfrm>
              <a:off x="3829050" y="5410200"/>
              <a:ext cx="76200" cy="76200"/>
            </a:xfrm>
            <a:custGeom>
              <a:avLst/>
              <a:gdLst/>
              <a:ahLst/>
              <a:cxnLst/>
              <a:rect l="l" t="t" r="r" b="b"/>
              <a:pathLst>
                <a:path w="76200" h="76200">
                  <a:moveTo>
                    <a:pt x="0" y="0"/>
                  </a:moveTo>
                  <a:lnTo>
                    <a:pt x="76200" y="76200"/>
                  </a:lnTo>
                </a:path>
              </a:pathLst>
            </a:custGeom>
            <a:ln w="25400">
              <a:solidFill>
                <a:srgbClr val="CED7E6"/>
              </a:solidFill>
              <a:prstDash val="solid"/>
            </a:ln>
          </p:spPr>
        </p:sp>
        <p:sp>
          <p:nvSpPr>
            <p:cNvPr id="18" name="node01.hatch.br.002"/>
            <p:cNvSpPr/>
            <p:nvPr/>
          </p:nvSpPr>
          <p:spPr>
            <a:xfrm>
              <a:off x="3829050" y="5334000"/>
              <a:ext cx="152400" cy="152400"/>
            </a:xfrm>
            <a:custGeom>
              <a:avLst/>
              <a:gdLst/>
              <a:ahLst/>
              <a:cxnLst/>
              <a:rect l="l" t="t" r="r" b="b"/>
              <a:pathLst>
                <a:path w="152400" h="152400">
                  <a:moveTo>
                    <a:pt x="0" y="0"/>
                  </a:moveTo>
                  <a:lnTo>
                    <a:pt x="152400" y="152400"/>
                  </a:lnTo>
                </a:path>
              </a:pathLst>
            </a:custGeom>
            <a:ln w="25400">
              <a:solidFill>
                <a:srgbClr val="CED7E6"/>
              </a:solidFill>
              <a:prstDash val="solid"/>
            </a:ln>
          </p:spPr>
        </p:sp>
        <p:sp>
          <p:nvSpPr>
            <p:cNvPr id="19" name="node01.hatch.br.003"/>
            <p:cNvSpPr/>
            <p:nvPr/>
          </p:nvSpPr>
          <p:spPr>
            <a:xfrm>
              <a:off x="3829050" y="5257800"/>
              <a:ext cx="228600" cy="228600"/>
            </a:xfrm>
            <a:custGeom>
              <a:avLst/>
              <a:gdLst/>
              <a:ahLst/>
              <a:cxnLst/>
              <a:rect l="l" t="t" r="r" b="b"/>
              <a:pathLst>
                <a:path w="228600" h="228600">
                  <a:moveTo>
                    <a:pt x="0" y="0"/>
                  </a:moveTo>
                  <a:lnTo>
                    <a:pt x="228600" y="228600"/>
                  </a:lnTo>
                </a:path>
              </a:pathLst>
            </a:custGeom>
            <a:ln w="25400">
              <a:solidFill>
                <a:srgbClr val="CED7E6"/>
              </a:solidFill>
              <a:prstDash val="solid"/>
            </a:ln>
          </p:spPr>
        </p:sp>
        <p:sp>
          <p:nvSpPr>
            <p:cNvPr id="20" name="node01.hatch.br.004"/>
            <p:cNvSpPr/>
            <p:nvPr/>
          </p:nvSpPr>
          <p:spPr>
            <a:xfrm>
              <a:off x="3829050" y="5181600"/>
              <a:ext cx="304800" cy="304800"/>
            </a:xfrm>
            <a:custGeom>
              <a:avLst/>
              <a:gdLst/>
              <a:ahLst/>
              <a:cxnLst/>
              <a:rect l="l" t="t" r="r" b="b"/>
              <a:pathLst>
                <a:path w="304800" h="304800">
                  <a:moveTo>
                    <a:pt x="0" y="0"/>
                  </a:moveTo>
                  <a:lnTo>
                    <a:pt x="304800" y="304800"/>
                  </a:lnTo>
                </a:path>
              </a:pathLst>
            </a:custGeom>
            <a:ln w="25400">
              <a:solidFill>
                <a:srgbClr val="CED7E6"/>
              </a:solidFill>
              <a:prstDash val="solid"/>
            </a:ln>
          </p:spPr>
        </p:sp>
        <p:sp>
          <p:nvSpPr>
            <p:cNvPr id="21" name="node01.hatch.br.005"/>
            <p:cNvSpPr/>
            <p:nvPr/>
          </p:nvSpPr>
          <p:spPr>
            <a:xfrm>
              <a:off x="3829050" y="5105400"/>
              <a:ext cx="381000" cy="381000"/>
            </a:xfrm>
            <a:custGeom>
              <a:avLst/>
              <a:gdLst/>
              <a:ahLst/>
              <a:cxnLst/>
              <a:rect l="l" t="t" r="r" b="b"/>
              <a:pathLst>
                <a:path w="381000" h="381000">
                  <a:moveTo>
                    <a:pt x="0" y="0"/>
                  </a:moveTo>
                  <a:lnTo>
                    <a:pt x="381000" y="381000"/>
                  </a:lnTo>
                </a:path>
              </a:pathLst>
            </a:custGeom>
            <a:ln w="25400">
              <a:solidFill>
                <a:srgbClr val="CED7E6"/>
              </a:solidFill>
              <a:prstDash val="solid"/>
            </a:ln>
          </p:spPr>
        </p:sp>
        <p:sp>
          <p:nvSpPr>
            <p:cNvPr id="22" name="node01.hatch.br.006"/>
            <p:cNvSpPr/>
            <p:nvPr/>
          </p:nvSpPr>
          <p:spPr>
            <a:xfrm>
              <a:off x="3829050" y="5029200"/>
              <a:ext cx="457200" cy="457200"/>
            </a:xfrm>
            <a:custGeom>
              <a:avLst/>
              <a:gdLst/>
              <a:ahLst/>
              <a:cxnLst/>
              <a:rect l="l" t="t" r="r" b="b"/>
              <a:pathLst>
                <a:path w="457200" h="457200">
                  <a:moveTo>
                    <a:pt x="0" y="0"/>
                  </a:moveTo>
                  <a:lnTo>
                    <a:pt x="457200" y="457200"/>
                  </a:lnTo>
                </a:path>
              </a:pathLst>
            </a:custGeom>
            <a:ln w="25400">
              <a:solidFill>
                <a:srgbClr val="CED7E6"/>
              </a:solidFill>
              <a:prstDash val="solid"/>
            </a:ln>
          </p:spPr>
        </p:sp>
        <p:sp>
          <p:nvSpPr>
            <p:cNvPr id="23" name="node01.hatch.br.007"/>
            <p:cNvSpPr/>
            <p:nvPr/>
          </p:nvSpPr>
          <p:spPr>
            <a:xfrm>
              <a:off x="3829050" y="4953000"/>
              <a:ext cx="533400" cy="533400"/>
            </a:xfrm>
            <a:custGeom>
              <a:avLst/>
              <a:gdLst/>
              <a:ahLst/>
              <a:cxnLst/>
              <a:rect l="l" t="t" r="r" b="b"/>
              <a:pathLst>
                <a:path w="533400" h="533400">
                  <a:moveTo>
                    <a:pt x="0" y="0"/>
                  </a:moveTo>
                  <a:lnTo>
                    <a:pt x="533400" y="533400"/>
                  </a:lnTo>
                </a:path>
              </a:pathLst>
            </a:custGeom>
            <a:ln w="25400">
              <a:solidFill>
                <a:srgbClr val="CED7E6"/>
              </a:solidFill>
              <a:prstDash val="solid"/>
            </a:ln>
          </p:spPr>
        </p:sp>
        <p:sp>
          <p:nvSpPr>
            <p:cNvPr id="24" name="node01.hatch.br.008"/>
            <p:cNvSpPr/>
            <p:nvPr/>
          </p:nvSpPr>
          <p:spPr>
            <a:xfrm>
              <a:off x="3829050" y="4876800"/>
              <a:ext cx="609600" cy="609600"/>
            </a:xfrm>
            <a:custGeom>
              <a:avLst/>
              <a:gdLst/>
              <a:ahLst/>
              <a:cxnLst/>
              <a:rect l="l" t="t" r="r" b="b"/>
              <a:pathLst>
                <a:path w="609600" h="609600">
                  <a:moveTo>
                    <a:pt x="0" y="0"/>
                  </a:moveTo>
                  <a:lnTo>
                    <a:pt x="609600" y="609600"/>
                  </a:lnTo>
                </a:path>
              </a:pathLst>
            </a:custGeom>
            <a:ln w="25400">
              <a:solidFill>
                <a:srgbClr val="CED7E6"/>
              </a:solidFill>
              <a:prstDash val="solid"/>
            </a:ln>
          </p:spPr>
        </p:sp>
        <p:sp>
          <p:nvSpPr>
            <p:cNvPr id="25" name="node01.hatch.br.009"/>
            <p:cNvSpPr/>
            <p:nvPr/>
          </p:nvSpPr>
          <p:spPr>
            <a:xfrm>
              <a:off x="3829050" y="4800600"/>
              <a:ext cx="685800" cy="685800"/>
            </a:xfrm>
            <a:custGeom>
              <a:avLst/>
              <a:gdLst/>
              <a:ahLst/>
              <a:cxnLst/>
              <a:rect l="l" t="t" r="r" b="b"/>
              <a:pathLst>
                <a:path w="685800" h="685800">
                  <a:moveTo>
                    <a:pt x="0" y="0"/>
                  </a:moveTo>
                  <a:lnTo>
                    <a:pt x="685800" y="685800"/>
                  </a:lnTo>
                </a:path>
              </a:pathLst>
            </a:custGeom>
            <a:ln w="25400">
              <a:solidFill>
                <a:srgbClr val="CED7E6"/>
              </a:solidFill>
              <a:prstDash val="solid"/>
            </a:ln>
          </p:spPr>
        </p:sp>
        <p:sp>
          <p:nvSpPr>
            <p:cNvPr id="26" name="node01.hatch.br.010"/>
            <p:cNvSpPr/>
            <p:nvPr/>
          </p:nvSpPr>
          <p:spPr>
            <a:xfrm>
              <a:off x="3829050" y="4724400"/>
              <a:ext cx="762000" cy="762000"/>
            </a:xfrm>
            <a:custGeom>
              <a:avLst/>
              <a:gdLst/>
              <a:ahLst/>
              <a:cxnLst/>
              <a:rect l="l" t="t" r="r" b="b"/>
              <a:pathLst>
                <a:path w="762000" h="762000">
                  <a:moveTo>
                    <a:pt x="0" y="0"/>
                  </a:moveTo>
                  <a:lnTo>
                    <a:pt x="762000" y="762000"/>
                  </a:lnTo>
                </a:path>
              </a:pathLst>
            </a:custGeom>
            <a:ln w="25400">
              <a:solidFill>
                <a:srgbClr val="CED7E6"/>
              </a:solidFill>
              <a:prstDash val="solid"/>
            </a:ln>
          </p:spPr>
        </p:sp>
        <p:sp>
          <p:nvSpPr>
            <p:cNvPr id="27" name="node01.hatch.br.011"/>
            <p:cNvSpPr/>
            <p:nvPr/>
          </p:nvSpPr>
          <p:spPr>
            <a:xfrm>
              <a:off x="3829050" y="4648200"/>
              <a:ext cx="838200" cy="838200"/>
            </a:xfrm>
            <a:custGeom>
              <a:avLst/>
              <a:gdLst/>
              <a:ahLst/>
              <a:cxnLst/>
              <a:rect l="l" t="t" r="r" b="b"/>
              <a:pathLst>
                <a:path w="838200" h="838200">
                  <a:moveTo>
                    <a:pt x="0" y="0"/>
                  </a:moveTo>
                  <a:lnTo>
                    <a:pt x="838200" y="838200"/>
                  </a:lnTo>
                </a:path>
              </a:pathLst>
            </a:custGeom>
            <a:ln w="25400">
              <a:solidFill>
                <a:srgbClr val="CED7E6"/>
              </a:solidFill>
              <a:prstDash val="solid"/>
            </a:ln>
          </p:spPr>
        </p:sp>
        <p:sp>
          <p:nvSpPr>
            <p:cNvPr id="28" name="node01.hatch.br.012"/>
            <p:cNvSpPr/>
            <p:nvPr/>
          </p:nvSpPr>
          <p:spPr>
            <a:xfrm>
              <a:off x="3829050" y="4572000"/>
              <a:ext cx="914400" cy="914400"/>
            </a:xfrm>
            <a:custGeom>
              <a:avLst/>
              <a:gdLst/>
              <a:ahLst/>
              <a:cxnLst/>
              <a:rect l="l" t="t" r="r" b="b"/>
              <a:pathLst>
                <a:path w="914400" h="914400">
                  <a:moveTo>
                    <a:pt x="0" y="0"/>
                  </a:moveTo>
                  <a:lnTo>
                    <a:pt x="914400" y="914400"/>
                  </a:lnTo>
                </a:path>
              </a:pathLst>
            </a:custGeom>
            <a:ln w="25400">
              <a:solidFill>
                <a:srgbClr val="CED7E6"/>
              </a:solidFill>
              <a:prstDash val="solid"/>
            </a:ln>
          </p:spPr>
        </p:sp>
        <p:sp>
          <p:nvSpPr>
            <p:cNvPr id="29" name="node01.hatch.br.013"/>
            <p:cNvSpPr/>
            <p:nvPr/>
          </p:nvSpPr>
          <p:spPr>
            <a:xfrm>
              <a:off x="3829050" y="4495800"/>
              <a:ext cx="990600" cy="990600"/>
            </a:xfrm>
            <a:custGeom>
              <a:avLst/>
              <a:gdLst/>
              <a:ahLst/>
              <a:cxnLst/>
              <a:rect l="l" t="t" r="r" b="b"/>
              <a:pathLst>
                <a:path w="990600" h="990600">
                  <a:moveTo>
                    <a:pt x="0" y="0"/>
                  </a:moveTo>
                  <a:lnTo>
                    <a:pt x="990600" y="990600"/>
                  </a:lnTo>
                </a:path>
              </a:pathLst>
            </a:custGeom>
            <a:ln w="25400">
              <a:solidFill>
                <a:srgbClr val="CED7E6"/>
              </a:solidFill>
              <a:prstDash val="solid"/>
            </a:ln>
          </p:spPr>
        </p:sp>
        <p:sp>
          <p:nvSpPr>
            <p:cNvPr id="30" name="node01.hatch.br.014"/>
            <p:cNvSpPr/>
            <p:nvPr/>
          </p:nvSpPr>
          <p:spPr>
            <a:xfrm>
              <a:off x="3829050" y="4419600"/>
              <a:ext cx="1066800" cy="1066800"/>
            </a:xfrm>
            <a:custGeom>
              <a:avLst/>
              <a:gdLst/>
              <a:ahLst/>
              <a:cxnLst/>
              <a:rect l="l" t="t" r="r" b="b"/>
              <a:pathLst>
                <a:path w="1066800" h="1066800">
                  <a:moveTo>
                    <a:pt x="0" y="0"/>
                  </a:moveTo>
                  <a:lnTo>
                    <a:pt x="1066800" y="1066800"/>
                  </a:lnTo>
                </a:path>
              </a:pathLst>
            </a:custGeom>
            <a:ln w="25400">
              <a:solidFill>
                <a:srgbClr val="CED7E6"/>
              </a:solidFill>
              <a:prstDash val="solid"/>
            </a:ln>
          </p:spPr>
        </p:sp>
        <p:sp>
          <p:nvSpPr>
            <p:cNvPr id="31" name="node01.hatch.br.015"/>
            <p:cNvSpPr/>
            <p:nvPr/>
          </p:nvSpPr>
          <p:spPr>
            <a:xfrm>
              <a:off x="3829050" y="4343400"/>
              <a:ext cx="1143000" cy="1143000"/>
            </a:xfrm>
            <a:custGeom>
              <a:avLst/>
              <a:gdLst/>
              <a:ahLst/>
              <a:cxnLst/>
              <a:rect l="l" t="t" r="r" b="b"/>
              <a:pathLst>
                <a:path w="1143000" h="1143000">
                  <a:moveTo>
                    <a:pt x="0" y="0"/>
                  </a:moveTo>
                  <a:lnTo>
                    <a:pt x="1143000" y="1143000"/>
                  </a:lnTo>
                </a:path>
              </a:pathLst>
            </a:custGeom>
            <a:ln w="25400">
              <a:solidFill>
                <a:srgbClr val="CED7E6"/>
              </a:solidFill>
              <a:prstDash val="solid"/>
            </a:ln>
          </p:spPr>
        </p:sp>
        <p:sp>
          <p:nvSpPr>
            <p:cNvPr id="32" name="node01.hatch.br.016"/>
            <p:cNvSpPr/>
            <p:nvPr/>
          </p:nvSpPr>
          <p:spPr>
            <a:xfrm>
              <a:off x="3829050" y="4267200"/>
              <a:ext cx="1219200" cy="1219200"/>
            </a:xfrm>
            <a:custGeom>
              <a:avLst/>
              <a:gdLst/>
              <a:ahLst/>
              <a:cxnLst/>
              <a:rect l="l" t="t" r="r" b="b"/>
              <a:pathLst>
                <a:path w="1219200" h="1219200">
                  <a:moveTo>
                    <a:pt x="0" y="0"/>
                  </a:moveTo>
                  <a:lnTo>
                    <a:pt x="1219200" y="1219200"/>
                  </a:lnTo>
                </a:path>
              </a:pathLst>
            </a:custGeom>
            <a:ln w="25400">
              <a:solidFill>
                <a:srgbClr val="CED7E6"/>
              </a:solidFill>
              <a:prstDash val="solid"/>
            </a:ln>
          </p:spPr>
        </p:sp>
        <p:sp>
          <p:nvSpPr>
            <p:cNvPr id="33" name="node01.hatch.br.017"/>
            <p:cNvSpPr/>
            <p:nvPr/>
          </p:nvSpPr>
          <p:spPr>
            <a:xfrm>
              <a:off x="3829050" y="4191000"/>
              <a:ext cx="1295400" cy="1295400"/>
            </a:xfrm>
            <a:custGeom>
              <a:avLst/>
              <a:gdLst/>
              <a:ahLst/>
              <a:cxnLst/>
              <a:rect l="l" t="t" r="r" b="b"/>
              <a:pathLst>
                <a:path w="1295400" h="1295400">
                  <a:moveTo>
                    <a:pt x="0" y="0"/>
                  </a:moveTo>
                  <a:lnTo>
                    <a:pt x="1295400" y="1295400"/>
                  </a:lnTo>
                </a:path>
              </a:pathLst>
            </a:custGeom>
            <a:ln w="25400">
              <a:solidFill>
                <a:srgbClr val="CED7E6"/>
              </a:solidFill>
              <a:prstDash val="solid"/>
            </a:ln>
          </p:spPr>
        </p:sp>
        <p:sp>
          <p:nvSpPr>
            <p:cNvPr id="34" name="node01.hatch.br.018"/>
            <p:cNvSpPr/>
            <p:nvPr/>
          </p:nvSpPr>
          <p:spPr>
            <a:xfrm>
              <a:off x="3829050" y="4114800"/>
              <a:ext cx="1371600" cy="1371600"/>
            </a:xfrm>
            <a:custGeom>
              <a:avLst/>
              <a:gdLst/>
              <a:ahLst/>
              <a:cxnLst/>
              <a:rect l="l" t="t" r="r" b="b"/>
              <a:pathLst>
                <a:path w="1371600" h="1371600">
                  <a:moveTo>
                    <a:pt x="0" y="0"/>
                  </a:moveTo>
                  <a:lnTo>
                    <a:pt x="1371600" y="1371600"/>
                  </a:lnTo>
                </a:path>
              </a:pathLst>
            </a:custGeom>
            <a:ln w="25400">
              <a:solidFill>
                <a:srgbClr val="CED7E6"/>
              </a:solidFill>
              <a:prstDash val="solid"/>
            </a:ln>
          </p:spPr>
        </p:sp>
        <p:sp>
          <p:nvSpPr>
            <p:cNvPr id="35" name="node01.hatch.br.019"/>
            <p:cNvSpPr/>
            <p:nvPr/>
          </p:nvSpPr>
          <p:spPr>
            <a:xfrm>
              <a:off x="3829050" y="4038600"/>
              <a:ext cx="1447800" cy="1447800"/>
            </a:xfrm>
            <a:custGeom>
              <a:avLst/>
              <a:gdLst/>
              <a:ahLst/>
              <a:cxnLst/>
              <a:rect l="l" t="t" r="r" b="b"/>
              <a:pathLst>
                <a:path w="1447800" h="1447800">
                  <a:moveTo>
                    <a:pt x="0" y="0"/>
                  </a:moveTo>
                  <a:lnTo>
                    <a:pt x="1447800" y="1447800"/>
                  </a:lnTo>
                </a:path>
              </a:pathLst>
            </a:custGeom>
            <a:ln w="25400">
              <a:solidFill>
                <a:srgbClr val="CED7E6"/>
              </a:solidFill>
              <a:prstDash val="solid"/>
            </a:ln>
          </p:spPr>
        </p:sp>
        <p:sp>
          <p:nvSpPr>
            <p:cNvPr id="36" name="node01.hatch.br.020"/>
            <p:cNvSpPr/>
            <p:nvPr/>
          </p:nvSpPr>
          <p:spPr>
            <a:xfrm>
              <a:off x="3829050" y="3962400"/>
              <a:ext cx="1524000" cy="1524000"/>
            </a:xfrm>
            <a:custGeom>
              <a:avLst/>
              <a:gdLst/>
              <a:ahLst/>
              <a:cxnLst/>
              <a:rect l="l" t="t" r="r" b="b"/>
              <a:pathLst>
                <a:path w="1524000" h="1524000">
                  <a:moveTo>
                    <a:pt x="0" y="0"/>
                  </a:moveTo>
                  <a:lnTo>
                    <a:pt x="1524000" y="1524000"/>
                  </a:lnTo>
                </a:path>
              </a:pathLst>
            </a:custGeom>
            <a:ln w="25400">
              <a:solidFill>
                <a:srgbClr val="CED7E6"/>
              </a:solidFill>
              <a:prstDash val="solid"/>
            </a:ln>
          </p:spPr>
        </p:sp>
        <p:sp>
          <p:nvSpPr>
            <p:cNvPr id="37" name="node01.hatch.br.021"/>
            <p:cNvSpPr/>
            <p:nvPr/>
          </p:nvSpPr>
          <p:spPr>
            <a:xfrm>
              <a:off x="3829050" y="3886200"/>
              <a:ext cx="1600200" cy="1600200"/>
            </a:xfrm>
            <a:custGeom>
              <a:avLst/>
              <a:gdLst/>
              <a:ahLst/>
              <a:cxnLst/>
              <a:rect l="l" t="t" r="r" b="b"/>
              <a:pathLst>
                <a:path w="1600200" h="1600200">
                  <a:moveTo>
                    <a:pt x="0" y="0"/>
                  </a:moveTo>
                  <a:lnTo>
                    <a:pt x="1600200" y="1600200"/>
                  </a:lnTo>
                </a:path>
              </a:pathLst>
            </a:custGeom>
            <a:ln w="25400">
              <a:solidFill>
                <a:srgbClr val="CED7E6"/>
              </a:solidFill>
              <a:prstDash val="solid"/>
            </a:ln>
          </p:spPr>
        </p:sp>
        <p:sp>
          <p:nvSpPr>
            <p:cNvPr id="38" name="node01.hatch.br.022"/>
            <p:cNvSpPr/>
            <p:nvPr/>
          </p:nvSpPr>
          <p:spPr>
            <a:xfrm>
              <a:off x="3829050" y="3810000"/>
              <a:ext cx="1676400" cy="1676400"/>
            </a:xfrm>
            <a:custGeom>
              <a:avLst/>
              <a:gdLst/>
              <a:ahLst/>
              <a:cxnLst/>
              <a:rect l="l" t="t" r="r" b="b"/>
              <a:pathLst>
                <a:path w="1676400" h="1676400">
                  <a:moveTo>
                    <a:pt x="0" y="0"/>
                  </a:moveTo>
                  <a:lnTo>
                    <a:pt x="1676400" y="1676400"/>
                  </a:lnTo>
                </a:path>
              </a:pathLst>
            </a:custGeom>
            <a:ln w="25400">
              <a:solidFill>
                <a:srgbClr val="CED7E6"/>
              </a:solidFill>
              <a:prstDash val="solid"/>
            </a:ln>
          </p:spPr>
        </p:sp>
        <p:sp>
          <p:nvSpPr>
            <p:cNvPr id="39" name="node01.hatch.br.023"/>
            <p:cNvSpPr/>
            <p:nvPr/>
          </p:nvSpPr>
          <p:spPr>
            <a:xfrm>
              <a:off x="3829050" y="3733800"/>
              <a:ext cx="1752600" cy="1752600"/>
            </a:xfrm>
            <a:custGeom>
              <a:avLst/>
              <a:gdLst/>
              <a:ahLst/>
              <a:cxnLst/>
              <a:rect l="l" t="t" r="r" b="b"/>
              <a:pathLst>
                <a:path w="1752600" h="1752600">
                  <a:moveTo>
                    <a:pt x="0" y="0"/>
                  </a:moveTo>
                  <a:lnTo>
                    <a:pt x="1752600" y="1752600"/>
                  </a:lnTo>
                </a:path>
              </a:pathLst>
            </a:custGeom>
            <a:ln w="25400">
              <a:solidFill>
                <a:srgbClr val="CED7E6"/>
              </a:solidFill>
              <a:prstDash val="solid"/>
            </a:ln>
          </p:spPr>
        </p:sp>
        <p:sp>
          <p:nvSpPr>
            <p:cNvPr id="40" name="node01.hatch.br.024"/>
            <p:cNvSpPr/>
            <p:nvPr/>
          </p:nvSpPr>
          <p:spPr>
            <a:xfrm>
              <a:off x="3829050" y="3657600"/>
              <a:ext cx="1828800" cy="1828800"/>
            </a:xfrm>
            <a:custGeom>
              <a:avLst/>
              <a:gdLst/>
              <a:ahLst/>
              <a:cxnLst/>
              <a:rect l="l" t="t" r="r" b="b"/>
              <a:pathLst>
                <a:path w="1828800" h="1828800">
                  <a:moveTo>
                    <a:pt x="0" y="0"/>
                  </a:moveTo>
                  <a:lnTo>
                    <a:pt x="1828800" y="1828800"/>
                  </a:lnTo>
                </a:path>
              </a:pathLst>
            </a:custGeom>
            <a:ln w="25400">
              <a:solidFill>
                <a:srgbClr val="CED7E6"/>
              </a:solidFill>
              <a:prstDash val="solid"/>
            </a:ln>
          </p:spPr>
        </p:sp>
        <p:sp>
          <p:nvSpPr>
            <p:cNvPr id="41" name="node01.hatch.br.025"/>
            <p:cNvSpPr/>
            <p:nvPr/>
          </p:nvSpPr>
          <p:spPr>
            <a:xfrm>
              <a:off x="3829050" y="3581400"/>
              <a:ext cx="1905000" cy="1905000"/>
            </a:xfrm>
            <a:custGeom>
              <a:avLst/>
              <a:gdLst/>
              <a:ahLst/>
              <a:cxnLst/>
              <a:rect l="l" t="t" r="r" b="b"/>
              <a:pathLst>
                <a:path w="1905000" h="1905000">
                  <a:moveTo>
                    <a:pt x="0" y="0"/>
                  </a:moveTo>
                  <a:lnTo>
                    <a:pt x="1905000" y="1905000"/>
                  </a:lnTo>
                </a:path>
              </a:pathLst>
            </a:custGeom>
            <a:ln w="25400">
              <a:solidFill>
                <a:srgbClr val="CED7E6"/>
              </a:solidFill>
              <a:prstDash val="solid"/>
            </a:ln>
          </p:spPr>
        </p:sp>
        <p:sp>
          <p:nvSpPr>
            <p:cNvPr id="42" name="node01.hatch.br.026"/>
            <p:cNvSpPr/>
            <p:nvPr/>
          </p:nvSpPr>
          <p:spPr>
            <a:xfrm>
              <a:off x="3829050" y="3505200"/>
              <a:ext cx="1981200" cy="1981200"/>
            </a:xfrm>
            <a:custGeom>
              <a:avLst/>
              <a:gdLst/>
              <a:ahLst/>
              <a:cxnLst/>
              <a:rect l="l" t="t" r="r" b="b"/>
              <a:pathLst>
                <a:path w="1981200" h="1981200">
                  <a:moveTo>
                    <a:pt x="0" y="0"/>
                  </a:moveTo>
                  <a:lnTo>
                    <a:pt x="1981200" y="1981200"/>
                  </a:lnTo>
                </a:path>
              </a:pathLst>
            </a:custGeom>
            <a:ln w="25400">
              <a:solidFill>
                <a:srgbClr val="CED7E6"/>
              </a:solidFill>
              <a:prstDash val="solid"/>
            </a:ln>
          </p:spPr>
        </p:sp>
        <p:sp>
          <p:nvSpPr>
            <p:cNvPr id="43" name="node01.hatch.br.027"/>
            <p:cNvSpPr/>
            <p:nvPr/>
          </p:nvSpPr>
          <p:spPr>
            <a:xfrm>
              <a:off x="3829050" y="3429000"/>
              <a:ext cx="2057400" cy="2057400"/>
            </a:xfrm>
            <a:custGeom>
              <a:avLst/>
              <a:gdLst/>
              <a:ahLst/>
              <a:cxnLst/>
              <a:rect l="l" t="t" r="r" b="b"/>
              <a:pathLst>
                <a:path w="2057400" h="2057400">
                  <a:moveTo>
                    <a:pt x="0" y="0"/>
                  </a:moveTo>
                  <a:lnTo>
                    <a:pt x="2057400" y="2057400"/>
                  </a:lnTo>
                </a:path>
              </a:pathLst>
            </a:custGeom>
            <a:ln w="25400">
              <a:solidFill>
                <a:srgbClr val="CED7E6"/>
              </a:solidFill>
              <a:prstDash val="solid"/>
            </a:ln>
          </p:spPr>
        </p:sp>
        <p:sp>
          <p:nvSpPr>
            <p:cNvPr id="44" name="node01.hatch.br.028"/>
            <p:cNvSpPr/>
            <p:nvPr/>
          </p:nvSpPr>
          <p:spPr>
            <a:xfrm>
              <a:off x="3829050" y="3352800"/>
              <a:ext cx="2133600" cy="2133600"/>
            </a:xfrm>
            <a:custGeom>
              <a:avLst/>
              <a:gdLst/>
              <a:ahLst/>
              <a:cxnLst/>
              <a:rect l="l" t="t" r="r" b="b"/>
              <a:pathLst>
                <a:path w="2133600" h="2133600">
                  <a:moveTo>
                    <a:pt x="0" y="0"/>
                  </a:moveTo>
                  <a:lnTo>
                    <a:pt x="2133600" y="2133600"/>
                  </a:lnTo>
                </a:path>
              </a:pathLst>
            </a:custGeom>
            <a:ln w="25400">
              <a:solidFill>
                <a:srgbClr val="CED7E6"/>
              </a:solidFill>
              <a:prstDash val="solid"/>
            </a:ln>
          </p:spPr>
        </p:sp>
        <p:sp>
          <p:nvSpPr>
            <p:cNvPr id="45" name="node01.hatch.br.029"/>
            <p:cNvSpPr/>
            <p:nvPr/>
          </p:nvSpPr>
          <p:spPr>
            <a:xfrm>
              <a:off x="3829050" y="3276600"/>
              <a:ext cx="2209800" cy="2209800"/>
            </a:xfrm>
            <a:custGeom>
              <a:avLst/>
              <a:gdLst/>
              <a:ahLst/>
              <a:cxnLst/>
              <a:rect l="l" t="t" r="r" b="b"/>
              <a:pathLst>
                <a:path w="2209800" h="2209800">
                  <a:moveTo>
                    <a:pt x="0" y="0"/>
                  </a:moveTo>
                  <a:lnTo>
                    <a:pt x="2209800" y="2209800"/>
                  </a:lnTo>
                </a:path>
              </a:pathLst>
            </a:custGeom>
            <a:ln w="25400">
              <a:solidFill>
                <a:srgbClr val="CED7E6"/>
              </a:solidFill>
              <a:prstDash val="solid"/>
            </a:ln>
          </p:spPr>
        </p:sp>
        <p:sp>
          <p:nvSpPr>
            <p:cNvPr id="46" name="node01.hatch.br.030"/>
            <p:cNvSpPr/>
            <p:nvPr/>
          </p:nvSpPr>
          <p:spPr>
            <a:xfrm>
              <a:off x="3829050" y="3200400"/>
              <a:ext cx="2286000" cy="2286000"/>
            </a:xfrm>
            <a:custGeom>
              <a:avLst/>
              <a:gdLst/>
              <a:ahLst/>
              <a:cxnLst/>
              <a:rect l="l" t="t" r="r" b="b"/>
              <a:pathLst>
                <a:path w="2286000" h="2286000">
                  <a:moveTo>
                    <a:pt x="0" y="0"/>
                  </a:moveTo>
                  <a:lnTo>
                    <a:pt x="2286000" y="2286000"/>
                  </a:lnTo>
                </a:path>
              </a:pathLst>
            </a:custGeom>
            <a:ln w="25400">
              <a:solidFill>
                <a:srgbClr val="CED7E6"/>
              </a:solidFill>
              <a:prstDash val="solid"/>
            </a:ln>
          </p:spPr>
        </p:sp>
        <p:sp>
          <p:nvSpPr>
            <p:cNvPr id="47" name="node01.hatch.br.031"/>
            <p:cNvSpPr/>
            <p:nvPr/>
          </p:nvSpPr>
          <p:spPr>
            <a:xfrm>
              <a:off x="3829050" y="3124200"/>
              <a:ext cx="2362200" cy="2362200"/>
            </a:xfrm>
            <a:custGeom>
              <a:avLst/>
              <a:gdLst/>
              <a:ahLst/>
              <a:cxnLst/>
              <a:rect l="l" t="t" r="r" b="b"/>
              <a:pathLst>
                <a:path w="2362200" h="2362200">
                  <a:moveTo>
                    <a:pt x="0" y="0"/>
                  </a:moveTo>
                  <a:lnTo>
                    <a:pt x="2362200" y="2362200"/>
                  </a:lnTo>
                </a:path>
              </a:pathLst>
            </a:custGeom>
            <a:ln w="25400">
              <a:solidFill>
                <a:srgbClr val="CED7E6"/>
              </a:solidFill>
              <a:prstDash val="solid"/>
            </a:ln>
          </p:spPr>
        </p:sp>
        <p:sp>
          <p:nvSpPr>
            <p:cNvPr id="48" name="node01.hatch.br.032"/>
            <p:cNvSpPr/>
            <p:nvPr/>
          </p:nvSpPr>
          <p:spPr>
            <a:xfrm>
              <a:off x="3829050" y="3048000"/>
              <a:ext cx="2438400" cy="2438400"/>
            </a:xfrm>
            <a:custGeom>
              <a:avLst/>
              <a:gdLst/>
              <a:ahLst/>
              <a:cxnLst/>
              <a:rect l="l" t="t" r="r" b="b"/>
              <a:pathLst>
                <a:path w="2438400" h="2438400">
                  <a:moveTo>
                    <a:pt x="0" y="0"/>
                  </a:moveTo>
                  <a:lnTo>
                    <a:pt x="2438400" y="2438400"/>
                  </a:lnTo>
                </a:path>
              </a:pathLst>
            </a:custGeom>
            <a:ln w="25400">
              <a:solidFill>
                <a:srgbClr val="CED7E6"/>
              </a:solidFill>
              <a:prstDash val="solid"/>
            </a:ln>
          </p:spPr>
        </p:sp>
        <p:sp>
          <p:nvSpPr>
            <p:cNvPr id="49" name="node01.hatch.br.033"/>
            <p:cNvSpPr/>
            <p:nvPr/>
          </p:nvSpPr>
          <p:spPr>
            <a:xfrm>
              <a:off x="3829050" y="2971800"/>
              <a:ext cx="2514600" cy="2514600"/>
            </a:xfrm>
            <a:custGeom>
              <a:avLst/>
              <a:gdLst/>
              <a:ahLst/>
              <a:cxnLst/>
              <a:rect l="l" t="t" r="r" b="b"/>
              <a:pathLst>
                <a:path w="2514600" h="2514600">
                  <a:moveTo>
                    <a:pt x="0" y="0"/>
                  </a:moveTo>
                  <a:lnTo>
                    <a:pt x="2514600" y="2514600"/>
                  </a:lnTo>
                </a:path>
              </a:pathLst>
            </a:custGeom>
            <a:ln w="25400">
              <a:solidFill>
                <a:srgbClr val="CED7E6"/>
              </a:solidFill>
              <a:prstDash val="solid"/>
            </a:ln>
          </p:spPr>
        </p:sp>
        <p:sp>
          <p:nvSpPr>
            <p:cNvPr id="50" name="node01.hatch.br.034"/>
            <p:cNvSpPr/>
            <p:nvPr/>
          </p:nvSpPr>
          <p:spPr>
            <a:xfrm>
              <a:off x="3848100" y="2914650"/>
              <a:ext cx="2552700" cy="2552700"/>
            </a:xfrm>
            <a:custGeom>
              <a:avLst/>
              <a:gdLst/>
              <a:ahLst/>
              <a:cxnLst/>
              <a:rect l="l" t="t" r="r" b="b"/>
              <a:pathLst>
                <a:path w="2552700" h="2552700">
                  <a:moveTo>
                    <a:pt x="0" y="0"/>
                  </a:moveTo>
                  <a:lnTo>
                    <a:pt x="2552700" y="2552700"/>
                  </a:lnTo>
                </a:path>
              </a:pathLst>
            </a:custGeom>
            <a:ln w="25400">
              <a:solidFill>
                <a:srgbClr val="CED7E6"/>
              </a:solidFill>
              <a:prstDash val="solid"/>
            </a:ln>
          </p:spPr>
        </p:sp>
        <p:sp>
          <p:nvSpPr>
            <p:cNvPr id="51" name="node01.hatch.br.035"/>
            <p:cNvSpPr/>
            <p:nvPr/>
          </p:nvSpPr>
          <p:spPr>
            <a:xfrm>
              <a:off x="3924300" y="2914650"/>
              <a:ext cx="2476500" cy="2476500"/>
            </a:xfrm>
            <a:custGeom>
              <a:avLst/>
              <a:gdLst/>
              <a:ahLst/>
              <a:cxnLst/>
              <a:rect l="l" t="t" r="r" b="b"/>
              <a:pathLst>
                <a:path w="2476500" h="2476500">
                  <a:moveTo>
                    <a:pt x="0" y="0"/>
                  </a:moveTo>
                  <a:lnTo>
                    <a:pt x="2476500" y="2476500"/>
                  </a:lnTo>
                </a:path>
              </a:pathLst>
            </a:custGeom>
            <a:ln w="25400">
              <a:solidFill>
                <a:srgbClr val="CED7E6"/>
              </a:solidFill>
              <a:prstDash val="solid"/>
            </a:ln>
          </p:spPr>
        </p:sp>
        <p:sp>
          <p:nvSpPr>
            <p:cNvPr id="52" name="node01.hatch.br.036"/>
            <p:cNvSpPr/>
            <p:nvPr/>
          </p:nvSpPr>
          <p:spPr>
            <a:xfrm>
              <a:off x="4000500" y="2914650"/>
              <a:ext cx="2400300" cy="2400300"/>
            </a:xfrm>
            <a:custGeom>
              <a:avLst/>
              <a:gdLst/>
              <a:ahLst/>
              <a:cxnLst/>
              <a:rect l="l" t="t" r="r" b="b"/>
              <a:pathLst>
                <a:path w="2400300" h="2400300">
                  <a:moveTo>
                    <a:pt x="0" y="0"/>
                  </a:moveTo>
                  <a:lnTo>
                    <a:pt x="2400300" y="2400300"/>
                  </a:lnTo>
                </a:path>
              </a:pathLst>
            </a:custGeom>
            <a:ln w="25400">
              <a:solidFill>
                <a:srgbClr val="CED7E6"/>
              </a:solidFill>
              <a:prstDash val="solid"/>
            </a:ln>
          </p:spPr>
        </p:sp>
        <p:sp>
          <p:nvSpPr>
            <p:cNvPr id="53" name="node01.hatch.br.037"/>
            <p:cNvSpPr/>
            <p:nvPr/>
          </p:nvSpPr>
          <p:spPr>
            <a:xfrm>
              <a:off x="4076700" y="2914650"/>
              <a:ext cx="2324100" cy="2324100"/>
            </a:xfrm>
            <a:custGeom>
              <a:avLst/>
              <a:gdLst/>
              <a:ahLst/>
              <a:cxnLst/>
              <a:rect l="l" t="t" r="r" b="b"/>
              <a:pathLst>
                <a:path w="2324100" h="2324100">
                  <a:moveTo>
                    <a:pt x="0" y="0"/>
                  </a:moveTo>
                  <a:lnTo>
                    <a:pt x="2324100" y="2324100"/>
                  </a:lnTo>
                </a:path>
              </a:pathLst>
            </a:custGeom>
            <a:ln w="25400">
              <a:solidFill>
                <a:srgbClr val="CED7E6"/>
              </a:solidFill>
              <a:prstDash val="solid"/>
            </a:ln>
          </p:spPr>
        </p:sp>
        <p:sp>
          <p:nvSpPr>
            <p:cNvPr id="54" name="node01.hatch.br.038"/>
            <p:cNvSpPr/>
            <p:nvPr/>
          </p:nvSpPr>
          <p:spPr>
            <a:xfrm>
              <a:off x="4152900" y="2914650"/>
              <a:ext cx="2247900" cy="2247900"/>
            </a:xfrm>
            <a:custGeom>
              <a:avLst/>
              <a:gdLst/>
              <a:ahLst/>
              <a:cxnLst/>
              <a:rect l="l" t="t" r="r" b="b"/>
              <a:pathLst>
                <a:path w="2247900" h="2247900">
                  <a:moveTo>
                    <a:pt x="0" y="0"/>
                  </a:moveTo>
                  <a:lnTo>
                    <a:pt x="2247900" y="2247900"/>
                  </a:lnTo>
                </a:path>
              </a:pathLst>
            </a:custGeom>
            <a:ln w="25400">
              <a:solidFill>
                <a:srgbClr val="CED7E6"/>
              </a:solidFill>
              <a:prstDash val="solid"/>
            </a:ln>
          </p:spPr>
        </p:sp>
        <p:sp>
          <p:nvSpPr>
            <p:cNvPr id="55" name="node01.hatch.br.039"/>
            <p:cNvSpPr/>
            <p:nvPr/>
          </p:nvSpPr>
          <p:spPr>
            <a:xfrm>
              <a:off x="4229100" y="2914650"/>
              <a:ext cx="2171700" cy="2171700"/>
            </a:xfrm>
            <a:custGeom>
              <a:avLst/>
              <a:gdLst/>
              <a:ahLst/>
              <a:cxnLst/>
              <a:rect l="l" t="t" r="r" b="b"/>
              <a:pathLst>
                <a:path w="2171700" h="2171700">
                  <a:moveTo>
                    <a:pt x="0" y="0"/>
                  </a:moveTo>
                  <a:lnTo>
                    <a:pt x="2171700" y="2171700"/>
                  </a:lnTo>
                </a:path>
              </a:pathLst>
            </a:custGeom>
            <a:ln w="25400">
              <a:solidFill>
                <a:srgbClr val="CED7E6"/>
              </a:solidFill>
              <a:prstDash val="solid"/>
            </a:ln>
          </p:spPr>
        </p:sp>
        <p:sp>
          <p:nvSpPr>
            <p:cNvPr id="56" name="node01.hatch.br.040"/>
            <p:cNvSpPr/>
            <p:nvPr/>
          </p:nvSpPr>
          <p:spPr>
            <a:xfrm>
              <a:off x="4305300" y="2914650"/>
              <a:ext cx="2095500" cy="2095500"/>
            </a:xfrm>
            <a:custGeom>
              <a:avLst/>
              <a:gdLst/>
              <a:ahLst/>
              <a:cxnLst/>
              <a:rect l="l" t="t" r="r" b="b"/>
              <a:pathLst>
                <a:path w="2095500" h="2095500">
                  <a:moveTo>
                    <a:pt x="0" y="0"/>
                  </a:moveTo>
                  <a:lnTo>
                    <a:pt x="2095500" y="2095500"/>
                  </a:lnTo>
                </a:path>
              </a:pathLst>
            </a:custGeom>
            <a:ln w="25400">
              <a:solidFill>
                <a:srgbClr val="CED7E6"/>
              </a:solidFill>
              <a:prstDash val="solid"/>
            </a:ln>
          </p:spPr>
        </p:sp>
        <p:sp>
          <p:nvSpPr>
            <p:cNvPr id="57" name="node01.hatch.br.041"/>
            <p:cNvSpPr/>
            <p:nvPr/>
          </p:nvSpPr>
          <p:spPr>
            <a:xfrm>
              <a:off x="4381500" y="2914650"/>
              <a:ext cx="2019300" cy="2019300"/>
            </a:xfrm>
            <a:custGeom>
              <a:avLst/>
              <a:gdLst/>
              <a:ahLst/>
              <a:cxnLst/>
              <a:rect l="l" t="t" r="r" b="b"/>
              <a:pathLst>
                <a:path w="2019300" h="2019300">
                  <a:moveTo>
                    <a:pt x="0" y="0"/>
                  </a:moveTo>
                  <a:lnTo>
                    <a:pt x="2019300" y="2019300"/>
                  </a:lnTo>
                </a:path>
              </a:pathLst>
            </a:custGeom>
            <a:ln w="25400">
              <a:solidFill>
                <a:srgbClr val="CED7E6"/>
              </a:solidFill>
              <a:prstDash val="solid"/>
            </a:ln>
          </p:spPr>
        </p:sp>
        <p:sp>
          <p:nvSpPr>
            <p:cNvPr id="58" name="node01.hatch.br.042"/>
            <p:cNvSpPr/>
            <p:nvPr/>
          </p:nvSpPr>
          <p:spPr>
            <a:xfrm>
              <a:off x="4457700" y="2914650"/>
              <a:ext cx="1943100" cy="1943100"/>
            </a:xfrm>
            <a:custGeom>
              <a:avLst/>
              <a:gdLst/>
              <a:ahLst/>
              <a:cxnLst/>
              <a:rect l="l" t="t" r="r" b="b"/>
              <a:pathLst>
                <a:path w="1943100" h="1943100">
                  <a:moveTo>
                    <a:pt x="0" y="0"/>
                  </a:moveTo>
                  <a:lnTo>
                    <a:pt x="1943100" y="1943100"/>
                  </a:lnTo>
                </a:path>
              </a:pathLst>
            </a:custGeom>
            <a:ln w="25400">
              <a:solidFill>
                <a:srgbClr val="CED7E6"/>
              </a:solidFill>
              <a:prstDash val="solid"/>
            </a:ln>
          </p:spPr>
        </p:sp>
        <p:sp>
          <p:nvSpPr>
            <p:cNvPr id="59" name="node01.hatch.br.043"/>
            <p:cNvSpPr/>
            <p:nvPr/>
          </p:nvSpPr>
          <p:spPr>
            <a:xfrm>
              <a:off x="4533900" y="2914650"/>
              <a:ext cx="1866900" cy="1866900"/>
            </a:xfrm>
            <a:custGeom>
              <a:avLst/>
              <a:gdLst/>
              <a:ahLst/>
              <a:cxnLst/>
              <a:rect l="l" t="t" r="r" b="b"/>
              <a:pathLst>
                <a:path w="1866900" h="1866900">
                  <a:moveTo>
                    <a:pt x="0" y="0"/>
                  </a:moveTo>
                  <a:lnTo>
                    <a:pt x="1866900" y="1866900"/>
                  </a:lnTo>
                </a:path>
              </a:pathLst>
            </a:custGeom>
            <a:ln w="25400">
              <a:solidFill>
                <a:srgbClr val="CED7E6"/>
              </a:solidFill>
              <a:prstDash val="solid"/>
            </a:ln>
          </p:spPr>
        </p:sp>
        <p:sp>
          <p:nvSpPr>
            <p:cNvPr id="60" name="node01.hatch.br.044"/>
            <p:cNvSpPr/>
            <p:nvPr/>
          </p:nvSpPr>
          <p:spPr>
            <a:xfrm>
              <a:off x="4610100" y="2914650"/>
              <a:ext cx="1790700" cy="1790700"/>
            </a:xfrm>
            <a:custGeom>
              <a:avLst/>
              <a:gdLst/>
              <a:ahLst/>
              <a:cxnLst/>
              <a:rect l="l" t="t" r="r" b="b"/>
              <a:pathLst>
                <a:path w="1790700" h="1790700">
                  <a:moveTo>
                    <a:pt x="0" y="0"/>
                  </a:moveTo>
                  <a:lnTo>
                    <a:pt x="1790700" y="1790700"/>
                  </a:lnTo>
                </a:path>
              </a:pathLst>
            </a:custGeom>
            <a:ln w="25400">
              <a:solidFill>
                <a:srgbClr val="CED7E6"/>
              </a:solidFill>
              <a:prstDash val="solid"/>
            </a:ln>
          </p:spPr>
        </p:sp>
        <p:sp>
          <p:nvSpPr>
            <p:cNvPr id="61" name="node01.hatch.br.045"/>
            <p:cNvSpPr/>
            <p:nvPr/>
          </p:nvSpPr>
          <p:spPr>
            <a:xfrm>
              <a:off x="4686300" y="2914650"/>
              <a:ext cx="1714500" cy="1714500"/>
            </a:xfrm>
            <a:custGeom>
              <a:avLst/>
              <a:gdLst/>
              <a:ahLst/>
              <a:cxnLst/>
              <a:rect l="l" t="t" r="r" b="b"/>
              <a:pathLst>
                <a:path w="1714500" h="1714500">
                  <a:moveTo>
                    <a:pt x="0" y="0"/>
                  </a:moveTo>
                  <a:lnTo>
                    <a:pt x="1714500" y="1714500"/>
                  </a:lnTo>
                </a:path>
              </a:pathLst>
            </a:custGeom>
            <a:ln w="25400">
              <a:solidFill>
                <a:srgbClr val="CED7E6"/>
              </a:solidFill>
              <a:prstDash val="solid"/>
            </a:ln>
          </p:spPr>
        </p:sp>
        <p:sp>
          <p:nvSpPr>
            <p:cNvPr id="62" name="node01.hatch.br.046"/>
            <p:cNvSpPr/>
            <p:nvPr/>
          </p:nvSpPr>
          <p:spPr>
            <a:xfrm>
              <a:off x="4762500" y="2914650"/>
              <a:ext cx="1638300" cy="1638300"/>
            </a:xfrm>
            <a:custGeom>
              <a:avLst/>
              <a:gdLst/>
              <a:ahLst/>
              <a:cxnLst/>
              <a:rect l="l" t="t" r="r" b="b"/>
              <a:pathLst>
                <a:path w="1638300" h="1638300">
                  <a:moveTo>
                    <a:pt x="0" y="0"/>
                  </a:moveTo>
                  <a:lnTo>
                    <a:pt x="1638300" y="1638300"/>
                  </a:lnTo>
                </a:path>
              </a:pathLst>
            </a:custGeom>
            <a:ln w="25400">
              <a:solidFill>
                <a:srgbClr val="CED7E6"/>
              </a:solidFill>
              <a:prstDash val="solid"/>
            </a:ln>
          </p:spPr>
        </p:sp>
        <p:sp>
          <p:nvSpPr>
            <p:cNvPr id="63" name="node01.hatch.br.047"/>
            <p:cNvSpPr/>
            <p:nvPr/>
          </p:nvSpPr>
          <p:spPr>
            <a:xfrm>
              <a:off x="4838700" y="2914650"/>
              <a:ext cx="1562100" cy="1562100"/>
            </a:xfrm>
            <a:custGeom>
              <a:avLst/>
              <a:gdLst/>
              <a:ahLst/>
              <a:cxnLst/>
              <a:rect l="l" t="t" r="r" b="b"/>
              <a:pathLst>
                <a:path w="1562100" h="1562100">
                  <a:moveTo>
                    <a:pt x="0" y="0"/>
                  </a:moveTo>
                  <a:lnTo>
                    <a:pt x="1562100" y="1562100"/>
                  </a:lnTo>
                </a:path>
              </a:pathLst>
            </a:custGeom>
            <a:ln w="25400">
              <a:solidFill>
                <a:srgbClr val="CED7E6"/>
              </a:solidFill>
              <a:prstDash val="solid"/>
            </a:ln>
          </p:spPr>
        </p:sp>
        <p:sp>
          <p:nvSpPr>
            <p:cNvPr id="64" name="node01.hatch.br.048"/>
            <p:cNvSpPr/>
            <p:nvPr/>
          </p:nvSpPr>
          <p:spPr>
            <a:xfrm>
              <a:off x="4914900" y="2914650"/>
              <a:ext cx="1485900" cy="1485900"/>
            </a:xfrm>
            <a:custGeom>
              <a:avLst/>
              <a:gdLst/>
              <a:ahLst/>
              <a:cxnLst/>
              <a:rect l="l" t="t" r="r" b="b"/>
              <a:pathLst>
                <a:path w="1485900" h="1485900">
                  <a:moveTo>
                    <a:pt x="0" y="0"/>
                  </a:moveTo>
                  <a:lnTo>
                    <a:pt x="1485900" y="1485900"/>
                  </a:lnTo>
                </a:path>
              </a:pathLst>
            </a:custGeom>
            <a:ln w="25400">
              <a:solidFill>
                <a:srgbClr val="CED7E6"/>
              </a:solidFill>
              <a:prstDash val="solid"/>
            </a:ln>
          </p:spPr>
        </p:sp>
        <p:sp>
          <p:nvSpPr>
            <p:cNvPr id="65" name="node01.hatch.br.049"/>
            <p:cNvSpPr/>
            <p:nvPr/>
          </p:nvSpPr>
          <p:spPr>
            <a:xfrm>
              <a:off x="4991100" y="2914650"/>
              <a:ext cx="1409700" cy="1409700"/>
            </a:xfrm>
            <a:custGeom>
              <a:avLst/>
              <a:gdLst/>
              <a:ahLst/>
              <a:cxnLst/>
              <a:rect l="l" t="t" r="r" b="b"/>
              <a:pathLst>
                <a:path w="1409700" h="1409700">
                  <a:moveTo>
                    <a:pt x="0" y="0"/>
                  </a:moveTo>
                  <a:lnTo>
                    <a:pt x="1409700" y="1409700"/>
                  </a:lnTo>
                </a:path>
              </a:pathLst>
            </a:custGeom>
            <a:ln w="25400">
              <a:solidFill>
                <a:srgbClr val="CED7E6"/>
              </a:solidFill>
              <a:prstDash val="solid"/>
            </a:ln>
          </p:spPr>
        </p:sp>
        <p:sp>
          <p:nvSpPr>
            <p:cNvPr id="66" name="node01.hatch.br.050"/>
            <p:cNvSpPr/>
            <p:nvPr/>
          </p:nvSpPr>
          <p:spPr>
            <a:xfrm>
              <a:off x="5067300" y="2914650"/>
              <a:ext cx="1333500" cy="1333500"/>
            </a:xfrm>
            <a:custGeom>
              <a:avLst/>
              <a:gdLst/>
              <a:ahLst/>
              <a:cxnLst/>
              <a:rect l="l" t="t" r="r" b="b"/>
              <a:pathLst>
                <a:path w="1333500" h="1333500">
                  <a:moveTo>
                    <a:pt x="0" y="0"/>
                  </a:moveTo>
                  <a:lnTo>
                    <a:pt x="1333500" y="1333500"/>
                  </a:lnTo>
                </a:path>
              </a:pathLst>
            </a:custGeom>
            <a:ln w="25400">
              <a:solidFill>
                <a:srgbClr val="CED7E6"/>
              </a:solidFill>
              <a:prstDash val="solid"/>
            </a:ln>
          </p:spPr>
        </p:sp>
        <p:sp>
          <p:nvSpPr>
            <p:cNvPr id="67" name="node01.hatch.br.051"/>
            <p:cNvSpPr/>
            <p:nvPr/>
          </p:nvSpPr>
          <p:spPr>
            <a:xfrm>
              <a:off x="5143500" y="2914650"/>
              <a:ext cx="1257300" cy="1257300"/>
            </a:xfrm>
            <a:custGeom>
              <a:avLst/>
              <a:gdLst/>
              <a:ahLst/>
              <a:cxnLst/>
              <a:rect l="l" t="t" r="r" b="b"/>
              <a:pathLst>
                <a:path w="1257300" h="1257300">
                  <a:moveTo>
                    <a:pt x="0" y="0"/>
                  </a:moveTo>
                  <a:lnTo>
                    <a:pt x="1257300" y="1257300"/>
                  </a:lnTo>
                </a:path>
              </a:pathLst>
            </a:custGeom>
            <a:ln w="25400">
              <a:solidFill>
                <a:srgbClr val="CED7E6"/>
              </a:solidFill>
              <a:prstDash val="solid"/>
            </a:ln>
          </p:spPr>
        </p:sp>
        <p:sp>
          <p:nvSpPr>
            <p:cNvPr id="68" name="node01.hatch.br.052"/>
            <p:cNvSpPr/>
            <p:nvPr/>
          </p:nvSpPr>
          <p:spPr>
            <a:xfrm>
              <a:off x="5219700" y="2914650"/>
              <a:ext cx="1181100" cy="1181100"/>
            </a:xfrm>
            <a:custGeom>
              <a:avLst/>
              <a:gdLst/>
              <a:ahLst/>
              <a:cxnLst/>
              <a:rect l="l" t="t" r="r" b="b"/>
              <a:pathLst>
                <a:path w="1181100" h="1181100">
                  <a:moveTo>
                    <a:pt x="0" y="0"/>
                  </a:moveTo>
                  <a:lnTo>
                    <a:pt x="1181100" y="1181100"/>
                  </a:lnTo>
                </a:path>
              </a:pathLst>
            </a:custGeom>
            <a:ln w="25400">
              <a:solidFill>
                <a:srgbClr val="CED7E6"/>
              </a:solidFill>
              <a:prstDash val="solid"/>
            </a:ln>
          </p:spPr>
        </p:sp>
        <p:sp>
          <p:nvSpPr>
            <p:cNvPr id="69" name="node01.hatch.br.053"/>
            <p:cNvSpPr/>
            <p:nvPr/>
          </p:nvSpPr>
          <p:spPr>
            <a:xfrm>
              <a:off x="5295900" y="2914650"/>
              <a:ext cx="1104900" cy="1104900"/>
            </a:xfrm>
            <a:custGeom>
              <a:avLst/>
              <a:gdLst/>
              <a:ahLst/>
              <a:cxnLst/>
              <a:rect l="l" t="t" r="r" b="b"/>
              <a:pathLst>
                <a:path w="1104900" h="1104900">
                  <a:moveTo>
                    <a:pt x="0" y="0"/>
                  </a:moveTo>
                  <a:lnTo>
                    <a:pt x="1104900" y="1104900"/>
                  </a:lnTo>
                </a:path>
              </a:pathLst>
            </a:custGeom>
            <a:ln w="25400">
              <a:solidFill>
                <a:srgbClr val="CED7E6"/>
              </a:solidFill>
              <a:prstDash val="solid"/>
            </a:ln>
          </p:spPr>
        </p:sp>
        <p:sp>
          <p:nvSpPr>
            <p:cNvPr id="70" name="node01.hatch.br.054"/>
            <p:cNvSpPr/>
            <p:nvPr/>
          </p:nvSpPr>
          <p:spPr>
            <a:xfrm>
              <a:off x="5372100" y="2914650"/>
              <a:ext cx="1028700" cy="1028700"/>
            </a:xfrm>
            <a:custGeom>
              <a:avLst/>
              <a:gdLst/>
              <a:ahLst/>
              <a:cxnLst/>
              <a:rect l="l" t="t" r="r" b="b"/>
              <a:pathLst>
                <a:path w="1028700" h="1028700">
                  <a:moveTo>
                    <a:pt x="0" y="0"/>
                  </a:moveTo>
                  <a:lnTo>
                    <a:pt x="1028700" y="1028700"/>
                  </a:lnTo>
                </a:path>
              </a:pathLst>
            </a:custGeom>
            <a:ln w="25400">
              <a:solidFill>
                <a:srgbClr val="CED7E6"/>
              </a:solidFill>
              <a:prstDash val="solid"/>
            </a:ln>
          </p:spPr>
        </p:sp>
        <p:sp>
          <p:nvSpPr>
            <p:cNvPr id="71" name="node01.hatch.br.055"/>
            <p:cNvSpPr/>
            <p:nvPr/>
          </p:nvSpPr>
          <p:spPr>
            <a:xfrm>
              <a:off x="5448300" y="2914650"/>
              <a:ext cx="952500" cy="952500"/>
            </a:xfrm>
            <a:custGeom>
              <a:avLst/>
              <a:gdLst/>
              <a:ahLst/>
              <a:cxnLst/>
              <a:rect l="l" t="t" r="r" b="b"/>
              <a:pathLst>
                <a:path w="952500" h="952500">
                  <a:moveTo>
                    <a:pt x="0" y="0"/>
                  </a:moveTo>
                  <a:lnTo>
                    <a:pt x="952500" y="952500"/>
                  </a:lnTo>
                </a:path>
              </a:pathLst>
            </a:custGeom>
            <a:ln w="25400">
              <a:solidFill>
                <a:srgbClr val="CED7E6"/>
              </a:solidFill>
              <a:prstDash val="solid"/>
            </a:ln>
          </p:spPr>
        </p:sp>
        <p:sp>
          <p:nvSpPr>
            <p:cNvPr id="72" name="node01.hatch.br.056"/>
            <p:cNvSpPr/>
            <p:nvPr/>
          </p:nvSpPr>
          <p:spPr>
            <a:xfrm>
              <a:off x="5524500" y="2914650"/>
              <a:ext cx="876300" cy="876300"/>
            </a:xfrm>
            <a:custGeom>
              <a:avLst/>
              <a:gdLst/>
              <a:ahLst/>
              <a:cxnLst/>
              <a:rect l="l" t="t" r="r" b="b"/>
              <a:pathLst>
                <a:path w="876300" h="876300">
                  <a:moveTo>
                    <a:pt x="0" y="0"/>
                  </a:moveTo>
                  <a:lnTo>
                    <a:pt x="876300" y="876300"/>
                  </a:lnTo>
                </a:path>
              </a:pathLst>
            </a:custGeom>
            <a:ln w="25400">
              <a:solidFill>
                <a:srgbClr val="CED7E6"/>
              </a:solidFill>
              <a:prstDash val="solid"/>
            </a:ln>
          </p:spPr>
        </p:sp>
        <p:sp>
          <p:nvSpPr>
            <p:cNvPr id="73" name="node01.hatch.br.057"/>
            <p:cNvSpPr/>
            <p:nvPr/>
          </p:nvSpPr>
          <p:spPr>
            <a:xfrm>
              <a:off x="5600700" y="2914650"/>
              <a:ext cx="800100" cy="800100"/>
            </a:xfrm>
            <a:custGeom>
              <a:avLst/>
              <a:gdLst/>
              <a:ahLst/>
              <a:cxnLst/>
              <a:rect l="l" t="t" r="r" b="b"/>
              <a:pathLst>
                <a:path w="800100" h="800100">
                  <a:moveTo>
                    <a:pt x="0" y="0"/>
                  </a:moveTo>
                  <a:lnTo>
                    <a:pt x="800100" y="800100"/>
                  </a:lnTo>
                </a:path>
              </a:pathLst>
            </a:custGeom>
            <a:ln w="25400">
              <a:solidFill>
                <a:srgbClr val="CED7E6"/>
              </a:solidFill>
              <a:prstDash val="solid"/>
            </a:ln>
          </p:spPr>
        </p:sp>
        <p:sp>
          <p:nvSpPr>
            <p:cNvPr id="74" name="node01.hatch.br.058"/>
            <p:cNvSpPr/>
            <p:nvPr/>
          </p:nvSpPr>
          <p:spPr>
            <a:xfrm>
              <a:off x="5676900" y="2914650"/>
              <a:ext cx="723900" cy="723900"/>
            </a:xfrm>
            <a:custGeom>
              <a:avLst/>
              <a:gdLst/>
              <a:ahLst/>
              <a:cxnLst/>
              <a:rect l="l" t="t" r="r" b="b"/>
              <a:pathLst>
                <a:path w="723900" h="723900">
                  <a:moveTo>
                    <a:pt x="0" y="0"/>
                  </a:moveTo>
                  <a:lnTo>
                    <a:pt x="723900" y="723900"/>
                  </a:lnTo>
                </a:path>
              </a:pathLst>
            </a:custGeom>
            <a:ln w="25400">
              <a:solidFill>
                <a:srgbClr val="CED7E6"/>
              </a:solidFill>
              <a:prstDash val="solid"/>
            </a:ln>
          </p:spPr>
        </p:sp>
        <p:sp>
          <p:nvSpPr>
            <p:cNvPr id="75" name="node01.hatch.br.059"/>
            <p:cNvSpPr/>
            <p:nvPr/>
          </p:nvSpPr>
          <p:spPr>
            <a:xfrm>
              <a:off x="5753100" y="2914650"/>
              <a:ext cx="647700" cy="647700"/>
            </a:xfrm>
            <a:custGeom>
              <a:avLst/>
              <a:gdLst/>
              <a:ahLst/>
              <a:cxnLst/>
              <a:rect l="l" t="t" r="r" b="b"/>
              <a:pathLst>
                <a:path w="647700" h="647700">
                  <a:moveTo>
                    <a:pt x="0" y="0"/>
                  </a:moveTo>
                  <a:lnTo>
                    <a:pt x="647700" y="647700"/>
                  </a:lnTo>
                </a:path>
              </a:pathLst>
            </a:custGeom>
            <a:ln w="25400">
              <a:solidFill>
                <a:srgbClr val="CED7E6"/>
              </a:solidFill>
              <a:prstDash val="solid"/>
            </a:ln>
          </p:spPr>
        </p:sp>
        <p:sp>
          <p:nvSpPr>
            <p:cNvPr id="76" name="node01.hatch.br.060"/>
            <p:cNvSpPr/>
            <p:nvPr/>
          </p:nvSpPr>
          <p:spPr>
            <a:xfrm>
              <a:off x="5829300" y="2914650"/>
              <a:ext cx="571500" cy="571500"/>
            </a:xfrm>
            <a:custGeom>
              <a:avLst/>
              <a:gdLst/>
              <a:ahLst/>
              <a:cxnLst/>
              <a:rect l="l" t="t" r="r" b="b"/>
              <a:pathLst>
                <a:path w="571500" h="571500">
                  <a:moveTo>
                    <a:pt x="0" y="0"/>
                  </a:moveTo>
                  <a:lnTo>
                    <a:pt x="571500" y="571500"/>
                  </a:lnTo>
                </a:path>
              </a:pathLst>
            </a:custGeom>
            <a:ln w="25400">
              <a:solidFill>
                <a:srgbClr val="CED7E6"/>
              </a:solidFill>
              <a:prstDash val="solid"/>
            </a:ln>
          </p:spPr>
        </p:sp>
        <p:sp>
          <p:nvSpPr>
            <p:cNvPr id="77" name="node01.hatch.br.061"/>
            <p:cNvSpPr/>
            <p:nvPr/>
          </p:nvSpPr>
          <p:spPr>
            <a:xfrm>
              <a:off x="5905500" y="2914650"/>
              <a:ext cx="495300" cy="495300"/>
            </a:xfrm>
            <a:custGeom>
              <a:avLst/>
              <a:gdLst/>
              <a:ahLst/>
              <a:cxnLst/>
              <a:rect l="l" t="t" r="r" b="b"/>
              <a:pathLst>
                <a:path w="495300" h="495300">
                  <a:moveTo>
                    <a:pt x="0" y="0"/>
                  </a:moveTo>
                  <a:lnTo>
                    <a:pt x="495300" y="495300"/>
                  </a:lnTo>
                </a:path>
              </a:pathLst>
            </a:custGeom>
            <a:ln w="25400">
              <a:solidFill>
                <a:srgbClr val="CED7E6"/>
              </a:solidFill>
              <a:prstDash val="solid"/>
            </a:ln>
          </p:spPr>
        </p:sp>
        <p:sp>
          <p:nvSpPr>
            <p:cNvPr id="78" name="node01.hatch.br.062"/>
            <p:cNvSpPr/>
            <p:nvPr/>
          </p:nvSpPr>
          <p:spPr>
            <a:xfrm>
              <a:off x="5981700" y="2914650"/>
              <a:ext cx="419100" cy="419100"/>
            </a:xfrm>
            <a:custGeom>
              <a:avLst/>
              <a:gdLst/>
              <a:ahLst/>
              <a:cxnLst/>
              <a:rect l="l" t="t" r="r" b="b"/>
              <a:pathLst>
                <a:path w="419100" h="419100">
                  <a:moveTo>
                    <a:pt x="0" y="0"/>
                  </a:moveTo>
                  <a:lnTo>
                    <a:pt x="419100" y="419100"/>
                  </a:lnTo>
                </a:path>
              </a:pathLst>
            </a:custGeom>
            <a:ln w="25400">
              <a:solidFill>
                <a:srgbClr val="CED7E6"/>
              </a:solidFill>
              <a:prstDash val="solid"/>
            </a:ln>
          </p:spPr>
        </p:sp>
        <p:sp>
          <p:nvSpPr>
            <p:cNvPr id="79" name="node01.hatch.br.063"/>
            <p:cNvSpPr/>
            <p:nvPr/>
          </p:nvSpPr>
          <p:spPr>
            <a:xfrm>
              <a:off x="6057900" y="2914650"/>
              <a:ext cx="342900" cy="342900"/>
            </a:xfrm>
            <a:custGeom>
              <a:avLst/>
              <a:gdLst/>
              <a:ahLst/>
              <a:cxnLst/>
              <a:rect l="l" t="t" r="r" b="b"/>
              <a:pathLst>
                <a:path w="342900" h="342900">
                  <a:moveTo>
                    <a:pt x="0" y="0"/>
                  </a:moveTo>
                  <a:lnTo>
                    <a:pt x="342900" y="342900"/>
                  </a:lnTo>
                </a:path>
              </a:pathLst>
            </a:custGeom>
            <a:ln w="25400">
              <a:solidFill>
                <a:srgbClr val="CED7E6"/>
              </a:solidFill>
              <a:prstDash val="solid"/>
            </a:ln>
          </p:spPr>
        </p:sp>
        <p:sp>
          <p:nvSpPr>
            <p:cNvPr id="80" name="node01.hatch.br.064"/>
            <p:cNvSpPr/>
            <p:nvPr/>
          </p:nvSpPr>
          <p:spPr>
            <a:xfrm>
              <a:off x="6134100" y="2914650"/>
              <a:ext cx="266700" cy="266700"/>
            </a:xfrm>
            <a:custGeom>
              <a:avLst/>
              <a:gdLst/>
              <a:ahLst/>
              <a:cxnLst/>
              <a:rect l="l" t="t" r="r" b="b"/>
              <a:pathLst>
                <a:path w="266700" h="266700">
                  <a:moveTo>
                    <a:pt x="0" y="0"/>
                  </a:moveTo>
                  <a:lnTo>
                    <a:pt x="266700" y="266700"/>
                  </a:lnTo>
                </a:path>
              </a:pathLst>
            </a:custGeom>
            <a:ln w="25400">
              <a:solidFill>
                <a:srgbClr val="CED7E6"/>
              </a:solidFill>
              <a:prstDash val="solid"/>
            </a:ln>
          </p:spPr>
        </p:sp>
        <p:sp>
          <p:nvSpPr>
            <p:cNvPr id="81" name="node01.hatch.br.065"/>
            <p:cNvSpPr/>
            <p:nvPr/>
          </p:nvSpPr>
          <p:spPr>
            <a:xfrm>
              <a:off x="6210300" y="2914650"/>
              <a:ext cx="190500" cy="190500"/>
            </a:xfrm>
            <a:custGeom>
              <a:avLst/>
              <a:gdLst/>
              <a:ahLst/>
              <a:cxnLst/>
              <a:rect l="l" t="t" r="r" b="b"/>
              <a:pathLst>
                <a:path w="190500" h="190500">
                  <a:moveTo>
                    <a:pt x="0" y="0"/>
                  </a:moveTo>
                  <a:lnTo>
                    <a:pt x="190500" y="190500"/>
                  </a:lnTo>
                </a:path>
              </a:pathLst>
            </a:custGeom>
            <a:ln w="25400">
              <a:solidFill>
                <a:srgbClr val="CED7E6"/>
              </a:solidFill>
              <a:prstDash val="solid"/>
            </a:ln>
          </p:spPr>
        </p:sp>
        <p:sp>
          <p:nvSpPr>
            <p:cNvPr id="82" name="node01.hatch.br.066"/>
            <p:cNvSpPr/>
            <p:nvPr/>
          </p:nvSpPr>
          <p:spPr>
            <a:xfrm>
              <a:off x="6286500" y="2914650"/>
              <a:ext cx="114300" cy="114300"/>
            </a:xfrm>
            <a:custGeom>
              <a:avLst/>
              <a:gdLst/>
              <a:ahLst/>
              <a:cxnLst/>
              <a:rect l="l" t="t" r="r" b="b"/>
              <a:pathLst>
                <a:path w="114300" h="114300">
                  <a:moveTo>
                    <a:pt x="0" y="0"/>
                  </a:moveTo>
                  <a:lnTo>
                    <a:pt x="114300" y="114300"/>
                  </a:lnTo>
                </a:path>
              </a:pathLst>
            </a:custGeom>
            <a:ln w="25400">
              <a:solidFill>
                <a:srgbClr val="CED7E6"/>
              </a:solidFill>
              <a:prstDash val="solid"/>
            </a:ln>
          </p:spPr>
        </p:sp>
        <p:sp>
          <p:nvSpPr>
            <p:cNvPr id="83" name="node01.hatch.br.067"/>
            <p:cNvSpPr/>
            <p:nvPr/>
          </p:nvSpPr>
          <p:spPr>
            <a:xfrm>
              <a:off x="6362700" y="2914650"/>
              <a:ext cx="38100" cy="38100"/>
            </a:xfrm>
            <a:custGeom>
              <a:avLst/>
              <a:gdLst/>
              <a:ahLst/>
              <a:cxnLst/>
              <a:rect l="l" t="t" r="r" b="b"/>
              <a:pathLst>
                <a:path w="38100" h="38100">
                  <a:moveTo>
                    <a:pt x="0" y="0"/>
                  </a:moveTo>
                  <a:lnTo>
                    <a:pt x="38100" y="38100"/>
                  </a:lnTo>
                </a:path>
              </a:pathLst>
            </a:custGeom>
            <a:ln w="25400">
              <a:solidFill>
                <a:srgbClr val="CED7E6"/>
              </a:solidFill>
              <a:prstDash val="solid"/>
            </a:ln>
          </p:spPr>
        </p:sp>
        <p:sp>
          <p:nvSpPr>
            <p:cNvPr id="84" name="node01.name.br"/>
            <p:cNvSpPr/>
            <p:nvPr/>
          </p:nvSpPr>
          <p:spPr>
            <a:xfrm>
              <a:off x="3943350" y="5181600"/>
              <a:ext cx="2343150" cy="1524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MONEY PITS</a:t>
              </a:r>
              <a:endParaRPr lang="en-US" sz="900" spc="60" kern="0" b="0" i="0" dirty="0">
                <a:solidFill>
                  <a:srgbClr val="070154"/>
                </a:solidFill>
                <a:latin typeface="IBM Plex Mono SemiBold"/>
                <a:ea typeface="IBM Plex Mono SemiBold"/>
                <a:cs typeface="IBM Plex Mono SemiBold"/>
              </a:endParaRPr>
            </a:p>
          </p:txBody>
        </p:sp>
        <p:sp>
          <p:nvSpPr>
            <p:cNvPr id="85" name="node01.tag-bg.br"/>
            <p:cNvSpPr/>
            <p:nvPr/>
          </p:nvSpPr>
          <p:spPr>
            <a:xfrm>
              <a:off x="5745156" y="4953000"/>
              <a:ext cx="541344" cy="203200"/>
            </a:xfrm>
            <a:prstGeom prst="rect">
              <a:avLst/>
            </a:prstGeom>
            <a:solidFill>
              <a:srgbClr val="070154"/>
            </a:solidFill>
            <a:ln>
              <a:noFill/>
            </a:ln>
          </p:spPr>
        </p:sp>
        <p:sp>
          <p:nvSpPr>
            <p:cNvPr id="86" name="node01.tag.br"/>
            <p:cNvSpPr/>
            <p:nvPr/>
          </p:nvSpPr>
          <p:spPr>
            <a:xfrm>
              <a:off x="5821356" y="4965700"/>
              <a:ext cx="388944"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AVOID</a:t>
              </a:r>
              <a:endParaRPr lang="en-US" sz="850" spc="60" kern="0" b="0" i="0" dirty="0">
                <a:solidFill>
                  <a:srgbClr val="FFFFFF"/>
                </a:solidFill>
                <a:latin typeface="IBM Plex Mono SemiBold"/>
                <a:ea typeface="IBM Plex Mono SemiBold"/>
                <a:cs typeface="IBM Plex Mono SemiBold"/>
              </a:endParaRPr>
            </a:p>
          </p:txBody>
        </p:sp>
        <p:sp>
          <p:nvSpPr>
            <p:cNvPr id="87" name="node01.axis-1"/>
            <p:cNvSpPr/>
            <p:nvPr/>
          </p:nvSpPr>
          <p:spPr>
            <a:xfrm>
              <a:off x="1257300" y="342900"/>
              <a:ext cx="5143500" cy="5143500"/>
            </a:xfrm>
            <a:custGeom>
              <a:avLst/>
              <a:gdLst/>
              <a:ahLst/>
              <a:cxnLst/>
              <a:rect l="l" t="t" r="r" b="b"/>
              <a:pathLst>
                <a:path w="5143500" h="5143500">
                  <a:moveTo>
                    <a:pt x="0" y="0"/>
                  </a:moveTo>
                  <a:lnTo>
                    <a:pt x="5143500" y="0"/>
                  </a:lnTo>
                  <a:lnTo>
                    <a:pt x="5143500" y="5143500"/>
                  </a:lnTo>
                  <a:lnTo>
                    <a:pt x="0" y="5143500"/>
                  </a:lnTo>
                  <a:lnTo>
                    <a:pt x="0" y="0"/>
                  </a:lnTo>
                </a:path>
              </a:pathLst>
            </a:custGeom>
            <a:ln w="12700">
              <a:solidFill>
                <a:srgbClr val="070154"/>
              </a:solidFill>
              <a:prstDash val="solid"/>
            </a:ln>
          </p:spPr>
        </p:sp>
        <p:sp>
          <p:nvSpPr>
            <p:cNvPr id="88" name="node01.axis-2"/>
            <p:cNvSpPr/>
            <p:nvPr/>
          </p:nvSpPr>
          <p:spPr>
            <a:xfrm>
              <a:off x="3829050" y="342900"/>
              <a:ext cx="127" cy="5143500"/>
            </a:xfrm>
            <a:custGeom>
              <a:avLst/>
              <a:gdLst/>
              <a:ahLst/>
              <a:cxnLst/>
              <a:rect l="l" t="t" r="r" b="b"/>
              <a:pathLst>
                <a:path w="127" h="5143500">
                  <a:moveTo>
                    <a:pt x="0" y="0"/>
                  </a:moveTo>
                  <a:lnTo>
                    <a:pt x="0" y="5143500"/>
                  </a:lnTo>
                </a:path>
              </a:pathLst>
            </a:custGeom>
            <a:ln w="9525">
              <a:solidFill>
                <a:srgbClr val="070154"/>
              </a:solidFill>
              <a:prstDash val="solid"/>
            </a:ln>
          </p:spPr>
        </p:sp>
        <p:sp>
          <p:nvSpPr>
            <p:cNvPr id="89" name="node01.axis-3"/>
            <p:cNvSpPr/>
            <p:nvPr/>
          </p:nvSpPr>
          <p:spPr>
            <a:xfrm>
              <a:off x="1257300" y="2914650"/>
              <a:ext cx="5143500" cy="127"/>
            </a:xfrm>
            <a:custGeom>
              <a:avLst/>
              <a:gdLst/>
              <a:ahLst/>
              <a:cxnLst/>
              <a:rect l="l" t="t" r="r" b="b"/>
              <a:pathLst>
                <a:path w="5143500" h="127">
                  <a:moveTo>
                    <a:pt x="0" y="0"/>
                  </a:moveTo>
                  <a:lnTo>
                    <a:pt x="5143500" y="0"/>
                  </a:lnTo>
                </a:path>
              </a:pathLst>
            </a:custGeom>
            <a:ln w="9525">
              <a:solidFill>
                <a:srgbClr val="070154"/>
              </a:solidFill>
              <a:prstDash val="solid"/>
            </a:ln>
          </p:spPr>
        </p:sp>
        <p:sp>
          <p:nvSpPr>
            <p:cNvPr id="90" name="node01.x.low"/>
            <p:cNvSpPr/>
            <p:nvPr/>
          </p:nvSpPr>
          <p:spPr>
            <a:xfrm>
              <a:off x="1257300" y="5511800"/>
              <a:ext cx="457200" cy="1778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LOW</a:t>
              </a:r>
              <a:endParaRPr lang="en-US" sz="900" spc="60" kern="0" b="0" i="0" dirty="0">
                <a:solidFill>
                  <a:srgbClr val="070154"/>
                </a:solidFill>
                <a:latin typeface="IBM Plex Mono SemiBold"/>
                <a:ea typeface="IBM Plex Mono SemiBold"/>
                <a:cs typeface="IBM Plex Mono SemiBold"/>
              </a:endParaRPr>
            </a:p>
          </p:txBody>
        </p:sp>
        <p:sp>
          <p:nvSpPr>
            <p:cNvPr id="91" name="node01.x.high"/>
            <p:cNvSpPr/>
            <p:nvPr/>
          </p:nvSpPr>
          <p:spPr>
            <a:xfrm>
              <a:off x="5943600" y="5511800"/>
              <a:ext cx="457200" cy="1778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HIGH</a:t>
              </a:r>
              <a:endParaRPr lang="en-US" sz="900" spc="60" kern="0" b="0" i="0" dirty="0">
                <a:solidFill>
                  <a:srgbClr val="070154"/>
                </a:solidFill>
                <a:latin typeface="IBM Plex Mono SemiBold"/>
                <a:ea typeface="IBM Plex Mono SemiBold"/>
                <a:cs typeface="IBM Plex Mono SemiBold"/>
              </a:endParaRPr>
            </a:p>
          </p:txBody>
        </p:sp>
        <p:sp>
          <p:nvSpPr>
            <p:cNvPr id="92" name="node01.x.title"/>
            <p:cNvSpPr/>
            <p:nvPr/>
          </p:nvSpPr>
          <p:spPr>
            <a:xfrm>
              <a:off x="1714500" y="5511800"/>
              <a:ext cx="4229100" cy="177800"/>
            </a:xfrm>
            <a:prstGeom prst="rect">
              <a:avLst/>
            </a:prstGeom>
            <a:noFill/>
            <a:ln/>
          </p:spPr>
          <p:txBody>
            <a:bodyPr wrap="square" lIns="0" tIns="0" rIns="0" bIns="0" rtlCol="0" anchor="t"/>
            <a:lstStyle/>
            <a:p>
              <a:pPr algn="ctr" indent="0" marL="0">
                <a:lnSpc>
                  <a:spcPts val="1200"/>
                </a:lnSpc>
                <a:buNone/>
              </a:pPr>
              <a:r>
                <a:rPr lang="en-US" sz="900" spc="60" kern="0" b="0" i="0" dirty="0">
                  <a:solidFill>
                    <a:srgbClr val="070154"/>
                  </a:solidFill>
                  <a:latin typeface="IBM Plex Mono SemiBold"/>
                  <a:ea typeface="IBM Plex Mono SemiBold"/>
                  <a:cs typeface="IBM Plex Mono SemiBold"/>
                </a:rPr>
                <a:t>EFFORT →</a:t>
              </a:r>
              <a:endParaRPr lang="en-US" sz="900" spc="60" kern="0" b="0" i="0" dirty="0">
                <a:solidFill>
                  <a:srgbClr val="070154"/>
                </a:solidFill>
                <a:latin typeface="IBM Plex Mono SemiBold"/>
                <a:ea typeface="IBM Plex Mono SemiBold"/>
                <a:cs typeface="IBM Plex Mono SemiBold"/>
              </a:endParaRPr>
            </a:p>
          </p:txBody>
        </p:sp>
        <p:sp>
          <p:nvSpPr>
            <p:cNvPr id="93" name="node01.y-0"/>
            <p:cNvSpPr/>
            <p:nvPr/>
          </p:nvSpPr>
          <p:spPr>
            <a:xfrm rot="-5400000">
              <a:off x="973708" y="482600"/>
              <a:ext cx="313184"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HIGH</a:t>
              </a:r>
              <a:endParaRPr lang="en-US" sz="900" spc="54" kern="0" b="0" i="0" dirty="0">
                <a:solidFill>
                  <a:srgbClr val="50658E"/>
                </a:solidFill>
                <a:latin typeface="IBM Plex Mono Medium"/>
                <a:ea typeface="IBM Plex Mono Medium"/>
                <a:cs typeface="IBM Plex Mono Medium"/>
              </a:endParaRPr>
            </a:p>
          </p:txBody>
        </p:sp>
        <p:sp>
          <p:nvSpPr>
            <p:cNvPr id="94" name="node01.y-1"/>
            <p:cNvSpPr/>
            <p:nvPr/>
          </p:nvSpPr>
          <p:spPr>
            <a:xfrm rot="-5400000">
              <a:off x="1011269" y="5168900"/>
              <a:ext cx="238063"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LOW</a:t>
              </a:r>
              <a:endParaRPr lang="en-US" sz="900" spc="54" kern="0" b="0" i="0" dirty="0">
                <a:solidFill>
                  <a:srgbClr val="50658E"/>
                </a:solidFill>
                <a:latin typeface="IBM Plex Mono Medium"/>
                <a:ea typeface="IBM Plex Mono Medium"/>
                <a:cs typeface="IBM Plex Mono Medium"/>
              </a:endParaRPr>
            </a:p>
          </p:txBody>
        </p:sp>
        <p:sp>
          <p:nvSpPr>
            <p:cNvPr id="95" name="node01.y-2"/>
            <p:cNvSpPr/>
            <p:nvPr/>
          </p:nvSpPr>
          <p:spPr>
            <a:xfrm rot="-5400000">
              <a:off x="861027" y="2825750"/>
              <a:ext cx="538547"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VALUE →</a:t>
              </a:r>
              <a:endParaRPr lang="en-US" sz="900" spc="54" kern="0" b="0" i="0" dirty="0">
                <a:solidFill>
                  <a:srgbClr val="50658E"/>
                </a:solidFill>
                <a:latin typeface="IBM Plex Mono Medium"/>
                <a:ea typeface="IBM Plex Mono Medium"/>
                <a:cs typeface="IBM Plex Mono Medium"/>
              </a:endParaRPr>
            </a:p>
          </p:txBody>
        </p:sp>
        <p:sp>
          <p:nvSpPr>
            <p:cNvPr id="96" name="node01.item.item-001.point"/>
            <p:cNvSpPr/>
            <p:nvPr/>
          </p:nvSpPr>
          <p:spPr>
            <a:xfrm>
              <a:off x="1811020" y="1102360"/>
              <a:ext cx="127000" cy="127000"/>
            </a:xfrm>
            <a:prstGeom prst="ellipse">
              <a:avLst/>
            </a:prstGeom>
            <a:solidFill>
              <a:srgbClr val="070154"/>
            </a:solidFill>
            <a:ln>
              <a:noFill/>
            </a:ln>
          </p:spPr>
        </p:sp>
        <p:sp>
          <p:nvSpPr>
            <p:cNvPr id="97" name="node01.item.item-001.label"/>
            <p:cNvSpPr/>
            <p:nvPr/>
          </p:nvSpPr>
          <p:spPr>
            <a:xfrm>
              <a:off x="1988820" y="1064260"/>
              <a:ext cx="559308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Reconciliations</a:t>
              </a:r>
              <a:endParaRPr lang="en-US" sz="1100" spc="0" kern="0" b="0" i="0" dirty="0">
                <a:solidFill>
                  <a:srgbClr val="070154"/>
                </a:solidFill>
                <a:latin typeface="IBM Plex Sans SemiBold"/>
                <a:ea typeface="IBM Plex Sans SemiBold"/>
                <a:cs typeface="IBM Plex Sans SemiBold"/>
              </a:endParaRPr>
            </a:p>
          </p:txBody>
        </p:sp>
        <p:sp>
          <p:nvSpPr>
            <p:cNvPr id="98" name="node01.item.item-002.point"/>
            <p:cNvSpPr/>
            <p:nvPr/>
          </p:nvSpPr>
          <p:spPr>
            <a:xfrm>
              <a:off x="2222500" y="1822450"/>
              <a:ext cx="127000" cy="127000"/>
            </a:xfrm>
            <a:prstGeom prst="ellipse">
              <a:avLst/>
            </a:prstGeom>
            <a:solidFill>
              <a:srgbClr val="070154"/>
            </a:solidFill>
            <a:ln>
              <a:noFill/>
            </a:ln>
          </p:spPr>
        </p:sp>
        <p:sp>
          <p:nvSpPr>
            <p:cNvPr id="99" name="node01.item.item-002.label"/>
            <p:cNvSpPr/>
            <p:nvPr/>
          </p:nvSpPr>
          <p:spPr>
            <a:xfrm>
              <a:off x="2400300" y="1784350"/>
              <a:ext cx="51816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Rules-based review</a:t>
              </a:r>
              <a:endParaRPr lang="en-US" sz="1100" spc="0" kern="0" b="0" i="0" dirty="0">
                <a:solidFill>
                  <a:srgbClr val="070154"/>
                </a:solidFill>
                <a:latin typeface="IBM Plex Sans SemiBold"/>
                <a:ea typeface="IBM Plex Sans SemiBold"/>
                <a:cs typeface="IBM Plex Sans SemiBold"/>
              </a:endParaRPr>
            </a:p>
          </p:txBody>
        </p:sp>
        <p:sp>
          <p:nvSpPr>
            <p:cNvPr id="100" name="node01.item.item-003.point"/>
            <p:cNvSpPr/>
            <p:nvPr/>
          </p:nvSpPr>
          <p:spPr>
            <a:xfrm>
              <a:off x="1708150" y="2542540"/>
              <a:ext cx="127000" cy="127000"/>
            </a:xfrm>
            <a:prstGeom prst="ellipse">
              <a:avLst/>
            </a:prstGeom>
            <a:solidFill>
              <a:srgbClr val="070154"/>
            </a:solidFill>
            <a:ln>
              <a:noFill/>
            </a:ln>
          </p:spPr>
        </p:sp>
        <p:sp>
          <p:nvSpPr>
            <p:cNvPr id="101" name="node01.item.item-003.label"/>
            <p:cNvSpPr/>
            <p:nvPr/>
          </p:nvSpPr>
          <p:spPr>
            <a:xfrm>
              <a:off x="1885950" y="2504440"/>
              <a:ext cx="569595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Close calendar</a:t>
              </a:r>
              <a:endParaRPr lang="en-US" sz="1100" spc="0" kern="0" b="0" i="0" dirty="0">
                <a:solidFill>
                  <a:srgbClr val="070154"/>
                </a:solidFill>
                <a:latin typeface="IBM Plex Sans SemiBold"/>
                <a:ea typeface="IBM Plex Sans SemiBold"/>
                <a:cs typeface="IBM Plex Sans SemiBold"/>
              </a:endParaRPr>
            </a:p>
          </p:txBody>
        </p:sp>
        <p:sp>
          <p:nvSpPr>
            <p:cNvPr id="102" name="node01.item.item-004.point"/>
            <p:cNvSpPr/>
            <p:nvPr/>
          </p:nvSpPr>
          <p:spPr>
            <a:xfrm>
              <a:off x="4279900" y="1308100"/>
              <a:ext cx="127000" cy="127000"/>
            </a:xfrm>
            <a:prstGeom prst="ellipse">
              <a:avLst/>
            </a:prstGeom>
            <a:solidFill>
              <a:srgbClr val="070154"/>
            </a:solidFill>
            <a:ln>
              <a:noFill/>
            </a:ln>
          </p:spPr>
        </p:sp>
        <p:sp>
          <p:nvSpPr>
            <p:cNvPr id="103" name="node01.item.item-004.label"/>
            <p:cNvSpPr/>
            <p:nvPr/>
          </p:nvSpPr>
          <p:spPr>
            <a:xfrm>
              <a:off x="4457700" y="1270000"/>
              <a:ext cx="31242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Consolidation</a:t>
              </a:r>
              <a:endParaRPr lang="en-US" sz="1100" spc="0" kern="0" b="0" i="0" dirty="0">
                <a:solidFill>
                  <a:srgbClr val="070154"/>
                </a:solidFill>
                <a:latin typeface="IBM Plex Sans SemiBold"/>
                <a:ea typeface="IBM Plex Sans SemiBold"/>
                <a:cs typeface="IBM Plex Sans SemiBold"/>
              </a:endParaRPr>
            </a:p>
          </p:txBody>
        </p:sp>
        <p:sp>
          <p:nvSpPr>
            <p:cNvPr id="104" name="node01.item.item-005.point"/>
            <p:cNvSpPr/>
            <p:nvPr/>
          </p:nvSpPr>
          <p:spPr>
            <a:xfrm>
              <a:off x="4177030" y="2336800"/>
              <a:ext cx="127000" cy="127000"/>
            </a:xfrm>
            <a:prstGeom prst="ellipse">
              <a:avLst/>
            </a:prstGeom>
            <a:solidFill>
              <a:srgbClr val="070154"/>
            </a:solidFill>
            <a:ln>
              <a:noFill/>
            </a:ln>
          </p:spPr>
        </p:sp>
        <p:sp>
          <p:nvSpPr>
            <p:cNvPr id="105" name="node01.item.item-005.label"/>
            <p:cNvSpPr/>
            <p:nvPr/>
          </p:nvSpPr>
          <p:spPr>
            <a:xfrm>
              <a:off x="4354830" y="2298700"/>
              <a:ext cx="322707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Close cockpit</a:t>
              </a:r>
              <a:endParaRPr lang="en-US" sz="1100" spc="0" kern="0" b="0" i="0" dirty="0">
                <a:solidFill>
                  <a:srgbClr val="070154"/>
                </a:solidFill>
                <a:latin typeface="IBM Plex Sans SemiBold"/>
                <a:ea typeface="IBM Plex Sans SemiBold"/>
                <a:cs typeface="IBM Plex Sans SemiBold"/>
              </a:endParaRPr>
            </a:p>
          </p:txBody>
        </p:sp>
        <p:sp>
          <p:nvSpPr>
            <p:cNvPr id="106" name="node01.item.item-006.point"/>
            <p:cNvSpPr/>
            <p:nvPr/>
          </p:nvSpPr>
          <p:spPr>
            <a:xfrm>
              <a:off x="1708150" y="3982720"/>
              <a:ext cx="127000" cy="127000"/>
            </a:xfrm>
            <a:prstGeom prst="ellipse">
              <a:avLst/>
            </a:prstGeom>
            <a:solidFill>
              <a:srgbClr val="070154"/>
            </a:solidFill>
            <a:ln>
              <a:noFill/>
            </a:ln>
          </p:spPr>
        </p:sp>
        <p:sp>
          <p:nvSpPr>
            <p:cNvPr id="107" name="node01.item.item-006.label"/>
            <p:cNvSpPr/>
            <p:nvPr/>
          </p:nvSpPr>
          <p:spPr>
            <a:xfrm>
              <a:off x="1885950" y="3944620"/>
              <a:ext cx="569595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Account rationalization</a:t>
              </a:r>
              <a:endParaRPr lang="en-US" sz="1100" spc="0" kern="0" b="0" i="0" dirty="0">
                <a:solidFill>
                  <a:srgbClr val="070154"/>
                </a:solidFill>
                <a:latin typeface="IBM Plex Sans SemiBold"/>
                <a:ea typeface="IBM Plex Sans SemiBold"/>
                <a:cs typeface="IBM Plex Sans SemiBold"/>
              </a:endParaRPr>
            </a:p>
          </p:txBody>
        </p:sp>
        <p:sp>
          <p:nvSpPr>
            <p:cNvPr id="108" name="node01.item.item-007.point"/>
            <p:cNvSpPr/>
            <p:nvPr/>
          </p:nvSpPr>
          <p:spPr>
            <a:xfrm>
              <a:off x="4485640" y="4188460"/>
              <a:ext cx="127000" cy="127000"/>
            </a:xfrm>
            <a:prstGeom prst="ellipse">
              <a:avLst/>
            </a:prstGeom>
            <a:solidFill>
              <a:srgbClr val="070154"/>
            </a:solidFill>
            <a:ln>
              <a:noFill/>
            </a:ln>
          </p:spPr>
        </p:sp>
        <p:sp>
          <p:nvSpPr>
            <p:cNvPr id="109" name="node01.item.item-007.label"/>
            <p:cNvSpPr/>
            <p:nvPr/>
          </p:nvSpPr>
          <p:spPr>
            <a:xfrm>
              <a:off x="4663440" y="4150360"/>
              <a:ext cx="291846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Custom ERP reports</a:t>
              </a:r>
              <a:endParaRPr lang="en-US" sz="1100" spc="0" kern="0" b="0" i="0" dirty="0">
                <a:solidFill>
                  <a:srgbClr val="070154"/>
                </a:solidFill>
                <a:latin typeface="IBM Plex Sans SemiBold"/>
                <a:ea typeface="IBM Plex Sans SemiBold"/>
                <a:cs typeface="IBM Plex Sans SemiBold"/>
              </a:endParaRPr>
            </a:p>
          </p:txBody>
        </p:sp>
        <p:sp>
          <p:nvSpPr>
            <p:cNvPr id="110" name="node01.item.item-008.point"/>
            <p:cNvSpPr/>
            <p:nvPr/>
          </p:nvSpPr>
          <p:spPr>
            <a:xfrm>
              <a:off x="4074160" y="3468370"/>
              <a:ext cx="127000" cy="127000"/>
            </a:xfrm>
            <a:prstGeom prst="ellipse">
              <a:avLst/>
            </a:prstGeom>
            <a:solidFill>
              <a:srgbClr val="070154"/>
            </a:solidFill>
            <a:ln>
              <a:noFill/>
            </a:ln>
          </p:spPr>
        </p:sp>
        <p:sp>
          <p:nvSpPr>
            <p:cNvPr id="111" name="node01.item.item-008.label"/>
            <p:cNvSpPr/>
            <p:nvPr/>
          </p:nvSpPr>
          <p:spPr>
            <a:xfrm>
              <a:off x="4251960" y="3430270"/>
              <a:ext cx="332994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Legacy data clean-up</a:t>
              </a:r>
              <a:endParaRPr lang="en-US" sz="1100" spc="0" kern="0" b="0" i="0" dirty="0">
                <a:solidFill>
                  <a:srgbClr val="070154"/>
                </a:solidFill>
                <a:latin typeface="IBM Plex Sans SemiBold"/>
                <a:ea typeface="IBM Plex Sans SemiBold"/>
                <a:cs typeface="IBM Plex Sans SemiBold"/>
              </a:endParaRPr>
            </a:p>
          </p:txBody>
        </p:sp>
      </p:grpSp>
      <p:grpSp>
        <p:nvGrpSpPr>
          <p:cNvPr id="122" name="node02"/>
          <p:cNvGrpSpPr/>
          <p:nvPr/>
        </p:nvGrpSpPr>
        <p:grpSpPr>
          <a:xfrm>
            <a:off x="8039100" y="1828800"/>
            <a:ext cx="3429000" cy="876300"/>
            <a:chOff x="8039100" y="1828800"/>
            <a:chExt cx="3429000" cy="876300"/>
          </a:xfrm>
        </p:grpSpPr>
        <p:sp>
          <p:nvSpPr>
            <p:cNvPr id="112" name="node02.label"/>
            <p:cNvSpPr/>
            <p:nvPr/>
          </p:nvSpPr>
          <p:spPr>
            <a:xfrm>
              <a:off x="8039100" y="1828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AIM HERE</a:t>
              </a:r>
              <a:endParaRPr lang="en-US" sz="900" spc="54" kern="0" b="0" i="0" dirty="0">
                <a:solidFill>
                  <a:srgbClr val="0047FF"/>
                </a:solidFill>
                <a:latin typeface="IBM Plex Mono Medium"/>
                <a:ea typeface="IBM Plex Mono Medium"/>
                <a:cs typeface="IBM Plex Mono Medium"/>
              </a:endParaRPr>
            </a:p>
          </p:txBody>
        </p:sp>
        <p:sp>
          <p:nvSpPr>
            <p:cNvPr id="113" name="node02.title"/>
            <p:cNvSpPr/>
            <p:nvPr/>
          </p:nvSpPr>
          <p:spPr>
            <a:xfrm>
              <a:off x="8039100" y="20574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Quick wins come first</a:t>
              </a:r>
              <a:endParaRPr lang="en-US" sz="1800" spc="-18" kern="0" b="0" i="0" dirty="0">
                <a:solidFill>
                  <a:srgbClr val="070154"/>
                </a:solidFill>
                <a:latin typeface="IBM Plex Sans SemiBold"/>
                <a:ea typeface="IBM Plex Sans SemiBold"/>
                <a:cs typeface="IBM Plex Sans SemiBold"/>
              </a:endParaRPr>
            </a:p>
          </p:txBody>
        </p:sp>
        <p:sp>
          <p:nvSpPr>
            <p:cNvPr id="114" name="node02.body"/>
            <p:cNvSpPr/>
            <p:nvPr/>
          </p:nvSpPr>
          <p:spPr>
            <a:xfrm>
              <a:off x="8039100" y="24384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Three items pay back inside wave 1.</a:t>
              </a:r>
              <a:endParaRPr lang="en-US" sz="1400" spc="0" kern="0" b="0" i="0" dirty="0">
                <a:solidFill>
                  <a:srgbClr val="50658E"/>
                </a:solidFill>
                <a:latin typeface="IBM Plex Sans"/>
                <a:ea typeface="IBM Plex Sans"/>
                <a:cs typeface="IBM Plex Sans"/>
              </a:endParaRPr>
            </a:p>
          </p:txBody>
        </p:sp>
      </p:grpSp>
      <p:grpSp>
        <p:nvGrpSpPr>
          <p:cNvPr id="123" name="node03"/>
          <p:cNvGrpSpPr/>
          <p:nvPr/>
        </p:nvGrpSpPr>
        <p:grpSpPr>
          <a:xfrm>
            <a:off x="8039100" y="3200400"/>
            <a:ext cx="3429000" cy="876300"/>
            <a:chOff x="8039100" y="3200400"/>
            <a:chExt cx="3429000" cy="876300"/>
          </a:xfrm>
        </p:grpSpPr>
        <p:sp>
          <p:nvSpPr>
            <p:cNvPr id="115" name="node03.label"/>
            <p:cNvSpPr/>
            <p:nvPr/>
          </p:nvSpPr>
          <p:spPr>
            <a:xfrm>
              <a:off x="80391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PLAN CAREFULLY</a:t>
              </a:r>
              <a:endParaRPr lang="en-US" sz="900" spc="54" kern="0" b="0" i="0" dirty="0">
                <a:solidFill>
                  <a:srgbClr val="0047FF"/>
                </a:solidFill>
                <a:latin typeface="IBM Plex Mono Medium"/>
                <a:ea typeface="IBM Plex Mono Medium"/>
                <a:cs typeface="IBM Plex Mono Medium"/>
              </a:endParaRPr>
            </a:p>
          </p:txBody>
        </p:sp>
        <p:sp>
          <p:nvSpPr>
            <p:cNvPr id="116" name="node03.title"/>
            <p:cNvSpPr/>
            <p:nvPr/>
          </p:nvSpPr>
          <p:spPr>
            <a:xfrm>
              <a:off x="8039100" y="3429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Big bets need a sponsor</a:t>
              </a:r>
              <a:endParaRPr lang="en-US" sz="1800" spc="-18" kern="0" b="0" i="0" dirty="0">
                <a:solidFill>
                  <a:srgbClr val="070154"/>
                </a:solidFill>
                <a:latin typeface="IBM Plex Sans SemiBold"/>
                <a:ea typeface="IBM Plex Sans SemiBold"/>
                <a:cs typeface="IBM Plex Sans SemiBold"/>
              </a:endParaRPr>
            </a:p>
          </p:txBody>
        </p:sp>
        <p:sp>
          <p:nvSpPr>
            <p:cNvPr id="117" name="node03.body"/>
            <p:cNvSpPr/>
            <p:nvPr/>
          </p:nvSpPr>
          <p:spPr>
            <a:xfrm>
              <a:off x="8039100" y="38100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High value, but the most effort.</a:t>
              </a:r>
              <a:endParaRPr lang="en-US" sz="1400" spc="0" kern="0" b="0" i="0" dirty="0">
                <a:solidFill>
                  <a:srgbClr val="50658E"/>
                </a:solidFill>
                <a:latin typeface="IBM Plex Sans"/>
                <a:ea typeface="IBM Plex Sans"/>
                <a:cs typeface="IBM Plex Sans"/>
              </a:endParaRPr>
            </a:p>
          </p:txBody>
        </p:sp>
      </p:grpSp>
      <p:grpSp>
        <p:nvGrpSpPr>
          <p:cNvPr id="124" name="node04"/>
          <p:cNvGrpSpPr/>
          <p:nvPr/>
        </p:nvGrpSpPr>
        <p:grpSpPr>
          <a:xfrm>
            <a:off x="8039100" y="4572000"/>
            <a:ext cx="3429000" cy="876300"/>
            <a:chOff x="8039100" y="4572000"/>
            <a:chExt cx="3429000" cy="876300"/>
          </a:xfrm>
        </p:grpSpPr>
        <p:sp>
          <p:nvSpPr>
            <p:cNvPr id="118" name="node04.label"/>
            <p:cNvSpPr/>
            <p:nvPr/>
          </p:nvSpPr>
          <p:spPr>
            <a:xfrm>
              <a:off x="80391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AVOID</a:t>
              </a:r>
              <a:endParaRPr lang="en-US" sz="900" spc="54" kern="0" b="0" i="0" dirty="0">
                <a:solidFill>
                  <a:srgbClr val="0047FF"/>
                </a:solidFill>
                <a:latin typeface="IBM Plex Mono Medium"/>
                <a:ea typeface="IBM Plex Mono Medium"/>
                <a:cs typeface="IBM Plex Mono Medium"/>
              </a:endParaRPr>
            </a:p>
          </p:txBody>
        </p:sp>
        <p:sp>
          <p:nvSpPr>
            <p:cNvPr id="119" name="node04.title"/>
            <p:cNvSpPr/>
            <p:nvPr/>
          </p:nvSpPr>
          <p:spPr>
            <a:xfrm>
              <a:off x="8039100" y="48006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Skip the money pits</a:t>
              </a:r>
              <a:endParaRPr lang="en-US" sz="1800" spc="-18" kern="0" b="0" i="0" dirty="0">
                <a:solidFill>
                  <a:srgbClr val="070154"/>
                </a:solidFill>
                <a:latin typeface="IBM Plex Sans SemiBold"/>
                <a:ea typeface="IBM Plex Sans SemiBold"/>
                <a:cs typeface="IBM Plex Sans SemiBold"/>
              </a:endParaRPr>
            </a:p>
          </p:txBody>
        </p:sp>
        <p:sp>
          <p:nvSpPr>
            <p:cNvPr id="120" name="node04.body"/>
            <p:cNvSpPr/>
            <p:nvPr/>
          </p:nvSpPr>
          <p:spPr>
            <a:xfrm>
              <a:off x="8039100" y="51816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Cost outruns return on both items.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ource-40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RISK</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Out of the red zone by wave 3</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Entity error review, 14 units, Aug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5308600" y="342900"/>
            <a:ext cx="5511800" cy="5346700"/>
            <a:chOff x="5308600" y="342900"/>
            <a:chExt cx="5511800" cy="5346700"/>
          </a:xfrm>
        </p:grpSpPr>
        <p:sp>
          <p:nvSpPr>
            <p:cNvPr id="7" name="node01.quadrant.tl"/>
            <p:cNvSpPr/>
            <p:nvPr/>
          </p:nvSpPr>
          <p:spPr>
            <a:xfrm>
              <a:off x="5524500" y="342900"/>
              <a:ext cx="2571750" cy="2571750"/>
            </a:xfrm>
            <a:prstGeom prst="rect">
              <a:avLst/>
            </a:prstGeom>
            <a:solidFill>
              <a:srgbClr val="FFFFFF"/>
            </a:solidFill>
            <a:ln>
              <a:noFill/>
            </a:ln>
          </p:spPr>
        </p:sp>
        <p:sp>
          <p:nvSpPr>
            <p:cNvPr id="8" name="node01.name.tl"/>
            <p:cNvSpPr/>
            <p:nvPr/>
          </p:nvSpPr>
          <p:spPr>
            <a:xfrm>
              <a:off x="5638800" y="419100"/>
              <a:ext cx="2343150" cy="1524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FRAGILE</a:t>
              </a:r>
              <a:endParaRPr lang="en-US" sz="900" spc="60" kern="0" b="0" i="0" dirty="0">
                <a:solidFill>
                  <a:srgbClr val="070154"/>
                </a:solidFill>
                <a:latin typeface="IBM Plex Mono SemiBold"/>
                <a:ea typeface="IBM Plex Mono SemiBold"/>
                <a:cs typeface="IBM Plex Mono SemiBold"/>
              </a:endParaRPr>
            </a:p>
          </p:txBody>
        </p:sp>
        <p:sp>
          <p:nvSpPr>
            <p:cNvPr id="9" name="node01.quadrant.tr"/>
            <p:cNvSpPr/>
            <p:nvPr/>
          </p:nvSpPr>
          <p:spPr>
            <a:xfrm>
              <a:off x="8096250" y="342900"/>
              <a:ext cx="2571750" cy="2571750"/>
            </a:xfrm>
            <a:prstGeom prst="rect">
              <a:avLst/>
            </a:prstGeom>
            <a:solidFill>
              <a:srgbClr val="070154"/>
            </a:solidFill>
            <a:ln>
              <a:noFill/>
            </a:ln>
          </p:spPr>
        </p:sp>
        <p:sp>
          <p:nvSpPr>
            <p:cNvPr id="10" name="node01.name.tr"/>
            <p:cNvSpPr/>
            <p:nvPr/>
          </p:nvSpPr>
          <p:spPr>
            <a:xfrm>
              <a:off x="8210550" y="419100"/>
              <a:ext cx="2343150" cy="1524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FFFFFF"/>
                  </a:solidFill>
                  <a:latin typeface="IBM Plex Mono SemiBold"/>
                  <a:ea typeface="IBM Plex Mono SemiBold"/>
                  <a:cs typeface="IBM Plex Mono SemiBold"/>
                </a:rPr>
                <a:t>RED ZONE</a:t>
              </a:r>
              <a:endParaRPr lang="en-US" sz="900" spc="60" kern="0" b="0" i="0" dirty="0">
                <a:solidFill>
                  <a:srgbClr val="FFFFFF"/>
                </a:solidFill>
                <a:latin typeface="IBM Plex Mono SemiBold"/>
                <a:ea typeface="IBM Plex Mono SemiBold"/>
                <a:cs typeface="IBM Plex Mono SemiBold"/>
              </a:endParaRPr>
            </a:p>
          </p:txBody>
        </p:sp>
        <p:sp>
          <p:nvSpPr>
            <p:cNvPr id="11" name="node01.tag-bg.tr"/>
            <p:cNvSpPr/>
            <p:nvPr/>
          </p:nvSpPr>
          <p:spPr>
            <a:xfrm>
              <a:off x="9794230" y="647700"/>
              <a:ext cx="759470" cy="203200"/>
            </a:xfrm>
            <a:prstGeom prst="rect">
              <a:avLst/>
            </a:prstGeom>
            <a:solidFill>
              <a:srgbClr val="FFFFFF"/>
            </a:solidFill>
            <a:ln>
              <a:noFill/>
            </a:ln>
          </p:spPr>
        </p:sp>
        <p:sp>
          <p:nvSpPr>
            <p:cNvPr id="12" name="node01.tag.tr"/>
            <p:cNvSpPr/>
            <p:nvPr/>
          </p:nvSpPr>
          <p:spPr>
            <a:xfrm>
              <a:off x="9870430" y="660400"/>
              <a:ext cx="607070"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070154"/>
                  </a:solidFill>
                  <a:latin typeface="IBM Plex Mono SemiBold"/>
                  <a:ea typeface="IBM Plex Mono SemiBold"/>
                  <a:cs typeface="IBM Plex Mono SemiBold"/>
                </a:rPr>
                <a:t>STAY OUT</a:t>
              </a:r>
              <a:endParaRPr lang="en-US" sz="850" spc="60" kern="0" b="0" i="0" dirty="0">
                <a:solidFill>
                  <a:srgbClr val="070154"/>
                </a:solidFill>
                <a:latin typeface="IBM Plex Mono SemiBold"/>
                <a:ea typeface="IBM Plex Mono SemiBold"/>
                <a:cs typeface="IBM Plex Mono SemiBold"/>
              </a:endParaRPr>
            </a:p>
          </p:txBody>
        </p:sp>
        <p:sp>
          <p:nvSpPr>
            <p:cNvPr id="13" name="node01.quadrant.bl"/>
            <p:cNvSpPr/>
            <p:nvPr/>
          </p:nvSpPr>
          <p:spPr>
            <a:xfrm>
              <a:off x="5524500" y="2914650"/>
              <a:ext cx="2571750" cy="2571750"/>
            </a:xfrm>
            <a:prstGeom prst="rect">
              <a:avLst/>
            </a:prstGeom>
            <a:solidFill>
              <a:srgbClr val="E8EEF8"/>
            </a:solidFill>
            <a:ln>
              <a:noFill/>
            </a:ln>
          </p:spPr>
        </p:sp>
        <p:sp>
          <p:nvSpPr>
            <p:cNvPr id="14" name="node01.name.bl"/>
            <p:cNvSpPr/>
            <p:nvPr/>
          </p:nvSpPr>
          <p:spPr>
            <a:xfrm>
              <a:off x="5638800" y="5181600"/>
              <a:ext cx="2343150" cy="1524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HEALTHY</a:t>
              </a:r>
              <a:endParaRPr lang="en-US" sz="900" spc="60" kern="0" b="0" i="0" dirty="0">
                <a:solidFill>
                  <a:srgbClr val="070154"/>
                </a:solidFill>
                <a:latin typeface="IBM Plex Mono SemiBold"/>
                <a:ea typeface="IBM Plex Mono SemiBold"/>
                <a:cs typeface="IBM Plex Mono SemiBold"/>
              </a:endParaRPr>
            </a:p>
          </p:txBody>
        </p:sp>
        <p:sp>
          <p:nvSpPr>
            <p:cNvPr id="15" name="node01.tag-bg.bl"/>
            <p:cNvSpPr/>
            <p:nvPr/>
          </p:nvSpPr>
          <p:spPr>
            <a:xfrm>
              <a:off x="5638800" y="4953000"/>
              <a:ext cx="614052" cy="203200"/>
            </a:xfrm>
            <a:prstGeom prst="rect">
              <a:avLst/>
            </a:prstGeom>
            <a:solidFill>
              <a:srgbClr val="05013F"/>
            </a:solidFill>
            <a:ln>
              <a:noFill/>
            </a:ln>
          </p:spPr>
        </p:sp>
        <p:sp>
          <p:nvSpPr>
            <p:cNvPr id="16" name="node01.tag.bl"/>
            <p:cNvSpPr/>
            <p:nvPr/>
          </p:nvSpPr>
          <p:spPr>
            <a:xfrm>
              <a:off x="5715000" y="4965700"/>
              <a:ext cx="461652"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TARGET</a:t>
              </a:r>
              <a:endParaRPr lang="en-US" sz="850" spc="60" kern="0" b="0" i="0" dirty="0">
                <a:solidFill>
                  <a:srgbClr val="FFFFFF"/>
                </a:solidFill>
                <a:latin typeface="IBM Plex Mono SemiBold"/>
                <a:ea typeface="IBM Plex Mono SemiBold"/>
                <a:cs typeface="IBM Plex Mono SemiBold"/>
              </a:endParaRPr>
            </a:p>
          </p:txBody>
        </p:sp>
        <p:sp>
          <p:nvSpPr>
            <p:cNvPr id="17" name="node01.quadrant.br"/>
            <p:cNvSpPr/>
            <p:nvPr/>
          </p:nvSpPr>
          <p:spPr>
            <a:xfrm>
              <a:off x="8096250" y="2914650"/>
              <a:ext cx="2571750" cy="2571750"/>
            </a:xfrm>
            <a:prstGeom prst="rect">
              <a:avLst/>
            </a:prstGeom>
            <a:solidFill>
              <a:srgbClr val="FFFFFF"/>
            </a:solidFill>
            <a:ln>
              <a:noFill/>
            </a:ln>
          </p:spPr>
        </p:sp>
        <p:sp>
          <p:nvSpPr>
            <p:cNvPr id="18" name="node01.name.br"/>
            <p:cNvSpPr/>
            <p:nvPr/>
          </p:nvSpPr>
          <p:spPr>
            <a:xfrm>
              <a:off x="8210550" y="5181600"/>
              <a:ext cx="2343150" cy="1524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LABORIOUS</a:t>
              </a:r>
              <a:endParaRPr lang="en-US" sz="900" spc="60" kern="0" b="0" i="0" dirty="0">
                <a:solidFill>
                  <a:srgbClr val="070154"/>
                </a:solidFill>
                <a:latin typeface="IBM Plex Mono SemiBold"/>
                <a:ea typeface="IBM Plex Mono SemiBold"/>
                <a:cs typeface="IBM Plex Mono SemiBold"/>
              </a:endParaRPr>
            </a:p>
          </p:txBody>
        </p:sp>
        <p:sp>
          <p:nvSpPr>
            <p:cNvPr id="19" name="node01.axis-1"/>
            <p:cNvSpPr/>
            <p:nvPr/>
          </p:nvSpPr>
          <p:spPr>
            <a:xfrm>
              <a:off x="5524500" y="342900"/>
              <a:ext cx="5143500" cy="5143500"/>
            </a:xfrm>
            <a:custGeom>
              <a:avLst/>
              <a:gdLst/>
              <a:ahLst/>
              <a:cxnLst/>
              <a:rect l="l" t="t" r="r" b="b"/>
              <a:pathLst>
                <a:path w="5143500" h="5143500">
                  <a:moveTo>
                    <a:pt x="0" y="0"/>
                  </a:moveTo>
                  <a:lnTo>
                    <a:pt x="5143500" y="0"/>
                  </a:lnTo>
                  <a:lnTo>
                    <a:pt x="5143500" y="5143500"/>
                  </a:lnTo>
                  <a:lnTo>
                    <a:pt x="0" y="5143500"/>
                  </a:lnTo>
                  <a:lnTo>
                    <a:pt x="0" y="0"/>
                  </a:lnTo>
                </a:path>
              </a:pathLst>
            </a:custGeom>
            <a:ln w="12700">
              <a:solidFill>
                <a:srgbClr val="070154"/>
              </a:solidFill>
              <a:prstDash val="solid"/>
            </a:ln>
          </p:spPr>
        </p:sp>
        <p:sp>
          <p:nvSpPr>
            <p:cNvPr id="20" name="node01.axis-2"/>
            <p:cNvSpPr/>
            <p:nvPr/>
          </p:nvSpPr>
          <p:spPr>
            <a:xfrm>
              <a:off x="8096250" y="342900"/>
              <a:ext cx="127" cy="5143500"/>
            </a:xfrm>
            <a:custGeom>
              <a:avLst/>
              <a:gdLst/>
              <a:ahLst/>
              <a:cxnLst/>
              <a:rect l="l" t="t" r="r" b="b"/>
              <a:pathLst>
                <a:path w="127" h="5143500">
                  <a:moveTo>
                    <a:pt x="0" y="0"/>
                  </a:moveTo>
                  <a:lnTo>
                    <a:pt x="0" y="5143500"/>
                  </a:lnTo>
                </a:path>
              </a:pathLst>
            </a:custGeom>
            <a:ln w="9525">
              <a:solidFill>
                <a:srgbClr val="070154"/>
              </a:solidFill>
              <a:prstDash val="solid"/>
            </a:ln>
          </p:spPr>
        </p:sp>
        <p:sp>
          <p:nvSpPr>
            <p:cNvPr id="21" name="node01.axis-3"/>
            <p:cNvSpPr/>
            <p:nvPr/>
          </p:nvSpPr>
          <p:spPr>
            <a:xfrm>
              <a:off x="5524500" y="2914650"/>
              <a:ext cx="5143500" cy="127"/>
            </a:xfrm>
            <a:custGeom>
              <a:avLst/>
              <a:gdLst/>
              <a:ahLst/>
              <a:cxnLst/>
              <a:rect l="l" t="t" r="r" b="b"/>
              <a:pathLst>
                <a:path w="5143500" h="127">
                  <a:moveTo>
                    <a:pt x="0" y="0"/>
                  </a:moveTo>
                  <a:lnTo>
                    <a:pt x="5143500" y="0"/>
                  </a:lnTo>
                </a:path>
              </a:pathLst>
            </a:custGeom>
            <a:ln w="9525">
              <a:solidFill>
                <a:srgbClr val="070154"/>
              </a:solidFill>
              <a:prstDash val="solid"/>
            </a:ln>
          </p:spPr>
        </p:sp>
        <p:sp>
          <p:nvSpPr>
            <p:cNvPr id="22" name="node01.x.low"/>
            <p:cNvSpPr/>
            <p:nvPr/>
          </p:nvSpPr>
          <p:spPr>
            <a:xfrm>
              <a:off x="5524500" y="5511800"/>
              <a:ext cx="457200" cy="1778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LOW</a:t>
              </a:r>
              <a:endParaRPr lang="en-US" sz="900" spc="60" kern="0" b="0" i="0" dirty="0">
                <a:solidFill>
                  <a:srgbClr val="070154"/>
                </a:solidFill>
                <a:latin typeface="IBM Plex Mono SemiBold"/>
                <a:ea typeface="IBM Plex Mono SemiBold"/>
                <a:cs typeface="IBM Plex Mono SemiBold"/>
              </a:endParaRPr>
            </a:p>
          </p:txBody>
        </p:sp>
        <p:sp>
          <p:nvSpPr>
            <p:cNvPr id="23" name="node01.x.high"/>
            <p:cNvSpPr/>
            <p:nvPr/>
          </p:nvSpPr>
          <p:spPr>
            <a:xfrm>
              <a:off x="10210800" y="5511800"/>
              <a:ext cx="457200" cy="1778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HIGH</a:t>
              </a:r>
              <a:endParaRPr lang="en-US" sz="900" spc="60" kern="0" b="0" i="0" dirty="0">
                <a:solidFill>
                  <a:srgbClr val="070154"/>
                </a:solidFill>
                <a:latin typeface="IBM Plex Mono SemiBold"/>
                <a:ea typeface="IBM Plex Mono SemiBold"/>
                <a:cs typeface="IBM Plex Mono SemiBold"/>
              </a:endParaRPr>
            </a:p>
          </p:txBody>
        </p:sp>
        <p:sp>
          <p:nvSpPr>
            <p:cNvPr id="24" name="node01.x.title"/>
            <p:cNvSpPr/>
            <p:nvPr/>
          </p:nvSpPr>
          <p:spPr>
            <a:xfrm>
              <a:off x="5981700" y="5511800"/>
              <a:ext cx="4229100" cy="177800"/>
            </a:xfrm>
            <a:prstGeom prst="rect">
              <a:avLst/>
            </a:prstGeom>
            <a:noFill/>
            <a:ln/>
          </p:spPr>
          <p:txBody>
            <a:bodyPr wrap="square" lIns="0" tIns="0" rIns="0" bIns="0" rtlCol="0" anchor="t"/>
            <a:lstStyle/>
            <a:p>
              <a:pPr algn="ctr" indent="0" marL="0">
                <a:lnSpc>
                  <a:spcPts val="1200"/>
                </a:lnSpc>
                <a:buNone/>
              </a:pPr>
              <a:r>
                <a:rPr lang="en-US" sz="900" spc="60" kern="0" b="0" i="0" dirty="0">
                  <a:solidFill>
                    <a:srgbClr val="070154"/>
                  </a:solidFill>
                  <a:latin typeface="IBM Plex Mono SemiBold"/>
                  <a:ea typeface="IBM Plex Mono SemiBold"/>
                  <a:cs typeface="IBM Plex Mono SemiBold"/>
                </a:rPr>
                <a:t>MANUAL EFFORT →</a:t>
              </a:r>
              <a:endParaRPr lang="en-US" sz="900" spc="60" kern="0" b="0" i="0" dirty="0">
                <a:solidFill>
                  <a:srgbClr val="070154"/>
                </a:solidFill>
                <a:latin typeface="IBM Plex Mono SemiBold"/>
                <a:ea typeface="IBM Plex Mono SemiBold"/>
                <a:cs typeface="IBM Plex Mono SemiBold"/>
              </a:endParaRPr>
            </a:p>
          </p:txBody>
        </p:sp>
        <p:sp>
          <p:nvSpPr>
            <p:cNvPr id="25" name="node01.y-0"/>
            <p:cNvSpPr/>
            <p:nvPr/>
          </p:nvSpPr>
          <p:spPr>
            <a:xfrm rot="-5400000">
              <a:off x="5240908" y="482600"/>
              <a:ext cx="313184"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HIGH</a:t>
              </a:r>
              <a:endParaRPr lang="en-US" sz="900" spc="54" kern="0" b="0" i="0" dirty="0">
                <a:solidFill>
                  <a:srgbClr val="50658E"/>
                </a:solidFill>
                <a:latin typeface="IBM Plex Mono Medium"/>
                <a:ea typeface="IBM Plex Mono Medium"/>
                <a:cs typeface="IBM Plex Mono Medium"/>
              </a:endParaRPr>
            </a:p>
          </p:txBody>
        </p:sp>
        <p:sp>
          <p:nvSpPr>
            <p:cNvPr id="26" name="node01.y-1"/>
            <p:cNvSpPr/>
            <p:nvPr/>
          </p:nvSpPr>
          <p:spPr>
            <a:xfrm rot="-5400000">
              <a:off x="5278469" y="5168900"/>
              <a:ext cx="238063"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LOW</a:t>
              </a:r>
              <a:endParaRPr lang="en-US" sz="900" spc="54" kern="0" b="0" i="0" dirty="0">
                <a:solidFill>
                  <a:srgbClr val="50658E"/>
                </a:solidFill>
                <a:latin typeface="IBM Plex Mono Medium"/>
                <a:ea typeface="IBM Plex Mono Medium"/>
                <a:cs typeface="IBM Plex Mono Medium"/>
              </a:endParaRPr>
            </a:p>
          </p:txBody>
        </p:sp>
        <p:sp>
          <p:nvSpPr>
            <p:cNvPr id="27" name="node01.y-2"/>
            <p:cNvSpPr/>
            <p:nvPr/>
          </p:nvSpPr>
          <p:spPr>
            <a:xfrm rot="-5400000">
              <a:off x="4940424" y="2825750"/>
              <a:ext cx="914152"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ERROR RATE →</a:t>
              </a:r>
              <a:endParaRPr lang="en-US" sz="900" spc="54" kern="0" b="0" i="0" dirty="0">
                <a:solidFill>
                  <a:srgbClr val="50658E"/>
                </a:solidFill>
                <a:latin typeface="IBM Plex Mono Medium"/>
                <a:ea typeface="IBM Plex Mono Medium"/>
                <a:cs typeface="IBM Plex Mono Medium"/>
              </a:endParaRPr>
            </a:p>
          </p:txBody>
        </p:sp>
        <p:sp>
          <p:nvSpPr>
            <p:cNvPr id="28" name="node01.item.item-001.arrow-underlay"/>
            <p:cNvSpPr/>
            <p:nvPr/>
          </p:nvSpPr>
          <p:spPr>
            <a:xfrm>
              <a:off x="7673766" y="1973640"/>
              <a:ext cx="2079408" cy="1984889"/>
            </a:xfrm>
            <a:custGeom>
              <a:avLst/>
              <a:gdLst/>
              <a:ahLst/>
              <a:cxnLst/>
              <a:rect l="l" t="t" r="r" b="b"/>
              <a:pathLst>
                <a:path w="2079408" h="1984889">
                  <a:moveTo>
                    <a:pt x="2079408" y="0"/>
                  </a:moveTo>
                  <a:lnTo>
                    <a:pt x="0" y="1984889"/>
                  </a:lnTo>
                </a:path>
              </a:pathLst>
            </a:custGeom>
            <a:ln w="44450">
              <a:solidFill>
                <a:srgbClr val="FFFFFF"/>
              </a:solidFill>
              <a:prstDash val="solid"/>
              <a:tailEnd type="arrow"/>
            </a:ln>
          </p:spPr>
        </p:sp>
        <p:sp>
          <p:nvSpPr>
            <p:cNvPr id="29" name="node01.item.item-001.arrow"/>
            <p:cNvSpPr/>
            <p:nvPr/>
          </p:nvSpPr>
          <p:spPr>
            <a:xfrm>
              <a:off x="7673766" y="1973640"/>
              <a:ext cx="2079408" cy="1984889"/>
            </a:xfrm>
            <a:custGeom>
              <a:avLst/>
              <a:gdLst/>
              <a:ahLst/>
              <a:cxnLst/>
              <a:rect l="l" t="t" r="r" b="b"/>
              <a:pathLst>
                <a:path w="2079408" h="1984889">
                  <a:moveTo>
                    <a:pt x="2079408" y="0"/>
                  </a:moveTo>
                  <a:lnTo>
                    <a:pt x="0" y="1984889"/>
                  </a:lnTo>
                </a:path>
              </a:pathLst>
            </a:custGeom>
            <a:ln w="15875">
              <a:solidFill>
                <a:srgbClr val="070154"/>
              </a:solidFill>
              <a:prstDash val="dash"/>
              <a:tailEnd type="arrow"/>
            </a:ln>
          </p:spPr>
        </p:sp>
        <p:sp>
          <p:nvSpPr>
            <p:cNvPr id="30" name="node01.item.item-001.point"/>
            <p:cNvSpPr/>
            <p:nvPr/>
          </p:nvSpPr>
          <p:spPr>
            <a:xfrm>
              <a:off x="9781540" y="1822450"/>
              <a:ext cx="127000" cy="127000"/>
            </a:xfrm>
            <a:prstGeom prst="ellipse">
              <a:avLst/>
            </a:prstGeom>
            <a:solidFill>
              <a:srgbClr val="FFFFFF"/>
            </a:solidFill>
            <a:ln>
              <a:noFill/>
            </a:ln>
          </p:spPr>
        </p:sp>
        <p:sp>
          <p:nvSpPr>
            <p:cNvPr id="31" name="node01.item.item-001.label"/>
            <p:cNvSpPr/>
            <p:nvPr/>
          </p:nvSpPr>
          <p:spPr>
            <a:xfrm>
              <a:off x="9959340" y="1784350"/>
              <a:ext cx="86106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FFFFFF"/>
                  </a:solidFill>
                  <a:latin typeface="IBM Plex Sans SemiBold"/>
                  <a:ea typeface="IBM Plex Sans SemiBold"/>
                  <a:cs typeface="IBM Plex Sans SemiBold"/>
                </a:rPr>
                <a:t>Labs</a:t>
              </a:r>
              <a:endParaRPr lang="en-US" sz="1100" spc="0" kern="0" b="0" i="0" dirty="0">
                <a:solidFill>
                  <a:srgbClr val="FFFFFF"/>
                </a:solidFill>
                <a:latin typeface="IBM Plex Sans SemiBold"/>
                <a:ea typeface="IBM Plex Sans SemiBold"/>
                <a:cs typeface="IBM Plex Sans SemiBold"/>
              </a:endParaRPr>
            </a:p>
          </p:txBody>
        </p:sp>
        <p:sp>
          <p:nvSpPr>
            <p:cNvPr id="32" name="node01.item.item-002.arrow-underlay"/>
            <p:cNvSpPr/>
            <p:nvPr/>
          </p:nvSpPr>
          <p:spPr>
            <a:xfrm>
              <a:off x="6532015" y="1160235"/>
              <a:ext cx="1996899" cy="2377261"/>
            </a:xfrm>
            <a:custGeom>
              <a:avLst/>
              <a:gdLst/>
              <a:ahLst/>
              <a:cxnLst/>
              <a:rect l="l" t="t" r="r" b="b"/>
              <a:pathLst>
                <a:path w="1996899" h="2377261">
                  <a:moveTo>
                    <a:pt x="1996899" y="0"/>
                  </a:moveTo>
                  <a:lnTo>
                    <a:pt x="0" y="2377261"/>
                  </a:lnTo>
                </a:path>
              </a:pathLst>
            </a:custGeom>
            <a:ln w="44450">
              <a:solidFill>
                <a:srgbClr val="FFFFFF"/>
              </a:solidFill>
              <a:prstDash val="solid"/>
              <a:tailEnd type="arrow"/>
            </a:ln>
          </p:spPr>
        </p:sp>
        <p:sp>
          <p:nvSpPr>
            <p:cNvPr id="33" name="node01.item.item-002.arrow"/>
            <p:cNvSpPr/>
            <p:nvPr/>
          </p:nvSpPr>
          <p:spPr>
            <a:xfrm>
              <a:off x="6532015" y="1160235"/>
              <a:ext cx="1996899" cy="2377261"/>
            </a:xfrm>
            <a:custGeom>
              <a:avLst/>
              <a:gdLst/>
              <a:ahLst/>
              <a:cxnLst/>
              <a:rect l="l" t="t" r="r" b="b"/>
              <a:pathLst>
                <a:path w="1996899" h="2377261">
                  <a:moveTo>
                    <a:pt x="1996899" y="0"/>
                  </a:moveTo>
                  <a:lnTo>
                    <a:pt x="0" y="2377261"/>
                  </a:lnTo>
                </a:path>
              </a:pathLst>
            </a:custGeom>
            <a:ln w="15875">
              <a:solidFill>
                <a:srgbClr val="070154"/>
              </a:solidFill>
              <a:prstDash val="dash"/>
              <a:tailEnd type="arrow"/>
            </a:ln>
          </p:spPr>
        </p:sp>
        <p:sp>
          <p:nvSpPr>
            <p:cNvPr id="34" name="node01.item.item-002.point"/>
            <p:cNvSpPr/>
            <p:nvPr/>
          </p:nvSpPr>
          <p:spPr>
            <a:xfrm>
              <a:off x="8547100" y="999490"/>
              <a:ext cx="127000" cy="127000"/>
            </a:xfrm>
            <a:prstGeom prst="ellipse">
              <a:avLst/>
            </a:prstGeom>
            <a:solidFill>
              <a:srgbClr val="FFFFFF"/>
            </a:solidFill>
            <a:ln>
              <a:noFill/>
            </a:ln>
          </p:spPr>
        </p:sp>
        <p:sp>
          <p:nvSpPr>
            <p:cNvPr id="35" name="node01.item.item-002.label"/>
            <p:cNvSpPr/>
            <p:nvPr/>
          </p:nvSpPr>
          <p:spPr>
            <a:xfrm>
              <a:off x="8724900" y="961390"/>
              <a:ext cx="20955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FFFFFF"/>
                  </a:solidFill>
                  <a:latin typeface="IBM Plex Sans SemiBold"/>
                  <a:ea typeface="IBM Plex Sans SemiBold"/>
                  <a:cs typeface="IBM Plex Sans SemiBold"/>
                </a:rPr>
                <a:t>Hospitals</a:t>
              </a:r>
              <a:endParaRPr lang="en-US" sz="1100" spc="0" kern="0" b="0" i="0" dirty="0">
                <a:solidFill>
                  <a:srgbClr val="FFFFFF"/>
                </a:solidFill>
                <a:latin typeface="IBM Plex Sans SemiBold"/>
                <a:ea typeface="IBM Plex Sans SemiBold"/>
                <a:cs typeface="IBM Plex Sans SemiBold"/>
              </a:endParaRPr>
            </a:p>
          </p:txBody>
        </p:sp>
        <p:sp>
          <p:nvSpPr>
            <p:cNvPr id="36" name="node01.item.item-003.point"/>
            <p:cNvSpPr/>
            <p:nvPr/>
          </p:nvSpPr>
          <p:spPr>
            <a:xfrm>
              <a:off x="5975350" y="2028190"/>
              <a:ext cx="127000" cy="127000"/>
            </a:xfrm>
            <a:prstGeom prst="ellipse">
              <a:avLst/>
            </a:prstGeom>
            <a:solidFill>
              <a:srgbClr val="070154"/>
            </a:solidFill>
            <a:ln>
              <a:noFill/>
            </a:ln>
          </p:spPr>
        </p:sp>
        <p:sp>
          <p:nvSpPr>
            <p:cNvPr id="37" name="node01.item.item-003.label"/>
            <p:cNvSpPr/>
            <p:nvPr/>
          </p:nvSpPr>
          <p:spPr>
            <a:xfrm>
              <a:off x="6153150" y="1990090"/>
              <a:ext cx="466725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Clinics</a:t>
              </a:r>
              <a:endParaRPr lang="en-US" sz="1100" spc="0" kern="0" b="0" i="0" dirty="0">
                <a:solidFill>
                  <a:srgbClr val="070154"/>
                </a:solidFill>
                <a:latin typeface="IBM Plex Sans SemiBold"/>
                <a:ea typeface="IBM Plex Sans SemiBold"/>
                <a:cs typeface="IBM Plex Sans SemiBold"/>
              </a:endParaRPr>
            </a:p>
          </p:txBody>
        </p:sp>
        <p:sp>
          <p:nvSpPr>
            <p:cNvPr id="38" name="node01.item.item-004.point"/>
            <p:cNvSpPr/>
            <p:nvPr/>
          </p:nvSpPr>
          <p:spPr>
            <a:xfrm>
              <a:off x="6592570" y="4497070"/>
              <a:ext cx="127000" cy="127000"/>
            </a:xfrm>
            <a:prstGeom prst="ellipse">
              <a:avLst/>
            </a:prstGeom>
            <a:solidFill>
              <a:srgbClr val="070154"/>
            </a:solidFill>
            <a:ln>
              <a:noFill/>
            </a:ln>
          </p:spPr>
        </p:sp>
        <p:sp>
          <p:nvSpPr>
            <p:cNvPr id="39" name="node01.item.item-004.label"/>
            <p:cNvSpPr/>
            <p:nvPr/>
          </p:nvSpPr>
          <p:spPr>
            <a:xfrm>
              <a:off x="6770370" y="4458970"/>
              <a:ext cx="405003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Retail</a:t>
              </a:r>
              <a:endParaRPr lang="en-US" sz="1100" spc="0" kern="0" b="0" i="0" dirty="0">
                <a:solidFill>
                  <a:srgbClr val="070154"/>
                </a:solidFill>
                <a:latin typeface="IBM Plex Sans SemiBold"/>
                <a:ea typeface="IBM Plex Sans SemiBold"/>
                <a:cs typeface="IBM Plex Sans SemiBold"/>
              </a:endParaRPr>
            </a:p>
          </p:txBody>
        </p:sp>
      </p:grpSp>
      <p:grpSp>
        <p:nvGrpSpPr>
          <p:cNvPr id="50" name="node02"/>
          <p:cNvGrpSpPr/>
          <p:nvPr/>
        </p:nvGrpSpPr>
        <p:grpSpPr>
          <a:xfrm>
            <a:off x="723900" y="1828800"/>
            <a:ext cx="3429000" cy="876300"/>
            <a:chOff x="723900" y="1828800"/>
            <a:chExt cx="3429000" cy="876300"/>
          </a:xfrm>
        </p:grpSpPr>
        <p:sp>
          <p:nvSpPr>
            <p:cNvPr id="40" name="node02.label"/>
            <p:cNvSpPr/>
            <p:nvPr/>
          </p:nvSpPr>
          <p:spPr>
            <a:xfrm>
              <a:off x="723900" y="1828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STAY OUT</a:t>
              </a:r>
              <a:endParaRPr lang="en-US" sz="900" spc="54" kern="0" b="0" i="0" dirty="0">
                <a:solidFill>
                  <a:srgbClr val="0047FF"/>
                </a:solidFill>
                <a:latin typeface="IBM Plex Mono Medium"/>
                <a:ea typeface="IBM Plex Mono Medium"/>
                <a:cs typeface="IBM Plex Mono Medium"/>
              </a:endParaRPr>
            </a:p>
          </p:txBody>
        </p:sp>
        <p:sp>
          <p:nvSpPr>
            <p:cNvPr id="41" name="node02.title"/>
            <p:cNvSpPr/>
            <p:nvPr/>
          </p:nvSpPr>
          <p:spPr>
            <a:xfrm>
              <a:off x="723900" y="20574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Labs sit in the red zone</a:t>
              </a:r>
              <a:endParaRPr lang="en-US" sz="1800" spc="-18" kern="0" b="0" i="0" dirty="0">
                <a:solidFill>
                  <a:srgbClr val="070154"/>
                </a:solidFill>
                <a:latin typeface="IBM Plex Sans SemiBold"/>
                <a:ea typeface="IBM Plex Sans SemiBold"/>
                <a:cs typeface="IBM Plex Sans SemiBold"/>
              </a:endParaRPr>
            </a:p>
          </p:txBody>
        </p:sp>
        <p:sp>
          <p:nvSpPr>
            <p:cNvPr id="42" name="node02.body"/>
            <p:cNvSpPr/>
            <p:nvPr/>
          </p:nvSpPr>
          <p:spPr>
            <a:xfrm>
              <a:off x="723900" y="24384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Rules replace manual review.</a:t>
              </a:r>
              <a:endParaRPr lang="en-US" sz="1400" spc="0" kern="0" b="0" i="0" dirty="0">
                <a:solidFill>
                  <a:srgbClr val="50658E"/>
                </a:solidFill>
                <a:latin typeface="IBM Plex Sans"/>
                <a:ea typeface="IBM Plex Sans"/>
                <a:cs typeface="IBM Plex Sans"/>
              </a:endParaRPr>
            </a:p>
          </p:txBody>
        </p:sp>
      </p:grpSp>
      <p:grpSp>
        <p:nvGrpSpPr>
          <p:cNvPr id="51" name="node03"/>
          <p:cNvGrpSpPr/>
          <p:nvPr/>
        </p:nvGrpSpPr>
        <p:grpSpPr>
          <a:xfrm>
            <a:off x="723900" y="3200400"/>
            <a:ext cx="3429000" cy="876300"/>
            <a:chOff x="723900" y="3200400"/>
            <a:chExt cx="3429000" cy="876300"/>
          </a:xfrm>
        </p:grpSpPr>
        <p:sp>
          <p:nvSpPr>
            <p:cNvPr id="43" name="node03.label"/>
            <p:cNvSpPr/>
            <p:nvPr/>
          </p:nvSpPr>
          <p:spPr>
            <a:xfrm>
              <a:off x="7239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STAY OUT</a:t>
              </a:r>
              <a:endParaRPr lang="en-US" sz="900" spc="54" kern="0" b="0" i="0" dirty="0">
                <a:solidFill>
                  <a:srgbClr val="0047FF"/>
                </a:solidFill>
                <a:latin typeface="IBM Plex Mono Medium"/>
                <a:ea typeface="IBM Plex Mono Medium"/>
                <a:cs typeface="IBM Plex Mono Medium"/>
              </a:endParaRPr>
            </a:p>
          </p:txBody>
        </p:sp>
        <p:sp>
          <p:nvSpPr>
            <p:cNvPr id="44" name="node03.title"/>
            <p:cNvSpPr/>
            <p:nvPr/>
          </p:nvSpPr>
          <p:spPr>
            <a:xfrm>
              <a:off x="723900" y="3429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Hospitals follow next</a:t>
              </a:r>
              <a:endParaRPr lang="en-US" sz="1800" spc="-18" kern="0" b="0" i="0" dirty="0">
                <a:solidFill>
                  <a:srgbClr val="070154"/>
                </a:solidFill>
                <a:latin typeface="IBM Plex Sans SemiBold"/>
                <a:ea typeface="IBM Plex Sans SemiBold"/>
                <a:cs typeface="IBM Plex Sans SemiBold"/>
              </a:endParaRPr>
            </a:p>
          </p:txBody>
        </p:sp>
        <p:sp>
          <p:nvSpPr>
            <p:cNvPr id="45" name="node03.body"/>
            <p:cNvSpPr/>
            <p:nvPr/>
          </p:nvSpPr>
          <p:spPr>
            <a:xfrm>
              <a:off x="723900" y="38100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Errors fall with earlier checks.</a:t>
              </a:r>
              <a:endParaRPr lang="en-US" sz="1400" spc="0" kern="0" b="0" i="0" dirty="0">
                <a:solidFill>
                  <a:srgbClr val="50658E"/>
                </a:solidFill>
                <a:latin typeface="IBM Plex Sans"/>
                <a:ea typeface="IBM Plex Sans"/>
                <a:cs typeface="IBM Plex Sans"/>
              </a:endParaRPr>
            </a:p>
          </p:txBody>
        </p:sp>
      </p:grpSp>
      <p:grpSp>
        <p:nvGrpSpPr>
          <p:cNvPr id="52" name="node04"/>
          <p:cNvGrpSpPr/>
          <p:nvPr/>
        </p:nvGrpSpPr>
        <p:grpSpPr>
          <a:xfrm>
            <a:off x="723900" y="4572000"/>
            <a:ext cx="3429000" cy="876300"/>
            <a:chOff x="723900" y="4572000"/>
            <a:chExt cx="3429000" cy="876300"/>
          </a:xfrm>
        </p:grpSpPr>
        <p:sp>
          <p:nvSpPr>
            <p:cNvPr id="46" name="node04.label"/>
            <p:cNvSpPr/>
            <p:nvPr/>
          </p:nvSpPr>
          <p:spPr>
            <a:xfrm>
              <a:off x="7239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TARGET</a:t>
              </a:r>
              <a:endParaRPr lang="en-US" sz="900" spc="54" kern="0" b="0" i="0" dirty="0">
                <a:solidFill>
                  <a:srgbClr val="0047FF"/>
                </a:solidFill>
                <a:latin typeface="IBM Plex Mono Medium"/>
                <a:ea typeface="IBM Plex Mono Medium"/>
                <a:cs typeface="IBM Plex Mono Medium"/>
              </a:endParaRPr>
            </a:p>
          </p:txBody>
        </p:sp>
        <p:sp>
          <p:nvSpPr>
            <p:cNvPr id="47" name="node04.title"/>
            <p:cNvSpPr/>
            <p:nvPr/>
          </p:nvSpPr>
          <p:spPr>
            <a:xfrm>
              <a:off x="723900" y="48006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Healthy by wave 3</a:t>
              </a:r>
              <a:endParaRPr lang="en-US" sz="1800" spc="-18" kern="0" b="0" i="0" dirty="0">
                <a:solidFill>
                  <a:srgbClr val="070154"/>
                </a:solidFill>
                <a:latin typeface="IBM Plex Sans SemiBold"/>
                <a:ea typeface="IBM Plex Sans SemiBold"/>
                <a:cs typeface="IBM Plex Sans SemiBold"/>
              </a:endParaRPr>
            </a:p>
          </p:txBody>
        </p:sp>
        <p:sp>
          <p:nvSpPr>
            <p:cNvPr id="48" name="node04.body"/>
            <p:cNvSpPr/>
            <p:nvPr/>
          </p:nvSpPr>
          <p:spPr>
            <a:xfrm>
              <a:off x="723900" y="51816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Clinics and retail hold steady.</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ource-5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WORKSTREAMS · SEP 2026</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of five workstreams are on track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program office status report, 30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a:t>
            </a:fld>
            <a:endParaRPr lang="en-US" sz="700" spc="0" kern="0" b="0" i="0" dirty="0">
              <a:solidFill>
                <a:srgbClr val="070154"/>
              </a:solidFill>
              <a:latin typeface="IBM Plex Mono SemiBold"/>
              <a:ea typeface="IBM Plex Mono SemiBold"/>
              <a:cs typeface="IBM Plex Mono SemiBold"/>
            </a:endParaRPr>
          </a:p>
        </p:txBody>
      </p:sp>
      <p:grpSp>
        <p:nvGrpSpPr>
          <p:cNvPr id="56" name="node01"/>
          <p:cNvGrpSpPr/>
          <p:nvPr/>
        </p:nvGrpSpPr>
        <p:grpSpPr>
          <a:xfrm>
            <a:off x="723900" y="1600200"/>
            <a:ext cx="7086600" cy="2438400"/>
            <a:chOff x="723900" y="1600200"/>
            <a:chExt cx="7086600" cy="24384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086600" cy="2438400"/>
          </p:xfrm>
          <a:graphic>
            <a:graphicData uri="http://schemas.openxmlformats.org/drawingml/2006/table">
              <a:tbl>
                <a:tblPr/>
                <a:tblGrid>
                  <a:gridCol w="1905000"/>
                  <a:gridCol w="1295400"/>
                  <a:gridCol w="1295400"/>
                  <a:gridCol w="1295400"/>
                  <a:gridCol w="1295400"/>
                </a:tblGrid>
                <a:tr h="304800">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gridSpan="4">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STATUS BY MONTH</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r>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WORKSTREAM</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JUL</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AUG</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SEP</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OCT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Process 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Data migration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Change and training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Close cockpit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m1.status-mark"/>
            <p:cNvSpPr/>
            <p:nvPr/>
          </p:nvSpPr>
          <p:spPr>
            <a:xfrm>
              <a:off x="2787650" y="2393950"/>
              <a:ext cx="88900" cy="88900"/>
            </a:xfrm>
            <a:prstGeom prst="rect">
              <a:avLst/>
            </a:prstGeom>
            <a:solidFill>
              <a:srgbClr val="1DD566"/>
            </a:solidFill>
            <a:ln w="12700">
              <a:solidFill>
                <a:srgbClr val="070154"/>
              </a:solidFill>
              <a:prstDash val="solid"/>
            </a:ln>
          </p:spPr>
        </p:sp>
        <p:sp>
          <p:nvSpPr>
            <p:cNvPr id="9" name="node01.row.item-001.m2.status-mark"/>
            <p:cNvSpPr/>
            <p:nvPr/>
          </p:nvSpPr>
          <p:spPr>
            <a:xfrm>
              <a:off x="4083050" y="2393950"/>
              <a:ext cx="88900" cy="88900"/>
            </a:xfrm>
            <a:prstGeom prst="rect">
              <a:avLst/>
            </a:prstGeom>
            <a:solidFill>
              <a:srgbClr val="1DD566"/>
            </a:solidFill>
            <a:ln w="12700">
              <a:solidFill>
                <a:srgbClr val="070154"/>
              </a:solidFill>
              <a:prstDash val="solid"/>
            </a:ln>
          </p:spPr>
        </p:sp>
        <p:sp>
          <p:nvSpPr>
            <p:cNvPr id="10" name="node01.row.item-001.m3.status-mark"/>
            <p:cNvSpPr/>
            <p:nvPr/>
          </p:nvSpPr>
          <p:spPr>
            <a:xfrm>
              <a:off x="5378450" y="2393950"/>
              <a:ext cx="88900" cy="88900"/>
            </a:xfrm>
            <a:prstGeom prst="rect">
              <a:avLst/>
            </a:prstGeom>
            <a:solidFill>
              <a:srgbClr val="1DD566"/>
            </a:solidFill>
            <a:ln w="12700">
              <a:solidFill>
                <a:srgbClr val="070154"/>
              </a:solidFill>
              <a:prstDash val="solid"/>
            </a:ln>
          </p:spPr>
        </p:sp>
        <p:sp>
          <p:nvSpPr>
            <p:cNvPr id="11" name="node01.row.item-001.m4.status-mark"/>
            <p:cNvSpPr/>
            <p:nvPr/>
          </p:nvSpPr>
          <p:spPr>
            <a:xfrm>
              <a:off x="6673850" y="2393950"/>
              <a:ext cx="88900" cy="88900"/>
            </a:xfrm>
            <a:prstGeom prst="rect">
              <a:avLst/>
            </a:prstGeom>
            <a:solidFill>
              <a:srgbClr val="1DD566"/>
            </a:solidFill>
            <a:ln w="12700">
              <a:solidFill>
                <a:srgbClr val="070154"/>
              </a:solidFill>
              <a:prstDash val="solid"/>
            </a:ln>
          </p:spPr>
        </p:sp>
        <p:sp>
          <p:nvSpPr>
            <p:cNvPr id="12" name="node01.row.item-002.m1.status-mark"/>
            <p:cNvSpPr/>
            <p:nvPr/>
          </p:nvSpPr>
          <p:spPr>
            <a:xfrm>
              <a:off x="2787650" y="2749550"/>
              <a:ext cx="88900" cy="88900"/>
            </a:xfrm>
            <a:prstGeom prst="rect">
              <a:avLst/>
            </a:prstGeom>
            <a:solidFill>
              <a:srgbClr val="1DD566"/>
            </a:solidFill>
            <a:ln w="12700">
              <a:solidFill>
                <a:srgbClr val="070154"/>
              </a:solidFill>
              <a:prstDash val="solid"/>
            </a:ln>
          </p:spPr>
        </p:sp>
        <p:sp>
          <p:nvSpPr>
            <p:cNvPr id="13" name="node01.row.item-002.m2.status-mark"/>
            <p:cNvSpPr/>
            <p:nvPr/>
          </p:nvSpPr>
          <p:spPr>
            <a:xfrm>
              <a:off x="4083050" y="2749550"/>
              <a:ext cx="88900" cy="88900"/>
            </a:xfrm>
            <a:prstGeom prst="rect">
              <a:avLst/>
            </a:prstGeom>
            <a:solidFill>
              <a:srgbClr val="1DD566"/>
            </a:solidFill>
            <a:ln w="12700">
              <a:solidFill>
                <a:srgbClr val="070154"/>
              </a:solidFill>
              <a:prstDash val="solid"/>
            </a:ln>
          </p:spPr>
        </p:sp>
        <p:sp>
          <p:nvSpPr>
            <p:cNvPr id="14" name="node01.row.item-002.m3.status-mark"/>
            <p:cNvSpPr/>
            <p:nvPr/>
          </p:nvSpPr>
          <p:spPr>
            <a:xfrm>
              <a:off x="5378450" y="2749550"/>
              <a:ext cx="88900" cy="88900"/>
            </a:xfrm>
            <a:prstGeom prst="rect">
              <a:avLst/>
            </a:prstGeom>
            <a:solidFill>
              <a:srgbClr val="FFC700"/>
            </a:solidFill>
            <a:ln w="12700">
              <a:solidFill>
                <a:srgbClr val="070154"/>
              </a:solidFill>
              <a:prstDash val="solid"/>
            </a:ln>
          </p:spPr>
        </p:sp>
        <p:sp>
          <p:nvSpPr>
            <p:cNvPr id="15" name="node01.row.item-002.m4.status-mark"/>
            <p:cNvSpPr/>
            <p:nvPr/>
          </p:nvSpPr>
          <p:spPr>
            <a:xfrm>
              <a:off x="6673850" y="2749550"/>
              <a:ext cx="88900" cy="88900"/>
            </a:xfrm>
            <a:prstGeom prst="rect">
              <a:avLst/>
            </a:prstGeom>
            <a:solidFill>
              <a:srgbClr val="FFC700"/>
            </a:solidFill>
            <a:ln w="12700">
              <a:solidFill>
                <a:srgbClr val="070154"/>
              </a:solidFill>
              <a:prstDash val="solid"/>
            </a:ln>
          </p:spPr>
        </p:sp>
        <p:sp>
          <p:nvSpPr>
            <p:cNvPr id="16" name="node01.row.item-003.m1.status-mark"/>
            <p:cNvSpPr/>
            <p:nvPr/>
          </p:nvSpPr>
          <p:spPr>
            <a:xfrm>
              <a:off x="2787650" y="3105150"/>
              <a:ext cx="88900" cy="88900"/>
            </a:xfrm>
            <a:prstGeom prst="rect">
              <a:avLst/>
            </a:prstGeom>
            <a:solidFill>
              <a:srgbClr val="1DD566"/>
            </a:solidFill>
            <a:ln w="12700">
              <a:solidFill>
                <a:srgbClr val="070154"/>
              </a:solidFill>
              <a:prstDash val="solid"/>
            </a:ln>
          </p:spPr>
        </p:sp>
        <p:sp>
          <p:nvSpPr>
            <p:cNvPr id="17" name="node01.row.item-003.m2.status-mark"/>
            <p:cNvSpPr/>
            <p:nvPr/>
          </p:nvSpPr>
          <p:spPr>
            <a:xfrm>
              <a:off x="4083050" y="3105150"/>
              <a:ext cx="88900" cy="88900"/>
            </a:xfrm>
            <a:prstGeom prst="rect">
              <a:avLst/>
            </a:prstGeom>
            <a:solidFill>
              <a:srgbClr val="1DD566"/>
            </a:solidFill>
            <a:ln w="12700">
              <a:solidFill>
                <a:srgbClr val="070154"/>
              </a:solidFill>
              <a:prstDash val="solid"/>
            </a:ln>
          </p:spPr>
        </p:sp>
        <p:sp>
          <p:nvSpPr>
            <p:cNvPr id="18" name="node01.row.item-003.m3.status-mark"/>
            <p:cNvSpPr/>
            <p:nvPr/>
          </p:nvSpPr>
          <p:spPr>
            <a:xfrm>
              <a:off x="5378450" y="3105150"/>
              <a:ext cx="88900" cy="88900"/>
            </a:xfrm>
            <a:prstGeom prst="rect">
              <a:avLst/>
            </a:prstGeom>
            <a:solidFill>
              <a:srgbClr val="1DD566"/>
            </a:solidFill>
            <a:ln w="12700">
              <a:solidFill>
                <a:srgbClr val="070154"/>
              </a:solidFill>
              <a:prstDash val="solid"/>
            </a:ln>
          </p:spPr>
        </p:sp>
        <p:sp>
          <p:nvSpPr>
            <p:cNvPr id="19" name="node01.row.item-003.m4.status-mark"/>
            <p:cNvSpPr/>
            <p:nvPr/>
          </p:nvSpPr>
          <p:spPr>
            <a:xfrm>
              <a:off x="6673850" y="3105150"/>
              <a:ext cx="88900" cy="88900"/>
            </a:xfrm>
            <a:prstGeom prst="rect">
              <a:avLst/>
            </a:prstGeom>
            <a:solidFill>
              <a:srgbClr val="1DD566"/>
            </a:solidFill>
            <a:ln w="12700">
              <a:solidFill>
                <a:srgbClr val="070154"/>
              </a:solidFill>
              <a:prstDash val="solid"/>
            </a:ln>
          </p:spPr>
        </p:sp>
        <p:sp>
          <p:nvSpPr>
            <p:cNvPr id="20" name="node01.row.item-004.m1.status-mark"/>
            <p:cNvSpPr/>
            <p:nvPr/>
          </p:nvSpPr>
          <p:spPr>
            <a:xfrm>
              <a:off x="2787650" y="3460750"/>
              <a:ext cx="88900" cy="88900"/>
            </a:xfrm>
            <a:prstGeom prst="rect">
              <a:avLst/>
            </a:prstGeom>
            <a:solidFill>
              <a:srgbClr val="1DD566"/>
            </a:solidFill>
            <a:ln w="12700">
              <a:solidFill>
                <a:srgbClr val="070154"/>
              </a:solidFill>
              <a:prstDash val="solid"/>
            </a:ln>
          </p:spPr>
        </p:sp>
        <p:sp>
          <p:nvSpPr>
            <p:cNvPr id="21" name="node01.row.item-004.m2.status-mark"/>
            <p:cNvSpPr/>
            <p:nvPr/>
          </p:nvSpPr>
          <p:spPr>
            <a:xfrm>
              <a:off x="4083050" y="3460750"/>
              <a:ext cx="88900" cy="88900"/>
            </a:xfrm>
            <a:prstGeom prst="rect">
              <a:avLst/>
            </a:prstGeom>
            <a:solidFill>
              <a:srgbClr val="1DD566"/>
            </a:solidFill>
            <a:ln w="12700">
              <a:solidFill>
                <a:srgbClr val="070154"/>
              </a:solidFill>
              <a:prstDash val="solid"/>
            </a:ln>
          </p:spPr>
        </p:sp>
        <p:sp>
          <p:nvSpPr>
            <p:cNvPr id="22" name="node01.row.item-004.m3.status-mark"/>
            <p:cNvSpPr/>
            <p:nvPr/>
          </p:nvSpPr>
          <p:spPr>
            <a:xfrm>
              <a:off x="5378450" y="3460750"/>
              <a:ext cx="88900" cy="88900"/>
            </a:xfrm>
            <a:prstGeom prst="rect">
              <a:avLst/>
            </a:prstGeom>
            <a:solidFill>
              <a:srgbClr val="1DD566"/>
            </a:solidFill>
            <a:ln w="12700">
              <a:solidFill>
                <a:srgbClr val="070154"/>
              </a:solidFill>
              <a:prstDash val="solid"/>
            </a:ln>
          </p:spPr>
        </p:sp>
        <p:sp>
          <p:nvSpPr>
            <p:cNvPr id="23" name="node01.row.item-004.m4.status-mark"/>
            <p:cNvSpPr/>
            <p:nvPr/>
          </p:nvSpPr>
          <p:spPr>
            <a:xfrm>
              <a:off x="6673850" y="3460750"/>
              <a:ext cx="88900" cy="88900"/>
            </a:xfrm>
            <a:prstGeom prst="rect">
              <a:avLst/>
            </a:prstGeom>
            <a:solidFill>
              <a:srgbClr val="FFC700"/>
            </a:solidFill>
            <a:ln w="12700">
              <a:solidFill>
                <a:srgbClr val="070154"/>
              </a:solidFill>
              <a:prstDash val="solid"/>
            </a:ln>
          </p:spPr>
        </p:sp>
        <p:sp>
          <p:nvSpPr>
            <p:cNvPr id="24" name="node01.row.item-005.m1.status-mark"/>
            <p:cNvSpPr/>
            <p:nvPr/>
          </p:nvSpPr>
          <p:spPr>
            <a:xfrm>
              <a:off x="2787650" y="3816350"/>
              <a:ext cx="88900" cy="88900"/>
            </a:xfrm>
            <a:prstGeom prst="rect">
              <a:avLst/>
            </a:prstGeom>
            <a:solidFill>
              <a:srgbClr val="1DD566"/>
            </a:solidFill>
            <a:ln w="12700">
              <a:solidFill>
                <a:srgbClr val="070154"/>
              </a:solidFill>
              <a:prstDash val="solid"/>
            </a:ln>
          </p:spPr>
        </p:sp>
        <p:sp>
          <p:nvSpPr>
            <p:cNvPr id="25" name="node01.row.item-005.m2.status-mark"/>
            <p:cNvSpPr/>
            <p:nvPr/>
          </p:nvSpPr>
          <p:spPr>
            <a:xfrm>
              <a:off x="4083050" y="3816350"/>
              <a:ext cx="88900" cy="88900"/>
            </a:xfrm>
            <a:prstGeom prst="rect">
              <a:avLst/>
            </a:prstGeom>
            <a:solidFill>
              <a:srgbClr val="1DD566"/>
            </a:solidFill>
            <a:ln w="12700">
              <a:solidFill>
                <a:srgbClr val="070154"/>
              </a:solidFill>
              <a:prstDash val="solid"/>
            </a:ln>
          </p:spPr>
        </p:sp>
        <p:sp>
          <p:nvSpPr>
            <p:cNvPr id="26" name="node01.row.item-005.m3.status-mark"/>
            <p:cNvSpPr/>
            <p:nvPr/>
          </p:nvSpPr>
          <p:spPr>
            <a:xfrm>
              <a:off x="5378450" y="3816350"/>
              <a:ext cx="88900" cy="88900"/>
            </a:xfrm>
            <a:prstGeom prst="rect">
              <a:avLst/>
            </a:prstGeom>
            <a:solidFill>
              <a:srgbClr val="1DD566"/>
            </a:solidFill>
            <a:ln w="12700">
              <a:solidFill>
                <a:srgbClr val="070154"/>
              </a:solidFill>
              <a:prstDash val="solid"/>
            </a:ln>
          </p:spPr>
        </p:sp>
        <p:sp>
          <p:nvSpPr>
            <p:cNvPr id="27" name="node01.row.item-005.m4.status-mark"/>
            <p:cNvSpPr/>
            <p:nvPr/>
          </p:nvSpPr>
          <p:spPr>
            <a:xfrm>
              <a:off x="6673850" y="3816350"/>
              <a:ext cx="88900" cy="88900"/>
            </a:xfrm>
            <a:prstGeom prst="rect">
              <a:avLst/>
            </a:prstGeom>
            <a:solidFill>
              <a:srgbClr val="1DD566"/>
            </a:solidFill>
            <a:ln w="12700">
              <a:solidFill>
                <a:srgbClr val="070154"/>
              </a:solidFill>
              <a:prstDash val="solid"/>
            </a:ln>
          </p:spPr>
        </p:sp>
      </p:grpSp>
      <p:grpSp>
        <p:nvGrpSpPr>
          <p:cNvPr id="57" name="node02"/>
          <p:cNvGrpSpPr/>
          <p:nvPr/>
        </p:nvGrpSpPr>
        <p:grpSpPr>
          <a:xfrm>
            <a:off x="723900" y="4343400"/>
            <a:ext cx="7086600" cy="228600"/>
            <a:chOff x="723900" y="4343400"/>
            <a:chExt cx="7086600" cy="228600"/>
          </a:xfrm>
        </p:grpSpPr>
        <p:sp>
          <p:nvSpPr>
            <p:cNvPr id="28" name="node02.label"/>
            <p:cNvSpPr/>
            <p:nvPr/>
          </p:nvSpPr>
          <p:spPr>
            <a:xfrm>
              <a:off x="723900" y="4343400"/>
              <a:ext cx="77661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NEXT STEPS</a:t>
              </a:r>
              <a:endParaRPr lang="en-US" sz="900" spc="54" kern="0" b="0" i="0" dirty="0">
                <a:solidFill>
                  <a:srgbClr val="50658E"/>
                </a:solidFill>
                <a:latin typeface="IBM Plex Mono Medium"/>
                <a:ea typeface="IBM Plex Mono Medium"/>
                <a:cs typeface="IBM Plex Mono Medium"/>
              </a:endParaRPr>
            </a:p>
          </p:txBody>
        </p:sp>
        <p:sp>
          <p:nvSpPr>
            <p:cNvPr id="29" name="node02.rule"/>
            <p:cNvSpPr/>
            <p:nvPr/>
          </p:nvSpPr>
          <p:spPr>
            <a:xfrm>
              <a:off x="1627510" y="4452938"/>
              <a:ext cx="6182990" cy="9525"/>
            </a:xfrm>
            <a:prstGeom prst="rect">
              <a:avLst/>
            </a:prstGeom>
            <a:solidFill>
              <a:srgbClr val="CED7E6"/>
            </a:solidFill>
            <a:ln>
              <a:noFill/>
            </a:ln>
          </p:spPr>
        </p:sp>
      </p:grpSp>
      <p:grpSp>
        <p:nvGrpSpPr>
          <p:cNvPr id="58" name="node03"/>
          <p:cNvGrpSpPr/>
          <p:nvPr/>
        </p:nvGrpSpPr>
        <p:grpSpPr>
          <a:xfrm>
            <a:off x="723900" y="4724400"/>
            <a:ext cx="7086600" cy="952500"/>
            <a:chOff x="723900" y="4724400"/>
            <a:chExt cx="7086600" cy="952500"/>
          </a:xfrm>
        </p:grpSpPr>
        <p:sp>
          <p:nvSpPr>
            <p:cNvPr id="30" name="node03.source-001.bullet"/>
            <p:cNvSpPr/>
            <p:nvPr/>
          </p:nvSpPr>
          <p:spPr>
            <a:xfrm>
              <a:off x="723900" y="4832350"/>
              <a:ext cx="50800" cy="50800"/>
            </a:xfrm>
            <a:prstGeom prst="rect">
              <a:avLst/>
            </a:prstGeom>
            <a:solidFill>
              <a:srgbClr val="070154"/>
            </a:solidFill>
            <a:ln>
              <a:noFill/>
            </a:ln>
          </p:spPr>
        </p:sp>
        <p:sp>
          <p:nvSpPr>
            <p:cNvPr id="31" name="node03.source-001.text"/>
            <p:cNvSpPr/>
            <p:nvPr/>
          </p:nvSpPr>
          <p:spPr>
            <a:xfrm>
              <a:off x="914400" y="4724400"/>
              <a:ext cx="6896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Reset the Wave 2 data freeze with Finance IT</a:t>
              </a:r>
              <a:endParaRPr lang="en-US" sz="1400" spc="0" kern="0" b="0" i="0" dirty="0">
                <a:solidFill>
                  <a:srgbClr val="070154"/>
                </a:solidFill>
                <a:latin typeface="IBM Plex Sans"/>
                <a:ea typeface="IBM Plex Sans"/>
                <a:cs typeface="IBM Plex Sans"/>
              </a:endParaRPr>
            </a:p>
          </p:txBody>
        </p:sp>
        <p:sp>
          <p:nvSpPr>
            <p:cNvPr id="32" name="node03.source-002.bullet"/>
            <p:cNvSpPr/>
            <p:nvPr/>
          </p:nvSpPr>
          <p:spPr>
            <a:xfrm>
              <a:off x="723900" y="5175250"/>
              <a:ext cx="50800" cy="50800"/>
            </a:xfrm>
            <a:prstGeom prst="rect">
              <a:avLst/>
            </a:prstGeom>
            <a:solidFill>
              <a:srgbClr val="070154"/>
            </a:solidFill>
            <a:ln>
              <a:noFill/>
            </a:ln>
          </p:spPr>
        </p:sp>
        <p:sp>
          <p:nvSpPr>
            <p:cNvPr id="33" name="node03.source-002.text"/>
            <p:cNvSpPr/>
            <p:nvPr/>
          </p:nvSpPr>
          <p:spPr>
            <a:xfrm>
              <a:off x="914400" y="5067300"/>
              <a:ext cx="6896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Run the second training cohort in October</a:t>
              </a:r>
              <a:endParaRPr lang="en-US" sz="1400" spc="0" kern="0" b="0" i="0" dirty="0">
                <a:solidFill>
                  <a:srgbClr val="070154"/>
                </a:solidFill>
                <a:latin typeface="IBM Plex Sans"/>
                <a:ea typeface="IBM Plex Sans"/>
                <a:cs typeface="IBM Plex Sans"/>
              </a:endParaRPr>
            </a:p>
          </p:txBody>
        </p:sp>
        <p:sp>
          <p:nvSpPr>
            <p:cNvPr id="34" name="node03.source-003.bullet"/>
            <p:cNvSpPr/>
            <p:nvPr/>
          </p:nvSpPr>
          <p:spPr>
            <a:xfrm>
              <a:off x="723900" y="5518150"/>
              <a:ext cx="50800" cy="50800"/>
            </a:xfrm>
            <a:prstGeom prst="rect">
              <a:avLst/>
            </a:prstGeom>
            <a:solidFill>
              <a:srgbClr val="070154"/>
            </a:solidFill>
            <a:ln>
              <a:noFill/>
            </a:ln>
          </p:spPr>
        </p:sp>
        <p:sp>
          <p:nvSpPr>
            <p:cNvPr id="35" name="node03.source-003.text"/>
            <p:cNvSpPr/>
            <p:nvPr/>
          </p:nvSpPr>
          <p:spPr>
            <a:xfrm>
              <a:off x="914400" y="5410200"/>
              <a:ext cx="6896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Confirm the cutover go or no-go on 13 Nov</a:t>
              </a:r>
              <a:endParaRPr lang="en-US" sz="1400" spc="0" kern="0" b="0" i="0" dirty="0">
                <a:solidFill>
                  <a:srgbClr val="070154"/>
                </a:solidFill>
                <a:latin typeface="IBM Plex Sans"/>
                <a:ea typeface="IBM Plex Sans"/>
                <a:cs typeface="IBM Plex Sans"/>
              </a:endParaRPr>
            </a:p>
          </p:txBody>
        </p:sp>
      </p:grpSp>
      <p:grpSp>
        <p:nvGrpSpPr>
          <p:cNvPr id="59" name="node04"/>
          <p:cNvGrpSpPr/>
          <p:nvPr/>
        </p:nvGrpSpPr>
        <p:grpSpPr>
          <a:xfrm>
            <a:off x="8039100" y="1600200"/>
            <a:ext cx="3429000" cy="228600"/>
            <a:chOff x="8039100" y="1600200"/>
            <a:chExt cx="3429000" cy="228600"/>
          </a:xfrm>
        </p:grpSpPr>
        <p:sp>
          <p:nvSpPr>
            <p:cNvPr id="36" name="node04.label"/>
            <p:cNvSpPr/>
            <p:nvPr/>
          </p:nvSpPr>
          <p:spPr>
            <a:xfrm>
              <a:off x="8039100" y="1600200"/>
              <a:ext cx="77661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MILESTONES</a:t>
              </a:r>
              <a:endParaRPr lang="en-US" sz="900" spc="54" kern="0" b="0" i="0" dirty="0">
                <a:solidFill>
                  <a:srgbClr val="50658E"/>
                </a:solidFill>
                <a:latin typeface="IBM Plex Mono Medium"/>
                <a:ea typeface="IBM Plex Mono Medium"/>
                <a:cs typeface="IBM Plex Mono Medium"/>
              </a:endParaRPr>
            </a:p>
          </p:txBody>
        </p:sp>
        <p:sp>
          <p:nvSpPr>
            <p:cNvPr id="37" name="node04.rule"/>
            <p:cNvSpPr/>
            <p:nvPr/>
          </p:nvSpPr>
          <p:spPr>
            <a:xfrm>
              <a:off x="8942710" y="1709738"/>
              <a:ext cx="2525390" cy="9525"/>
            </a:xfrm>
            <a:prstGeom prst="rect">
              <a:avLst/>
            </a:prstGeom>
            <a:solidFill>
              <a:srgbClr val="CED7E6"/>
            </a:solidFill>
            <a:ln>
              <a:noFill/>
            </a:ln>
          </p:spPr>
        </p:sp>
      </p:grpSp>
      <p:grpSp>
        <p:nvGrpSpPr>
          <p:cNvPr id="60" name="node05"/>
          <p:cNvGrpSpPr/>
          <p:nvPr/>
        </p:nvGrpSpPr>
        <p:grpSpPr>
          <a:xfrm>
            <a:off x="8039100" y="2019300"/>
            <a:ext cx="3429000" cy="3048000"/>
            <a:chOff x="8039100" y="2019300"/>
            <a:chExt cx="3429000" cy="3048000"/>
          </a:xfrm>
        </p:grpSpPr>
        <p:sp>
          <p:nvSpPr>
            <p:cNvPr id="38" name="node05.base"/>
            <p:cNvSpPr/>
            <p:nvPr/>
          </p:nvSpPr>
          <p:spPr>
            <a:xfrm>
              <a:off x="8153400" y="21336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39" name="node05.done"/>
            <p:cNvSpPr/>
            <p:nvPr/>
          </p:nvSpPr>
          <p:spPr>
            <a:xfrm>
              <a:off x="8153400" y="2133600"/>
              <a:ext cx="0" cy="1676400"/>
            </a:xfrm>
            <a:custGeom>
              <a:avLst/>
              <a:gdLst/>
              <a:ahLst/>
              <a:cxnLst/>
              <a:rect l="l" t="t" r="r" b="b"/>
              <a:pathLst>
                <a:path h="1676400">
                  <a:moveTo>
                    <a:pt x="0" y="0"/>
                  </a:moveTo>
                  <a:lnTo>
                    <a:pt x="0" y="1676400"/>
                  </a:lnTo>
                </a:path>
              </a:pathLst>
            </a:custGeom>
            <a:ln w="25400">
              <a:solidFill>
                <a:srgbClr val="070154"/>
              </a:solidFill>
              <a:prstDash val="solid"/>
            </a:ln>
          </p:spPr>
        </p:sp>
        <p:sp>
          <p:nvSpPr>
            <p:cNvPr id="40" name="node05.steps.slot-001.marker"/>
            <p:cNvSpPr/>
            <p:nvPr/>
          </p:nvSpPr>
          <p:spPr>
            <a:xfrm>
              <a:off x="8077200" y="2057400"/>
              <a:ext cx="152400" cy="152400"/>
            </a:xfrm>
            <a:prstGeom prst="rect">
              <a:avLst/>
            </a:prstGeom>
            <a:solidFill>
              <a:srgbClr val="070154"/>
            </a:solidFill>
            <a:ln>
              <a:noFill/>
            </a:ln>
          </p:spPr>
        </p:sp>
        <p:sp>
          <p:nvSpPr>
            <p:cNvPr id="41" name="node05.steps.slot-001.title"/>
            <p:cNvSpPr/>
            <p:nvPr/>
          </p:nvSpPr>
          <p:spPr>
            <a:xfrm>
              <a:off x="8496300" y="2019300"/>
              <a:ext cx="12620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1 go-live</a:t>
              </a:r>
              <a:endParaRPr lang="en-US" sz="1400" spc="0" kern="0" b="0" i="0" dirty="0">
                <a:solidFill>
                  <a:srgbClr val="070154"/>
                </a:solidFill>
                <a:latin typeface="IBM Plex Sans SemiBold"/>
                <a:ea typeface="IBM Plex Sans SemiBold"/>
                <a:cs typeface="IBM Plex Sans SemiBold"/>
              </a:endParaRPr>
            </a:p>
          </p:txBody>
        </p:sp>
        <p:sp>
          <p:nvSpPr>
            <p:cNvPr id="42" name="node05.steps.slot-001.label"/>
            <p:cNvSpPr/>
            <p:nvPr/>
          </p:nvSpPr>
          <p:spPr>
            <a:xfrm>
              <a:off x="9910763" y="2108454"/>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12 AUG</a:t>
              </a:r>
              <a:endParaRPr lang="en-US" sz="900" spc="54" kern="0" b="0" i="0" dirty="0">
                <a:solidFill>
                  <a:srgbClr val="0047FF"/>
                </a:solidFill>
                <a:latin typeface="IBM Plex Mono Medium"/>
                <a:ea typeface="IBM Plex Mono Medium"/>
                <a:cs typeface="IBM Plex Mono Medium"/>
              </a:endParaRPr>
            </a:p>
          </p:txBody>
        </p:sp>
        <p:sp>
          <p:nvSpPr>
            <p:cNvPr id="43" name="node05.steps.slot-001.description.part-0"/>
            <p:cNvSpPr/>
            <p:nvPr/>
          </p:nvSpPr>
          <p:spPr>
            <a:xfrm>
              <a:off x="8496300" y="2324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Five entities live.</a:t>
              </a:r>
              <a:endParaRPr lang="en-US" sz="1200" spc="0" kern="0" b="0" i="0" dirty="0">
                <a:solidFill>
                  <a:srgbClr val="50658E"/>
                </a:solidFill>
                <a:latin typeface="IBM Plex Sans"/>
                <a:ea typeface="IBM Plex Sans"/>
                <a:cs typeface="IBM Plex Sans"/>
              </a:endParaRPr>
            </a:p>
          </p:txBody>
        </p:sp>
        <p:sp>
          <p:nvSpPr>
            <p:cNvPr id="44" name="node05.steps.slot-002.marker"/>
            <p:cNvSpPr/>
            <p:nvPr/>
          </p:nvSpPr>
          <p:spPr>
            <a:xfrm>
              <a:off x="8077200" y="2895600"/>
              <a:ext cx="152400" cy="152400"/>
            </a:xfrm>
            <a:prstGeom prst="rect">
              <a:avLst/>
            </a:prstGeom>
            <a:solidFill>
              <a:srgbClr val="070154"/>
            </a:solidFill>
            <a:ln>
              <a:noFill/>
            </a:ln>
          </p:spPr>
        </p:sp>
        <p:sp>
          <p:nvSpPr>
            <p:cNvPr id="45" name="node05.steps.slot-002.title"/>
            <p:cNvSpPr/>
            <p:nvPr/>
          </p:nvSpPr>
          <p:spPr>
            <a:xfrm>
              <a:off x="8496300" y="2857500"/>
              <a:ext cx="13636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Rules signed off</a:t>
              </a:r>
              <a:endParaRPr lang="en-US" sz="1400" spc="0" kern="0" b="0" i="0" dirty="0">
                <a:solidFill>
                  <a:srgbClr val="070154"/>
                </a:solidFill>
                <a:latin typeface="IBM Plex Sans SemiBold"/>
                <a:ea typeface="IBM Plex Sans SemiBold"/>
                <a:cs typeface="IBM Plex Sans SemiBold"/>
              </a:endParaRPr>
            </a:p>
          </p:txBody>
        </p:sp>
        <p:sp>
          <p:nvSpPr>
            <p:cNvPr id="46" name="node05.steps.slot-002.label"/>
            <p:cNvSpPr/>
            <p:nvPr/>
          </p:nvSpPr>
          <p:spPr>
            <a:xfrm>
              <a:off x="10012363" y="2946654"/>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20 SEP</a:t>
              </a:r>
              <a:endParaRPr lang="en-US" sz="900" spc="54" kern="0" b="0" i="0" dirty="0">
                <a:solidFill>
                  <a:srgbClr val="0047FF"/>
                </a:solidFill>
                <a:latin typeface="IBM Plex Mono Medium"/>
                <a:ea typeface="IBM Plex Mono Medium"/>
                <a:cs typeface="IBM Plex Mono Medium"/>
              </a:endParaRPr>
            </a:p>
          </p:txBody>
        </p:sp>
        <p:sp>
          <p:nvSpPr>
            <p:cNvPr id="47" name="node05.steps.slot-002.description.part-0"/>
            <p:cNvSpPr/>
            <p:nvPr/>
          </p:nvSpPr>
          <p:spPr>
            <a:xfrm>
              <a:off x="8496300" y="3162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Controller approved.</a:t>
              </a:r>
              <a:endParaRPr lang="en-US" sz="1200" spc="0" kern="0" b="0" i="0" dirty="0">
                <a:solidFill>
                  <a:srgbClr val="50658E"/>
                </a:solidFill>
                <a:latin typeface="IBM Plex Sans"/>
                <a:ea typeface="IBM Plex Sans"/>
                <a:cs typeface="IBM Plex Sans"/>
              </a:endParaRPr>
            </a:p>
          </p:txBody>
        </p:sp>
        <p:sp>
          <p:nvSpPr>
            <p:cNvPr id="48" name="node05.steps.slot-003.marker"/>
            <p:cNvSpPr/>
            <p:nvPr/>
          </p:nvSpPr>
          <p:spPr>
            <a:xfrm>
              <a:off x="8039100" y="3695700"/>
              <a:ext cx="228600" cy="228600"/>
            </a:xfrm>
            <a:prstGeom prst="rect">
              <a:avLst/>
            </a:prstGeom>
            <a:solidFill>
              <a:srgbClr val="F900D3"/>
            </a:solidFill>
            <a:ln>
              <a:noFill/>
            </a:ln>
          </p:spPr>
        </p:sp>
        <p:sp>
          <p:nvSpPr>
            <p:cNvPr id="49" name="node05.steps.slot-003.title"/>
            <p:cNvSpPr/>
            <p:nvPr/>
          </p:nvSpPr>
          <p:spPr>
            <a:xfrm>
              <a:off x="8496300" y="3695700"/>
              <a:ext cx="162877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Acceptance testing</a:t>
              </a:r>
              <a:endParaRPr lang="en-US" sz="1400" spc="0" kern="0" b="0" i="0" dirty="0">
                <a:solidFill>
                  <a:srgbClr val="070154"/>
                </a:solidFill>
                <a:latin typeface="IBM Plex Sans SemiBold"/>
                <a:ea typeface="IBM Plex Sans SemiBold"/>
                <a:cs typeface="IBM Plex Sans SemiBold"/>
              </a:endParaRPr>
            </a:p>
          </p:txBody>
        </p:sp>
        <p:sp>
          <p:nvSpPr>
            <p:cNvPr id="50" name="node05.steps.slot-003.label"/>
            <p:cNvSpPr/>
            <p:nvPr/>
          </p:nvSpPr>
          <p:spPr>
            <a:xfrm>
              <a:off x="10277475" y="3784854"/>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30 OCT</a:t>
              </a:r>
              <a:endParaRPr lang="en-US" sz="900" spc="54" kern="0" b="0" i="0" dirty="0">
                <a:solidFill>
                  <a:srgbClr val="0047FF"/>
                </a:solidFill>
                <a:latin typeface="IBM Plex Mono Medium"/>
                <a:ea typeface="IBM Plex Mono Medium"/>
                <a:cs typeface="IBM Plex Mono Medium"/>
              </a:endParaRPr>
            </a:p>
          </p:txBody>
        </p:sp>
        <p:sp>
          <p:nvSpPr>
            <p:cNvPr id="51" name="node05.steps.slot-003.description.part-0"/>
            <p:cNvSpPr/>
            <p:nvPr/>
          </p:nvSpPr>
          <p:spPr>
            <a:xfrm>
              <a:off x="8496300" y="4000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Wave 2 entities.</a:t>
              </a:r>
              <a:endParaRPr lang="en-US" sz="1200" spc="0" kern="0" b="0" i="0" dirty="0">
                <a:solidFill>
                  <a:srgbClr val="50658E"/>
                </a:solidFill>
                <a:latin typeface="IBM Plex Sans"/>
                <a:ea typeface="IBM Plex Sans"/>
                <a:cs typeface="IBM Plex Sans"/>
              </a:endParaRPr>
            </a:p>
          </p:txBody>
        </p:sp>
        <p:sp>
          <p:nvSpPr>
            <p:cNvPr id="52" name="node05.steps.slot-004.marker"/>
            <p:cNvSpPr/>
            <p:nvPr/>
          </p:nvSpPr>
          <p:spPr>
            <a:xfrm>
              <a:off x="8077200" y="4572000"/>
              <a:ext cx="152400" cy="152400"/>
            </a:xfrm>
            <a:prstGeom prst="rect">
              <a:avLst/>
            </a:prstGeom>
            <a:solidFill>
              <a:srgbClr val="FFFFFF"/>
            </a:solidFill>
            <a:ln w="12700">
              <a:solidFill>
                <a:srgbClr val="070154"/>
              </a:solidFill>
              <a:prstDash val="solid"/>
            </a:ln>
          </p:spPr>
        </p:sp>
        <p:sp>
          <p:nvSpPr>
            <p:cNvPr id="53" name="node05.steps.slot-004.title"/>
            <p:cNvSpPr/>
            <p:nvPr/>
          </p:nvSpPr>
          <p:spPr>
            <a:xfrm>
              <a:off x="8496300" y="4533900"/>
              <a:ext cx="14271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Cutover decision</a:t>
              </a:r>
              <a:endParaRPr lang="en-US" sz="1400" spc="0" kern="0" b="0" i="0" dirty="0">
                <a:solidFill>
                  <a:srgbClr val="070154"/>
                </a:solidFill>
                <a:latin typeface="IBM Plex Sans SemiBold"/>
                <a:ea typeface="IBM Plex Sans SemiBold"/>
                <a:cs typeface="IBM Plex Sans SemiBold"/>
              </a:endParaRPr>
            </a:p>
          </p:txBody>
        </p:sp>
        <p:sp>
          <p:nvSpPr>
            <p:cNvPr id="54" name="node05.steps.slot-004.label"/>
            <p:cNvSpPr/>
            <p:nvPr/>
          </p:nvSpPr>
          <p:spPr>
            <a:xfrm>
              <a:off x="10075863" y="4623054"/>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13 NOV</a:t>
              </a:r>
              <a:endParaRPr lang="en-US" sz="900" spc="54" kern="0" b="0" i="0" dirty="0">
                <a:solidFill>
                  <a:srgbClr val="0047FF"/>
                </a:solidFill>
                <a:latin typeface="IBM Plex Mono Medium"/>
                <a:ea typeface="IBM Plex Mono Medium"/>
                <a:cs typeface="IBM Plex Mono Medium"/>
              </a:endParaRPr>
            </a:p>
          </p:txBody>
        </p:sp>
        <p:sp>
          <p:nvSpPr>
            <p:cNvPr id="55" name="node05.steps.slot-004.description.part-0"/>
            <p:cNvSpPr/>
            <p:nvPr/>
          </p:nvSpPr>
          <p:spPr>
            <a:xfrm>
              <a:off x="8496300" y="4838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Go or no-go.</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ource-03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layered platform replaces the old close tools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1600200"/>
            <a:ext cx="10744200" cy="4114800"/>
            <a:chOff x="723900" y="1600200"/>
            <a:chExt cx="10744200" cy="4114800"/>
          </a:xfrm>
        </p:grpSpPr>
        <p:sp>
          <p:nvSpPr>
            <p:cNvPr id="7" name="node01.surface"/>
            <p:cNvSpPr/>
            <p:nvPr/>
          </p:nvSpPr>
          <p:spPr>
            <a:xfrm>
              <a:off x="723900" y="1600200"/>
              <a:ext cx="10744200" cy="4114800"/>
            </a:xfrm>
            <a:prstGeom prst="rect">
              <a:avLst/>
            </a:prstGeom>
            <a:ln w="12700">
              <a:solidFill>
                <a:srgbClr val="070154"/>
              </a:solidFill>
              <a:prstDash val="solid"/>
            </a:ln>
          </p:spPr>
        </p:sp>
        <p:sp>
          <p:nvSpPr>
            <p:cNvPr id="8" name="node01.tab"/>
            <p:cNvSpPr/>
            <p:nvPr/>
          </p:nvSpPr>
          <p:spPr>
            <a:xfrm>
              <a:off x="723900" y="1600200"/>
              <a:ext cx="1229494" cy="228600"/>
            </a:xfrm>
            <a:prstGeom prst="rect">
              <a:avLst/>
            </a:prstGeom>
            <a:solidFill>
              <a:srgbClr val="070154"/>
            </a:solidFill>
            <a:ln>
              <a:noFill/>
            </a:ln>
          </p:spPr>
        </p:sp>
        <p:sp>
          <p:nvSpPr>
            <p:cNvPr id="9" name="node01.label"/>
            <p:cNvSpPr/>
            <p:nvPr/>
          </p:nvSpPr>
          <p:spPr>
            <a:xfrm>
              <a:off x="800100" y="1638300"/>
              <a:ext cx="1077094"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CLOSE PLATFORM</a:t>
              </a:r>
              <a:endParaRPr lang="en-US" sz="900" spc="54" kern="0" b="0" i="0" dirty="0">
                <a:solidFill>
                  <a:srgbClr val="FFFFFF"/>
                </a:solidFill>
                <a:latin typeface="IBM Plex Mono SemiBold"/>
                <a:ea typeface="IBM Plex Mono SemiBold"/>
                <a:cs typeface="IBM Plex Mono SemiBold"/>
              </a:endParaRPr>
            </a:p>
          </p:txBody>
        </p:sp>
      </p:grpSp>
      <p:grpSp>
        <p:nvGrpSpPr>
          <p:cNvPr id="40" name="node02"/>
          <p:cNvGrpSpPr/>
          <p:nvPr/>
        </p:nvGrpSpPr>
        <p:grpSpPr>
          <a:xfrm>
            <a:off x="952500" y="2057400"/>
            <a:ext cx="2286000" cy="1181100"/>
            <a:chOff x="952500" y="2057400"/>
            <a:chExt cx="2286000" cy="1181100"/>
          </a:xfrm>
        </p:grpSpPr>
        <p:sp>
          <p:nvSpPr>
            <p:cNvPr id="10" name="node02.title"/>
            <p:cNvSpPr/>
            <p:nvPr/>
          </p:nvSpPr>
          <p:spPr>
            <a:xfrm>
              <a:off x="952500" y="2057400"/>
              <a:ext cx="2286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 once</a:t>
              </a:r>
              <a:endParaRPr lang="en-US" sz="1800" spc="-18" kern="0" b="0" i="0" dirty="0">
                <a:solidFill>
                  <a:srgbClr val="070154"/>
                </a:solidFill>
                <a:latin typeface="IBM Plex Sans SemiBold"/>
                <a:ea typeface="IBM Plex Sans SemiBold"/>
                <a:cs typeface="IBM Plex Sans SemiBold"/>
              </a:endParaRPr>
            </a:p>
          </p:txBody>
        </p:sp>
        <p:sp>
          <p:nvSpPr>
            <p:cNvPr id="11" name="node02.body"/>
            <p:cNvSpPr/>
            <p:nvPr/>
          </p:nvSpPr>
          <p:spPr>
            <a:xfrm>
              <a:off x="952500" y="2438400"/>
              <a:ext cx="2286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Each layer serves every close process, so one moves without a rebuild.</a:t>
              </a:r>
              <a:endParaRPr lang="en-US" sz="1400" spc="0" kern="0" b="0" i="0" dirty="0">
                <a:solidFill>
                  <a:srgbClr val="50658E"/>
                </a:solidFill>
                <a:latin typeface="IBM Plex Sans"/>
                <a:ea typeface="IBM Plex Sans"/>
                <a:cs typeface="IBM Plex Sans"/>
              </a:endParaRPr>
            </a:p>
          </p:txBody>
        </p:sp>
      </p:grpSp>
      <p:grpSp>
        <p:nvGrpSpPr>
          <p:cNvPr id="41" name="node03"/>
          <p:cNvGrpSpPr/>
          <p:nvPr/>
        </p:nvGrpSpPr>
        <p:grpSpPr>
          <a:xfrm>
            <a:off x="3467100" y="2057400"/>
            <a:ext cx="5715000" cy="685800"/>
            <a:chOff x="3467100" y="2057400"/>
            <a:chExt cx="5715000" cy="685800"/>
          </a:xfrm>
        </p:grpSpPr>
        <p:sp>
          <p:nvSpPr>
            <p:cNvPr id="12" name="node03.surface"/>
            <p:cNvSpPr/>
            <p:nvPr/>
          </p:nvSpPr>
          <p:spPr>
            <a:xfrm>
              <a:off x="3467100" y="2057400"/>
              <a:ext cx="5715000" cy="685800"/>
            </a:xfrm>
            <a:prstGeom prst="rect">
              <a:avLst/>
            </a:prstGeom>
            <a:solidFill>
              <a:srgbClr val="070154"/>
            </a:solidFill>
            <a:ln>
              <a:noFill/>
            </a:ln>
          </p:spPr>
        </p:sp>
        <p:sp>
          <p:nvSpPr>
            <p:cNvPr id="13" name="node03.label"/>
            <p:cNvSpPr/>
            <p:nvPr/>
          </p:nvSpPr>
          <p:spPr>
            <a:xfrm>
              <a:off x="3619500" y="23241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1  EXPERIENCE</a:t>
              </a:r>
              <a:endParaRPr lang="en-US" sz="900" spc="54" kern="0" b="0" i="0" dirty="0">
                <a:solidFill>
                  <a:srgbClr val="FFFFFF"/>
                </a:solidFill>
                <a:latin typeface="IBM Plex Mono SemiBold"/>
                <a:ea typeface="IBM Plex Mono SemiBold"/>
                <a:cs typeface="IBM Plex Mono SemiBold"/>
              </a:endParaRPr>
            </a:p>
          </p:txBody>
        </p:sp>
        <p:sp>
          <p:nvSpPr>
            <p:cNvPr id="14" name="node03.text"/>
            <p:cNvSpPr/>
            <p:nvPr/>
          </p:nvSpPr>
          <p:spPr>
            <a:xfrm>
              <a:off x="5295900" y="22860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Close cockpit and mobile approvals</a:t>
              </a:r>
              <a:endParaRPr lang="en-US" sz="1200" spc="0" kern="0" b="0" i="0" dirty="0">
                <a:solidFill>
                  <a:srgbClr val="FFFFFF"/>
                </a:solidFill>
                <a:latin typeface="IBM Plex Sans"/>
                <a:ea typeface="IBM Plex Sans"/>
                <a:cs typeface="IBM Plex Sans"/>
              </a:endParaRPr>
            </a:p>
          </p:txBody>
        </p:sp>
      </p:grpSp>
      <p:grpSp>
        <p:nvGrpSpPr>
          <p:cNvPr id="42" name="node04"/>
          <p:cNvGrpSpPr/>
          <p:nvPr/>
        </p:nvGrpSpPr>
        <p:grpSpPr>
          <a:xfrm>
            <a:off x="3467100" y="2743200"/>
            <a:ext cx="5715000" cy="685800"/>
            <a:chOff x="3467100" y="2743200"/>
            <a:chExt cx="5715000" cy="685800"/>
          </a:xfrm>
        </p:grpSpPr>
        <p:sp>
          <p:nvSpPr>
            <p:cNvPr id="15" name="node04.surface"/>
            <p:cNvSpPr/>
            <p:nvPr/>
          </p:nvSpPr>
          <p:spPr>
            <a:xfrm>
              <a:off x="3467100" y="2743200"/>
              <a:ext cx="5715000" cy="685800"/>
            </a:xfrm>
            <a:prstGeom prst="rect">
              <a:avLst/>
            </a:prstGeom>
            <a:solidFill>
              <a:srgbClr val="CED7E6"/>
            </a:solidFill>
            <a:ln>
              <a:noFill/>
            </a:ln>
          </p:spPr>
        </p:sp>
        <p:sp>
          <p:nvSpPr>
            <p:cNvPr id="16" name="node04.label"/>
            <p:cNvSpPr/>
            <p:nvPr/>
          </p:nvSpPr>
          <p:spPr>
            <a:xfrm>
              <a:off x="3619500" y="30099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2  API LAYER</a:t>
              </a:r>
              <a:endParaRPr lang="en-US" sz="900" spc="54" kern="0" b="0" i="0" dirty="0">
                <a:solidFill>
                  <a:srgbClr val="070154"/>
                </a:solidFill>
                <a:latin typeface="IBM Plex Mono SemiBold"/>
                <a:ea typeface="IBM Plex Mono SemiBold"/>
                <a:cs typeface="IBM Plex Mono SemiBold"/>
              </a:endParaRPr>
            </a:p>
          </p:txBody>
        </p:sp>
        <p:sp>
          <p:nvSpPr>
            <p:cNvPr id="17" name="node04.text"/>
            <p:cNvSpPr/>
            <p:nvPr/>
          </p:nvSpPr>
          <p:spPr>
            <a:xfrm>
              <a:off x="5295900" y="29718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rules and posting services</a:t>
              </a:r>
              <a:endParaRPr lang="en-US" sz="1200" spc="0" kern="0" b="0" i="0" dirty="0">
                <a:solidFill>
                  <a:srgbClr val="070154"/>
                </a:solidFill>
                <a:latin typeface="IBM Plex Sans"/>
                <a:ea typeface="IBM Plex Sans"/>
                <a:cs typeface="IBM Plex Sans"/>
              </a:endParaRPr>
            </a:p>
          </p:txBody>
        </p:sp>
      </p:grpSp>
      <p:grpSp>
        <p:nvGrpSpPr>
          <p:cNvPr id="43" name="node05"/>
          <p:cNvGrpSpPr/>
          <p:nvPr/>
        </p:nvGrpSpPr>
        <p:grpSpPr>
          <a:xfrm>
            <a:off x="3467100" y="3429000"/>
            <a:ext cx="5715000" cy="685800"/>
            <a:chOff x="3467100" y="3429000"/>
            <a:chExt cx="5715000" cy="685800"/>
          </a:xfrm>
        </p:grpSpPr>
        <p:sp>
          <p:nvSpPr>
            <p:cNvPr id="18" name="node05.surface"/>
            <p:cNvSpPr/>
            <p:nvPr/>
          </p:nvSpPr>
          <p:spPr>
            <a:xfrm>
              <a:off x="3467100" y="3429000"/>
              <a:ext cx="5715000" cy="685800"/>
            </a:xfrm>
            <a:prstGeom prst="rect">
              <a:avLst/>
            </a:prstGeom>
            <a:solidFill>
              <a:srgbClr val="E8EEF8"/>
            </a:solidFill>
            <a:ln>
              <a:noFill/>
            </a:ln>
          </p:spPr>
        </p:sp>
        <p:sp>
          <p:nvSpPr>
            <p:cNvPr id="19" name="node05.label"/>
            <p:cNvSpPr/>
            <p:nvPr/>
          </p:nvSpPr>
          <p:spPr>
            <a:xfrm>
              <a:off x="3619500" y="36957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3  DATA ACCESS</a:t>
              </a:r>
              <a:endParaRPr lang="en-US" sz="900" spc="54" kern="0" b="0" i="0" dirty="0">
                <a:solidFill>
                  <a:srgbClr val="070154"/>
                </a:solidFill>
                <a:latin typeface="IBM Plex Mono SemiBold"/>
                <a:ea typeface="IBM Plex Mono SemiBold"/>
                <a:cs typeface="IBM Plex Mono SemiBold"/>
              </a:endParaRPr>
            </a:p>
          </p:txBody>
        </p:sp>
        <p:sp>
          <p:nvSpPr>
            <p:cNvPr id="20" name="node05.text"/>
            <p:cNvSpPr/>
            <p:nvPr/>
          </p:nvSpPr>
          <p:spPr>
            <a:xfrm>
              <a:off x="5295900" y="36576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governed path to close data</a:t>
              </a:r>
              <a:endParaRPr lang="en-US" sz="1200" spc="0" kern="0" b="0" i="0" dirty="0">
                <a:solidFill>
                  <a:srgbClr val="070154"/>
                </a:solidFill>
                <a:latin typeface="IBM Plex Sans"/>
                <a:ea typeface="IBM Plex Sans"/>
                <a:cs typeface="IBM Plex Sans"/>
              </a:endParaRPr>
            </a:p>
          </p:txBody>
        </p:sp>
      </p:grpSp>
      <p:grpSp>
        <p:nvGrpSpPr>
          <p:cNvPr id="44" name="node06"/>
          <p:cNvGrpSpPr/>
          <p:nvPr/>
        </p:nvGrpSpPr>
        <p:grpSpPr>
          <a:xfrm>
            <a:off x="3467100" y="4114800"/>
            <a:ext cx="5715000" cy="685800"/>
            <a:chOff x="3467100" y="4114800"/>
            <a:chExt cx="5715000" cy="685800"/>
          </a:xfrm>
        </p:grpSpPr>
        <p:sp>
          <p:nvSpPr>
            <p:cNvPr id="21" name="node06.surface"/>
            <p:cNvSpPr/>
            <p:nvPr/>
          </p:nvSpPr>
          <p:spPr>
            <a:xfrm>
              <a:off x="3473450" y="4121150"/>
              <a:ext cx="5702300" cy="673100"/>
            </a:xfrm>
            <a:prstGeom prst="rect">
              <a:avLst/>
            </a:prstGeom>
            <a:solidFill>
              <a:srgbClr val="FFFFFF"/>
            </a:solidFill>
            <a:ln w="12700">
              <a:solidFill>
                <a:srgbClr val="CED7E6"/>
              </a:solidFill>
              <a:prstDash val="solid"/>
            </a:ln>
          </p:spPr>
        </p:sp>
        <p:sp>
          <p:nvSpPr>
            <p:cNvPr id="22" name="node06.label"/>
            <p:cNvSpPr/>
            <p:nvPr/>
          </p:nvSpPr>
          <p:spPr>
            <a:xfrm>
              <a:off x="3619500" y="43815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4  SOURCE SYSTEMS</a:t>
              </a:r>
              <a:endParaRPr lang="en-US" sz="900" spc="54" kern="0" b="0" i="0" dirty="0">
                <a:solidFill>
                  <a:srgbClr val="070154"/>
                </a:solidFill>
                <a:latin typeface="IBM Plex Mono SemiBold"/>
                <a:ea typeface="IBM Plex Mono SemiBold"/>
                <a:cs typeface="IBM Plex Mono SemiBold"/>
              </a:endParaRPr>
            </a:p>
          </p:txBody>
        </p:sp>
        <p:sp>
          <p:nvSpPr>
            <p:cNvPr id="23" name="node06.text"/>
            <p:cNvSpPr/>
            <p:nvPr/>
          </p:nvSpPr>
          <p:spPr>
            <a:xfrm>
              <a:off x="5295900" y="43434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sub-ledgers and bank feeds</a:t>
              </a:r>
              <a:endParaRPr lang="en-US" sz="1200" spc="0" kern="0" b="0" i="0" dirty="0">
                <a:solidFill>
                  <a:srgbClr val="070154"/>
                </a:solidFill>
                <a:latin typeface="IBM Plex Sans"/>
                <a:ea typeface="IBM Plex Sans"/>
                <a:cs typeface="IBM Plex Sans"/>
              </a:endParaRPr>
            </a:p>
          </p:txBody>
        </p:sp>
      </p:grpSp>
      <p:grpSp>
        <p:nvGrpSpPr>
          <p:cNvPr id="45" name="node07"/>
          <p:cNvGrpSpPr/>
          <p:nvPr/>
        </p:nvGrpSpPr>
        <p:grpSpPr>
          <a:xfrm>
            <a:off x="9410700" y="2057400"/>
            <a:ext cx="1828800" cy="2743200"/>
            <a:chOff x="9410700" y="2057400"/>
            <a:chExt cx="1828800" cy="2743200"/>
          </a:xfrm>
        </p:grpSpPr>
        <p:sp>
          <p:nvSpPr>
            <p:cNvPr id="24" name="node07.container"/>
            <p:cNvSpPr/>
            <p:nvPr/>
          </p:nvSpPr>
          <p:spPr>
            <a:xfrm>
              <a:off x="9410700" y="2057400"/>
              <a:ext cx="1828800" cy="2743200"/>
            </a:xfrm>
            <a:prstGeom prst="rect">
              <a:avLst/>
            </a:prstGeom>
            <a:solidFill>
              <a:srgbClr val="E8EEF8"/>
            </a:solidFill>
            <a:ln>
              <a:noFill/>
            </a:ln>
          </p:spPr>
        </p:sp>
        <p:sp>
          <p:nvSpPr>
            <p:cNvPr id="25" name="node07.edge"/>
            <p:cNvSpPr/>
            <p:nvPr/>
          </p:nvSpPr>
          <p:spPr>
            <a:xfrm>
              <a:off x="9410700" y="2057400"/>
              <a:ext cx="38100" cy="2743200"/>
            </a:xfrm>
            <a:prstGeom prst="rect">
              <a:avLst/>
            </a:prstGeom>
            <a:solidFill>
              <a:srgbClr val="070154"/>
            </a:solidFill>
            <a:ln>
              <a:noFill/>
            </a:ln>
          </p:spPr>
        </p:sp>
        <p:sp>
          <p:nvSpPr>
            <p:cNvPr id="26" name="node07.label"/>
            <p:cNvSpPr/>
            <p:nvPr/>
          </p:nvSpPr>
          <p:spPr>
            <a:xfrm>
              <a:off x="9601200" y="2209800"/>
              <a:ext cx="14859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ACROSS LAYERS 1–4</a:t>
              </a:r>
              <a:endParaRPr lang="en-US" sz="900" spc="54" kern="0" b="0" i="0" dirty="0">
                <a:solidFill>
                  <a:srgbClr val="0047FF"/>
                </a:solidFill>
                <a:latin typeface="IBM Plex Mono Medium"/>
                <a:ea typeface="IBM Plex Mono Medium"/>
                <a:cs typeface="IBM Plex Mono Medium"/>
              </a:endParaRPr>
            </a:p>
          </p:txBody>
        </p:sp>
        <p:sp>
          <p:nvSpPr>
            <p:cNvPr id="27" name="node07.title"/>
            <p:cNvSpPr/>
            <p:nvPr/>
          </p:nvSpPr>
          <p:spPr>
            <a:xfrm>
              <a:off x="9601200" y="2438400"/>
              <a:ext cx="14859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Shared controls</a:t>
              </a:r>
              <a:endParaRPr lang="en-US" sz="1800" spc="-18" kern="0" b="0" i="0" dirty="0">
                <a:solidFill>
                  <a:srgbClr val="070154"/>
                </a:solidFill>
                <a:latin typeface="IBM Plex Sans SemiBold"/>
                <a:ea typeface="IBM Plex Sans SemiBold"/>
                <a:cs typeface="IBM Plex Sans SemiBold"/>
              </a:endParaRPr>
            </a:p>
          </p:txBody>
        </p:sp>
        <p:sp>
          <p:nvSpPr>
            <p:cNvPr id="28" name="node07.body.item-001.bullets.item-001.marker"/>
            <p:cNvSpPr/>
            <p:nvPr/>
          </p:nvSpPr>
          <p:spPr>
            <a:xfrm>
              <a:off x="9601200" y="3308350"/>
              <a:ext cx="50800" cy="50800"/>
            </a:xfrm>
            <a:prstGeom prst="rect">
              <a:avLst/>
            </a:prstGeom>
            <a:solidFill>
              <a:srgbClr val="070154"/>
            </a:solidFill>
            <a:ln>
              <a:noFill/>
            </a:ln>
          </p:spPr>
        </p:sp>
        <p:sp>
          <p:nvSpPr>
            <p:cNvPr id="29" name="node07.body.item-001.bullets.item-001.text"/>
            <p:cNvSpPr/>
            <p:nvPr/>
          </p:nvSpPr>
          <p:spPr>
            <a:xfrm>
              <a:off x="9791700" y="32004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Security</a:t>
              </a:r>
              <a:endParaRPr lang="en-US" sz="1400" spc="0" kern="0" b="0" i="0" dirty="0">
                <a:solidFill>
                  <a:srgbClr val="070154"/>
                </a:solidFill>
                <a:latin typeface="IBM Plex Sans"/>
                <a:ea typeface="IBM Plex Sans"/>
                <a:cs typeface="IBM Plex Sans"/>
              </a:endParaRPr>
            </a:p>
          </p:txBody>
        </p:sp>
        <p:sp>
          <p:nvSpPr>
            <p:cNvPr id="30" name="node07.body.item-001.bullets.item-002.marker"/>
            <p:cNvSpPr/>
            <p:nvPr/>
          </p:nvSpPr>
          <p:spPr>
            <a:xfrm>
              <a:off x="9601200" y="3651250"/>
              <a:ext cx="50800" cy="50800"/>
            </a:xfrm>
            <a:prstGeom prst="rect">
              <a:avLst/>
            </a:prstGeom>
            <a:solidFill>
              <a:srgbClr val="070154"/>
            </a:solidFill>
            <a:ln>
              <a:noFill/>
            </a:ln>
          </p:spPr>
        </p:sp>
        <p:sp>
          <p:nvSpPr>
            <p:cNvPr id="31" name="node07.body.item-001.bullets.item-002.text"/>
            <p:cNvSpPr/>
            <p:nvPr/>
          </p:nvSpPr>
          <p:spPr>
            <a:xfrm>
              <a:off x="9791700" y="35433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Governance</a:t>
              </a:r>
              <a:endParaRPr lang="en-US" sz="1400" spc="0" kern="0" b="0" i="0" dirty="0">
                <a:solidFill>
                  <a:srgbClr val="070154"/>
                </a:solidFill>
                <a:latin typeface="IBM Plex Sans"/>
                <a:ea typeface="IBM Plex Sans"/>
                <a:cs typeface="IBM Plex Sans"/>
              </a:endParaRPr>
            </a:p>
          </p:txBody>
        </p:sp>
        <p:sp>
          <p:nvSpPr>
            <p:cNvPr id="32" name="node07.body.item-001.bullets.item-003.marker"/>
            <p:cNvSpPr/>
            <p:nvPr/>
          </p:nvSpPr>
          <p:spPr>
            <a:xfrm>
              <a:off x="9601200" y="3994150"/>
              <a:ext cx="50800" cy="50800"/>
            </a:xfrm>
            <a:prstGeom prst="rect">
              <a:avLst/>
            </a:prstGeom>
            <a:solidFill>
              <a:srgbClr val="070154"/>
            </a:solidFill>
            <a:ln>
              <a:noFill/>
            </a:ln>
          </p:spPr>
        </p:sp>
        <p:sp>
          <p:nvSpPr>
            <p:cNvPr id="33" name="node07.body.item-001.bullets.item-003.text"/>
            <p:cNvSpPr/>
            <p:nvPr/>
          </p:nvSpPr>
          <p:spPr>
            <a:xfrm>
              <a:off x="9791700" y="38862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Observability</a:t>
              </a:r>
              <a:endParaRPr lang="en-US" sz="1400" spc="0" kern="0" b="0" i="0" dirty="0">
                <a:solidFill>
                  <a:srgbClr val="070154"/>
                </a:solidFill>
                <a:latin typeface="IBM Plex Sans"/>
                <a:ea typeface="IBM Plex Sans"/>
                <a:cs typeface="IBM Plex Sans"/>
              </a:endParaRPr>
            </a:p>
          </p:txBody>
        </p:sp>
        <p:sp>
          <p:nvSpPr>
            <p:cNvPr id="34" name="node07.body.item-001.bullets.item-004.marker"/>
            <p:cNvSpPr/>
            <p:nvPr/>
          </p:nvSpPr>
          <p:spPr>
            <a:xfrm>
              <a:off x="9601200" y="4337050"/>
              <a:ext cx="50800" cy="50800"/>
            </a:xfrm>
            <a:prstGeom prst="rect">
              <a:avLst/>
            </a:prstGeom>
            <a:solidFill>
              <a:srgbClr val="070154"/>
            </a:solidFill>
            <a:ln>
              <a:noFill/>
            </a:ln>
          </p:spPr>
        </p:sp>
        <p:sp>
          <p:nvSpPr>
            <p:cNvPr id="35" name="node07.body.item-001.bullets.item-004.text"/>
            <p:cNvSpPr/>
            <p:nvPr/>
          </p:nvSpPr>
          <p:spPr>
            <a:xfrm>
              <a:off x="9791700" y="42291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Audit trail</a:t>
              </a:r>
              <a:endParaRPr lang="en-US" sz="1400" spc="0" kern="0" b="0" i="0" dirty="0">
                <a:solidFill>
                  <a:srgbClr val="070154"/>
                </a:solidFill>
                <a:latin typeface="IBM Plex Sans"/>
                <a:ea typeface="IBM Plex Sans"/>
                <a:cs typeface="IBM Plex Sans"/>
              </a:endParaRPr>
            </a:p>
          </p:txBody>
        </p:sp>
      </p:grpSp>
      <p:grpSp>
        <p:nvGrpSpPr>
          <p:cNvPr id="46" name="node08"/>
          <p:cNvGrpSpPr/>
          <p:nvPr/>
        </p:nvGrpSpPr>
        <p:grpSpPr>
          <a:xfrm>
            <a:off x="3467100" y="5029200"/>
            <a:ext cx="7772400" cy="457200"/>
            <a:chOff x="3467100" y="5029200"/>
            <a:chExt cx="7772400" cy="457200"/>
          </a:xfrm>
        </p:grpSpPr>
        <p:sp>
          <p:nvSpPr>
            <p:cNvPr id="36" name="node08.surface"/>
            <p:cNvSpPr/>
            <p:nvPr/>
          </p:nvSpPr>
          <p:spPr>
            <a:xfrm>
              <a:off x="3467100" y="5029200"/>
              <a:ext cx="7772400" cy="457200"/>
            </a:xfrm>
            <a:prstGeom prst="rect">
              <a:avLst/>
            </a:prstGeom>
            <a:solidFill>
              <a:srgbClr val="05013F"/>
            </a:solidFill>
            <a:ln>
              <a:noFill/>
            </a:ln>
          </p:spPr>
        </p:sp>
        <p:sp>
          <p:nvSpPr>
            <p:cNvPr id="37" name="node08.label"/>
            <p:cNvSpPr/>
            <p:nvPr/>
          </p:nvSpPr>
          <p:spPr>
            <a:xfrm>
              <a:off x="3619500" y="51816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FOUNDATION</a:t>
              </a:r>
              <a:endParaRPr lang="en-US" sz="900" spc="54" kern="0" b="0" i="0" dirty="0">
                <a:solidFill>
                  <a:srgbClr val="FFFFFF"/>
                </a:solidFill>
                <a:latin typeface="IBM Plex Mono SemiBold"/>
                <a:ea typeface="IBM Plex Mono SemiBold"/>
                <a:cs typeface="IBM Plex Mono SemiBold"/>
              </a:endParaRPr>
            </a:p>
          </p:txBody>
        </p:sp>
        <p:sp>
          <p:nvSpPr>
            <p:cNvPr id="38" name="node08.text"/>
            <p:cNvSpPr/>
            <p:nvPr/>
          </p:nvSpPr>
          <p:spPr>
            <a:xfrm>
              <a:off x="5295900" y="5143500"/>
              <a:ext cx="579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landing zone, identity, network and storage</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ource-040">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platform replaces the old tools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4381500" y="1600200"/>
            <a:ext cx="7086600" cy="4114800"/>
            <a:chOff x="4381500" y="1600200"/>
            <a:chExt cx="7086600" cy="4114800"/>
          </a:xfrm>
        </p:grpSpPr>
        <p:sp>
          <p:nvSpPr>
            <p:cNvPr id="7" name="node01.surface"/>
            <p:cNvSpPr/>
            <p:nvPr/>
          </p:nvSpPr>
          <p:spPr>
            <a:xfrm>
              <a:off x="4381500" y="1600200"/>
              <a:ext cx="7086600" cy="4114800"/>
            </a:xfrm>
            <a:prstGeom prst="rect">
              <a:avLst/>
            </a:prstGeom>
            <a:ln w="12700">
              <a:solidFill>
                <a:srgbClr val="070154"/>
              </a:solidFill>
              <a:prstDash val="solid"/>
            </a:ln>
          </p:spPr>
        </p:sp>
        <p:sp>
          <p:nvSpPr>
            <p:cNvPr id="8" name="node01.tab"/>
            <p:cNvSpPr/>
            <p:nvPr/>
          </p:nvSpPr>
          <p:spPr>
            <a:xfrm>
              <a:off x="4381500" y="1600200"/>
              <a:ext cx="1229494" cy="228600"/>
            </a:xfrm>
            <a:prstGeom prst="rect">
              <a:avLst/>
            </a:prstGeom>
            <a:solidFill>
              <a:srgbClr val="070154"/>
            </a:solidFill>
            <a:ln>
              <a:noFill/>
            </a:ln>
          </p:spPr>
        </p:sp>
        <p:sp>
          <p:nvSpPr>
            <p:cNvPr id="9" name="node01.label"/>
            <p:cNvSpPr/>
            <p:nvPr/>
          </p:nvSpPr>
          <p:spPr>
            <a:xfrm>
              <a:off x="4457700" y="1638300"/>
              <a:ext cx="1077094"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CLOSE PLATFORM</a:t>
              </a:r>
              <a:endParaRPr lang="en-US" sz="900" spc="54" kern="0" b="0" i="0" dirty="0">
                <a:solidFill>
                  <a:srgbClr val="FFFFFF"/>
                </a:solidFill>
                <a:latin typeface="IBM Plex Mono SemiBold"/>
                <a:ea typeface="IBM Plex Mono SemiBold"/>
                <a:cs typeface="IBM Plex Mono SemiBold"/>
              </a:endParaRPr>
            </a:p>
          </p:txBody>
        </p:sp>
      </p:grpSp>
      <p:grpSp>
        <p:nvGrpSpPr>
          <p:cNvPr id="41" name="node02"/>
          <p:cNvGrpSpPr/>
          <p:nvPr/>
        </p:nvGrpSpPr>
        <p:grpSpPr>
          <a:xfrm>
            <a:off x="4610100" y="2057400"/>
            <a:ext cx="4572000" cy="685800"/>
            <a:chOff x="4610100" y="2057400"/>
            <a:chExt cx="4572000" cy="685800"/>
          </a:xfrm>
        </p:grpSpPr>
        <p:sp>
          <p:nvSpPr>
            <p:cNvPr id="10" name="node02.surface"/>
            <p:cNvSpPr/>
            <p:nvPr/>
          </p:nvSpPr>
          <p:spPr>
            <a:xfrm>
              <a:off x="4610100" y="2057400"/>
              <a:ext cx="4572000" cy="685800"/>
            </a:xfrm>
            <a:prstGeom prst="rect">
              <a:avLst/>
            </a:prstGeom>
            <a:solidFill>
              <a:srgbClr val="070154"/>
            </a:solidFill>
            <a:ln>
              <a:noFill/>
            </a:ln>
          </p:spPr>
        </p:sp>
        <p:sp>
          <p:nvSpPr>
            <p:cNvPr id="11" name="node02.label"/>
            <p:cNvSpPr/>
            <p:nvPr/>
          </p:nvSpPr>
          <p:spPr>
            <a:xfrm>
              <a:off x="4762500" y="23241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1  EXPERIENCE</a:t>
              </a:r>
              <a:endParaRPr lang="en-US" sz="900" spc="54" kern="0" b="0" i="0" dirty="0">
                <a:solidFill>
                  <a:srgbClr val="FFFFFF"/>
                </a:solidFill>
                <a:latin typeface="IBM Plex Mono SemiBold"/>
                <a:ea typeface="IBM Plex Mono SemiBold"/>
                <a:cs typeface="IBM Plex Mono SemiBold"/>
              </a:endParaRPr>
            </a:p>
          </p:txBody>
        </p:sp>
        <p:sp>
          <p:nvSpPr>
            <p:cNvPr id="12" name="node02.text"/>
            <p:cNvSpPr/>
            <p:nvPr/>
          </p:nvSpPr>
          <p:spPr>
            <a:xfrm>
              <a:off x="6438900" y="22860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Close cockpit and mobile approvals</a:t>
              </a:r>
              <a:endParaRPr lang="en-US" sz="1200" spc="0" kern="0" b="0" i="0" dirty="0">
                <a:solidFill>
                  <a:srgbClr val="FFFFFF"/>
                </a:solidFill>
                <a:latin typeface="IBM Plex Sans"/>
                <a:ea typeface="IBM Plex Sans"/>
                <a:cs typeface="IBM Plex Sans"/>
              </a:endParaRPr>
            </a:p>
          </p:txBody>
        </p:sp>
      </p:grpSp>
      <p:grpSp>
        <p:nvGrpSpPr>
          <p:cNvPr id="42" name="node03"/>
          <p:cNvGrpSpPr/>
          <p:nvPr/>
        </p:nvGrpSpPr>
        <p:grpSpPr>
          <a:xfrm>
            <a:off x="4610100" y="2743200"/>
            <a:ext cx="4572000" cy="685800"/>
            <a:chOff x="4610100" y="2743200"/>
            <a:chExt cx="4572000" cy="685800"/>
          </a:xfrm>
        </p:grpSpPr>
        <p:sp>
          <p:nvSpPr>
            <p:cNvPr id="13" name="node03.surface"/>
            <p:cNvSpPr/>
            <p:nvPr/>
          </p:nvSpPr>
          <p:spPr>
            <a:xfrm>
              <a:off x="4610100" y="2743200"/>
              <a:ext cx="4572000" cy="685800"/>
            </a:xfrm>
            <a:prstGeom prst="rect">
              <a:avLst/>
            </a:prstGeom>
            <a:solidFill>
              <a:srgbClr val="CED7E6"/>
            </a:solidFill>
            <a:ln>
              <a:noFill/>
            </a:ln>
          </p:spPr>
        </p:sp>
        <p:sp>
          <p:nvSpPr>
            <p:cNvPr id="14" name="node03.label"/>
            <p:cNvSpPr/>
            <p:nvPr/>
          </p:nvSpPr>
          <p:spPr>
            <a:xfrm>
              <a:off x="4762500" y="30099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2  API LAYER</a:t>
              </a:r>
              <a:endParaRPr lang="en-US" sz="900" spc="54" kern="0" b="0" i="0" dirty="0">
                <a:solidFill>
                  <a:srgbClr val="070154"/>
                </a:solidFill>
                <a:latin typeface="IBM Plex Mono SemiBold"/>
                <a:ea typeface="IBM Plex Mono SemiBold"/>
                <a:cs typeface="IBM Plex Mono SemiBold"/>
              </a:endParaRPr>
            </a:p>
          </p:txBody>
        </p:sp>
        <p:sp>
          <p:nvSpPr>
            <p:cNvPr id="15" name="node03.text"/>
            <p:cNvSpPr/>
            <p:nvPr/>
          </p:nvSpPr>
          <p:spPr>
            <a:xfrm>
              <a:off x="6438900" y="29718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rules and posting services</a:t>
              </a:r>
              <a:endParaRPr lang="en-US" sz="1200" spc="0" kern="0" b="0" i="0" dirty="0">
                <a:solidFill>
                  <a:srgbClr val="070154"/>
                </a:solidFill>
                <a:latin typeface="IBM Plex Sans"/>
                <a:ea typeface="IBM Plex Sans"/>
                <a:cs typeface="IBM Plex Sans"/>
              </a:endParaRPr>
            </a:p>
          </p:txBody>
        </p:sp>
      </p:grpSp>
      <p:grpSp>
        <p:nvGrpSpPr>
          <p:cNvPr id="43" name="node04"/>
          <p:cNvGrpSpPr/>
          <p:nvPr/>
        </p:nvGrpSpPr>
        <p:grpSpPr>
          <a:xfrm>
            <a:off x="4610100" y="3429000"/>
            <a:ext cx="4572000" cy="685800"/>
            <a:chOff x="4610100" y="3429000"/>
            <a:chExt cx="4572000" cy="685800"/>
          </a:xfrm>
        </p:grpSpPr>
        <p:sp>
          <p:nvSpPr>
            <p:cNvPr id="16" name="node04.surface"/>
            <p:cNvSpPr/>
            <p:nvPr/>
          </p:nvSpPr>
          <p:spPr>
            <a:xfrm>
              <a:off x="4610100" y="3429000"/>
              <a:ext cx="4572000" cy="685800"/>
            </a:xfrm>
            <a:prstGeom prst="rect">
              <a:avLst/>
            </a:prstGeom>
            <a:solidFill>
              <a:srgbClr val="E8EEF8"/>
            </a:solidFill>
            <a:ln>
              <a:noFill/>
            </a:ln>
          </p:spPr>
        </p:sp>
        <p:sp>
          <p:nvSpPr>
            <p:cNvPr id="17" name="node04.label"/>
            <p:cNvSpPr/>
            <p:nvPr/>
          </p:nvSpPr>
          <p:spPr>
            <a:xfrm>
              <a:off x="4762500" y="36957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3  DATA ACCESS</a:t>
              </a:r>
              <a:endParaRPr lang="en-US" sz="900" spc="54" kern="0" b="0" i="0" dirty="0">
                <a:solidFill>
                  <a:srgbClr val="070154"/>
                </a:solidFill>
                <a:latin typeface="IBM Plex Mono SemiBold"/>
                <a:ea typeface="IBM Plex Mono SemiBold"/>
                <a:cs typeface="IBM Plex Mono SemiBold"/>
              </a:endParaRPr>
            </a:p>
          </p:txBody>
        </p:sp>
        <p:sp>
          <p:nvSpPr>
            <p:cNvPr id="18" name="node04.text"/>
            <p:cNvSpPr/>
            <p:nvPr/>
          </p:nvSpPr>
          <p:spPr>
            <a:xfrm>
              <a:off x="6438900" y="36576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governed path to close data</a:t>
              </a:r>
              <a:endParaRPr lang="en-US" sz="1200" spc="0" kern="0" b="0" i="0" dirty="0">
                <a:solidFill>
                  <a:srgbClr val="070154"/>
                </a:solidFill>
                <a:latin typeface="IBM Plex Sans"/>
                <a:ea typeface="IBM Plex Sans"/>
                <a:cs typeface="IBM Plex Sans"/>
              </a:endParaRPr>
            </a:p>
          </p:txBody>
        </p:sp>
      </p:grpSp>
      <p:grpSp>
        <p:nvGrpSpPr>
          <p:cNvPr id="44" name="node05"/>
          <p:cNvGrpSpPr/>
          <p:nvPr/>
        </p:nvGrpSpPr>
        <p:grpSpPr>
          <a:xfrm>
            <a:off x="4610100" y="4114800"/>
            <a:ext cx="4572000" cy="685800"/>
            <a:chOff x="4610100" y="4114800"/>
            <a:chExt cx="4572000" cy="685800"/>
          </a:xfrm>
        </p:grpSpPr>
        <p:sp>
          <p:nvSpPr>
            <p:cNvPr id="19" name="node05.surface"/>
            <p:cNvSpPr/>
            <p:nvPr/>
          </p:nvSpPr>
          <p:spPr>
            <a:xfrm>
              <a:off x="4616450" y="4121150"/>
              <a:ext cx="4559300" cy="673100"/>
            </a:xfrm>
            <a:prstGeom prst="rect">
              <a:avLst/>
            </a:prstGeom>
            <a:solidFill>
              <a:srgbClr val="FFFFFF"/>
            </a:solidFill>
            <a:ln w="12700">
              <a:solidFill>
                <a:srgbClr val="CED7E6"/>
              </a:solidFill>
              <a:prstDash val="solid"/>
            </a:ln>
          </p:spPr>
        </p:sp>
        <p:sp>
          <p:nvSpPr>
            <p:cNvPr id="20" name="node05.label"/>
            <p:cNvSpPr/>
            <p:nvPr/>
          </p:nvSpPr>
          <p:spPr>
            <a:xfrm>
              <a:off x="4762500" y="43815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4  SOURCE SYSTEMS</a:t>
              </a:r>
              <a:endParaRPr lang="en-US" sz="900" spc="54" kern="0" b="0" i="0" dirty="0">
                <a:solidFill>
                  <a:srgbClr val="070154"/>
                </a:solidFill>
                <a:latin typeface="IBM Plex Mono SemiBold"/>
                <a:ea typeface="IBM Plex Mono SemiBold"/>
                <a:cs typeface="IBM Plex Mono SemiBold"/>
              </a:endParaRPr>
            </a:p>
          </p:txBody>
        </p:sp>
        <p:sp>
          <p:nvSpPr>
            <p:cNvPr id="21" name="node05.text"/>
            <p:cNvSpPr/>
            <p:nvPr/>
          </p:nvSpPr>
          <p:spPr>
            <a:xfrm>
              <a:off x="6438900" y="43434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sub-ledgers and bank feeds</a:t>
              </a:r>
              <a:endParaRPr lang="en-US" sz="1200" spc="0" kern="0" b="0" i="0" dirty="0">
                <a:solidFill>
                  <a:srgbClr val="070154"/>
                </a:solidFill>
                <a:latin typeface="IBM Plex Sans"/>
                <a:ea typeface="IBM Plex Sans"/>
                <a:cs typeface="IBM Plex Sans"/>
              </a:endParaRPr>
            </a:p>
          </p:txBody>
        </p:sp>
      </p:grpSp>
      <p:grpSp>
        <p:nvGrpSpPr>
          <p:cNvPr id="45" name="node06"/>
          <p:cNvGrpSpPr/>
          <p:nvPr/>
        </p:nvGrpSpPr>
        <p:grpSpPr>
          <a:xfrm>
            <a:off x="9410700" y="2057400"/>
            <a:ext cx="1828800" cy="2743200"/>
            <a:chOff x="9410700" y="2057400"/>
            <a:chExt cx="1828800" cy="2743200"/>
          </a:xfrm>
        </p:grpSpPr>
        <p:sp>
          <p:nvSpPr>
            <p:cNvPr id="22" name="node06.container"/>
            <p:cNvSpPr/>
            <p:nvPr/>
          </p:nvSpPr>
          <p:spPr>
            <a:xfrm>
              <a:off x="9410700" y="2057400"/>
              <a:ext cx="1828800" cy="2743200"/>
            </a:xfrm>
            <a:prstGeom prst="rect">
              <a:avLst/>
            </a:prstGeom>
            <a:solidFill>
              <a:srgbClr val="E8EEF8"/>
            </a:solidFill>
            <a:ln>
              <a:noFill/>
            </a:ln>
          </p:spPr>
        </p:sp>
        <p:sp>
          <p:nvSpPr>
            <p:cNvPr id="23" name="node06.edge"/>
            <p:cNvSpPr/>
            <p:nvPr/>
          </p:nvSpPr>
          <p:spPr>
            <a:xfrm>
              <a:off x="9410700" y="2057400"/>
              <a:ext cx="38100" cy="2743200"/>
            </a:xfrm>
            <a:prstGeom prst="rect">
              <a:avLst/>
            </a:prstGeom>
            <a:solidFill>
              <a:srgbClr val="070154"/>
            </a:solidFill>
            <a:ln>
              <a:noFill/>
            </a:ln>
          </p:spPr>
        </p:sp>
        <p:sp>
          <p:nvSpPr>
            <p:cNvPr id="24" name="node06.label"/>
            <p:cNvSpPr/>
            <p:nvPr/>
          </p:nvSpPr>
          <p:spPr>
            <a:xfrm>
              <a:off x="9601200" y="2209800"/>
              <a:ext cx="14859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ACROSS LAYERS 1–4</a:t>
              </a:r>
              <a:endParaRPr lang="en-US" sz="900" spc="54" kern="0" b="0" i="0" dirty="0">
                <a:solidFill>
                  <a:srgbClr val="0047FF"/>
                </a:solidFill>
                <a:latin typeface="IBM Plex Mono Medium"/>
                <a:ea typeface="IBM Plex Mono Medium"/>
                <a:cs typeface="IBM Plex Mono Medium"/>
              </a:endParaRPr>
            </a:p>
          </p:txBody>
        </p:sp>
        <p:sp>
          <p:nvSpPr>
            <p:cNvPr id="25" name="node06.title"/>
            <p:cNvSpPr/>
            <p:nvPr/>
          </p:nvSpPr>
          <p:spPr>
            <a:xfrm>
              <a:off x="9601200" y="2438400"/>
              <a:ext cx="14859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Shared controls</a:t>
              </a:r>
              <a:endParaRPr lang="en-US" sz="1800" spc="-18" kern="0" b="0" i="0" dirty="0">
                <a:solidFill>
                  <a:srgbClr val="070154"/>
                </a:solidFill>
                <a:latin typeface="IBM Plex Sans SemiBold"/>
                <a:ea typeface="IBM Plex Sans SemiBold"/>
                <a:cs typeface="IBM Plex Sans SemiBold"/>
              </a:endParaRPr>
            </a:p>
          </p:txBody>
        </p:sp>
        <p:sp>
          <p:nvSpPr>
            <p:cNvPr id="26" name="node06.body.item-001.bullets.item-001.marker"/>
            <p:cNvSpPr/>
            <p:nvPr/>
          </p:nvSpPr>
          <p:spPr>
            <a:xfrm>
              <a:off x="9601200" y="3308350"/>
              <a:ext cx="50800" cy="50800"/>
            </a:xfrm>
            <a:prstGeom prst="rect">
              <a:avLst/>
            </a:prstGeom>
            <a:solidFill>
              <a:srgbClr val="070154"/>
            </a:solidFill>
            <a:ln>
              <a:noFill/>
            </a:ln>
          </p:spPr>
        </p:sp>
        <p:sp>
          <p:nvSpPr>
            <p:cNvPr id="27" name="node06.body.item-001.bullets.item-001.text"/>
            <p:cNvSpPr/>
            <p:nvPr/>
          </p:nvSpPr>
          <p:spPr>
            <a:xfrm>
              <a:off x="9791700" y="32004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Security</a:t>
              </a:r>
              <a:endParaRPr lang="en-US" sz="1400" spc="0" kern="0" b="0" i="0" dirty="0">
                <a:solidFill>
                  <a:srgbClr val="070154"/>
                </a:solidFill>
                <a:latin typeface="IBM Plex Sans"/>
                <a:ea typeface="IBM Plex Sans"/>
                <a:cs typeface="IBM Plex Sans"/>
              </a:endParaRPr>
            </a:p>
          </p:txBody>
        </p:sp>
        <p:sp>
          <p:nvSpPr>
            <p:cNvPr id="28" name="node06.body.item-001.bullets.item-002.marker"/>
            <p:cNvSpPr/>
            <p:nvPr/>
          </p:nvSpPr>
          <p:spPr>
            <a:xfrm>
              <a:off x="9601200" y="3651250"/>
              <a:ext cx="50800" cy="50800"/>
            </a:xfrm>
            <a:prstGeom prst="rect">
              <a:avLst/>
            </a:prstGeom>
            <a:solidFill>
              <a:srgbClr val="070154"/>
            </a:solidFill>
            <a:ln>
              <a:noFill/>
            </a:ln>
          </p:spPr>
        </p:sp>
        <p:sp>
          <p:nvSpPr>
            <p:cNvPr id="29" name="node06.body.item-001.bullets.item-002.text"/>
            <p:cNvSpPr/>
            <p:nvPr/>
          </p:nvSpPr>
          <p:spPr>
            <a:xfrm>
              <a:off x="9791700" y="35433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Governance</a:t>
              </a:r>
              <a:endParaRPr lang="en-US" sz="1400" spc="0" kern="0" b="0" i="0" dirty="0">
                <a:solidFill>
                  <a:srgbClr val="070154"/>
                </a:solidFill>
                <a:latin typeface="IBM Plex Sans"/>
                <a:ea typeface="IBM Plex Sans"/>
                <a:cs typeface="IBM Plex Sans"/>
              </a:endParaRPr>
            </a:p>
          </p:txBody>
        </p:sp>
        <p:sp>
          <p:nvSpPr>
            <p:cNvPr id="30" name="node06.body.item-001.bullets.item-003.marker"/>
            <p:cNvSpPr/>
            <p:nvPr/>
          </p:nvSpPr>
          <p:spPr>
            <a:xfrm>
              <a:off x="9601200" y="3994150"/>
              <a:ext cx="50800" cy="50800"/>
            </a:xfrm>
            <a:prstGeom prst="rect">
              <a:avLst/>
            </a:prstGeom>
            <a:solidFill>
              <a:srgbClr val="070154"/>
            </a:solidFill>
            <a:ln>
              <a:noFill/>
            </a:ln>
          </p:spPr>
        </p:sp>
        <p:sp>
          <p:nvSpPr>
            <p:cNvPr id="31" name="node06.body.item-001.bullets.item-003.text"/>
            <p:cNvSpPr/>
            <p:nvPr/>
          </p:nvSpPr>
          <p:spPr>
            <a:xfrm>
              <a:off x="9791700" y="38862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Observability</a:t>
              </a:r>
              <a:endParaRPr lang="en-US" sz="1400" spc="0" kern="0" b="0" i="0" dirty="0">
                <a:solidFill>
                  <a:srgbClr val="070154"/>
                </a:solidFill>
                <a:latin typeface="IBM Plex Sans"/>
                <a:ea typeface="IBM Plex Sans"/>
                <a:cs typeface="IBM Plex Sans"/>
              </a:endParaRPr>
            </a:p>
          </p:txBody>
        </p:sp>
        <p:sp>
          <p:nvSpPr>
            <p:cNvPr id="32" name="node06.body.item-001.bullets.item-004.marker"/>
            <p:cNvSpPr/>
            <p:nvPr/>
          </p:nvSpPr>
          <p:spPr>
            <a:xfrm>
              <a:off x="9601200" y="4337050"/>
              <a:ext cx="50800" cy="50800"/>
            </a:xfrm>
            <a:prstGeom prst="rect">
              <a:avLst/>
            </a:prstGeom>
            <a:solidFill>
              <a:srgbClr val="070154"/>
            </a:solidFill>
            <a:ln>
              <a:noFill/>
            </a:ln>
          </p:spPr>
        </p:sp>
        <p:sp>
          <p:nvSpPr>
            <p:cNvPr id="33" name="node06.body.item-001.bullets.item-004.text"/>
            <p:cNvSpPr/>
            <p:nvPr/>
          </p:nvSpPr>
          <p:spPr>
            <a:xfrm>
              <a:off x="9791700" y="42291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Audit trail</a:t>
              </a:r>
              <a:endParaRPr lang="en-US" sz="1400" spc="0" kern="0" b="0" i="0" dirty="0">
                <a:solidFill>
                  <a:srgbClr val="070154"/>
                </a:solidFill>
                <a:latin typeface="IBM Plex Sans"/>
                <a:ea typeface="IBM Plex Sans"/>
                <a:cs typeface="IBM Plex Sans"/>
              </a:endParaRPr>
            </a:p>
          </p:txBody>
        </p:sp>
      </p:grpSp>
      <p:grpSp>
        <p:nvGrpSpPr>
          <p:cNvPr id="46" name="node07"/>
          <p:cNvGrpSpPr/>
          <p:nvPr/>
        </p:nvGrpSpPr>
        <p:grpSpPr>
          <a:xfrm>
            <a:off x="4610100" y="5029200"/>
            <a:ext cx="6629400" cy="457200"/>
            <a:chOff x="4610100" y="5029200"/>
            <a:chExt cx="6629400" cy="457200"/>
          </a:xfrm>
        </p:grpSpPr>
        <p:sp>
          <p:nvSpPr>
            <p:cNvPr id="34" name="node07.surface"/>
            <p:cNvSpPr/>
            <p:nvPr/>
          </p:nvSpPr>
          <p:spPr>
            <a:xfrm>
              <a:off x="4610100" y="5029200"/>
              <a:ext cx="6629400" cy="457200"/>
            </a:xfrm>
            <a:prstGeom prst="rect">
              <a:avLst/>
            </a:prstGeom>
            <a:solidFill>
              <a:srgbClr val="05013F"/>
            </a:solidFill>
            <a:ln>
              <a:noFill/>
            </a:ln>
          </p:spPr>
        </p:sp>
        <p:sp>
          <p:nvSpPr>
            <p:cNvPr id="35" name="node07.label"/>
            <p:cNvSpPr/>
            <p:nvPr/>
          </p:nvSpPr>
          <p:spPr>
            <a:xfrm>
              <a:off x="4762500" y="51816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FOUNDATION</a:t>
              </a:r>
              <a:endParaRPr lang="en-US" sz="900" spc="54" kern="0" b="0" i="0" dirty="0">
                <a:solidFill>
                  <a:srgbClr val="FFFFFF"/>
                </a:solidFill>
                <a:latin typeface="IBM Plex Mono SemiBold"/>
                <a:ea typeface="IBM Plex Mono SemiBold"/>
                <a:cs typeface="IBM Plex Mono SemiBold"/>
              </a:endParaRPr>
            </a:p>
          </p:txBody>
        </p:sp>
        <p:sp>
          <p:nvSpPr>
            <p:cNvPr id="36" name="node07.text"/>
            <p:cNvSpPr/>
            <p:nvPr/>
          </p:nvSpPr>
          <p:spPr>
            <a:xfrm>
              <a:off x="6438900" y="51435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landing zone, identity, network and storage</a:t>
              </a:r>
              <a:endParaRPr lang="en-US" sz="1200" spc="0" kern="0" b="0" i="0" dirty="0">
                <a:solidFill>
                  <a:srgbClr val="FFFFFF"/>
                </a:solidFill>
                <a:latin typeface="IBM Plex Sans"/>
                <a:ea typeface="IBM Plex Sans"/>
                <a:cs typeface="IBM Plex Sans"/>
              </a:endParaRPr>
            </a:p>
          </p:txBody>
        </p:sp>
      </p:grpSp>
      <p:grpSp>
        <p:nvGrpSpPr>
          <p:cNvPr id="47" name="node08"/>
          <p:cNvGrpSpPr/>
          <p:nvPr/>
        </p:nvGrpSpPr>
        <p:grpSpPr>
          <a:xfrm>
            <a:off x="723900" y="1600200"/>
            <a:ext cx="2514600" cy="152400"/>
            <a:chOff x="723900" y="1600200"/>
            <a:chExt cx="2514600" cy="152400"/>
          </a:xfrm>
        </p:grpSpPr>
        <p:sp>
          <p:nvSpPr>
            <p:cNvPr id="37" name="node08.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DESIGN PRINCIPLE</a:t>
              </a:r>
              <a:endParaRPr lang="en-US" sz="1000" spc="80" kern="0" b="0" i="0" dirty="0">
                <a:solidFill>
                  <a:srgbClr val="F900D3"/>
                </a:solidFill>
                <a:latin typeface="IBM Plex Mono SemiBold"/>
                <a:ea typeface="IBM Plex Mono SemiBold"/>
                <a:cs typeface="IBM Plex Mono SemiBold"/>
              </a:endParaRPr>
            </a:p>
          </p:txBody>
        </p:sp>
      </p:grpSp>
      <p:grpSp>
        <p:nvGrpSpPr>
          <p:cNvPr id="48" name="node09"/>
          <p:cNvGrpSpPr/>
          <p:nvPr/>
        </p:nvGrpSpPr>
        <p:grpSpPr>
          <a:xfrm>
            <a:off x="723900" y="1828800"/>
            <a:ext cx="2514600" cy="381000"/>
            <a:chOff x="723900" y="1828800"/>
            <a:chExt cx="2514600" cy="381000"/>
          </a:xfrm>
        </p:grpSpPr>
        <p:sp>
          <p:nvSpPr>
            <p:cNvPr id="38" name="node09.text"/>
            <p:cNvSpPr/>
            <p:nvPr/>
          </p:nvSpPr>
          <p:spPr>
            <a:xfrm>
              <a:off x="723900" y="1828800"/>
              <a:ext cx="2514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Build once</a:t>
              </a:r>
              <a:endParaRPr lang="en-US" sz="2400" spc="-36" kern="0" b="0" i="0" dirty="0">
                <a:solidFill>
                  <a:srgbClr val="FFFFFF"/>
                </a:solidFill>
                <a:latin typeface="IBM Plex Sans SemiBold"/>
                <a:ea typeface="IBM Plex Sans SemiBold"/>
                <a:cs typeface="IBM Plex Sans SemiBold"/>
              </a:endParaRPr>
            </a:p>
          </p:txBody>
        </p:sp>
      </p:grpSp>
      <p:grpSp>
        <p:nvGrpSpPr>
          <p:cNvPr id="49" name="node10"/>
          <p:cNvGrpSpPr/>
          <p:nvPr/>
        </p:nvGrpSpPr>
        <p:grpSpPr>
          <a:xfrm>
            <a:off x="723900" y="2743200"/>
            <a:ext cx="2514600" cy="685800"/>
            <a:chOff x="723900" y="2743200"/>
            <a:chExt cx="2514600" cy="685800"/>
          </a:xfrm>
        </p:grpSpPr>
        <p:sp>
          <p:nvSpPr>
            <p:cNvPr id="39" name="node10.text"/>
            <p:cNvSpPr/>
            <p:nvPr/>
          </p:nvSpPr>
          <p:spPr>
            <a:xfrm>
              <a:off x="723900" y="27432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Each layer serves every close process, so one moves without a rebuild.</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ource-04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layered platform replaces the old close tools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036320"/>
          </a:xfrm>
          <a:prstGeom prst="rect">
            <a:avLst/>
          </a:prstGeom>
          <a:solidFill>
            <a:srgbClr val="E8EEF8"/>
          </a:solidFill>
          <a:ln>
            <a:noFill/>
          </a:ln>
        </p:spPr>
      </p:sp>
      <p:sp>
        <p:nvSpPr>
          <p:cNvPr id="7"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569720"/>
            <a:ext cx="228600" cy="1036320"/>
          </a:xfrm>
          <a:prstGeom prst="rect">
            <a:avLst/>
          </a:prstGeom>
          <a:solidFill>
            <a:srgbClr val="070154"/>
          </a:solidFill>
          <a:ln>
            <a:noFill/>
          </a:ln>
        </p:spPr>
      </p:sp>
      <p:sp>
        <p:nvSpPr>
          <p:cNvPr id="9"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SOLUTION</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2682240"/>
            <a:ext cx="228600" cy="1036320"/>
          </a:xfrm>
          <a:prstGeom prst="rect">
            <a:avLst/>
          </a:prstGeom>
          <a:solidFill>
            <a:srgbClr val="E8EEF8"/>
          </a:solidFill>
          <a:ln>
            <a:noFill/>
          </a:ln>
        </p:spPr>
      </p:sp>
      <p:sp>
        <p:nvSpPr>
          <p:cNvPr id="11"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3794760"/>
            <a:ext cx="228600" cy="1036320"/>
          </a:xfrm>
          <a:prstGeom prst="rect">
            <a:avLst/>
          </a:prstGeom>
          <a:solidFill>
            <a:srgbClr val="E8EEF8"/>
          </a:solidFill>
          <a:ln>
            <a:noFill/>
          </a:ln>
        </p:spPr>
      </p:sp>
      <p:sp>
        <p:nvSpPr>
          <p:cNvPr id="13"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4" name="nav.section-05"/>
          <p:cNvSpPr/>
          <p:nvPr/>
        </p:nvSpPr>
        <p:spPr>
          <a:xfrm>
            <a:off x="266700" y="4907280"/>
            <a:ext cx="228600" cy="1036320"/>
          </a:xfrm>
          <a:prstGeom prst="rect">
            <a:avLst/>
          </a:prstGeom>
          <a:solidFill>
            <a:srgbClr val="E8EEF8"/>
          </a:solidFill>
          <a:ln>
            <a:noFill/>
          </a:ln>
        </p:spPr>
      </p:sp>
      <p:sp>
        <p:nvSpPr>
          <p:cNvPr id="15"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10744200" cy="4114800"/>
            <a:chOff x="723900" y="1600200"/>
            <a:chExt cx="10744200" cy="4114800"/>
          </a:xfrm>
        </p:grpSpPr>
        <p:sp>
          <p:nvSpPr>
            <p:cNvPr id="17" name="node01.surface"/>
            <p:cNvSpPr/>
            <p:nvPr/>
          </p:nvSpPr>
          <p:spPr>
            <a:xfrm>
              <a:off x="723900" y="1600200"/>
              <a:ext cx="10744200" cy="4114800"/>
            </a:xfrm>
            <a:prstGeom prst="rect">
              <a:avLst/>
            </a:prstGeom>
            <a:ln w="12700">
              <a:solidFill>
                <a:srgbClr val="070154"/>
              </a:solidFill>
              <a:prstDash val="solid"/>
            </a:ln>
          </p:spPr>
        </p:sp>
        <p:sp>
          <p:nvSpPr>
            <p:cNvPr id="18" name="node01.tab"/>
            <p:cNvSpPr/>
            <p:nvPr/>
          </p:nvSpPr>
          <p:spPr>
            <a:xfrm>
              <a:off x="723900" y="1600200"/>
              <a:ext cx="1229494" cy="228600"/>
            </a:xfrm>
            <a:prstGeom prst="rect">
              <a:avLst/>
            </a:prstGeom>
            <a:solidFill>
              <a:srgbClr val="070154"/>
            </a:solidFill>
            <a:ln>
              <a:noFill/>
            </a:ln>
          </p:spPr>
        </p:sp>
        <p:sp>
          <p:nvSpPr>
            <p:cNvPr id="19" name="node01.label"/>
            <p:cNvSpPr/>
            <p:nvPr/>
          </p:nvSpPr>
          <p:spPr>
            <a:xfrm>
              <a:off x="800100" y="1638300"/>
              <a:ext cx="1077094"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CLOSE PLATFORM</a:t>
              </a:r>
              <a:endParaRPr lang="en-US" sz="900" spc="54" kern="0" b="0" i="0" dirty="0">
                <a:solidFill>
                  <a:srgbClr val="FFFFFF"/>
                </a:solidFill>
                <a:latin typeface="IBM Plex Mono SemiBold"/>
                <a:ea typeface="IBM Plex Mono SemiBold"/>
                <a:cs typeface="IBM Plex Mono SemiBold"/>
              </a:endParaRPr>
            </a:p>
          </p:txBody>
        </p:sp>
      </p:grpSp>
      <p:grpSp>
        <p:nvGrpSpPr>
          <p:cNvPr id="50" name="node02"/>
          <p:cNvGrpSpPr/>
          <p:nvPr/>
        </p:nvGrpSpPr>
        <p:grpSpPr>
          <a:xfrm>
            <a:off x="952500" y="2057400"/>
            <a:ext cx="2286000" cy="1181100"/>
            <a:chOff x="952500" y="2057400"/>
            <a:chExt cx="2286000" cy="1181100"/>
          </a:xfrm>
        </p:grpSpPr>
        <p:sp>
          <p:nvSpPr>
            <p:cNvPr id="20" name="node02.title"/>
            <p:cNvSpPr/>
            <p:nvPr/>
          </p:nvSpPr>
          <p:spPr>
            <a:xfrm>
              <a:off x="952500" y="2057400"/>
              <a:ext cx="2286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 once</a:t>
              </a:r>
              <a:endParaRPr lang="en-US" sz="1800" spc="-18" kern="0" b="0" i="0" dirty="0">
                <a:solidFill>
                  <a:srgbClr val="070154"/>
                </a:solidFill>
                <a:latin typeface="IBM Plex Sans SemiBold"/>
                <a:ea typeface="IBM Plex Sans SemiBold"/>
                <a:cs typeface="IBM Plex Sans SemiBold"/>
              </a:endParaRPr>
            </a:p>
          </p:txBody>
        </p:sp>
        <p:sp>
          <p:nvSpPr>
            <p:cNvPr id="21" name="node02.body"/>
            <p:cNvSpPr/>
            <p:nvPr/>
          </p:nvSpPr>
          <p:spPr>
            <a:xfrm>
              <a:off x="952500" y="2438400"/>
              <a:ext cx="2286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Each layer serves every close process, so one moves without a rebuild.</a:t>
              </a:r>
              <a:endParaRPr lang="en-US" sz="1400" spc="0" kern="0" b="0" i="0" dirty="0">
                <a:solidFill>
                  <a:srgbClr val="50658E"/>
                </a:solidFill>
                <a:latin typeface="IBM Plex Sans"/>
                <a:ea typeface="IBM Plex Sans"/>
                <a:cs typeface="IBM Plex Sans"/>
              </a:endParaRPr>
            </a:p>
          </p:txBody>
        </p:sp>
      </p:grpSp>
      <p:grpSp>
        <p:nvGrpSpPr>
          <p:cNvPr id="51" name="node03"/>
          <p:cNvGrpSpPr/>
          <p:nvPr/>
        </p:nvGrpSpPr>
        <p:grpSpPr>
          <a:xfrm>
            <a:off x="3467100" y="2057400"/>
            <a:ext cx="5715000" cy="685800"/>
            <a:chOff x="3467100" y="2057400"/>
            <a:chExt cx="5715000" cy="685800"/>
          </a:xfrm>
        </p:grpSpPr>
        <p:sp>
          <p:nvSpPr>
            <p:cNvPr id="22" name="node03.surface"/>
            <p:cNvSpPr/>
            <p:nvPr/>
          </p:nvSpPr>
          <p:spPr>
            <a:xfrm>
              <a:off x="3467100" y="2057400"/>
              <a:ext cx="5715000" cy="685800"/>
            </a:xfrm>
            <a:prstGeom prst="rect">
              <a:avLst/>
            </a:prstGeom>
            <a:solidFill>
              <a:srgbClr val="070154"/>
            </a:solidFill>
            <a:ln>
              <a:noFill/>
            </a:ln>
          </p:spPr>
        </p:sp>
        <p:sp>
          <p:nvSpPr>
            <p:cNvPr id="23" name="node03.label"/>
            <p:cNvSpPr/>
            <p:nvPr/>
          </p:nvSpPr>
          <p:spPr>
            <a:xfrm>
              <a:off x="3619500" y="23241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1  EXPERIENCE</a:t>
              </a:r>
              <a:endParaRPr lang="en-US" sz="900" spc="54" kern="0" b="0" i="0" dirty="0">
                <a:solidFill>
                  <a:srgbClr val="FFFFFF"/>
                </a:solidFill>
                <a:latin typeface="IBM Plex Mono SemiBold"/>
                <a:ea typeface="IBM Plex Mono SemiBold"/>
                <a:cs typeface="IBM Plex Mono SemiBold"/>
              </a:endParaRPr>
            </a:p>
          </p:txBody>
        </p:sp>
        <p:sp>
          <p:nvSpPr>
            <p:cNvPr id="24" name="node03.text"/>
            <p:cNvSpPr/>
            <p:nvPr/>
          </p:nvSpPr>
          <p:spPr>
            <a:xfrm>
              <a:off x="5295900" y="22860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Close cockpit and mobile approvals</a:t>
              </a:r>
              <a:endParaRPr lang="en-US" sz="1200" spc="0" kern="0" b="0" i="0" dirty="0">
                <a:solidFill>
                  <a:srgbClr val="FFFFFF"/>
                </a:solidFill>
                <a:latin typeface="IBM Plex Sans"/>
                <a:ea typeface="IBM Plex Sans"/>
                <a:cs typeface="IBM Plex Sans"/>
              </a:endParaRPr>
            </a:p>
          </p:txBody>
        </p:sp>
      </p:grpSp>
      <p:grpSp>
        <p:nvGrpSpPr>
          <p:cNvPr id="52" name="node04"/>
          <p:cNvGrpSpPr/>
          <p:nvPr/>
        </p:nvGrpSpPr>
        <p:grpSpPr>
          <a:xfrm>
            <a:off x="3467100" y="2743200"/>
            <a:ext cx="5715000" cy="685800"/>
            <a:chOff x="3467100" y="2743200"/>
            <a:chExt cx="5715000" cy="685800"/>
          </a:xfrm>
        </p:grpSpPr>
        <p:sp>
          <p:nvSpPr>
            <p:cNvPr id="25" name="node04.surface"/>
            <p:cNvSpPr/>
            <p:nvPr/>
          </p:nvSpPr>
          <p:spPr>
            <a:xfrm>
              <a:off x="3467100" y="2743200"/>
              <a:ext cx="5715000" cy="685800"/>
            </a:xfrm>
            <a:prstGeom prst="rect">
              <a:avLst/>
            </a:prstGeom>
            <a:solidFill>
              <a:srgbClr val="CED7E6"/>
            </a:solidFill>
            <a:ln>
              <a:noFill/>
            </a:ln>
          </p:spPr>
        </p:sp>
        <p:sp>
          <p:nvSpPr>
            <p:cNvPr id="26" name="node04.label"/>
            <p:cNvSpPr/>
            <p:nvPr/>
          </p:nvSpPr>
          <p:spPr>
            <a:xfrm>
              <a:off x="3619500" y="30099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2  API LAYER</a:t>
              </a:r>
              <a:endParaRPr lang="en-US" sz="900" spc="54" kern="0" b="0" i="0" dirty="0">
                <a:solidFill>
                  <a:srgbClr val="070154"/>
                </a:solidFill>
                <a:latin typeface="IBM Plex Mono SemiBold"/>
                <a:ea typeface="IBM Plex Mono SemiBold"/>
                <a:cs typeface="IBM Plex Mono SemiBold"/>
              </a:endParaRPr>
            </a:p>
          </p:txBody>
        </p:sp>
        <p:sp>
          <p:nvSpPr>
            <p:cNvPr id="27" name="node04.text"/>
            <p:cNvSpPr/>
            <p:nvPr/>
          </p:nvSpPr>
          <p:spPr>
            <a:xfrm>
              <a:off x="5295900" y="29718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rules and posting services</a:t>
              </a:r>
              <a:endParaRPr lang="en-US" sz="1200" spc="0" kern="0" b="0" i="0" dirty="0">
                <a:solidFill>
                  <a:srgbClr val="070154"/>
                </a:solidFill>
                <a:latin typeface="IBM Plex Sans"/>
                <a:ea typeface="IBM Plex Sans"/>
                <a:cs typeface="IBM Plex Sans"/>
              </a:endParaRPr>
            </a:p>
          </p:txBody>
        </p:sp>
      </p:grpSp>
      <p:grpSp>
        <p:nvGrpSpPr>
          <p:cNvPr id="53" name="node05"/>
          <p:cNvGrpSpPr/>
          <p:nvPr/>
        </p:nvGrpSpPr>
        <p:grpSpPr>
          <a:xfrm>
            <a:off x="3467100" y="3429000"/>
            <a:ext cx="5715000" cy="685800"/>
            <a:chOff x="3467100" y="3429000"/>
            <a:chExt cx="5715000" cy="685800"/>
          </a:xfrm>
        </p:grpSpPr>
        <p:sp>
          <p:nvSpPr>
            <p:cNvPr id="28" name="node05.surface"/>
            <p:cNvSpPr/>
            <p:nvPr/>
          </p:nvSpPr>
          <p:spPr>
            <a:xfrm>
              <a:off x="3467100" y="3429000"/>
              <a:ext cx="5715000" cy="685800"/>
            </a:xfrm>
            <a:prstGeom prst="rect">
              <a:avLst/>
            </a:prstGeom>
            <a:solidFill>
              <a:srgbClr val="E8EEF8"/>
            </a:solidFill>
            <a:ln>
              <a:noFill/>
            </a:ln>
          </p:spPr>
        </p:sp>
        <p:sp>
          <p:nvSpPr>
            <p:cNvPr id="29" name="node05.label"/>
            <p:cNvSpPr/>
            <p:nvPr/>
          </p:nvSpPr>
          <p:spPr>
            <a:xfrm>
              <a:off x="3619500" y="36957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3  DATA ACCESS</a:t>
              </a:r>
              <a:endParaRPr lang="en-US" sz="900" spc="54" kern="0" b="0" i="0" dirty="0">
                <a:solidFill>
                  <a:srgbClr val="070154"/>
                </a:solidFill>
                <a:latin typeface="IBM Plex Mono SemiBold"/>
                <a:ea typeface="IBM Plex Mono SemiBold"/>
                <a:cs typeface="IBM Plex Mono SemiBold"/>
              </a:endParaRPr>
            </a:p>
          </p:txBody>
        </p:sp>
        <p:sp>
          <p:nvSpPr>
            <p:cNvPr id="30" name="node05.text"/>
            <p:cNvSpPr/>
            <p:nvPr/>
          </p:nvSpPr>
          <p:spPr>
            <a:xfrm>
              <a:off x="5295900" y="36576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governed path to close data</a:t>
              </a:r>
              <a:endParaRPr lang="en-US" sz="1200" spc="0" kern="0" b="0" i="0" dirty="0">
                <a:solidFill>
                  <a:srgbClr val="070154"/>
                </a:solidFill>
                <a:latin typeface="IBM Plex Sans"/>
                <a:ea typeface="IBM Plex Sans"/>
                <a:cs typeface="IBM Plex Sans"/>
              </a:endParaRPr>
            </a:p>
          </p:txBody>
        </p:sp>
      </p:grpSp>
      <p:grpSp>
        <p:nvGrpSpPr>
          <p:cNvPr id="54" name="node06"/>
          <p:cNvGrpSpPr/>
          <p:nvPr/>
        </p:nvGrpSpPr>
        <p:grpSpPr>
          <a:xfrm>
            <a:off x="3467100" y="4114800"/>
            <a:ext cx="5715000" cy="685800"/>
            <a:chOff x="3467100" y="4114800"/>
            <a:chExt cx="5715000" cy="685800"/>
          </a:xfrm>
        </p:grpSpPr>
        <p:sp>
          <p:nvSpPr>
            <p:cNvPr id="31" name="node06.surface"/>
            <p:cNvSpPr/>
            <p:nvPr/>
          </p:nvSpPr>
          <p:spPr>
            <a:xfrm>
              <a:off x="3473450" y="4121150"/>
              <a:ext cx="5702300" cy="673100"/>
            </a:xfrm>
            <a:prstGeom prst="rect">
              <a:avLst/>
            </a:prstGeom>
            <a:solidFill>
              <a:srgbClr val="FFFFFF"/>
            </a:solidFill>
            <a:ln w="12700">
              <a:solidFill>
                <a:srgbClr val="CED7E6"/>
              </a:solidFill>
              <a:prstDash val="solid"/>
            </a:ln>
          </p:spPr>
        </p:sp>
        <p:sp>
          <p:nvSpPr>
            <p:cNvPr id="32" name="node06.label"/>
            <p:cNvSpPr/>
            <p:nvPr/>
          </p:nvSpPr>
          <p:spPr>
            <a:xfrm>
              <a:off x="3619500" y="43815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4  SOURCE SYSTEMS</a:t>
              </a:r>
              <a:endParaRPr lang="en-US" sz="900" spc="54" kern="0" b="0" i="0" dirty="0">
                <a:solidFill>
                  <a:srgbClr val="070154"/>
                </a:solidFill>
                <a:latin typeface="IBM Plex Mono SemiBold"/>
                <a:ea typeface="IBM Plex Mono SemiBold"/>
                <a:cs typeface="IBM Plex Mono SemiBold"/>
              </a:endParaRPr>
            </a:p>
          </p:txBody>
        </p:sp>
        <p:sp>
          <p:nvSpPr>
            <p:cNvPr id="33" name="node06.text"/>
            <p:cNvSpPr/>
            <p:nvPr/>
          </p:nvSpPr>
          <p:spPr>
            <a:xfrm>
              <a:off x="5295900" y="43434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sub-ledgers and bank feeds</a:t>
              </a:r>
              <a:endParaRPr lang="en-US" sz="1200" spc="0" kern="0" b="0" i="0" dirty="0">
                <a:solidFill>
                  <a:srgbClr val="070154"/>
                </a:solidFill>
                <a:latin typeface="IBM Plex Sans"/>
                <a:ea typeface="IBM Plex Sans"/>
                <a:cs typeface="IBM Plex Sans"/>
              </a:endParaRPr>
            </a:p>
          </p:txBody>
        </p:sp>
      </p:grpSp>
      <p:grpSp>
        <p:nvGrpSpPr>
          <p:cNvPr id="55" name="node07"/>
          <p:cNvGrpSpPr/>
          <p:nvPr/>
        </p:nvGrpSpPr>
        <p:grpSpPr>
          <a:xfrm>
            <a:off x="9410700" y="2057400"/>
            <a:ext cx="1828800" cy="2743200"/>
            <a:chOff x="9410700" y="2057400"/>
            <a:chExt cx="1828800" cy="2743200"/>
          </a:xfrm>
        </p:grpSpPr>
        <p:sp>
          <p:nvSpPr>
            <p:cNvPr id="34" name="node07.container"/>
            <p:cNvSpPr/>
            <p:nvPr/>
          </p:nvSpPr>
          <p:spPr>
            <a:xfrm>
              <a:off x="9410700" y="2057400"/>
              <a:ext cx="1828800" cy="2743200"/>
            </a:xfrm>
            <a:prstGeom prst="rect">
              <a:avLst/>
            </a:prstGeom>
            <a:solidFill>
              <a:srgbClr val="E8EEF8"/>
            </a:solidFill>
            <a:ln>
              <a:noFill/>
            </a:ln>
          </p:spPr>
        </p:sp>
        <p:sp>
          <p:nvSpPr>
            <p:cNvPr id="35" name="node07.edge"/>
            <p:cNvSpPr/>
            <p:nvPr/>
          </p:nvSpPr>
          <p:spPr>
            <a:xfrm>
              <a:off x="9410700" y="2057400"/>
              <a:ext cx="38100" cy="2743200"/>
            </a:xfrm>
            <a:prstGeom prst="rect">
              <a:avLst/>
            </a:prstGeom>
            <a:solidFill>
              <a:srgbClr val="070154"/>
            </a:solidFill>
            <a:ln>
              <a:noFill/>
            </a:ln>
          </p:spPr>
        </p:sp>
        <p:sp>
          <p:nvSpPr>
            <p:cNvPr id="36" name="node07.label"/>
            <p:cNvSpPr/>
            <p:nvPr/>
          </p:nvSpPr>
          <p:spPr>
            <a:xfrm>
              <a:off x="9601200" y="2209800"/>
              <a:ext cx="14859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ACROSS LAYERS 1–4</a:t>
              </a:r>
              <a:endParaRPr lang="en-US" sz="900" spc="54" kern="0" b="0" i="0" dirty="0">
                <a:solidFill>
                  <a:srgbClr val="0047FF"/>
                </a:solidFill>
                <a:latin typeface="IBM Plex Mono Medium"/>
                <a:ea typeface="IBM Plex Mono Medium"/>
                <a:cs typeface="IBM Plex Mono Medium"/>
              </a:endParaRPr>
            </a:p>
          </p:txBody>
        </p:sp>
        <p:sp>
          <p:nvSpPr>
            <p:cNvPr id="37" name="node07.title"/>
            <p:cNvSpPr/>
            <p:nvPr/>
          </p:nvSpPr>
          <p:spPr>
            <a:xfrm>
              <a:off x="9601200" y="2438400"/>
              <a:ext cx="14859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Shared controls</a:t>
              </a:r>
              <a:endParaRPr lang="en-US" sz="1800" spc="-18" kern="0" b="0" i="0" dirty="0">
                <a:solidFill>
                  <a:srgbClr val="070154"/>
                </a:solidFill>
                <a:latin typeface="IBM Plex Sans SemiBold"/>
                <a:ea typeface="IBM Plex Sans SemiBold"/>
                <a:cs typeface="IBM Plex Sans SemiBold"/>
              </a:endParaRPr>
            </a:p>
          </p:txBody>
        </p:sp>
        <p:sp>
          <p:nvSpPr>
            <p:cNvPr id="38" name="node07.body.item-001.bullets.item-001.marker"/>
            <p:cNvSpPr/>
            <p:nvPr/>
          </p:nvSpPr>
          <p:spPr>
            <a:xfrm>
              <a:off x="9601200" y="3308350"/>
              <a:ext cx="50800" cy="50800"/>
            </a:xfrm>
            <a:prstGeom prst="rect">
              <a:avLst/>
            </a:prstGeom>
            <a:solidFill>
              <a:srgbClr val="070154"/>
            </a:solidFill>
            <a:ln>
              <a:noFill/>
            </a:ln>
          </p:spPr>
        </p:sp>
        <p:sp>
          <p:nvSpPr>
            <p:cNvPr id="39" name="node07.body.item-001.bullets.item-001.text"/>
            <p:cNvSpPr/>
            <p:nvPr/>
          </p:nvSpPr>
          <p:spPr>
            <a:xfrm>
              <a:off x="9791700" y="32004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Security</a:t>
              </a:r>
              <a:endParaRPr lang="en-US" sz="1400" spc="0" kern="0" b="0" i="0" dirty="0">
                <a:solidFill>
                  <a:srgbClr val="070154"/>
                </a:solidFill>
                <a:latin typeface="IBM Plex Sans"/>
                <a:ea typeface="IBM Plex Sans"/>
                <a:cs typeface="IBM Plex Sans"/>
              </a:endParaRPr>
            </a:p>
          </p:txBody>
        </p:sp>
        <p:sp>
          <p:nvSpPr>
            <p:cNvPr id="40" name="node07.body.item-001.bullets.item-002.marker"/>
            <p:cNvSpPr/>
            <p:nvPr/>
          </p:nvSpPr>
          <p:spPr>
            <a:xfrm>
              <a:off x="9601200" y="3651250"/>
              <a:ext cx="50800" cy="50800"/>
            </a:xfrm>
            <a:prstGeom prst="rect">
              <a:avLst/>
            </a:prstGeom>
            <a:solidFill>
              <a:srgbClr val="070154"/>
            </a:solidFill>
            <a:ln>
              <a:noFill/>
            </a:ln>
          </p:spPr>
        </p:sp>
        <p:sp>
          <p:nvSpPr>
            <p:cNvPr id="41" name="node07.body.item-001.bullets.item-002.text"/>
            <p:cNvSpPr/>
            <p:nvPr/>
          </p:nvSpPr>
          <p:spPr>
            <a:xfrm>
              <a:off x="9791700" y="35433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Governance</a:t>
              </a:r>
              <a:endParaRPr lang="en-US" sz="1400" spc="0" kern="0" b="0" i="0" dirty="0">
                <a:solidFill>
                  <a:srgbClr val="070154"/>
                </a:solidFill>
                <a:latin typeface="IBM Plex Sans"/>
                <a:ea typeface="IBM Plex Sans"/>
                <a:cs typeface="IBM Plex Sans"/>
              </a:endParaRPr>
            </a:p>
          </p:txBody>
        </p:sp>
        <p:sp>
          <p:nvSpPr>
            <p:cNvPr id="42" name="node07.body.item-001.bullets.item-003.marker"/>
            <p:cNvSpPr/>
            <p:nvPr/>
          </p:nvSpPr>
          <p:spPr>
            <a:xfrm>
              <a:off x="9601200" y="3994150"/>
              <a:ext cx="50800" cy="50800"/>
            </a:xfrm>
            <a:prstGeom prst="rect">
              <a:avLst/>
            </a:prstGeom>
            <a:solidFill>
              <a:srgbClr val="070154"/>
            </a:solidFill>
            <a:ln>
              <a:noFill/>
            </a:ln>
          </p:spPr>
        </p:sp>
        <p:sp>
          <p:nvSpPr>
            <p:cNvPr id="43" name="node07.body.item-001.bullets.item-003.text"/>
            <p:cNvSpPr/>
            <p:nvPr/>
          </p:nvSpPr>
          <p:spPr>
            <a:xfrm>
              <a:off x="9791700" y="38862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Observability</a:t>
              </a:r>
              <a:endParaRPr lang="en-US" sz="1400" spc="0" kern="0" b="0" i="0" dirty="0">
                <a:solidFill>
                  <a:srgbClr val="070154"/>
                </a:solidFill>
                <a:latin typeface="IBM Plex Sans"/>
                <a:ea typeface="IBM Plex Sans"/>
                <a:cs typeface="IBM Plex Sans"/>
              </a:endParaRPr>
            </a:p>
          </p:txBody>
        </p:sp>
        <p:sp>
          <p:nvSpPr>
            <p:cNvPr id="44" name="node07.body.item-001.bullets.item-004.marker"/>
            <p:cNvSpPr/>
            <p:nvPr/>
          </p:nvSpPr>
          <p:spPr>
            <a:xfrm>
              <a:off x="9601200" y="4337050"/>
              <a:ext cx="50800" cy="50800"/>
            </a:xfrm>
            <a:prstGeom prst="rect">
              <a:avLst/>
            </a:prstGeom>
            <a:solidFill>
              <a:srgbClr val="070154"/>
            </a:solidFill>
            <a:ln>
              <a:noFill/>
            </a:ln>
          </p:spPr>
        </p:sp>
        <p:sp>
          <p:nvSpPr>
            <p:cNvPr id="45" name="node07.body.item-001.bullets.item-004.text"/>
            <p:cNvSpPr/>
            <p:nvPr/>
          </p:nvSpPr>
          <p:spPr>
            <a:xfrm>
              <a:off x="9791700" y="42291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Audit trail</a:t>
              </a:r>
              <a:endParaRPr lang="en-US" sz="1400" spc="0" kern="0" b="0" i="0" dirty="0">
                <a:solidFill>
                  <a:srgbClr val="070154"/>
                </a:solidFill>
                <a:latin typeface="IBM Plex Sans"/>
                <a:ea typeface="IBM Plex Sans"/>
                <a:cs typeface="IBM Plex Sans"/>
              </a:endParaRPr>
            </a:p>
          </p:txBody>
        </p:sp>
      </p:grpSp>
      <p:grpSp>
        <p:nvGrpSpPr>
          <p:cNvPr id="56" name="node08"/>
          <p:cNvGrpSpPr/>
          <p:nvPr/>
        </p:nvGrpSpPr>
        <p:grpSpPr>
          <a:xfrm>
            <a:off x="3467100" y="5029200"/>
            <a:ext cx="7772400" cy="457200"/>
            <a:chOff x="3467100" y="5029200"/>
            <a:chExt cx="7772400" cy="457200"/>
          </a:xfrm>
        </p:grpSpPr>
        <p:sp>
          <p:nvSpPr>
            <p:cNvPr id="46" name="node08.surface"/>
            <p:cNvSpPr/>
            <p:nvPr/>
          </p:nvSpPr>
          <p:spPr>
            <a:xfrm>
              <a:off x="3467100" y="5029200"/>
              <a:ext cx="7772400" cy="457200"/>
            </a:xfrm>
            <a:prstGeom prst="rect">
              <a:avLst/>
            </a:prstGeom>
            <a:solidFill>
              <a:srgbClr val="05013F"/>
            </a:solidFill>
            <a:ln>
              <a:noFill/>
            </a:ln>
          </p:spPr>
        </p:sp>
        <p:sp>
          <p:nvSpPr>
            <p:cNvPr id="47" name="node08.label"/>
            <p:cNvSpPr/>
            <p:nvPr/>
          </p:nvSpPr>
          <p:spPr>
            <a:xfrm>
              <a:off x="3619500" y="51816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FOUNDATION</a:t>
              </a:r>
              <a:endParaRPr lang="en-US" sz="900" spc="54" kern="0" b="0" i="0" dirty="0">
                <a:solidFill>
                  <a:srgbClr val="FFFFFF"/>
                </a:solidFill>
                <a:latin typeface="IBM Plex Mono SemiBold"/>
                <a:ea typeface="IBM Plex Mono SemiBold"/>
                <a:cs typeface="IBM Plex Mono SemiBold"/>
              </a:endParaRPr>
            </a:p>
          </p:txBody>
        </p:sp>
        <p:sp>
          <p:nvSpPr>
            <p:cNvPr id="48" name="node08.text"/>
            <p:cNvSpPr/>
            <p:nvPr/>
          </p:nvSpPr>
          <p:spPr>
            <a:xfrm>
              <a:off x="5295900" y="5143500"/>
              <a:ext cx="579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landing zone, identity, network and storage</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ource-04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Everything runs in one governed Northfield tenant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2514600" cy="2514600"/>
            <a:chOff x="723900" y="1600200"/>
            <a:chExt cx="2514600" cy="2514600"/>
          </a:xfrm>
        </p:grpSpPr>
        <p:sp>
          <p:nvSpPr>
            <p:cNvPr id="7" name="node01.surface"/>
            <p:cNvSpPr/>
            <p:nvPr/>
          </p:nvSpPr>
          <p:spPr>
            <a:xfrm>
              <a:off x="723900" y="1600200"/>
              <a:ext cx="2514600" cy="2514600"/>
            </a:xfrm>
            <a:prstGeom prst="rect">
              <a:avLst/>
            </a:prstGeom>
            <a:solidFill>
              <a:srgbClr val="FFFFFF"/>
            </a:solidFill>
            <a:ln w="12700">
              <a:solidFill>
                <a:srgbClr val="50658E"/>
              </a:solidFill>
              <a:prstDash val="dash"/>
            </a:ln>
          </p:spPr>
        </p:sp>
        <p:sp>
          <p:nvSpPr>
            <p:cNvPr id="8" name="node01.label"/>
            <p:cNvSpPr/>
            <p:nvPr/>
          </p:nvSpPr>
          <p:spPr>
            <a:xfrm>
              <a:off x="876300" y="17145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Source systems</a:t>
              </a:r>
              <a:endParaRPr lang="en-US" sz="1200" spc="0" kern="0" b="0" i="0" dirty="0">
                <a:solidFill>
                  <a:srgbClr val="070154"/>
                </a:solidFill>
                <a:latin typeface="IBM Plex Sans SemiBold"/>
                <a:ea typeface="IBM Plex Sans SemiBold"/>
                <a:cs typeface="IBM Plex Sans SemiBold"/>
              </a:endParaRPr>
            </a:p>
          </p:txBody>
        </p:sp>
        <p:sp>
          <p:nvSpPr>
            <p:cNvPr id="9" name="node01.label-underline-0"/>
            <p:cNvSpPr/>
            <p:nvPr/>
          </p:nvSpPr>
          <p:spPr>
            <a:xfrm>
              <a:off x="876300" y="1908556"/>
              <a:ext cx="1114425" cy="0"/>
            </a:xfrm>
            <a:custGeom>
              <a:avLst/>
              <a:gdLst/>
              <a:ahLst/>
              <a:cxnLst/>
              <a:rect l="l" t="t" r="r" b="b"/>
              <a:pathLst>
                <a:path w="1114425">
                  <a:moveTo>
                    <a:pt x="0" y="0"/>
                  </a:moveTo>
                  <a:lnTo>
                    <a:pt x="1114425" y="0"/>
                  </a:lnTo>
                </a:path>
              </a:pathLst>
            </a:custGeom>
            <a:ln w="9525">
              <a:solidFill>
                <a:srgbClr val="070154"/>
              </a:solidFill>
              <a:prstDash val="solid"/>
            </a:ln>
          </p:spPr>
        </p:sp>
        <p:grpSp>
          <p:nvGrpSpPr>
            <p:cNvPr id="39" name="node01.bullets"/>
            <p:cNvGrpSpPr/>
            <p:nvPr/>
          </p:nvGrpSpPr>
          <p:grpSpPr>
            <a:xfrm>
              <a:off x="876300" y="2019300"/>
              <a:ext cx="2209800" cy="1028700"/>
              <a:chOff x="876300" y="2019300"/>
              <a:chExt cx="2209800" cy="1028700"/>
            </a:xfrm>
          </p:grpSpPr>
          <p:sp>
            <p:nvSpPr>
              <p:cNvPr id="10" name="node01.bullets.source-001.bullet"/>
              <p:cNvSpPr/>
              <p:nvPr/>
            </p:nvSpPr>
            <p:spPr>
              <a:xfrm>
                <a:off x="876300" y="2108200"/>
                <a:ext cx="38100" cy="38100"/>
              </a:xfrm>
              <a:prstGeom prst="rect">
                <a:avLst/>
              </a:prstGeom>
              <a:solidFill>
                <a:srgbClr val="070154"/>
              </a:solidFill>
              <a:ln>
                <a:noFill/>
              </a:ln>
            </p:spPr>
          </p:sp>
          <p:sp>
            <p:nvSpPr>
              <p:cNvPr id="11" name="node01.bullets.source-001.text"/>
              <p:cNvSpPr/>
              <p:nvPr/>
            </p:nvSpPr>
            <p:spPr>
              <a:xfrm>
                <a:off x="1028700" y="20193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and sub-ledgers</a:t>
                </a:r>
                <a:endParaRPr lang="en-US" sz="1200" spc="0" kern="0" b="0" i="0" dirty="0">
                  <a:solidFill>
                    <a:srgbClr val="070154"/>
                  </a:solidFill>
                  <a:latin typeface="IBM Plex Sans"/>
                  <a:ea typeface="IBM Plex Sans"/>
                  <a:cs typeface="IBM Plex Sans"/>
                </a:endParaRPr>
              </a:p>
            </p:txBody>
          </p:sp>
          <p:sp>
            <p:nvSpPr>
              <p:cNvPr id="12" name="node01.bullets.source-002.bullet"/>
              <p:cNvSpPr/>
              <p:nvPr/>
            </p:nvSpPr>
            <p:spPr>
              <a:xfrm>
                <a:off x="876300" y="2374900"/>
                <a:ext cx="38100" cy="38100"/>
              </a:xfrm>
              <a:prstGeom prst="rect">
                <a:avLst/>
              </a:prstGeom>
              <a:solidFill>
                <a:srgbClr val="070154"/>
              </a:solidFill>
              <a:ln>
                <a:noFill/>
              </a:ln>
            </p:spPr>
          </p:sp>
          <p:sp>
            <p:nvSpPr>
              <p:cNvPr id="13" name="node01.bullets.source-002.text"/>
              <p:cNvSpPr/>
              <p:nvPr/>
            </p:nvSpPr>
            <p:spPr>
              <a:xfrm>
                <a:off x="1028700" y="22860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Bank statement feeds</a:t>
                </a:r>
                <a:endParaRPr lang="en-US" sz="1200" spc="0" kern="0" b="0" i="0" dirty="0">
                  <a:solidFill>
                    <a:srgbClr val="070154"/>
                  </a:solidFill>
                  <a:latin typeface="IBM Plex Sans"/>
                  <a:ea typeface="IBM Plex Sans"/>
                  <a:cs typeface="IBM Plex Sans"/>
                </a:endParaRPr>
              </a:p>
            </p:txBody>
          </p:sp>
          <p:sp>
            <p:nvSpPr>
              <p:cNvPr id="14" name="node01.bullets.source-003.bullet"/>
              <p:cNvSpPr/>
              <p:nvPr/>
            </p:nvSpPr>
            <p:spPr>
              <a:xfrm>
                <a:off x="876300" y="2641600"/>
                <a:ext cx="38100" cy="38100"/>
              </a:xfrm>
              <a:prstGeom prst="rect">
                <a:avLst/>
              </a:prstGeom>
              <a:solidFill>
                <a:srgbClr val="070154"/>
              </a:solidFill>
              <a:ln>
                <a:noFill/>
              </a:ln>
            </p:spPr>
          </p:sp>
          <p:sp>
            <p:nvSpPr>
              <p:cNvPr id="15" name="node01.bullets.source-003.text"/>
              <p:cNvSpPr/>
              <p:nvPr/>
            </p:nvSpPr>
            <p:spPr>
              <a:xfrm>
                <a:off x="1028700" y="25527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Payroll</a:t>
                </a:r>
                <a:endParaRPr lang="en-US" sz="1200" spc="0" kern="0" b="0" i="0" dirty="0">
                  <a:solidFill>
                    <a:srgbClr val="070154"/>
                  </a:solidFill>
                  <a:latin typeface="IBM Plex Sans"/>
                  <a:ea typeface="IBM Plex Sans"/>
                  <a:cs typeface="IBM Plex Sans"/>
                </a:endParaRPr>
              </a:p>
            </p:txBody>
          </p:sp>
          <p:sp>
            <p:nvSpPr>
              <p:cNvPr id="16" name="node01.bullets.source-004.bullet"/>
              <p:cNvSpPr/>
              <p:nvPr/>
            </p:nvSpPr>
            <p:spPr>
              <a:xfrm>
                <a:off x="876300" y="2908300"/>
                <a:ext cx="38100" cy="38100"/>
              </a:xfrm>
              <a:prstGeom prst="rect">
                <a:avLst/>
              </a:prstGeom>
              <a:solidFill>
                <a:srgbClr val="070154"/>
              </a:solidFill>
              <a:ln>
                <a:noFill/>
              </a:ln>
            </p:spPr>
          </p:sp>
          <p:sp>
            <p:nvSpPr>
              <p:cNvPr id="17" name="node01.bullets.source-004.text"/>
              <p:cNvSpPr/>
              <p:nvPr/>
            </p:nvSpPr>
            <p:spPr>
              <a:xfrm>
                <a:off x="1028700" y="28194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Tax engine</a:t>
                </a:r>
                <a:endParaRPr lang="en-US" sz="1200" spc="0" kern="0" b="0" i="0" dirty="0">
                  <a:solidFill>
                    <a:srgbClr val="070154"/>
                  </a:solidFill>
                  <a:latin typeface="IBM Plex Sans"/>
                  <a:ea typeface="IBM Plex Sans"/>
                  <a:cs typeface="IBM Plex Sans"/>
                </a:endParaRPr>
              </a:p>
            </p:txBody>
          </p:sp>
        </p:grpSp>
      </p:grpSp>
      <p:grpSp>
        <p:nvGrpSpPr>
          <p:cNvPr id="41" name="node02"/>
          <p:cNvGrpSpPr/>
          <p:nvPr/>
        </p:nvGrpSpPr>
        <p:grpSpPr>
          <a:xfrm>
            <a:off x="3238500" y="2971800"/>
            <a:ext cx="457200" cy="1"/>
            <a:chOff x="3238500" y="2971800"/>
            <a:chExt cx="457200" cy="1"/>
          </a:xfrm>
        </p:grpSpPr>
        <p:sp>
          <p:nvSpPr>
            <p:cNvPr id="18" name="node02.segment-1"/>
            <p:cNvSpPr/>
            <p:nvPr/>
          </p:nvSpPr>
          <p:spPr>
            <a:xfrm>
              <a:off x="3238500" y="2971800"/>
              <a:ext cx="457200" cy="0"/>
            </a:xfrm>
            <a:custGeom>
              <a:avLst/>
              <a:gdLst/>
              <a:ahLst/>
              <a:cxnLst/>
              <a:rect l="l" t="t" r="r" b="b"/>
              <a:pathLst>
                <a:path w="457200">
                  <a:moveTo>
                    <a:pt x="0" y="0"/>
                  </a:moveTo>
                  <a:lnTo>
                    <a:pt x="457200" y="0"/>
                  </a:lnTo>
                </a:path>
              </a:pathLst>
            </a:custGeom>
            <a:ln w="12700">
              <a:solidFill>
                <a:srgbClr val="070154"/>
              </a:solidFill>
              <a:prstDash val="solid"/>
            </a:ln>
          </p:spPr>
        </p:sp>
      </p:grpSp>
      <p:grpSp>
        <p:nvGrpSpPr>
          <p:cNvPr id="42" name="node03"/>
          <p:cNvGrpSpPr/>
          <p:nvPr/>
        </p:nvGrpSpPr>
        <p:grpSpPr>
          <a:xfrm>
            <a:off x="3695700" y="1600200"/>
            <a:ext cx="7772400" cy="4114800"/>
            <a:chOff x="3695700" y="1600200"/>
            <a:chExt cx="7772400" cy="4114800"/>
          </a:xfrm>
        </p:grpSpPr>
        <p:sp>
          <p:nvSpPr>
            <p:cNvPr id="19" name="node03.surface"/>
            <p:cNvSpPr/>
            <p:nvPr/>
          </p:nvSpPr>
          <p:spPr>
            <a:xfrm>
              <a:off x="3695700" y="1600200"/>
              <a:ext cx="7772400" cy="4114800"/>
            </a:xfrm>
            <a:prstGeom prst="rect">
              <a:avLst/>
            </a:prstGeom>
            <a:solidFill>
              <a:srgbClr val="E8EEF8"/>
            </a:solidFill>
            <a:ln>
              <a:noFill/>
            </a:ln>
          </p:spPr>
        </p:sp>
        <p:sp>
          <p:nvSpPr>
            <p:cNvPr id="20" name="node03.label"/>
            <p:cNvSpPr/>
            <p:nvPr/>
          </p:nvSpPr>
          <p:spPr>
            <a:xfrm>
              <a:off x="3848100" y="1714500"/>
              <a:ext cx="7467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Northfield cloud tenant</a:t>
              </a:r>
              <a:endParaRPr lang="en-US" sz="1800" spc="-18" kern="0" b="0" i="0" dirty="0">
                <a:solidFill>
                  <a:srgbClr val="070154"/>
                </a:solidFill>
                <a:latin typeface="IBM Plex Sans SemiBold"/>
                <a:ea typeface="IBM Plex Sans SemiBold"/>
                <a:cs typeface="IBM Plex Sans SemiBold"/>
              </a:endParaRPr>
            </a:p>
          </p:txBody>
        </p:sp>
      </p:grpSp>
      <p:grpSp>
        <p:nvGrpSpPr>
          <p:cNvPr id="43" name="node04"/>
          <p:cNvGrpSpPr/>
          <p:nvPr/>
        </p:nvGrpSpPr>
        <p:grpSpPr>
          <a:xfrm>
            <a:off x="3924300" y="2057400"/>
            <a:ext cx="7315200" cy="3429000"/>
            <a:chOff x="3924300" y="2057400"/>
            <a:chExt cx="7315200" cy="3429000"/>
          </a:xfrm>
        </p:grpSpPr>
        <p:sp>
          <p:nvSpPr>
            <p:cNvPr id="21" name="node04.surface"/>
            <p:cNvSpPr/>
            <p:nvPr/>
          </p:nvSpPr>
          <p:spPr>
            <a:xfrm>
              <a:off x="3924300" y="2057400"/>
              <a:ext cx="7315200" cy="3429000"/>
            </a:xfrm>
            <a:prstGeom prst="rect">
              <a:avLst/>
            </a:prstGeom>
            <a:ln w="12700">
              <a:solidFill>
                <a:srgbClr val="070154"/>
              </a:solidFill>
              <a:prstDash val="dash"/>
            </a:ln>
          </p:spPr>
        </p:sp>
        <p:sp>
          <p:nvSpPr>
            <p:cNvPr id="22" name="node04.label"/>
            <p:cNvSpPr/>
            <p:nvPr/>
          </p:nvSpPr>
          <p:spPr>
            <a:xfrm>
              <a:off x="4076700" y="2171700"/>
              <a:ext cx="7010400" cy="266700"/>
            </a:xfrm>
            <a:prstGeom prst="rect">
              <a:avLst/>
            </a:prstGeom>
            <a:noFill/>
            <a:ln/>
          </p:spPr>
          <p:txBody>
            <a:bodyPr wrap="square" lIns="0" tIns="0" rIns="0" bIns="0" rtlCol="0" anchor="t"/>
            <a:lstStyle/>
            <a:p>
              <a:pPr algn="r" indent="0" marL="0">
                <a:lnSpc>
                  <a:spcPts val="2100"/>
                </a:lnSpc>
                <a:buNone/>
              </a:pPr>
              <a:r>
                <a:rPr lang="en-US" sz="1400" spc="0" kern="0" b="0" i="0" dirty="0">
                  <a:solidFill>
                    <a:srgbClr val="070154"/>
                  </a:solidFill>
                  <a:latin typeface="IBM Plex Sans SemiBold"/>
                  <a:ea typeface="IBM Plex Sans SemiBold"/>
                  <a:cs typeface="IBM Plex Sans SemiBold"/>
                </a:rPr>
                <a:t>Finance platform</a:t>
              </a:r>
              <a:endParaRPr lang="en-US" sz="1400" spc="0" kern="0" b="0" i="0" dirty="0">
                <a:solidFill>
                  <a:srgbClr val="070154"/>
                </a:solidFill>
                <a:latin typeface="IBM Plex Sans SemiBold"/>
                <a:ea typeface="IBM Plex Sans SemiBold"/>
                <a:cs typeface="IBM Plex Sans SemiBold"/>
              </a:endParaRPr>
            </a:p>
          </p:txBody>
        </p:sp>
      </p:grpSp>
      <p:grpSp>
        <p:nvGrpSpPr>
          <p:cNvPr id="44" name="node05"/>
          <p:cNvGrpSpPr/>
          <p:nvPr/>
        </p:nvGrpSpPr>
        <p:grpSpPr>
          <a:xfrm>
            <a:off x="4152900" y="2514600"/>
            <a:ext cx="6858000" cy="1143000"/>
            <a:chOff x="4152900" y="2514600"/>
            <a:chExt cx="6858000" cy="1143000"/>
          </a:xfrm>
        </p:grpSpPr>
        <p:sp>
          <p:nvSpPr>
            <p:cNvPr id="23" name="node05.surface"/>
            <p:cNvSpPr/>
            <p:nvPr/>
          </p:nvSpPr>
          <p:spPr>
            <a:xfrm>
              <a:off x="4152900" y="2514600"/>
              <a:ext cx="6858000" cy="1143000"/>
            </a:xfrm>
            <a:prstGeom prst="rect">
              <a:avLst/>
            </a:prstGeom>
            <a:solidFill>
              <a:srgbClr val="FFFFFF"/>
            </a:solidFill>
            <a:ln w="12700">
              <a:solidFill>
                <a:srgbClr val="CED7E6"/>
              </a:solidFill>
              <a:prstDash val="solid"/>
            </a:ln>
          </p:spPr>
        </p:sp>
        <p:sp>
          <p:nvSpPr>
            <p:cNvPr id="24" name="node05.label"/>
            <p:cNvSpPr/>
            <p:nvPr/>
          </p:nvSpPr>
          <p:spPr>
            <a:xfrm>
              <a:off x="4305300" y="2628900"/>
              <a:ext cx="6553200" cy="266700"/>
            </a:xfrm>
            <a:prstGeom prst="rect">
              <a:avLst/>
            </a:prstGeom>
            <a:noFill/>
            <a:ln/>
          </p:spPr>
          <p:txBody>
            <a:bodyPr wrap="square" lIns="0" tIns="0" rIns="0" bIns="0" rtlCol="0" anchor="t"/>
            <a:lstStyle/>
            <a:p>
              <a:pPr algn="r" indent="0" marL="0">
                <a:lnSpc>
                  <a:spcPts val="2100"/>
                </a:lnSpc>
                <a:buNone/>
              </a:pPr>
              <a:r>
                <a:rPr lang="en-US" sz="1400" spc="0" kern="0" b="0" i="0" dirty="0">
                  <a:solidFill>
                    <a:srgbClr val="070154"/>
                  </a:solidFill>
                  <a:latin typeface="IBM Plex Sans SemiBold"/>
                  <a:ea typeface="IBM Plex Sans SemiBold"/>
                  <a:cs typeface="IBM Plex Sans SemiBold"/>
                </a:rPr>
                <a:t>Services</a:t>
              </a:r>
              <a:endParaRPr lang="en-US" sz="1400" spc="0" kern="0" b="0" i="0" dirty="0">
                <a:solidFill>
                  <a:srgbClr val="070154"/>
                </a:solidFill>
                <a:latin typeface="IBM Plex Sans SemiBold"/>
                <a:ea typeface="IBM Plex Sans SemiBold"/>
                <a:cs typeface="IBM Plex Sans SemiBold"/>
              </a:endParaRPr>
            </a:p>
          </p:txBody>
        </p:sp>
      </p:grpSp>
      <p:grpSp>
        <p:nvGrpSpPr>
          <p:cNvPr id="45" name="node06"/>
          <p:cNvGrpSpPr/>
          <p:nvPr/>
        </p:nvGrpSpPr>
        <p:grpSpPr>
          <a:xfrm>
            <a:off x="4381500" y="2971800"/>
            <a:ext cx="2057400" cy="457200"/>
            <a:chOff x="4381500" y="2971800"/>
            <a:chExt cx="2057400" cy="457200"/>
          </a:xfrm>
        </p:grpSpPr>
        <p:sp>
          <p:nvSpPr>
            <p:cNvPr id="25" name="node06.surface"/>
            <p:cNvSpPr/>
            <p:nvPr/>
          </p:nvSpPr>
          <p:spPr>
            <a:xfrm>
              <a:off x="4381500" y="2971800"/>
              <a:ext cx="2057400" cy="457200"/>
            </a:xfrm>
            <a:prstGeom prst="rect">
              <a:avLst/>
            </a:prstGeom>
            <a:solidFill>
              <a:srgbClr val="070154"/>
            </a:solidFill>
            <a:ln>
              <a:noFill/>
            </a:ln>
          </p:spPr>
        </p:sp>
        <p:sp>
          <p:nvSpPr>
            <p:cNvPr id="26" name="node06.text"/>
            <p:cNvSpPr/>
            <p:nvPr/>
          </p:nvSpPr>
          <p:spPr>
            <a:xfrm>
              <a:off x="4533900" y="30861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Rules engine</a:t>
              </a:r>
              <a:endParaRPr lang="en-US" sz="1200" spc="0" kern="0" b="0" i="0" dirty="0">
                <a:solidFill>
                  <a:srgbClr val="FFFFFF"/>
                </a:solidFill>
                <a:latin typeface="IBM Plex Sans"/>
                <a:ea typeface="IBM Plex Sans"/>
                <a:cs typeface="IBM Plex Sans"/>
              </a:endParaRPr>
            </a:p>
          </p:txBody>
        </p:sp>
      </p:grpSp>
      <p:grpSp>
        <p:nvGrpSpPr>
          <p:cNvPr id="46" name="node07"/>
          <p:cNvGrpSpPr/>
          <p:nvPr/>
        </p:nvGrpSpPr>
        <p:grpSpPr>
          <a:xfrm>
            <a:off x="6667500" y="2971800"/>
            <a:ext cx="2057400" cy="457200"/>
            <a:chOff x="6667500" y="2971800"/>
            <a:chExt cx="2057400" cy="457200"/>
          </a:xfrm>
        </p:grpSpPr>
        <p:sp>
          <p:nvSpPr>
            <p:cNvPr id="27" name="node07.surface"/>
            <p:cNvSpPr/>
            <p:nvPr/>
          </p:nvSpPr>
          <p:spPr>
            <a:xfrm>
              <a:off x="6667500" y="2971800"/>
              <a:ext cx="2057400" cy="457200"/>
            </a:xfrm>
            <a:prstGeom prst="rect">
              <a:avLst/>
            </a:prstGeom>
            <a:solidFill>
              <a:srgbClr val="070154"/>
            </a:solidFill>
            <a:ln>
              <a:noFill/>
            </a:ln>
          </p:spPr>
        </p:sp>
        <p:sp>
          <p:nvSpPr>
            <p:cNvPr id="28" name="node07.text"/>
            <p:cNvSpPr/>
            <p:nvPr/>
          </p:nvSpPr>
          <p:spPr>
            <a:xfrm>
              <a:off x="6819900" y="30861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Exceptions API</a:t>
              </a:r>
              <a:endParaRPr lang="en-US" sz="1200" spc="0" kern="0" b="0" i="0" dirty="0">
                <a:solidFill>
                  <a:srgbClr val="FFFFFF"/>
                </a:solidFill>
                <a:latin typeface="IBM Plex Sans"/>
                <a:ea typeface="IBM Plex Sans"/>
                <a:cs typeface="IBM Plex Sans"/>
              </a:endParaRPr>
            </a:p>
          </p:txBody>
        </p:sp>
      </p:grpSp>
      <p:grpSp>
        <p:nvGrpSpPr>
          <p:cNvPr id="47" name="node08"/>
          <p:cNvGrpSpPr/>
          <p:nvPr/>
        </p:nvGrpSpPr>
        <p:grpSpPr>
          <a:xfrm>
            <a:off x="8953500" y="2971800"/>
            <a:ext cx="1828800" cy="457200"/>
            <a:chOff x="8953500" y="2971800"/>
            <a:chExt cx="1828800" cy="457200"/>
          </a:xfrm>
        </p:grpSpPr>
        <p:sp>
          <p:nvSpPr>
            <p:cNvPr id="29" name="node08.surface"/>
            <p:cNvSpPr/>
            <p:nvPr/>
          </p:nvSpPr>
          <p:spPr>
            <a:xfrm>
              <a:off x="8953500" y="2971800"/>
              <a:ext cx="1828800" cy="457200"/>
            </a:xfrm>
            <a:prstGeom prst="rect">
              <a:avLst/>
            </a:prstGeom>
            <a:solidFill>
              <a:srgbClr val="070154"/>
            </a:solidFill>
            <a:ln>
              <a:noFill/>
            </a:ln>
          </p:spPr>
        </p:sp>
        <p:sp>
          <p:nvSpPr>
            <p:cNvPr id="30" name="node08.text"/>
            <p:cNvSpPr/>
            <p:nvPr/>
          </p:nvSpPr>
          <p:spPr>
            <a:xfrm>
              <a:off x="9105900" y="30861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Close cockpit</a:t>
              </a:r>
              <a:endParaRPr lang="en-US" sz="1200" spc="0" kern="0" b="0" i="0" dirty="0">
                <a:solidFill>
                  <a:srgbClr val="FFFFFF"/>
                </a:solidFill>
                <a:latin typeface="IBM Plex Sans"/>
                <a:ea typeface="IBM Plex Sans"/>
                <a:cs typeface="IBM Plex Sans"/>
              </a:endParaRPr>
            </a:p>
          </p:txBody>
        </p:sp>
      </p:grpSp>
      <p:grpSp>
        <p:nvGrpSpPr>
          <p:cNvPr id="48" name="node09"/>
          <p:cNvGrpSpPr/>
          <p:nvPr/>
        </p:nvGrpSpPr>
        <p:grpSpPr>
          <a:xfrm>
            <a:off x="4152900" y="3886200"/>
            <a:ext cx="6858000" cy="1371600"/>
            <a:chOff x="4152900" y="3886200"/>
            <a:chExt cx="6858000" cy="1371600"/>
          </a:xfrm>
        </p:grpSpPr>
        <p:sp>
          <p:nvSpPr>
            <p:cNvPr id="31" name="node09.surface"/>
            <p:cNvSpPr/>
            <p:nvPr/>
          </p:nvSpPr>
          <p:spPr>
            <a:xfrm>
              <a:off x="4152900" y="3886200"/>
              <a:ext cx="6858000" cy="1371600"/>
            </a:xfrm>
            <a:prstGeom prst="rect">
              <a:avLst/>
            </a:prstGeom>
            <a:solidFill>
              <a:srgbClr val="FFFFFF"/>
            </a:solidFill>
            <a:ln w="12700">
              <a:solidFill>
                <a:srgbClr val="CED7E6"/>
              </a:solidFill>
              <a:prstDash val="solid"/>
            </a:ln>
          </p:spPr>
        </p:sp>
        <p:sp>
          <p:nvSpPr>
            <p:cNvPr id="32" name="node09.label"/>
            <p:cNvSpPr/>
            <p:nvPr/>
          </p:nvSpPr>
          <p:spPr>
            <a:xfrm>
              <a:off x="4305300" y="4000500"/>
              <a:ext cx="655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Data</a:t>
              </a:r>
              <a:endParaRPr lang="en-US" sz="1400" spc="0" kern="0" b="0" i="0" dirty="0">
                <a:solidFill>
                  <a:srgbClr val="070154"/>
                </a:solidFill>
                <a:latin typeface="IBM Plex Sans SemiBold"/>
                <a:ea typeface="IBM Plex Sans SemiBold"/>
                <a:cs typeface="IBM Plex Sans SemiBold"/>
              </a:endParaRPr>
            </a:p>
          </p:txBody>
        </p:sp>
      </p:grpSp>
      <p:grpSp>
        <p:nvGrpSpPr>
          <p:cNvPr id="49" name="node10"/>
          <p:cNvGrpSpPr/>
          <p:nvPr/>
        </p:nvGrpSpPr>
        <p:grpSpPr>
          <a:xfrm>
            <a:off x="4381500" y="4343400"/>
            <a:ext cx="2514600" cy="457200"/>
            <a:chOff x="4381500" y="4343400"/>
            <a:chExt cx="2514600" cy="457200"/>
          </a:xfrm>
        </p:grpSpPr>
        <p:sp>
          <p:nvSpPr>
            <p:cNvPr id="33" name="node10.surface"/>
            <p:cNvSpPr/>
            <p:nvPr/>
          </p:nvSpPr>
          <p:spPr>
            <a:xfrm>
              <a:off x="4381500" y="4343400"/>
              <a:ext cx="2514600" cy="457200"/>
            </a:xfrm>
            <a:prstGeom prst="rect">
              <a:avLst/>
            </a:prstGeom>
            <a:solidFill>
              <a:srgbClr val="E8EEF8"/>
            </a:solidFill>
            <a:ln>
              <a:noFill/>
            </a:ln>
          </p:spPr>
        </p:sp>
        <p:sp>
          <p:nvSpPr>
            <p:cNvPr id="34" name="node10.text"/>
            <p:cNvSpPr/>
            <p:nvPr/>
          </p:nvSpPr>
          <p:spPr>
            <a:xfrm>
              <a:off x="4533900" y="4457700"/>
              <a:ext cx="2209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Governed data access</a:t>
              </a:r>
              <a:endParaRPr lang="en-US" sz="1200" spc="0" kern="0" b="0" i="0" dirty="0">
                <a:solidFill>
                  <a:srgbClr val="070154"/>
                </a:solidFill>
                <a:latin typeface="IBM Plex Sans"/>
                <a:ea typeface="IBM Plex Sans"/>
                <a:cs typeface="IBM Plex Sans"/>
              </a:endParaRPr>
            </a:p>
          </p:txBody>
        </p:sp>
      </p:grpSp>
      <p:grpSp>
        <p:nvGrpSpPr>
          <p:cNvPr id="50" name="node11"/>
          <p:cNvGrpSpPr/>
          <p:nvPr/>
        </p:nvGrpSpPr>
        <p:grpSpPr>
          <a:xfrm>
            <a:off x="7581900" y="4114800"/>
            <a:ext cx="2286000" cy="914400"/>
            <a:chOff x="7581900" y="4114800"/>
            <a:chExt cx="2286000" cy="914400"/>
          </a:xfrm>
        </p:grpSpPr>
        <p:sp>
          <p:nvSpPr>
            <p:cNvPr id="35" name="node11.surface"/>
            <p:cNvSpPr/>
            <p:nvPr/>
          </p:nvSpPr>
          <p:spPr>
            <a:xfrm>
              <a:off x="7581900" y="4114800"/>
              <a:ext cx="2286000" cy="914400"/>
            </a:xfrm>
            <a:prstGeom prst="can">
              <a:avLst/>
            </a:prstGeom>
            <a:solidFill>
              <a:srgbClr val="070154"/>
            </a:solidFill>
            <a:ln w="9525">
              <a:solidFill>
                <a:srgbClr val="070154"/>
              </a:solidFill>
              <a:prstDash val="solid"/>
            </a:ln>
          </p:spPr>
        </p:sp>
        <p:sp>
          <p:nvSpPr>
            <p:cNvPr id="36" name="node11.text"/>
            <p:cNvSpPr/>
            <p:nvPr/>
          </p:nvSpPr>
          <p:spPr>
            <a:xfrm>
              <a:off x="7581900" y="4445508"/>
              <a:ext cx="2286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Close data hub</a:t>
              </a:r>
              <a:endParaRPr lang="en-US" sz="1200" spc="0" kern="0" b="0" i="0" dirty="0">
                <a:solidFill>
                  <a:srgbClr val="FFFFFF"/>
                </a:solidFill>
                <a:latin typeface="IBM Plex Sans SemiBold"/>
                <a:ea typeface="IBM Plex Sans SemiBold"/>
                <a:cs typeface="IBM Plex Sans SemiBold"/>
              </a:endParaRPr>
            </a:p>
          </p:txBody>
        </p:sp>
        <p:sp>
          <p:nvSpPr>
            <p:cNvPr id="37" name="node11.sub"/>
            <p:cNvSpPr/>
            <p:nvPr/>
          </p:nvSpPr>
          <p:spPr>
            <a:xfrm>
              <a:off x="7581900" y="4674108"/>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CED7E6"/>
                  </a:solidFill>
                  <a:latin typeface="IBM Plex Mono Medium"/>
                  <a:ea typeface="IBM Plex Mono Medium"/>
                  <a:cs typeface="IBM Plex Mono Medium"/>
                </a:rPr>
                <a:t>POSTGRESQL</a:t>
              </a:r>
              <a:endParaRPr lang="en-US" sz="900" spc="54" kern="0" b="0" i="0" dirty="0">
                <a:solidFill>
                  <a:srgbClr val="CED7E6"/>
                </a:solidFill>
                <a:latin typeface="IBM Plex Mono Medium"/>
                <a:ea typeface="IBM Plex Mono Medium"/>
                <a:cs typeface="IBM Plex Mono Medium"/>
              </a:endParaRPr>
            </a:p>
          </p:txBody>
        </p:sp>
      </p:grpSp>
      <p:grpSp>
        <p:nvGrpSpPr>
          <p:cNvPr id="51" name="node12"/>
          <p:cNvGrpSpPr/>
          <p:nvPr/>
        </p:nvGrpSpPr>
        <p:grpSpPr>
          <a:xfrm>
            <a:off x="8724900" y="3657600"/>
            <a:ext cx="1" cy="457200"/>
            <a:chOff x="8724900" y="3657600"/>
            <a:chExt cx="1" cy="457200"/>
          </a:xfrm>
        </p:grpSpPr>
        <p:sp>
          <p:nvSpPr>
            <p:cNvPr id="38" name="node12.segment-1"/>
            <p:cNvSpPr/>
            <p:nvPr/>
          </p:nvSpPr>
          <p:spPr>
            <a:xfrm>
              <a:off x="8724900" y="3657600"/>
              <a:ext cx="0" cy="457200"/>
            </a:xfrm>
            <a:custGeom>
              <a:avLst/>
              <a:gdLst/>
              <a:ahLst/>
              <a:cxnLst/>
              <a:rect l="l" t="t" r="r" b="b"/>
              <a:pathLst>
                <a:path h="457200">
                  <a:moveTo>
                    <a:pt x="0" y="0"/>
                  </a:moveTo>
                  <a:lnTo>
                    <a:pt x="0" y="457200"/>
                  </a:lnTo>
                </a:path>
              </a:pathLst>
            </a:custGeom>
            <a:ln w="12700">
              <a:solidFill>
                <a:srgbClr val="070154"/>
              </a:solidFill>
              <a:prstDash val="solid"/>
            </a:ln>
          </p:spPr>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ource-048">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governed tenant runs everything</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21</a:t>
            </a:fld>
            <a:endParaRPr lang="en-US" sz="700" spc="0" kern="0" b="0" i="0" dirty="0">
              <a:solidFill>
                <a:srgbClr val="FFFFFF"/>
              </a:solidFill>
              <a:latin typeface="IBM Plex Mono SemiBold"/>
              <a:ea typeface="IBM Plex Mono SemiBold"/>
              <a:cs typeface="IBM Plex Mono SemiBold"/>
            </a:endParaRPr>
          </a:p>
        </p:txBody>
      </p:sp>
      <p:grpSp>
        <p:nvGrpSpPr>
          <p:cNvPr id="36" name="node01"/>
          <p:cNvGrpSpPr/>
          <p:nvPr/>
        </p:nvGrpSpPr>
        <p:grpSpPr>
          <a:xfrm>
            <a:off x="723900" y="1600200"/>
            <a:ext cx="7086600" cy="1143000"/>
            <a:chOff x="723900" y="1600200"/>
            <a:chExt cx="7086600" cy="1143000"/>
          </a:xfrm>
        </p:grpSpPr>
        <p:sp>
          <p:nvSpPr>
            <p:cNvPr id="7" name="node01.surface"/>
            <p:cNvSpPr/>
            <p:nvPr/>
          </p:nvSpPr>
          <p:spPr>
            <a:xfrm>
              <a:off x="723900" y="1600200"/>
              <a:ext cx="7086600" cy="1143000"/>
            </a:xfrm>
            <a:prstGeom prst="rect">
              <a:avLst/>
            </a:prstGeom>
            <a:solidFill>
              <a:srgbClr val="FFFFFF"/>
            </a:solidFill>
            <a:ln w="12700">
              <a:solidFill>
                <a:srgbClr val="50658E"/>
              </a:solidFill>
              <a:prstDash val="dash"/>
            </a:ln>
          </p:spPr>
        </p:sp>
        <p:sp>
          <p:nvSpPr>
            <p:cNvPr id="8" name="node01.label"/>
            <p:cNvSpPr/>
            <p:nvPr/>
          </p:nvSpPr>
          <p:spPr>
            <a:xfrm>
              <a:off x="876300" y="1714500"/>
              <a:ext cx="678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Source systems</a:t>
              </a:r>
              <a:endParaRPr lang="en-US" sz="1200" spc="0" kern="0" b="0" i="0" dirty="0">
                <a:solidFill>
                  <a:srgbClr val="070154"/>
                </a:solidFill>
                <a:latin typeface="IBM Plex Sans SemiBold"/>
                <a:ea typeface="IBM Plex Sans SemiBold"/>
                <a:cs typeface="IBM Plex Sans SemiBold"/>
              </a:endParaRPr>
            </a:p>
          </p:txBody>
        </p:sp>
        <p:sp>
          <p:nvSpPr>
            <p:cNvPr id="9" name="node01.label-underline-0"/>
            <p:cNvSpPr/>
            <p:nvPr/>
          </p:nvSpPr>
          <p:spPr>
            <a:xfrm>
              <a:off x="876300" y="1908556"/>
              <a:ext cx="1114425" cy="0"/>
            </a:xfrm>
            <a:custGeom>
              <a:avLst/>
              <a:gdLst/>
              <a:ahLst/>
              <a:cxnLst/>
              <a:rect l="l" t="t" r="r" b="b"/>
              <a:pathLst>
                <a:path w="1114425">
                  <a:moveTo>
                    <a:pt x="0" y="0"/>
                  </a:moveTo>
                  <a:lnTo>
                    <a:pt x="1114425" y="0"/>
                  </a:lnTo>
                </a:path>
              </a:pathLst>
            </a:custGeom>
            <a:ln w="9525">
              <a:solidFill>
                <a:srgbClr val="070154"/>
              </a:solidFill>
              <a:prstDash val="solid"/>
            </a:ln>
          </p:spPr>
        </p:sp>
      </p:grpSp>
      <p:grpSp>
        <p:nvGrpSpPr>
          <p:cNvPr id="37" name="node02"/>
          <p:cNvGrpSpPr/>
          <p:nvPr/>
        </p:nvGrpSpPr>
        <p:grpSpPr>
          <a:xfrm>
            <a:off x="952500" y="2057400"/>
            <a:ext cx="2057400" cy="457200"/>
            <a:chOff x="952500" y="2057400"/>
            <a:chExt cx="2057400" cy="457200"/>
          </a:xfrm>
        </p:grpSpPr>
        <p:sp>
          <p:nvSpPr>
            <p:cNvPr id="10" name="node02.surface"/>
            <p:cNvSpPr/>
            <p:nvPr/>
          </p:nvSpPr>
          <p:spPr>
            <a:xfrm>
              <a:off x="952500" y="2057400"/>
              <a:ext cx="2057400" cy="457200"/>
            </a:xfrm>
            <a:prstGeom prst="rect">
              <a:avLst/>
            </a:prstGeom>
            <a:solidFill>
              <a:srgbClr val="E8EEF8"/>
            </a:solidFill>
            <a:ln>
              <a:noFill/>
            </a:ln>
          </p:spPr>
        </p:sp>
        <p:sp>
          <p:nvSpPr>
            <p:cNvPr id="11" name="node02.text"/>
            <p:cNvSpPr/>
            <p:nvPr/>
          </p:nvSpPr>
          <p:spPr>
            <a:xfrm>
              <a:off x="1104900" y="21717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ERP and sub-ledgers</a:t>
              </a:r>
              <a:endParaRPr lang="en-US" sz="1200" spc="0" kern="0" b="0" i="0" dirty="0">
                <a:solidFill>
                  <a:srgbClr val="070154"/>
                </a:solidFill>
                <a:latin typeface="IBM Plex Sans"/>
                <a:ea typeface="IBM Plex Sans"/>
                <a:cs typeface="IBM Plex Sans"/>
              </a:endParaRPr>
            </a:p>
          </p:txBody>
        </p:sp>
      </p:grpSp>
      <p:grpSp>
        <p:nvGrpSpPr>
          <p:cNvPr id="38" name="node03"/>
          <p:cNvGrpSpPr/>
          <p:nvPr/>
        </p:nvGrpSpPr>
        <p:grpSpPr>
          <a:xfrm>
            <a:off x="3238500" y="2057400"/>
            <a:ext cx="2057400" cy="457200"/>
            <a:chOff x="3238500" y="2057400"/>
            <a:chExt cx="2057400" cy="457200"/>
          </a:xfrm>
        </p:grpSpPr>
        <p:sp>
          <p:nvSpPr>
            <p:cNvPr id="12" name="node03.surface"/>
            <p:cNvSpPr/>
            <p:nvPr/>
          </p:nvSpPr>
          <p:spPr>
            <a:xfrm>
              <a:off x="3238500" y="2057400"/>
              <a:ext cx="2057400" cy="457200"/>
            </a:xfrm>
            <a:prstGeom prst="rect">
              <a:avLst/>
            </a:prstGeom>
            <a:solidFill>
              <a:srgbClr val="E8EEF8"/>
            </a:solidFill>
            <a:ln>
              <a:noFill/>
            </a:ln>
          </p:spPr>
        </p:sp>
        <p:sp>
          <p:nvSpPr>
            <p:cNvPr id="13" name="node03.text"/>
            <p:cNvSpPr/>
            <p:nvPr/>
          </p:nvSpPr>
          <p:spPr>
            <a:xfrm>
              <a:off x="3390900" y="21717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Bank statement feeds</a:t>
              </a:r>
              <a:endParaRPr lang="en-US" sz="1200" spc="0" kern="0" b="0" i="0" dirty="0">
                <a:solidFill>
                  <a:srgbClr val="070154"/>
                </a:solidFill>
                <a:latin typeface="IBM Plex Sans"/>
                <a:ea typeface="IBM Plex Sans"/>
                <a:cs typeface="IBM Plex Sans"/>
              </a:endParaRPr>
            </a:p>
          </p:txBody>
        </p:sp>
      </p:grpSp>
      <p:grpSp>
        <p:nvGrpSpPr>
          <p:cNvPr id="39" name="node04"/>
          <p:cNvGrpSpPr/>
          <p:nvPr/>
        </p:nvGrpSpPr>
        <p:grpSpPr>
          <a:xfrm>
            <a:off x="5524500" y="2057400"/>
            <a:ext cx="2057400" cy="457200"/>
            <a:chOff x="5524500" y="2057400"/>
            <a:chExt cx="2057400" cy="457200"/>
          </a:xfrm>
        </p:grpSpPr>
        <p:sp>
          <p:nvSpPr>
            <p:cNvPr id="14" name="node04.surface"/>
            <p:cNvSpPr/>
            <p:nvPr/>
          </p:nvSpPr>
          <p:spPr>
            <a:xfrm>
              <a:off x="5524500" y="2057400"/>
              <a:ext cx="2057400" cy="457200"/>
            </a:xfrm>
            <a:prstGeom prst="rect">
              <a:avLst/>
            </a:prstGeom>
            <a:solidFill>
              <a:srgbClr val="E8EEF8"/>
            </a:solidFill>
            <a:ln>
              <a:noFill/>
            </a:ln>
          </p:spPr>
        </p:sp>
        <p:sp>
          <p:nvSpPr>
            <p:cNvPr id="15" name="node04.text"/>
            <p:cNvSpPr/>
            <p:nvPr/>
          </p:nvSpPr>
          <p:spPr>
            <a:xfrm>
              <a:off x="5676900" y="21717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Payroll and tax</a:t>
              </a:r>
              <a:endParaRPr lang="en-US" sz="1200" spc="0" kern="0" b="0" i="0" dirty="0">
                <a:solidFill>
                  <a:srgbClr val="070154"/>
                </a:solidFill>
                <a:latin typeface="IBM Plex Sans"/>
                <a:ea typeface="IBM Plex Sans"/>
                <a:cs typeface="IBM Plex Sans"/>
              </a:endParaRPr>
            </a:p>
          </p:txBody>
        </p:sp>
      </p:grpSp>
      <p:grpSp>
        <p:nvGrpSpPr>
          <p:cNvPr id="40" name="node05"/>
          <p:cNvGrpSpPr/>
          <p:nvPr/>
        </p:nvGrpSpPr>
        <p:grpSpPr>
          <a:xfrm>
            <a:off x="4381500" y="2743200"/>
            <a:ext cx="1" cy="457200"/>
            <a:chOff x="4381500" y="2743200"/>
            <a:chExt cx="1" cy="457200"/>
          </a:xfrm>
        </p:grpSpPr>
        <p:sp>
          <p:nvSpPr>
            <p:cNvPr id="16" name="node05.segment-1"/>
            <p:cNvSpPr/>
            <p:nvPr/>
          </p:nvSpPr>
          <p:spPr>
            <a:xfrm>
              <a:off x="4381500" y="2743200"/>
              <a:ext cx="0" cy="457200"/>
            </a:xfrm>
            <a:custGeom>
              <a:avLst/>
              <a:gdLst/>
              <a:ahLst/>
              <a:cxnLst/>
              <a:rect l="l" t="t" r="r" b="b"/>
              <a:pathLst>
                <a:path h="457200">
                  <a:moveTo>
                    <a:pt x="0" y="0"/>
                  </a:moveTo>
                  <a:lnTo>
                    <a:pt x="0" y="457200"/>
                  </a:lnTo>
                </a:path>
              </a:pathLst>
            </a:custGeom>
            <a:ln w="12700">
              <a:solidFill>
                <a:srgbClr val="070154"/>
              </a:solidFill>
              <a:prstDash val="solid"/>
            </a:ln>
          </p:spPr>
        </p:sp>
      </p:grpSp>
      <p:grpSp>
        <p:nvGrpSpPr>
          <p:cNvPr id="41" name="node06"/>
          <p:cNvGrpSpPr/>
          <p:nvPr/>
        </p:nvGrpSpPr>
        <p:grpSpPr>
          <a:xfrm>
            <a:off x="723900" y="3200400"/>
            <a:ext cx="7086600" cy="2514600"/>
            <a:chOff x="723900" y="3200400"/>
            <a:chExt cx="7086600" cy="2514600"/>
          </a:xfrm>
        </p:grpSpPr>
        <p:sp>
          <p:nvSpPr>
            <p:cNvPr id="17" name="node06.surface"/>
            <p:cNvSpPr/>
            <p:nvPr/>
          </p:nvSpPr>
          <p:spPr>
            <a:xfrm>
              <a:off x="723900" y="3200400"/>
              <a:ext cx="7086600" cy="2514600"/>
            </a:xfrm>
            <a:prstGeom prst="rect">
              <a:avLst/>
            </a:prstGeom>
            <a:solidFill>
              <a:srgbClr val="E8EEF8"/>
            </a:solidFill>
            <a:ln>
              <a:noFill/>
            </a:ln>
          </p:spPr>
        </p:sp>
        <p:sp>
          <p:nvSpPr>
            <p:cNvPr id="18" name="node06.label"/>
            <p:cNvSpPr/>
            <p:nvPr/>
          </p:nvSpPr>
          <p:spPr>
            <a:xfrm>
              <a:off x="876300" y="3314700"/>
              <a:ext cx="678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Northfield cloud tenant</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07"/>
          <p:cNvGrpSpPr/>
          <p:nvPr/>
        </p:nvGrpSpPr>
        <p:grpSpPr>
          <a:xfrm>
            <a:off x="952500" y="3657600"/>
            <a:ext cx="6629400" cy="1828800"/>
            <a:chOff x="952500" y="3657600"/>
            <a:chExt cx="6629400" cy="1828800"/>
          </a:xfrm>
        </p:grpSpPr>
        <p:sp>
          <p:nvSpPr>
            <p:cNvPr id="19" name="node07.surface"/>
            <p:cNvSpPr/>
            <p:nvPr/>
          </p:nvSpPr>
          <p:spPr>
            <a:xfrm>
              <a:off x="952500" y="3657600"/>
              <a:ext cx="6629400" cy="1828800"/>
            </a:xfrm>
            <a:prstGeom prst="rect">
              <a:avLst/>
            </a:prstGeom>
            <a:ln w="12700">
              <a:solidFill>
                <a:srgbClr val="070154"/>
              </a:solidFill>
              <a:prstDash val="dash"/>
            </a:ln>
          </p:spPr>
        </p:sp>
        <p:sp>
          <p:nvSpPr>
            <p:cNvPr id="20" name="node07.label"/>
            <p:cNvSpPr/>
            <p:nvPr/>
          </p:nvSpPr>
          <p:spPr>
            <a:xfrm>
              <a:off x="1104900" y="3771900"/>
              <a:ext cx="6324600" cy="266700"/>
            </a:xfrm>
            <a:prstGeom prst="rect">
              <a:avLst/>
            </a:prstGeom>
            <a:noFill/>
            <a:ln/>
          </p:spPr>
          <p:txBody>
            <a:bodyPr wrap="square" lIns="0" tIns="0" rIns="0" bIns="0" rtlCol="0" anchor="t"/>
            <a:lstStyle/>
            <a:p>
              <a:pPr algn="r" indent="0" marL="0">
                <a:lnSpc>
                  <a:spcPts val="2100"/>
                </a:lnSpc>
                <a:buNone/>
              </a:pPr>
              <a:r>
                <a:rPr lang="en-US" sz="1400" spc="0" kern="0" b="0" i="0" dirty="0">
                  <a:solidFill>
                    <a:srgbClr val="070154"/>
                  </a:solidFill>
                  <a:latin typeface="IBM Plex Sans SemiBold"/>
                  <a:ea typeface="IBM Plex Sans SemiBold"/>
                  <a:cs typeface="IBM Plex Sans SemiBold"/>
                </a:rPr>
                <a:t>Finance platform</a:t>
              </a:r>
              <a:endParaRPr lang="en-US" sz="1400" spc="0" kern="0" b="0" i="0" dirty="0">
                <a:solidFill>
                  <a:srgbClr val="070154"/>
                </a:solidFill>
                <a:latin typeface="IBM Plex Sans SemiBold"/>
                <a:ea typeface="IBM Plex Sans SemiBold"/>
                <a:cs typeface="IBM Plex Sans SemiBold"/>
              </a:endParaRPr>
            </a:p>
          </p:txBody>
        </p:sp>
      </p:grpSp>
      <p:grpSp>
        <p:nvGrpSpPr>
          <p:cNvPr id="43" name="node08"/>
          <p:cNvGrpSpPr/>
          <p:nvPr/>
        </p:nvGrpSpPr>
        <p:grpSpPr>
          <a:xfrm>
            <a:off x="1181100" y="4114800"/>
            <a:ext cx="2971800" cy="1143000"/>
            <a:chOff x="1181100" y="4114800"/>
            <a:chExt cx="2971800" cy="1143000"/>
          </a:xfrm>
        </p:grpSpPr>
        <p:sp>
          <p:nvSpPr>
            <p:cNvPr id="21" name="node08.surface"/>
            <p:cNvSpPr/>
            <p:nvPr/>
          </p:nvSpPr>
          <p:spPr>
            <a:xfrm>
              <a:off x="1181100" y="4114800"/>
              <a:ext cx="2971800" cy="1143000"/>
            </a:xfrm>
            <a:prstGeom prst="rect">
              <a:avLst/>
            </a:prstGeom>
            <a:solidFill>
              <a:srgbClr val="FFFFFF"/>
            </a:solidFill>
            <a:ln w="12700">
              <a:solidFill>
                <a:srgbClr val="CED7E6"/>
              </a:solidFill>
              <a:prstDash val="solid"/>
            </a:ln>
          </p:spPr>
        </p:sp>
        <p:sp>
          <p:nvSpPr>
            <p:cNvPr id="22" name="node08.label"/>
            <p:cNvSpPr/>
            <p:nvPr/>
          </p:nvSpPr>
          <p:spPr>
            <a:xfrm>
              <a:off x="1333500" y="4229100"/>
              <a:ext cx="2667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Services</a:t>
              </a:r>
              <a:endParaRPr lang="en-US" sz="1400" spc="0" kern="0" b="0" i="0" dirty="0">
                <a:solidFill>
                  <a:srgbClr val="070154"/>
                </a:solidFill>
                <a:latin typeface="IBM Plex Sans SemiBold"/>
                <a:ea typeface="IBM Plex Sans SemiBold"/>
                <a:cs typeface="IBM Plex Sans SemiBold"/>
              </a:endParaRPr>
            </a:p>
          </p:txBody>
        </p:sp>
      </p:grpSp>
      <p:grpSp>
        <p:nvGrpSpPr>
          <p:cNvPr id="44" name="node09"/>
          <p:cNvGrpSpPr/>
          <p:nvPr/>
        </p:nvGrpSpPr>
        <p:grpSpPr>
          <a:xfrm>
            <a:off x="1409700" y="4572000"/>
            <a:ext cx="1143000" cy="457200"/>
            <a:chOff x="1409700" y="4572000"/>
            <a:chExt cx="1143000" cy="457200"/>
          </a:xfrm>
        </p:grpSpPr>
        <p:sp>
          <p:nvSpPr>
            <p:cNvPr id="23" name="node09.surface"/>
            <p:cNvSpPr/>
            <p:nvPr/>
          </p:nvSpPr>
          <p:spPr>
            <a:xfrm>
              <a:off x="1409700" y="4572000"/>
              <a:ext cx="1143000" cy="457200"/>
            </a:xfrm>
            <a:prstGeom prst="rect">
              <a:avLst/>
            </a:prstGeom>
            <a:solidFill>
              <a:srgbClr val="070154"/>
            </a:solidFill>
            <a:ln>
              <a:noFill/>
            </a:ln>
          </p:spPr>
        </p:sp>
        <p:sp>
          <p:nvSpPr>
            <p:cNvPr id="24" name="node09.text"/>
            <p:cNvSpPr/>
            <p:nvPr/>
          </p:nvSpPr>
          <p:spPr>
            <a:xfrm>
              <a:off x="1562100" y="45720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Rules engine</a:t>
              </a:r>
              <a:endParaRPr lang="en-US" sz="1200" spc="0" kern="0" b="0" i="0" dirty="0">
                <a:solidFill>
                  <a:srgbClr val="FFFFFF"/>
                </a:solidFill>
                <a:latin typeface="IBM Plex Sans"/>
                <a:ea typeface="IBM Plex Sans"/>
                <a:cs typeface="IBM Plex Sans"/>
              </a:endParaRPr>
            </a:p>
          </p:txBody>
        </p:sp>
      </p:grpSp>
      <p:grpSp>
        <p:nvGrpSpPr>
          <p:cNvPr id="45" name="node10"/>
          <p:cNvGrpSpPr/>
          <p:nvPr/>
        </p:nvGrpSpPr>
        <p:grpSpPr>
          <a:xfrm>
            <a:off x="2781300" y="4572000"/>
            <a:ext cx="1143000" cy="457200"/>
            <a:chOff x="2781300" y="4572000"/>
            <a:chExt cx="1143000" cy="457200"/>
          </a:xfrm>
        </p:grpSpPr>
        <p:sp>
          <p:nvSpPr>
            <p:cNvPr id="25" name="node10.surface"/>
            <p:cNvSpPr/>
            <p:nvPr/>
          </p:nvSpPr>
          <p:spPr>
            <a:xfrm>
              <a:off x="2781300" y="4572000"/>
              <a:ext cx="1143000" cy="457200"/>
            </a:xfrm>
            <a:prstGeom prst="rect">
              <a:avLst/>
            </a:prstGeom>
            <a:solidFill>
              <a:srgbClr val="070154"/>
            </a:solidFill>
            <a:ln>
              <a:noFill/>
            </a:ln>
          </p:spPr>
        </p:sp>
        <p:sp>
          <p:nvSpPr>
            <p:cNvPr id="26" name="node10.text"/>
            <p:cNvSpPr/>
            <p:nvPr/>
          </p:nvSpPr>
          <p:spPr>
            <a:xfrm>
              <a:off x="2933700" y="45720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Exceptions API</a:t>
              </a:r>
              <a:endParaRPr lang="en-US" sz="1200" spc="0" kern="0" b="0" i="0" dirty="0">
                <a:solidFill>
                  <a:srgbClr val="FFFFFF"/>
                </a:solidFill>
                <a:latin typeface="IBM Plex Sans"/>
                <a:ea typeface="IBM Plex Sans"/>
                <a:cs typeface="IBM Plex Sans"/>
              </a:endParaRPr>
            </a:p>
          </p:txBody>
        </p:sp>
      </p:grpSp>
      <p:grpSp>
        <p:nvGrpSpPr>
          <p:cNvPr id="46" name="node11"/>
          <p:cNvGrpSpPr/>
          <p:nvPr/>
        </p:nvGrpSpPr>
        <p:grpSpPr>
          <a:xfrm>
            <a:off x="4381500" y="4114800"/>
            <a:ext cx="2971800" cy="1143000"/>
            <a:chOff x="4381500" y="4114800"/>
            <a:chExt cx="2971800" cy="1143000"/>
          </a:xfrm>
        </p:grpSpPr>
        <p:sp>
          <p:nvSpPr>
            <p:cNvPr id="27" name="node11.surface"/>
            <p:cNvSpPr/>
            <p:nvPr/>
          </p:nvSpPr>
          <p:spPr>
            <a:xfrm>
              <a:off x="4381500" y="4114800"/>
              <a:ext cx="2971800" cy="1143000"/>
            </a:xfrm>
            <a:prstGeom prst="rect">
              <a:avLst/>
            </a:prstGeom>
            <a:solidFill>
              <a:srgbClr val="FFFFFF"/>
            </a:solidFill>
            <a:ln w="12700">
              <a:solidFill>
                <a:srgbClr val="CED7E6"/>
              </a:solidFill>
              <a:prstDash val="solid"/>
            </a:ln>
          </p:spPr>
        </p:sp>
        <p:sp>
          <p:nvSpPr>
            <p:cNvPr id="28" name="node11.label"/>
            <p:cNvSpPr/>
            <p:nvPr/>
          </p:nvSpPr>
          <p:spPr>
            <a:xfrm>
              <a:off x="4533900" y="4229100"/>
              <a:ext cx="2667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Data</a:t>
              </a:r>
              <a:endParaRPr lang="en-US" sz="1400" spc="0" kern="0" b="0" i="0" dirty="0">
                <a:solidFill>
                  <a:srgbClr val="070154"/>
                </a:solidFill>
                <a:latin typeface="IBM Plex Sans SemiBold"/>
                <a:ea typeface="IBM Plex Sans SemiBold"/>
                <a:cs typeface="IBM Plex Sans SemiBold"/>
              </a:endParaRPr>
            </a:p>
          </p:txBody>
        </p:sp>
      </p:grpSp>
      <p:grpSp>
        <p:nvGrpSpPr>
          <p:cNvPr id="47" name="node12"/>
          <p:cNvGrpSpPr/>
          <p:nvPr/>
        </p:nvGrpSpPr>
        <p:grpSpPr>
          <a:xfrm>
            <a:off x="4610100" y="4572000"/>
            <a:ext cx="1143000" cy="457200"/>
            <a:chOff x="4610100" y="4572000"/>
            <a:chExt cx="1143000" cy="457200"/>
          </a:xfrm>
        </p:grpSpPr>
        <p:sp>
          <p:nvSpPr>
            <p:cNvPr id="29" name="node12.surface"/>
            <p:cNvSpPr/>
            <p:nvPr/>
          </p:nvSpPr>
          <p:spPr>
            <a:xfrm>
              <a:off x="4610100" y="4572000"/>
              <a:ext cx="1143000" cy="457200"/>
            </a:xfrm>
            <a:prstGeom prst="rect">
              <a:avLst/>
            </a:prstGeom>
            <a:solidFill>
              <a:srgbClr val="E8EEF8"/>
            </a:solidFill>
            <a:ln>
              <a:noFill/>
            </a:ln>
          </p:spPr>
        </p:sp>
        <p:sp>
          <p:nvSpPr>
            <p:cNvPr id="30" name="node12.text"/>
            <p:cNvSpPr/>
            <p:nvPr/>
          </p:nvSpPr>
          <p:spPr>
            <a:xfrm>
              <a:off x="4762500" y="45720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Governed access</a:t>
              </a:r>
              <a:endParaRPr lang="en-US" sz="1200" spc="0" kern="0" b="0" i="0" dirty="0">
                <a:solidFill>
                  <a:srgbClr val="070154"/>
                </a:solidFill>
                <a:latin typeface="IBM Plex Sans"/>
                <a:ea typeface="IBM Plex Sans"/>
                <a:cs typeface="IBM Plex Sans"/>
              </a:endParaRPr>
            </a:p>
          </p:txBody>
        </p:sp>
      </p:grpSp>
      <p:grpSp>
        <p:nvGrpSpPr>
          <p:cNvPr id="48" name="node13"/>
          <p:cNvGrpSpPr/>
          <p:nvPr/>
        </p:nvGrpSpPr>
        <p:grpSpPr>
          <a:xfrm>
            <a:off x="5981700" y="4572000"/>
            <a:ext cx="1143000" cy="457200"/>
            <a:chOff x="5981700" y="4572000"/>
            <a:chExt cx="1143000" cy="457200"/>
          </a:xfrm>
        </p:grpSpPr>
        <p:sp>
          <p:nvSpPr>
            <p:cNvPr id="31" name="node13.surface"/>
            <p:cNvSpPr/>
            <p:nvPr/>
          </p:nvSpPr>
          <p:spPr>
            <a:xfrm>
              <a:off x="5981700" y="4572000"/>
              <a:ext cx="1143000" cy="457200"/>
            </a:xfrm>
            <a:prstGeom prst="rect">
              <a:avLst/>
            </a:prstGeom>
            <a:solidFill>
              <a:srgbClr val="070154"/>
            </a:solidFill>
            <a:ln>
              <a:noFill/>
            </a:ln>
          </p:spPr>
        </p:sp>
        <p:sp>
          <p:nvSpPr>
            <p:cNvPr id="32" name="node13.text"/>
            <p:cNvSpPr/>
            <p:nvPr/>
          </p:nvSpPr>
          <p:spPr>
            <a:xfrm>
              <a:off x="6134100" y="45720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Close data hub</a:t>
              </a:r>
              <a:endParaRPr lang="en-US" sz="1200" spc="0" kern="0" b="0" i="0" dirty="0">
                <a:solidFill>
                  <a:srgbClr val="FFFFFF"/>
                </a:solidFill>
                <a:latin typeface="IBM Plex Sans"/>
                <a:ea typeface="IBM Plex Sans"/>
                <a:cs typeface="IBM Plex Sans"/>
              </a:endParaRPr>
            </a:p>
          </p:txBody>
        </p:sp>
      </p:grpSp>
      <p:grpSp>
        <p:nvGrpSpPr>
          <p:cNvPr id="49" name="node14"/>
          <p:cNvGrpSpPr/>
          <p:nvPr/>
        </p:nvGrpSpPr>
        <p:grpSpPr>
          <a:xfrm>
            <a:off x="8953500" y="1600200"/>
            <a:ext cx="2514600" cy="152400"/>
            <a:chOff x="8953500" y="1600200"/>
            <a:chExt cx="2514600" cy="152400"/>
          </a:xfrm>
        </p:grpSpPr>
        <p:sp>
          <p:nvSpPr>
            <p:cNvPr id="33" name="node14.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WHAT CHANGES</a:t>
              </a:r>
              <a:endParaRPr lang="en-US" sz="1000" spc="80" kern="0" b="0" i="0" dirty="0">
                <a:solidFill>
                  <a:srgbClr val="F900D3"/>
                </a:solidFill>
                <a:latin typeface="IBM Plex Mono SemiBold"/>
                <a:ea typeface="IBM Plex Mono SemiBold"/>
                <a:cs typeface="IBM Plex Mono SemiBold"/>
              </a:endParaRPr>
            </a:p>
          </p:txBody>
        </p:sp>
      </p:grpSp>
      <p:grpSp>
        <p:nvGrpSpPr>
          <p:cNvPr id="50" name="node15"/>
          <p:cNvGrpSpPr/>
          <p:nvPr/>
        </p:nvGrpSpPr>
        <p:grpSpPr>
          <a:xfrm>
            <a:off x="8953500" y="1828800"/>
            <a:ext cx="2514600" cy="762000"/>
            <a:chOff x="8953500" y="1828800"/>
            <a:chExt cx="2514600" cy="762000"/>
          </a:xfrm>
        </p:grpSpPr>
        <p:sp>
          <p:nvSpPr>
            <p:cNvPr id="34" name="node15.text"/>
            <p:cNvSpPr/>
            <p:nvPr/>
          </p:nvSpPr>
          <p:spPr>
            <a:xfrm>
              <a:off x="8953500" y="1828800"/>
              <a:ext cx="2514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One tenant, one data path</a:t>
              </a:r>
              <a:endParaRPr lang="en-US" sz="2400" spc="-36" kern="0" b="0" i="0" dirty="0">
                <a:solidFill>
                  <a:srgbClr val="FFFFFF"/>
                </a:solidFill>
                <a:latin typeface="IBM Plex Sans SemiBold"/>
                <a:ea typeface="IBM Plex Sans SemiBold"/>
                <a:cs typeface="IBM Plex Sans SemiBold"/>
              </a:endParaRPr>
            </a:p>
          </p:txBody>
        </p:sp>
      </p:grpSp>
      <p:grpSp>
        <p:nvGrpSpPr>
          <p:cNvPr id="51" name="node16"/>
          <p:cNvGrpSpPr/>
          <p:nvPr/>
        </p:nvGrpSpPr>
        <p:grpSpPr>
          <a:xfrm>
            <a:off x="8953500" y="3200400"/>
            <a:ext cx="2514600" cy="685800"/>
            <a:chOff x="8953500" y="3200400"/>
            <a:chExt cx="2514600" cy="685800"/>
          </a:xfrm>
        </p:grpSpPr>
        <p:sp>
          <p:nvSpPr>
            <p:cNvPr id="35" name="node16.text"/>
            <p:cNvSpPr/>
            <p:nvPr/>
          </p:nvSpPr>
          <p:spPr>
            <a:xfrm>
              <a:off x="8953500" y="32004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Every source lands once, and every service reads from the same governed hub.</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ource-03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PERSPECTIVE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layers connect users to governed data products through reusable services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 for Northfield Health System.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a:t>
            </a:fld>
            <a:endParaRPr lang="en-US" sz="700" spc="0" kern="0" b="0" i="0" dirty="0">
              <a:solidFill>
                <a:srgbClr val="070154"/>
              </a:solidFill>
              <a:latin typeface="IBM Plex Mono SemiBold"/>
              <a:ea typeface="IBM Plex Mono SemiBold"/>
              <a:cs typeface="IBM Plex Mono SemiBold"/>
            </a:endParaRPr>
          </a:p>
        </p:txBody>
      </p:sp>
      <p:grpSp>
        <p:nvGrpSpPr>
          <p:cNvPr id="88" name="node01"/>
          <p:cNvGrpSpPr/>
          <p:nvPr/>
        </p:nvGrpSpPr>
        <p:grpSpPr>
          <a:xfrm>
            <a:off x="723900" y="2057400"/>
            <a:ext cx="457200" cy="457200"/>
            <a:chOff x="723900" y="2057400"/>
            <a:chExt cx="457200" cy="457200"/>
          </a:xfrm>
        </p:grpSpPr>
        <p:sp>
          <p:nvSpPr>
            <p:cNvPr id="7" name="node01.surface"/>
            <p:cNvSpPr/>
            <p:nvPr/>
          </p:nvSpPr>
          <p:spPr>
            <a:xfrm>
              <a:off x="723900" y="2057400"/>
              <a:ext cx="457200" cy="457200"/>
            </a:xfrm>
            <a:prstGeom prst="rect">
              <a:avLst/>
            </a:prstGeom>
            <a:solidFill>
              <a:srgbClr val="070154"/>
            </a:solidFill>
            <a:ln>
              <a:noFill/>
            </a:ln>
          </p:spPr>
        </p:sp>
      </p:grpSp>
      <p:grpSp>
        <p:nvGrpSpPr>
          <p:cNvPr id="89" name="node02"/>
          <p:cNvGrpSpPr/>
          <p:nvPr/>
        </p:nvGrpSpPr>
        <p:grpSpPr>
          <a:xfrm>
            <a:off x="1409700" y="2057400"/>
            <a:ext cx="3886200" cy="304800"/>
            <a:chOff x="1409700" y="2057400"/>
            <a:chExt cx="3886200" cy="304800"/>
          </a:xfrm>
        </p:grpSpPr>
        <p:sp>
          <p:nvSpPr>
            <p:cNvPr id="8" name="node02.text"/>
            <p:cNvSpPr/>
            <p:nvPr/>
          </p:nvSpPr>
          <p:spPr>
            <a:xfrm>
              <a:off x="1409700" y="2057400"/>
              <a:ext cx="3886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Users and outcomes</a:t>
              </a:r>
              <a:endParaRPr lang="en-US" sz="1800" spc="-18" kern="0" b="0" i="0" dirty="0">
                <a:solidFill>
                  <a:srgbClr val="070154"/>
                </a:solidFill>
                <a:latin typeface="IBM Plex Sans SemiBold"/>
                <a:ea typeface="IBM Plex Sans SemiBold"/>
                <a:cs typeface="IBM Plex Sans SemiBold"/>
              </a:endParaRPr>
            </a:p>
          </p:txBody>
        </p:sp>
      </p:grpSp>
      <p:grpSp>
        <p:nvGrpSpPr>
          <p:cNvPr id="90" name="node03"/>
          <p:cNvGrpSpPr/>
          <p:nvPr/>
        </p:nvGrpSpPr>
        <p:grpSpPr>
          <a:xfrm>
            <a:off x="1409700" y="2362200"/>
            <a:ext cx="3886200" cy="228600"/>
            <a:chOff x="1409700" y="2362200"/>
            <a:chExt cx="3886200" cy="228600"/>
          </a:xfrm>
        </p:grpSpPr>
        <p:sp>
          <p:nvSpPr>
            <p:cNvPr id="9" name="node03.text"/>
            <p:cNvSpPr/>
            <p:nvPr/>
          </p:nvSpPr>
          <p:spPr>
            <a:xfrm>
              <a:off x="1409700" y="23622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BI, developer, sharing and AI experiences</a:t>
              </a:r>
              <a:endParaRPr lang="en-US" sz="1200" spc="0" kern="0" b="0" i="0" dirty="0">
                <a:solidFill>
                  <a:srgbClr val="50658E"/>
                </a:solidFill>
                <a:latin typeface="IBM Plex Sans"/>
                <a:ea typeface="IBM Plex Sans"/>
                <a:cs typeface="IBM Plex Sans"/>
              </a:endParaRPr>
            </a:p>
          </p:txBody>
        </p:sp>
      </p:grpSp>
      <p:grpSp>
        <p:nvGrpSpPr>
          <p:cNvPr id="91" name="node04"/>
          <p:cNvGrpSpPr/>
          <p:nvPr/>
        </p:nvGrpSpPr>
        <p:grpSpPr>
          <a:xfrm>
            <a:off x="723900" y="2743200"/>
            <a:ext cx="457200" cy="457200"/>
            <a:chOff x="723900" y="2743200"/>
            <a:chExt cx="457200" cy="457200"/>
          </a:xfrm>
        </p:grpSpPr>
        <p:sp>
          <p:nvSpPr>
            <p:cNvPr id="10" name="node04.surface"/>
            <p:cNvSpPr/>
            <p:nvPr/>
          </p:nvSpPr>
          <p:spPr>
            <a:xfrm>
              <a:off x="723900" y="2743200"/>
              <a:ext cx="457200" cy="457200"/>
            </a:xfrm>
            <a:prstGeom prst="rect">
              <a:avLst/>
            </a:prstGeom>
            <a:solidFill>
              <a:srgbClr val="CED7E6"/>
            </a:solidFill>
            <a:ln>
              <a:noFill/>
            </a:ln>
          </p:spPr>
        </p:sp>
      </p:grpSp>
      <p:grpSp>
        <p:nvGrpSpPr>
          <p:cNvPr id="92" name="node05"/>
          <p:cNvGrpSpPr/>
          <p:nvPr/>
        </p:nvGrpSpPr>
        <p:grpSpPr>
          <a:xfrm>
            <a:off x="1409700" y="2743200"/>
            <a:ext cx="3886200" cy="304800"/>
            <a:chOff x="1409700" y="2743200"/>
            <a:chExt cx="3886200" cy="304800"/>
          </a:xfrm>
        </p:grpSpPr>
        <p:sp>
          <p:nvSpPr>
            <p:cNvPr id="11" name="node05.text"/>
            <p:cNvSpPr/>
            <p:nvPr/>
          </p:nvSpPr>
          <p:spPr>
            <a:xfrm>
              <a:off x="1409700" y="2743200"/>
              <a:ext cx="3886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Information lifecycle</a:t>
              </a:r>
              <a:endParaRPr lang="en-US" sz="1800" spc="-18" kern="0" b="0" i="0" dirty="0">
                <a:solidFill>
                  <a:srgbClr val="070154"/>
                </a:solidFill>
                <a:latin typeface="IBM Plex Sans SemiBold"/>
                <a:ea typeface="IBM Plex Sans SemiBold"/>
                <a:cs typeface="IBM Plex Sans SemiBold"/>
              </a:endParaRPr>
            </a:p>
          </p:txBody>
        </p:sp>
      </p:grpSp>
      <p:grpSp>
        <p:nvGrpSpPr>
          <p:cNvPr id="93" name="node06"/>
          <p:cNvGrpSpPr/>
          <p:nvPr/>
        </p:nvGrpSpPr>
        <p:grpSpPr>
          <a:xfrm>
            <a:off x="1409700" y="3048000"/>
            <a:ext cx="3886200" cy="228600"/>
            <a:chOff x="1409700" y="3048000"/>
            <a:chExt cx="3886200" cy="228600"/>
          </a:xfrm>
        </p:grpSpPr>
        <p:sp>
          <p:nvSpPr>
            <p:cNvPr id="12" name="node06.text"/>
            <p:cNvSpPr/>
            <p:nvPr/>
          </p:nvSpPr>
          <p:spPr>
            <a:xfrm>
              <a:off x="1409700" y="30480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Raw to curated, semantic and governed products</a:t>
              </a:r>
              <a:endParaRPr lang="en-US" sz="1200" spc="0" kern="0" b="0" i="0" dirty="0">
                <a:solidFill>
                  <a:srgbClr val="50658E"/>
                </a:solidFill>
                <a:latin typeface="IBM Plex Sans"/>
                <a:ea typeface="IBM Plex Sans"/>
                <a:cs typeface="IBM Plex Sans"/>
              </a:endParaRPr>
            </a:p>
          </p:txBody>
        </p:sp>
      </p:grpSp>
      <p:grpSp>
        <p:nvGrpSpPr>
          <p:cNvPr id="94" name="node07"/>
          <p:cNvGrpSpPr/>
          <p:nvPr/>
        </p:nvGrpSpPr>
        <p:grpSpPr>
          <a:xfrm>
            <a:off x="723900" y="3429000"/>
            <a:ext cx="457200" cy="457200"/>
            <a:chOff x="723900" y="3429000"/>
            <a:chExt cx="457200" cy="457200"/>
          </a:xfrm>
        </p:grpSpPr>
        <p:sp>
          <p:nvSpPr>
            <p:cNvPr id="13" name="node07.surface"/>
            <p:cNvSpPr/>
            <p:nvPr/>
          </p:nvSpPr>
          <p:spPr>
            <a:xfrm>
              <a:off x="723900" y="3429000"/>
              <a:ext cx="457200" cy="457200"/>
            </a:xfrm>
            <a:prstGeom prst="rect">
              <a:avLst/>
            </a:prstGeom>
            <a:solidFill>
              <a:srgbClr val="E8EEF8"/>
            </a:solidFill>
            <a:ln>
              <a:noFill/>
            </a:ln>
          </p:spPr>
        </p:sp>
      </p:grpSp>
      <p:grpSp>
        <p:nvGrpSpPr>
          <p:cNvPr id="95" name="node08"/>
          <p:cNvGrpSpPr/>
          <p:nvPr/>
        </p:nvGrpSpPr>
        <p:grpSpPr>
          <a:xfrm>
            <a:off x="1409700" y="3429000"/>
            <a:ext cx="3886200" cy="304800"/>
            <a:chOff x="1409700" y="3429000"/>
            <a:chExt cx="3886200" cy="304800"/>
          </a:xfrm>
        </p:grpSpPr>
        <p:sp>
          <p:nvSpPr>
            <p:cNvPr id="14" name="node08.text"/>
            <p:cNvSpPr/>
            <p:nvPr/>
          </p:nvSpPr>
          <p:spPr>
            <a:xfrm>
              <a:off x="1409700" y="3429000"/>
              <a:ext cx="3886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Platform services</a:t>
              </a:r>
              <a:endParaRPr lang="en-US" sz="1800" spc="-18" kern="0" b="0" i="0" dirty="0">
                <a:solidFill>
                  <a:srgbClr val="070154"/>
                </a:solidFill>
                <a:latin typeface="IBM Plex Sans SemiBold"/>
                <a:ea typeface="IBM Plex Sans SemiBold"/>
                <a:cs typeface="IBM Plex Sans SemiBold"/>
              </a:endParaRPr>
            </a:p>
          </p:txBody>
        </p:sp>
      </p:grpSp>
      <p:grpSp>
        <p:nvGrpSpPr>
          <p:cNvPr id="96" name="node09"/>
          <p:cNvGrpSpPr/>
          <p:nvPr/>
        </p:nvGrpSpPr>
        <p:grpSpPr>
          <a:xfrm>
            <a:off x="1409700" y="3733800"/>
            <a:ext cx="3886200" cy="228600"/>
            <a:chOff x="1409700" y="3733800"/>
            <a:chExt cx="3886200" cy="228600"/>
          </a:xfrm>
        </p:grpSpPr>
        <p:sp>
          <p:nvSpPr>
            <p:cNvPr id="15" name="node09.text"/>
            <p:cNvSpPr/>
            <p:nvPr/>
          </p:nvSpPr>
          <p:spPr>
            <a:xfrm>
              <a:off x="1409700" y="37338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Reusable processing, interoperability, operations</a:t>
              </a:r>
              <a:endParaRPr lang="en-US" sz="1200" spc="0" kern="0" b="0" i="0" dirty="0">
                <a:solidFill>
                  <a:srgbClr val="50658E"/>
                </a:solidFill>
                <a:latin typeface="IBM Plex Sans"/>
                <a:ea typeface="IBM Plex Sans"/>
                <a:cs typeface="IBM Plex Sans"/>
              </a:endParaRPr>
            </a:p>
          </p:txBody>
        </p:sp>
      </p:grpSp>
      <p:grpSp>
        <p:nvGrpSpPr>
          <p:cNvPr id="97" name="node10"/>
          <p:cNvGrpSpPr/>
          <p:nvPr/>
        </p:nvGrpSpPr>
        <p:grpSpPr>
          <a:xfrm>
            <a:off x="723900" y="4114800"/>
            <a:ext cx="457200" cy="457200"/>
            <a:chOff x="723900" y="4114800"/>
            <a:chExt cx="457200" cy="457200"/>
          </a:xfrm>
        </p:grpSpPr>
        <p:sp>
          <p:nvSpPr>
            <p:cNvPr id="16" name="node10.surface"/>
            <p:cNvSpPr/>
            <p:nvPr/>
          </p:nvSpPr>
          <p:spPr>
            <a:xfrm>
              <a:off x="723900" y="4114800"/>
              <a:ext cx="457200" cy="457200"/>
            </a:xfrm>
            <a:prstGeom prst="rect">
              <a:avLst/>
            </a:prstGeom>
            <a:solidFill>
              <a:srgbClr val="05013F"/>
            </a:solidFill>
            <a:ln>
              <a:noFill/>
            </a:ln>
          </p:spPr>
        </p:sp>
      </p:grpSp>
      <p:grpSp>
        <p:nvGrpSpPr>
          <p:cNvPr id="98" name="node11"/>
          <p:cNvGrpSpPr/>
          <p:nvPr/>
        </p:nvGrpSpPr>
        <p:grpSpPr>
          <a:xfrm>
            <a:off x="1409700" y="4114800"/>
            <a:ext cx="3886200" cy="304800"/>
            <a:chOff x="1409700" y="4114800"/>
            <a:chExt cx="3886200" cy="304800"/>
          </a:xfrm>
        </p:grpSpPr>
        <p:sp>
          <p:nvSpPr>
            <p:cNvPr id="17" name="node11.text"/>
            <p:cNvSpPr/>
            <p:nvPr/>
          </p:nvSpPr>
          <p:spPr>
            <a:xfrm>
              <a:off x="1409700" y="4114800"/>
              <a:ext cx="3886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Governance and placement</a:t>
              </a:r>
              <a:endParaRPr lang="en-US" sz="1800" spc="-18" kern="0" b="0" i="0" dirty="0">
                <a:solidFill>
                  <a:srgbClr val="070154"/>
                </a:solidFill>
                <a:latin typeface="IBM Plex Sans SemiBold"/>
                <a:ea typeface="IBM Plex Sans SemiBold"/>
                <a:cs typeface="IBM Plex Sans SemiBold"/>
              </a:endParaRPr>
            </a:p>
          </p:txBody>
        </p:sp>
      </p:grpSp>
      <p:grpSp>
        <p:nvGrpSpPr>
          <p:cNvPr id="99" name="node12"/>
          <p:cNvGrpSpPr/>
          <p:nvPr/>
        </p:nvGrpSpPr>
        <p:grpSpPr>
          <a:xfrm>
            <a:off x="1409700" y="4419600"/>
            <a:ext cx="3886200" cy="228600"/>
            <a:chOff x="1409700" y="4419600"/>
            <a:chExt cx="3886200" cy="228600"/>
          </a:xfrm>
        </p:grpSpPr>
        <p:sp>
          <p:nvSpPr>
            <p:cNvPr id="18" name="node12.text"/>
            <p:cNvSpPr/>
            <p:nvPr/>
          </p:nvSpPr>
          <p:spPr>
            <a:xfrm>
              <a:off x="1409700" y="44196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Embedded controls and clear placement criteria</a:t>
              </a:r>
              <a:endParaRPr lang="en-US" sz="1200" spc="0" kern="0" b="0" i="0" dirty="0">
                <a:solidFill>
                  <a:srgbClr val="50658E"/>
                </a:solidFill>
                <a:latin typeface="IBM Plex Sans"/>
                <a:ea typeface="IBM Plex Sans"/>
                <a:cs typeface="IBM Plex Sans"/>
              </a:endParaRPr>
            </a:p>
          </p:txBody>
        </p:sp>
      </p:grpSp>
      <p:grpSp>
        <p:nvGrpSpPr>
          <p:cNvPr id="100" name="node13"/>
          <p:cNvGrpSpPr/>
          <p:nvPr/>
        </p:nvGrpSpPr>
        <p:grpSpPr>
          <a:xfrm>
            <a:off x="723900" y="4800600"/>
            <a:ext cx="457200" cy="457200"/>
            <a:chOff x="723900" y="4800600"/>
            <a:chExt cx="457200" cy="457200"/>
          </a:xfrm>
        </p:grpSpPr>
        <p:sp>
          <p:nvSpPr>
            <p:cNvPr id="19" name="node13.surface"/>
            <p:cNvSpPr/>
            <p:nvPr/>
          </p:nvSpPr>
          <p:spPr>
            <a:xfrm>
              <a:off x="723900" y="4800600"/>
              <a:ext cx="457200" cy="457200"/>
            </a:xfrm>
            <a:prstGeom prst="rect">
              <a:avLst/>
            </a:prstGeom>
            <a:solidFill>
              <a:srgbClr val="F900D3"/>
            </a:solidFill>
            <a:ln>
              <a:noFill/>
            </a:ln>
          </p:spPr>
        </p:sp>
      </p:grpSp>
      <p:grpSp>
        <p:nvGrpSpPr>
          <p:cNvPr id="101" name="node14"/>
          <p:cNvGrpSpPr/>
          <p:nvPr/>
        </p:nvGrpSpPr>
        <p:grpSpPr>
          <a:xfrm>
            <a:off x="1409700" y="4800600"/>
            <a:ext cx="3886200" cy="304800"/>
            <a:chOff x="1409700" y="4800600"/>
            <a:chExt cx="3886200" cy="304800"/>
          </a:xfrm>
        </p:grpSpPr>
        <p:sp>
          <p:nvSpPr>
            <p:cNvPr id="20" name="node14.text"/>
            <p:cNvSpPr/>
            <p:nvPr/>
          </p:nvSpPr>
          <p:spPr>
            <a:xfrm>
              <a:off x="1409700" y="4800600"/>
              <a:ext cx="3886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Enterprise data ecosystem</a:t>
              </a:r>
              <a:endParaRPr lang="en-US" sz="1800" spc="-18" kern="0" b="0" i="0" dirty="0">
                <a:solidFill>
                  <a:srgbClr val="070154"/>
                </a:solidFill>
                <a:latin typeface="IBM Plex Sans SemiBold"/>
                <a:ea typeface="IBM Plex Sans SemiBold"/>
                <a:cs typeface="IBM Plex Sans SemiBold"/>
              </a:endParaRPr>
            </a:p>
          </p:txBody>
        </p:sp>
      </p:grpSp>
      <p:grpSp>
        <p:nvGrpSpPr>
          <p:cNvPr id="102" name="node15"/>
          <p:cNvGrpSpPr/>
          <p:nvPr/>
        </p:nvGrpSpPr>
        <p:grpSpPr>
          <a:xfrm>
            <a:off x="1409700" y="5105400"/>
            <a:ext cx="3886200" cy="228600"/>
            <a:chOff x="1409700" y="5105400"/>
            <a:chExt cx="3886200" cy="228600"/>
          </a:xfrm>
        </p:grpSpPr>
        <p:sp>
          <p:nvSpPr>
            <p:cNvPr id="21" name="node15.text"/>
            <p:cNvSpPr/>
            <p:nvPr/>
          </p:nvSpPr>
          <p:spPr>
            <a:xfrm>
              <a:off x="1409700" y="51054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Existing platforms, connected not consolidated</a:t>
              </a:r>
              <a:endParaRPr lang="en-US" sz="1200" spc="0" kern="0" b="0" i="0" dirty="0">
                <a:solidFill>
                  <a:srgbClr val="50658E"/>
                </a:solidFill>
                <a:latin typeface="IBM Plex Sans"/>
                <a:ea typeface="IBM Plex Sans"/>
                <a:cs typeface="IBM Plex Sans"/>
              </a:endParaRPr>
            </a:p>
          </p:txBody>
        </p:sp>
      </p:grpSp>
      <p:grpSp>
        <p:nvGrpSpPr>
          <p:cNvPr id="103" name="node16"/>
          <p:cNvGrpSpPr/>
          <p:nvPr/>
        </p:nvGrpSpPr>
        <p:grpSpPr>
          <a:xfrm>
            <a:off x="5524500" y="2057400"/>
            <a:ext cx="5867400" cy="3733800"/>
            <a:chOff x="5524500" y="2057400"/>
            <a:chExt cx="5867400" cy="3733800"/>
          </a:xfrm>
        </p:grpSpPr>
        <p:sp>
          <p:nvSpPr>
            <p:cNvPr id="22" name="node16.surface"/>
            <p:cNvSpPr/>
            <p:nvPr/>
          </p:nvSpPr>
          <p:spPr>
            <a:xfrm>
              <a:off x="5524500" y="2057400"/>
              <a:ext cx="5867400" cy="3733800"/>
            </a:xfrm>
            <a:prstGeom prst="rect">
              <a:avLst/>
            </a:prstGeom>
            <a:ln w="12700">
              <a:solidFill>
                <a:srgbClr val="070154"/>
              </a:solidFill>
              <a:prstDash val="solid"/>
            </a:ln>
          </p:spPr>
        </p:sp>
        <p:sp>
          <p:nvSpPr>
            <p:cNvPr id="23" name="node16.tab"/>
            <p:cNvSpPr/>
            <p:nvPr/>
          </p:nvSpPr>
          <p:spPr>
            <a:xfrm>
              <a:off x="5524500" y="2057400"/>
              <a:ext cx="2807035" cy="228600"/>
            </a:xfrm>
            <a:prstGeom prst="rect">
              <a:avLst/>
            </a:prstGeom>
            <a:solidFill>
              <a:srgbClr val="070154"/>
            </a:solidFill>
            <a:ln>
              <a:noFill/>
            </a:ln>
          </p:spPr>
        </p:sp>
        <p:sp>
          <p:nvSpPr>
            <p:cNvPr id="24" name="node16.label"/>
            <p:cNvSpPr/>
            <p:nvPr/>
          </p:nvSpPr>
          <p:spPr>
            <a:xfrm>
              <a:off x="5600700" y="2095500"/>
              <a:ext cx="265463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COMPONENT ARCHITECTURE · HIGH LEVEL</a:t>
              </a:r>
              <a:endParaRPr lang="en-US" sz="900" spc="54" kern="0" b="0" i="0" dirty="0">
                <a:solidFill>
                  <a:srgbClr val="FFFFFF"/>
                </a:solidFill>
                <a:latin typeface="IBM Plex Mono SemiBold"/>
                <a:ea typeface="IBM Plex Mono SemiBold"/>
                <a:cs typeface="IBM Plex Mono SemiBold"/>
              </a:endParaRPr>
            </a:p>
          </p:txBody>
        </p:sp>
      </p:grpSp>
      <p:grpSp>
        <p:nvGrpSpPr>
          <p:cNvPr id="104" name="node17"/>
          <p:cNvGrpSpPr/>
          <p:nvPr/>
        </p:nvGrpSpPr>
        <p:grpSpPr>
          <a:xfrm>
            <a:off x="5695950" y="2336800"/>
            <a:ext cx="5524500" cy="3340100"/>
            <a:chOff x="5695950" y="2336800"/>
            <a:chExt cx="5524500" cy="3340100"/>
          </a:xfrm>
        </p:grpSpPr>
        <p:sp>
          <p:nvSpPr>
            <p:cNvPr id="25" name="node17.rows.slot-001.number"/>
            <p:cNvSpPr/>
            <p:nvPr/>
          </p:nvSpPr>
          <p:spPr>
            <a:xfrm>
              <a:off x="5753100" y="2336800"/>
              <a:ext cx="304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01</a:t>
              </a:r>
              <a:endParaRPr lang="en-US" sz="900" spc="54" kern="0" b="0" i="0" dirty="0">
                <a:solidFill>
                  <a:srgbClr val="070154"/>
                </a:solidFill>
                <a:latin typeface="IBM Plex Mono SemiBold"/>
                <a:ea typeface="IBM Plex Mono SemiBold"/>
                <a:cs typeface="IBM Plex Mono SemiBold"/>
              </a:endParaRPr>
            </a:p>
          </p:txBody>
        </p:sp>
        <p:sp>
          <p:nvSpPr>
            <p:cNvPr id="26" name="node17.rows.slot-001.label"/>
            <p:cNvSpPr/>
            <p:nvPr/>
          </p:nvSpPr>
          <p:spPr>
            <a:xfrm>
              <a:off x="6134100" y="2336800"/>
              <a:ext cx="50292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USERS AND OUTCOMES</a:t>
              </a:r>
              <a:endParaRPr lang="en-US" sz="900" spc="54" kern="0" b="0" i="0" dirty="0">
                <a:solidFill>
                  <a:srgbClr val="070154"/>
                </a:solidFill>
                <a:latin typeface="IBM Plex Mono SemiBold"/>
                <a:ea typeface="IBM Plex Mono SemiBold"/>
                <a:cs typeface="IBM Plex Mono SemiBold"/>
              </a:endParaRPr>
            </a:p>
          </p:txBody>
        </p:sp>
        <p:sp>
          <p:nvSpPr>
            <p:cNvPr id="27" name="node17.rows.slot-001.cells.slot-001.surface"/>
            <p:cNvSpPr/>
            <p:nvPr/>
          </p:nvSpPr>
          <p:spPr>
            <a:xfrm>
              <a:off x="5753100" y="2590800"/>
              <a:ext cx="1323975" cy="228600"/>
            </a:xfrm>
            <a:prstGeom prst="rect">
              <a:avLst/>
            </a:prstGeom>
            <a:solidFill>
              <a:srgbClr val="070154"/>
            </a:solidFill>
            <a:ln>
              <a:noFill/>
            </a:ln>
          </p:spPr>
        </p:sp>
        <p:sp>
          <p:nvSpPr>
            <p:cNvPr id="28" name="node17.rows.slot-001.cells.slot-001.text"/>
            <p:cNvSpPr/>
            <p:nvPr/>
          </p:nvSpPr>
          <p:spPr>
            <a:xfrm>
              <a:off x="5803900" y="25908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BI, semantic</a:t>
              </a:r>
              <a:endParaRPr lang="en-US" sz="1200" spc="0" kern="0" b="0" i="0" dirty="0">
                <a:solidFill>
                  <a:srgbClr val="FFFFFF"/>
                </a:solidFill>
                <a:latin typeface="IBM Plex Sans"/>
                <a:ea typeface="IBM Plex Sans"/>
                <a:cs typeface="IBM Plex Sans"/>
              </a:endParaRPr>
            </a:p>
          </p:txBody>
        </p:sp>
        <p:sp>
          <p:nvSpPr>
            <p:cNvPr id="29" name="node17.rows.slot-001.cells.slot-002.surface"/>
            <p:cNvSpPr/>
            <p:nvPr/>
          </p:nvSpPr>
          <p:spPr>
            <a:xfrm>
              <a:off x="7115175" y="2590800"/>
              <a:ext cx="1323975" cy="228600"/>
            </a:xfrm>
            <a:prstGeom prst="rect">
              <a:avLst/>
            </a:prstGeom>
            <a:solidFill>
              <a:srgbClr val="070154"/>
            </a:solidFill>
            <a:ln>
              <a:noFill/>
            </a:ln>
          </p:spPr>
        </p:sp>
        <p:sp>
          <p:nvSpPr>
            <p:cNvPr id="30" name="node17.rows.slot-001.cells.slot-002.text"/>
            <p:cNvSpPr/>
            <p:nvPr/>
          </p:nvSpPr>
          <p:spPr>
            <a:xfrm>
              <a:off x="7165975" y="25908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SQL, dev tools</a:t>
              </a:r>
              <a:endParaRPr lang="en-US" sz="1200" spc="0" kern="0" b="0" i="0" dirty="0">
                <a:solidFill>
                  <a:srgbClr val="FFFFFF"/>
                </a:solidFill>
                <a:latin typeface="IBM Plex Sans"/>
                <a:ea typeface="IBM Plex Sans"/>
                <a:cs typeface="IBM Plex Sans"/>
              </a:endParaRPr>
            </a:p>
          </p:txBody>
        </p:sp>
        <p:sp>
          <p:nvSpPr>
            <p:cNvPr id="31" name="node17.rows.slot-001.cells.slot-003.surface"/>
            <p:cNvSpPr/>
            <p:nvPr/>
          </p:nvSpPr>
          <p:spPr>
            <a:xfrm>
              <a:off x="8477250" y="2590800"/>
              <a:ext cx="1323975" cy="228600"/>
            </a:xfrm>
            <a:prstGeom prst="rect">
              <a:avLst/>
            </a:prstGeom>
            <a:solidFill>
              <a:srgbClr val="070154"/>
            </a:solidFill>
            <a:ln>
              <a:noFill/>
            </a:ln>
          </p:spPr>
        </p:sp>
        <p:sp>
          <p:nvSpPr>
            <p:cNvPr id="32" name="node17.rows.slot-001.cells.slot-003.text"/>
            <p:cNvSpPr/>
            <p:nvPr/>
          </p:nvSpPr>
          <p:spPr>
            <a:xfrm>
              <a:off x="8528050" y="25908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APIs, sharing</a:t>
              </a:r>
              <a:endParaRPr lang="en-US" sz="1200" spc="0" kern="0" b="0" i="0" dirty="0">
                <a:solidFill>
                  <a:srgbClr val="FFFFFF"/>
                </a:solidFill>
                <a:latin typeface="IBM Plex Sans"/>
                <a:ea typeface="IBM Plex Sans"/>
                <a:cs typeface="IBM Plex Sans"/>
              </a:endParaRPr>
            </a:p>
          </p:txBody>
        </p:sp>
        <p:sp>
          <p:nvSpPr>
            <p:cNvPr id="33" name="node17.rows.slot-001.cells.slot-004.surface"/>
            <p:cNvSpPr/>
            <p:nvPr/>
          </p:nvSpPr>
          <p:spPr>
            <a:xfrm>
              <a:off x="9839325" y="2590800"/>
              <a:ext cx="1323975" cy="228600"/>
            </a:xfrm>
            <a:prstGeom prst="rect">
              <a:avLst/>
            </a:prstGeom>
            <a:solidFill>
              <a:srgbClr val="070154"/>
            </a:solidFill>
            <a:ln>
              <a:noFill/>
            </a:ln>
          </p:spPr>
        </p:sp>
        <p:sp>
          <p:nvSpPr>
            <p:cNvPr id="34" name="node17.rows.slot-001.cells.slot-004.text"/>
            <p:cNvSpPr/>
            <p:nvPr/>
          </p:nvSpPr>
          <p:spPr>
            <a:xfrm>
              <a:off x="9890125" y="25908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AI interfaces</a:t>
              </a:r>
              <a:endParaRPr lang="en-US" sz="1200" spc="0" kern="0" b="0" i="0" dirty="0">
                <a:solidFill>
                  <a:srgbClr val="FFFFFF"/>
                </a:solidFill>
                <a:latin typeface="IBM Plex Sans"/>
                <a:ea typeface="IBM Plex Sans"/>
                <a:cs typeface="IBM Plex Sans"/>
              </a:endParaRPr>
            </a:p>
          </p:txBody>
        </p:sp>
        <p:sp>
          <p:nvSpPr>
            <p:cNvPr id="35" name="node17.rows.slot-002.number"/>
            <p:cNvSpPr/>
            <p:nvPr/>
          </p:nvSpPr>
          <p:spPr>
            <a:xfrm>
              <a:off x="5753100" y="2908300"/>
              <a:ext cx="304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02</a:t>
              </a:r>
              <a:endParaRPr lang="en-US" sz="900" spc="54" kern="0" b="0" i="0" dirty="0">
                <a:solidFill>
                  <a:srgbClr val="070154"/>
                </a:solidFill>
                <a:latin typeface="IBM Plex Mono SemiBold"/>
                <a:ea typeface="IBM Plex Mono SemiBold"/>
                <a:cs typeface="IBM Plex Mono SemiBold"/>
              </a:endParaRPr>
            </a:p>
          </p:txBody>
        </p:sp>
        <p:sp>
          <p:nvSpPr>
            <p:cNvPr id="36" name="node17.rows.slot-002.label"/>
            <p:cNvSpPr/>
            <p:nvPr/>
          </p:nvSpPr>
          <p:spPr>
            <a:xfrm>
              <a:off x="6134100" y="2908300"/>
              <a:ext cx="50292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INFORMATION LIFECYCLE AND DATA PRODUCT</a:t>
              </a:r>
              <a:endParaRPr lang="en-US" sz="900" spc="54" kern="0" b="0" i="0" dirty="0">
                <a:solidFill>
                  <a:srgbClr val="070154"/>
                </a:solidFill>
                <a:latin typeface="IBM Plex Mono SemiBold"/>
                <a:ea typeface="IBM Plex Mono SemiBold"/>
                <a:cs typeface="IBM Plex Mono SemiBold"/>
              </a:endParaRPr>
            </a:p>
          </p:txBody>
        </p:sp>
        <p:sp>
          <p:nvSpPr>
            <p:cNvPr id="37" name="node17.rows.slot-002.cells.slot-001.surface"/>
            <p:cNvSpPr/>
            <p:nvPr/>
          </p:nvSpPr>
          <p:spPr>
            <a:xfrm>
              <a:off x="5753100" y="3162300"/>
              <a:ext cx="1323975" cy="228600"/>
            </a:xfrm>
            <a:prstGeom prst="rect">
              <a:avLst/>
            </a:prstGeom>
            <a:solidFill>
              <a:srgbClr val="CED7E6"/>
            </a:solidFill>
            <a:ln>
              <a:noFill/>
            </a:ln>
          </p:spPr>
        </p:sp>
        <p:sp>
          <p:nvSpPr>
            <p:cNvPr id="38" name="node17.rows.slot-002.cells.slot-001.text"/>
            <p:cNvSpPr/>
            <p:nvPr/>
          </p:nvSpPr>
          <p:spPr>
            <a:xfrm>
              <a:off x="5803900" y="31623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Raw</a:t>
              </a:r>
              <a:endParaRPr lang="en-US" sz="1200" spc="0" kern="0" b="0" i="0" dirty="0">
                <a:solidFill>
                  <a:srgbClr val="070154"/>
                </a:solidFill>
                <a:latin typeface="IBM Plex Sans"/>
                <a:ea typeface="IBM Plex Sans"/>
                <a:cs typeface="IBM Plex Sans"/>
              </a:endParaRPr>
            </a:p>
          </p:txBody>
        </p:sp>
        <p:sp>
          <p:nvSpPr>
            <p:cNvPr id="39" name="node17.rows.slot-002.cells.slot-002.surface"/>
            <p:cNvSpPr/>
            <p:nvPr/>
          </p:nvSpPr>
          <p:spPr>
            <a:xfrm>
              <a:off x="7115175" y="3162300"/>
              <a:ext cx="1323975" cy="228600"/>
            </a:xfrm>
            <a:prstGeom prst="rect">
              <a:avLst/>
            </a:prstGeom>
            <a:solidFill>
              <a:srgbClr val="CED7E6"/>
            </a:solidFill>
            <a:ln>
              <a:noFill/>
            </a:ln>
          </p:spPr>
        </p:sp>
        <p:sp>
          <p:nvSpPr>
            <p:cNvPr id="40" name="node17.rows.slot-002.cells.slot-002.text"/>
            <p:cNvSpPr/>
            <p:nvPr/>
          </p:nvSpPr>
          <p:spPr>
            <a:xfrm>
              <a:off x="7165975" y="31623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Curated</a:t>
              </a:r>
              <a:endParaRPr lang="en-US" sz="1200" spc="0" kern="0" b="0" i="0" dirty="0">
                <a:solidFill>
                  <a:srgbClr val="070154"/>
                </a:solidFill>
                <a:latin typeface="IBM Plex Sans"/>
                <a:ea typeface="IBM Plex Sans"/>
                <a:cs typeface="IBM Plex Sans"/>
              </a:endParaRPr>
            </a:p>
          </p:txBody>
        </p:sp>
        <p:sp>
          <p:nvSpPr>
            <p:cNvPr id="41" name="node17.rows.slot-002.cells.slot-003.surface"/>
            <p:cNvSpPr/>
            <p:nvPr/>
          </p:nvSpPr>
          <p:spPr>
            <a:xfrm>
              <a:off x="8477250" y="3162300"/>
              <a:ext cx="1323975" cy="228600"/>
            </a:xfrm>
            <a:prstGeom prst="rect">
              <a:avLst/>
            </a:prstGeom>
            <a:solidFill>
              <a:srgbClr val="CED7E6"/>
            </a:solidFill>
            <a:ln>
              <a:noFill/>
            </a:ln>
          </p:spPr>
        </p:sp>
        <p:sp>
          <p:nvSpPr>
            <p:cNvPr id="42" name="node17.rows.slot-002.cells.slot-003.text"/>
            <p:cNvSpPr/>
            <p:nvPr/>
          </p:nvSpPr>
          <p:spPr>
            <a:xfrm>
              <a:off x="8528050" y="31623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Semantic</a:t>
              </a:r>
              <a:endParaRPr lang="en-US" sz="1200" spc="0" kern="0" b="0" i="0" dirty="0">
                <a:solidFill>
                  <a:srgbClr val="070154"/>
                </a:solidFill>
                <a:latin typeface="IBM Plex Sans"/>
                <a:ea typeface="IBM Plex Sans"/>
                <a:cs typeface="IBM Plex Sans"/>
              </a:endParaRPr>
            </a:p>
          </p:txBody>
        </p:sp>
        <p:sp>
          <p:nvSpPr>
            <p:cNvPr id="43" name="node17.rows.slot-002.cells.slot-004.surface"/>
            <p:cNvSpPr/>
            <p:nvPr/>
          </p:nvSpPr>
          <p:spPr>
            <a:xfrm>
              <a:off x="9839325" y="3162300"/>
              <a:ext cx="1323975" cy="228600"/>
            </a:xfrm>
            <a:prstGeom prst="rect">
              <a:avLst/>
            </a:prstGeom>
            <a:solidFill>
              <a:srgbClr val="CED7E6"/>
            </a:solidFill>
            <a:ln>
              <a:noFill/>
            </a:ln>
          </p:spPr>
        </p:sp>
        <p:sp>
          <p:nvSpPr>
            <p:cNvPr id="44" name="node17.rows.slot-002.cells.slot-004.text"/>
            <p:cNvSpPr/>
            <p:nvPr/>
          </p:nvSpPr>
          <p:spPr>
            <a:xfrm>
              <a:off x="9890125" y="31623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Data products</a:t>
              </a:r>
              <a:endParaRPr lang="en-US" sz="1200" spc="0" kern="0" b="0" i="0" dirty="0">
                <a:solidFill>
                  <a:srgbClr val="070154"/>
                </a:solidFill>
                <a:latin typeface="IBM Plex Sans"/>
                <a:ea typeface="IBM Plex Sans"/>
                <a:cs typeface="IBM Plex Sans"/>
              </a:endParaRPr>
            </a:p>
          </p:txBody>
        </p:sp>
        <p:sp>
          <p:nvSpPr>
            <p:cNvPr id="45" name="node17.rows.slot-003.number"/>
            <p:cNvSpPr/>
            <p:nvPr/>
          </p:nvSpPr>
          <p:spPr>
            <a:xfrm>
              <a:off x="5753100" y="3479800"/>
              <a:ext cx="304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03</a:t>
              </a:r>
              <a:endParaRPr lang="en-US" sz="900" spc="54" kern="0" b="0" i="0" dirty="0">
                <a:solidFill>
                  <a:srgbClr val="070154"/>
                </a:solidFill>
                <a:latin typeface="IBM Plex Mono SemiBold"/>
                <a:ea typeface="IBM Plex Mono SemiBold"/>
                <a:cs typeface="IBM Plex Mono SemiBold"/>
              </a:endParaRPr>
            </a:p>
          </p:txBody>
        </p:sp>
        <p:sp>
          <p:nvSpPr>
            <p:cNvPr id="46" name="node17.rows.slot-003.label"/>
            <p:cNvSpPr/>
            <p:nvPr/>
          </p:nvSpPr>
          <p:spPr>
            <a:xfrm>
              <a:off x="6134100" y="3479800"/>
              <a:ext cx="50292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PLATFORM SERVICES · NON-EXHAUSTIVE</a:t>
              </a:r>
              <a:endParaRPr lang="en-US" sz="900" spc="54" kern="0" b="0" i="0" dirty="0">
                <a:solidFill>
                  <a:srgbClr val="070154"/>
                </a:solidFill>
                <a:latin typeface="IBM Plex Mono SemiBold"/>
                <a:ea typeface="IBM Plex Mono SemiBold"/>
                <a:cs typeface="IBM Plex Mono SemiBold"/>
              </a:endParaRPr>
            </a:p>
          </p:txBody>
        </p:sp>
        <p:sp>
          <p:nvSpPr>
            <p:cNvPr id="47" name="node17.rows.slot-003.cells.slot-001.surface"/>
            <p:cNvSpPr/>
            <p:nvPr/>
          </p:nvSpPr>
          <p:spPr>
            <a:xfrm>
              <a:off x="5753100" y="3733800"/>
              <a:ext cx="1051560" cy="228600"/>
            </a:xfrm>
            <a:prstGeom prst="rect">
              <a:avLst/>
            </a:prstGeom>
            <a:solidFill>
              <a:srgbClr val="E8EEF8"/>
            </a:solidFill>
            <a:ln>
              <a:noFill/>
            </a:ln>
          </p:spPr>
        </p:sp>
        <p:sp>
          <p:nvSpPr>
            <p:cNvPr id="48" name="node17.rows.slot-003.cells.slot-001.text"/>
            <p:cNvSpPr/>
            <p:nvPr/>
          </p:nvSpPr>
          <p:spPr>
            <a:xfrm>
              <a:off x="5803900" y="3733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Lake storage</a:t>
              </a:r>
              <a:endParaRPr lang="en-US" sz="1200" spc="0" kern="0" b="0" i="0" dirty="0">
                <a:solidFill>
                  <a:srgbClr val="070154"/>
                </a:solidFill>
                <a:latin typeface="IBM Plex Sans"/>
                <a:ea typeface="IBM Plex Sans"/>
                <a:cs typeface="IBM Plex Sans"/>
              </a:endParaRPr>
            </a:p>
          </p:txBody>
        </p:sp>
        <p:sp>
          <p:nvSpPr>
            <p:cNvPr id="49" name="node17.rows.slot-003.cells.slot-002.surface"/>
            <p:cNvSpPr/>
            <p:nvPr/>
          </p:nvSpPr>
          <p:spPr>
            <a:xfrm>
              <a:off x="6842760" y="3733800"/>
              <a:ext cx="1051560" cy="228600"/>
            </a:xfrm>
            <a:prstGeom prst="rect">
              <a:avLst/>
            </a:prstGeom>
            <a:solidFill>
              <a:srgbClr val="E8EEF8"/>
            </a:solidFill>
            <a:ln>
              <a:noFill/>
            </a:ln>
          </p:spPr>
        </p:sp>
        <p:sp>
          <p:nvSpPr>
            <p:cNvPr id="50" name="node17.rows.slot-003.cells.slot-002.text"/>
            <p:cNvSpPr/>
            <p:nvPr/>
          </p:nvSpPr>
          <p:spPr>
            <a:xfrm>
              <a:off x="6893560" y="3733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Ingestion</a:t>
              </a:r>
              <a:endParaRPr lang="en-US" sz="1200" spc="0" kern="0" b="0" i="0" dirty="0">
                <a:solidFill>
                  <a:srgbClr val="070154"/>
                </a:solidFill>
                <a:latin typeface="IBM Plex Sans"/>
                <a:ea typeface="IBM Plex Sans"/>
                <a:cs typeface="IBM Plex Sans"/>
              </a:endParaRPr>
            </a:p>
          </p:txBody>
        </p:sp>
        <p:sp>
          <p:nvSpPr>
            <p:cNvPr id="51" name="node17.rows.slot-003.cells.slot-003.surface"/>
            <p:cNvSpPr/>
            <p:nvPr/>
          </p:nvSpPr>
          <p:spPr>
            <a:xfrm>
              <a:off x="7932420" y="3733800"/>
              <a:ext cx="1051560" cy="228600"/>
            </a:xfrm>
            <a:prstGeom prst="rect">
              <a:avLst/>
            </a:prstGeom>
            <a:solidFill>
              <a:srgbClr val="E8EEF8"/>
            </a:solidFill>
            <a:ln>
              <a:noFill/>
            </a:ln>
          </p:spPr>
        </p:sp>
        <p:sp>
          <p:nvSpPr>
            <p:cNvPr id="52" name="node17.rows.slot-003.cells.slot-003.text"/>
            <p:cNvSpPr/>
            <p:nvPr/>
          </p:nvSpPr>
          <p:spPr>
            <a:xfrm>
              <a:off x="7983220" y="3733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Orchestration</a:t>
              </a:r>
              <a:endParaRPr lang="en-US" sz="1200" spc="0" kern="0" b="0" i="0" dirty="0">
                <a:solidFill>
                  <a:srgbClr val="070154"/>
                </a:solidFill>
                <a:latin typeface="IBM Plex Sans"/>
                <a:ea typeface="IBM Plex Sans"/>
                <a:cs typeface="IBM Plex Sans"/>
              </a:endParaRPr>
            </a:p>
          </p:txBody>
        </p:sp>
        <p:sp>
          <p:nvSpPr>
            <p:cNvPr id="53" name="node17.rows.slot-003.cells.slot-004.surface"/>
            <p:cNvSpPr/>
            <p:nvPr/>
          </p:nvSpPr>
          <p:spPr>
            <a:xfrm>
              <a:off x="9022080" y="3733800"/>
              <a:ext cx="1051560" cy="228600"/>
            </a:xfrm>
            <a:prstGeom prst="rect">
              <a:avLst/>
            </a:prstGeom>
            <a:solidFill>
              <a:srgbClr val="E8EEF8"/>
            </a:solidFill>
            <a:ln>
              <a:noFill/>
            </a:ln>
          </p:spPr>
        </p:sp>
        <p:sp>
          <p:nvSpPr>
            <p:cNvPr id="54" name="node17.rows.slot-003.cells.slot-004.text"/>
            <p:cNvSpPr/>
            <p:nvPr/>
          </p:nvSpPr>
          <p:spPr>
            <a:xfrm>
              <a:off x="9072880" y="3733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Replication</a:t>
              </a:r>
              <a:endParaRPr lang="en-US" sz="1200" spc="0" kern="0" b="0" i="0" dirty="0">
                <a:solidFill>
                  <a:srgbClr val="070154"/>
                </a:solidFill>
                <a:latin typeface="IBM Plex Sans"/>
                <a:ea typeface="IBM Plex Sans"/>
                <a:cs typeface="IBM Plex Sans"/>
              </a:endParaRPr>
            </a:p>
          </p:txBody>
        </p:sp>
        <p:sp>
          <p:nvSpPr>
            <p:cNvPr id="55" name="node17.rows.slot-003.cells.slot-005.surface"/>
            <p:cNvSpPr/>
            <p:nvPr/>
          </p:nvSpPr>
          <p:spPr>
            <a:xfrm>
              <a:off x="10111740" y="3733800"/>
              <a:ext cx="1051560" cy="228600"/>
            </a:xfrm>
            <a:prstGeom prst="rect">
              <a:avLst/>
            </a:prstGeom>
            <a:solidFill>
              <a:srgbClr val="E8EEF8"/>
            </a:solidFill>
            <a:ln>
              <a:noFill/>
            </a:ln>
          </p:spPr>
        </p:sp>
        <p:sp>
          <p:nvSpPr>
            <p:cNvPr id="56" name="node17.rows.slot-003.cells.slot-005.text"/>
            <p:cNvSpPr/>
            <p:nvPr/>
          </p:nvSpPr>
          <p:spPr>
            <a:xfrm>
              <a:off x="10162540" y="3733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Monitoring</a:t>
              </a:r>
              <a:endParaRPr lang="en-US" sz="1200" spc="0" kern="0" b="0" i="0" dirty="0">
                <a:solidFill>
                  <a:srgbClr val="070154"/>
                </a:solidFill>
                <a:latin typeface="IBM Plex Sans"/>
                <a:ea typeface="IBM Plex Sans"/>
                <a:cs typeface="IBM Plex Sans"/>
              </a:endParaRPr>
            </a:p>
          </p:txBody>
        </p:sp>
        <p:sp>
          <p:nvSpPr>
            <p:cNvPr id="57" name="node17.rows.slot-004.number"/>
            <p:cNvSpPr/>
            <p:nvPr/>
          </p:nvSpPr>
          <p:spPr>
            <a:xfrm>
              <a:off x="5753100" y="4051300"/>
              <a:ext cx="304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04</a:t>
              </a:r>
              <a:endParaRPr lang="en-US" sz="900" spc="54" kern="0" b="0" i="0" dirty="0">
                <a:solidFill>
                  <a:srgbClr val="070154"/>
                </a:solidFill>
                <a:latin typeface="IBM Plex Mono SemiBold"/>
                <a:ea typeface="IBM Plex Mono SemiBold"/>
                <a:cs typeface="IBM Plex Mono SemiBold"/>
              </a:endParaRPr>
            </a:p>
          </p:txBody>
        </p:sp>
        <p:sp>
          <p:nvSpPr>
            <p:cNvPr id="58" name="node17.rows.slot-004.label"/>
            <p:cNvSpPr/>
            <p:nvPr/>
          </p:nvSpPr>
          <p:spPr>
            <a:xfrm>
              <a:off x="6134100" y="4051300"/>
              <a:ext cx="50292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GOVERNANCE AND SECURITY · CROSS-CUTTING</a:t>
              </a:r>
              <a:endParaRPr lang="en-US" sz="900" spc="54" kern="0" b="0" i="0" dirty="0">
                <a:solidFill>
                  <a:srgbClr val="070154"/>
                </a:solidFill>
                <a:latin typeface="IBM Plex Mono SemiBold"/>
                <a:ea typeface="IBM Plex Mono SemiBold"/>
                <a:cs typeface="IBM Plex Mono SemiBold"/>
              </a:endParaRPr>
            </a:p>
          </p:txBody>
        </p:sp>
        <p:sp>
          <p:nvSpPr>
            <p:cNvPr id="59" name="node17.rows.slot-004.cells.slot-001.surface"/>
            <p:cNvSpPr/>
            <p:nvPr/>
          </p:nvSpPr>
          <p:spPr>
            <a:xfrm>
              <a:off x="5753100" y="4305300"/>
              <a:ext cx="1323975" cy="228600"/>
            </a:xfrm>
            <a:prstGeom prst="rect">
              <a:avLst/>
            </a:prstGeom>
            <a:solidFill>
              <a:srgbClr val="05013F"/>
            </a:solidFill>
            <a:ln>
              <a:noFill/>
            </a:ln>
          </p:spPr>
        </p:sp>
        <p:sp>
          <p:nvSpPr>
            <p:cNvPr id="60" name="node17.rows.slot-004.cells.slot-001.text"/>
            <p:cNvSpPr/>
            <p:nvPr/>
          </p:nvSpPr>
          <p:spPr>
            <a:xfrm>
              <a:off x="5803900" y="43053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Identity</a:t>
              </a:r>
              <a:endParaRPr lang="en-US" sz="1200" spc="0" kern="0" b="0" i="0" dirty="0">
                <a:solidFill>
                  <a:srgbClr val="FFFFFF"/>
                </a:solidFill>
                <a:latin typeface="IBM Plex Sans"/>
                <a:ea typeface="IBM Plex Sans"/>
                <a:cs typeface="IBM Plex Sans"/>
              </a:endParaRPr>
            </a:p>
          </p:txBody>
        </p:sp>
        <p:sp>
          <p:nvSpPr>
            <p:cNvPr id="61" name="node17.rows.slot-004.cells.slot-002.surface"/>
            <p:cNvSpPr/>
            <p:nvPr/>
          </p:nvSpPr>
          <p:spPr>
            <a:xfrm>
              <a:off x="7115175" y="4305300"/>
              <a:ext cx="1323975" cy="228600"/>
            </a:xfrm>
            <a:prstGeom prst="rect">
              <a:avLst/>
            </a:prstGeom>
            <a:solidFill>
              <a:srgbClr val="05013F"/>
            </a:solidFill>
            <a:ln>
              <a:noFill/>
            </a:ln>
          </p:spPr>
        </p:sp>
        <p:sp>
          <p:nvSpPr>
            <p:cNvPr id="62" name="node17.rows.slot-004.cells.slot-002.text"/>
            <p:cNvSpPr/>
            <p:nvPr/>
          </p:nvSpPr>
          <p:spPr>
            <a:xfrm>
              <a:off x="7165975" y="43053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Catalog</a:t>
              </a:r>
              <a:endParaRPr lang="en-US" sz="1200" spc="0" kern="0" b="0" i="0" dirty="0">
                <a:solidFill>
                  <a:srgbClr val="FFFFFF"/>
                </a:solidFill>
                <a:latin typeface="IBM Plex Sans"/>
                <a:ea typeface="IBM Plex Sans"/>
                <a:cs typeface="IBM Plex Sans"/>
              </a:endParaRPr>
            </a:p>
          </p:txBody>
        </p:sp>
        <p:sp>
          <p:nvSpPr>
            <p:cNvPr id="63" name="node17.rows.slot-004.cells.slot-003.surface"/>
            <p:cNvSpPr/>
            <p:nvPr/>
          </p:nvSpPr>
          <p:spPr>
            <a:xfrm>
              <a:off x="8477250" y="4305300"/>
              <a:ext cx="1323975" cy="228600"/>
            </a:xfrm>
            <a:prstGeom prst="rect">
              <a:avLst/>
            </a:prstGeom>
            <a:solidFill>
              <a:srgbClr val="05013F"/>
            </a:solidFill>
            <a:ln>
              <a:noFill/>
            </a:ln>
          </p:spPr>
        </p:sp>
        <p:sp>
          <p:nvSpPr>
            <p:cNvPr id="64" name="node17.rows.slot-004.cells.slot-003.text"/>
            <p:cNvSpPr/>
            <p:nvPr/>
          </p:nvSpPr>
          <p:spPr>
            <a:xfrm>
              <a:off x="8528050" y="43053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Policy checks</a:t>
              </a:r>
              <a:endParaRPr lang="en-US" sz="1200" spc="0" kern="0" b="0" i="0" dirty="0">
                <a:solidFill>
                  <a:srgbClr val="FFFFFF"/>
                </a:solidFill>
                <a:latin typeface="IBM Plex Sans"/>
                <a:ea typeface="IBM Plex Sans"/>
                <a:cs typeface="IBM Plex Sans"/>
              </a:endParaRPr>
            </a:p>
          </p:txBody>
        </p:sp>
        <p:sp>
          <p:nvSpPr>
            <p:cNvPr id="65" name="node17.rows.slot-004.cells.slot-004.surface"/>
            <p:cNvSpPr/>
            <p:nvPr/>
          </p:nvSpPr>
          <p:spPr>
            <a:xfrm>
              <a:off x="9839325" y="4305300"/>
              <a:ext cx="1323975" cy="228600"/>
            </a:xfrm>
            <a:prstGeom prst="rect">
              <a:avLst/>
            </a:prstGeom>
            <a:solidFill>
              <a:srgbClr val="05013F"/>
            </a:solidFill>
            <a:ln>
              <a:noFill/>
            </a:ln>
          </p:spPr>
        </p:sp>
        <p:sp>
          <p:nvSpPr>
            <p:cNvPr id="66" name="node17.rows.slot-004.cells.slot-004.text"/>
            <p:cNvSpPr/>
            <p:nvPr/>
          </p:nvSpPr>
          <p:spPr>
            <a:xfrm>
              <a:off x="9890125" y="4305300"/>
              <a:ext cx="1222375"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Isolation</a:t>
              </a:r>
              <a:endParaRPr lang="en-US" sz="1200" spc="0" kern="0" b="0" i="0" dirty="0">
                <a:solidFill>
                  <a:srgbClr val="FFFFFF"/>
                </a:solidFill>
                <a:latin typeface="IBM Plex Sans"/>
                <a:ea typeface="IBM Plex Sans"/>
                <a:cs typeface="IBM Plex Sans"/>
              </a:endParaRPr>
            </a:p>
          </p:txBody>
        </p:sp>
        <p:sp>
          <p:nvSpPr>
            <p:cNvPr id="67" name="node17.rows.slot-004.outline"/>
            <p:cNvSpPr/>
            <p:nvPr/>
          </p:nvSpPr>
          <p:spPr>
            <a:xfrm>
              <a:off x="5695950" y="4248150"/>
              <a:ext cx="5524500" cy="342900"/>
            </a:xfrm>
            <a:prstGeom prst="rect">
              <a:avLst/>
            </a:prstGeom>
            <a:ln w="19050">
              <a:solidFill>
                <a:srgbClr val="F900D3"/>
              </a:solidFill>
              <a:prstDash val="solid"/>
            </a:ln>
          </p:spPr>
        </p:sp>
        <p:sp>
          <p:nvSpPr>
            <p:cNvPr id="68" name="node17.rows.slot-005.number"/>
            <p:cNvSpPr/>
            <p:nvPr/>
          </p:nvSpPr>
          <p:spPr>
            <a:xfrm>
              <a:off x="5753100" y="4622800"/>
              <a:ext cx="304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05</a:t>
              </a:r>
              <a:endParaRPr lang="en-US" sz="900" spc="54" kern="0" b="0" i="0" dirty="0">
                <a:solidFill>
                  <a:srgbClr val="070154"/>
                </a:solidFill>
                <a:latin typeface="IBM Plex Mono SemiBold"/>
                <a:ea typeface="IBM Plex Mono SemiBold"/>
                <a:cs typeface="IBM Plex Mono SemiBold"/>
              </a:endParaRPr>
            </a:p>
          </p:txBody>
        </p:sp>
        <p:sp>
          <p:nvSpPr>
            <p:cNvPr id="69" name="node17.rows.slot-005.label"/>
            <p:cNvSpPr/>
            <p:nvPr/>
          </p:nvSpPr>
          <p:spPr>
            <a:xfrm>
              <a:off x="6134100" y="4622800"/>
              <a:ext cx="50292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WORKLOAD PLACEMENT POLICIES</a:t>
              </a:r>
              <a:endParaRPr lang="en-US" sz="900" spc="54" kern="0" b="0" i="0" dirty="0">
                <a:solidFill>
                  <a:srgbClr val="070154"/>
                </a:solidFill>
                <a:latin typeface="IBM Plex Mono SemiBold"/>
                <a:ea typeface="IBM Plex Mono SemiBold"/>
                <a:cs typeface="IBM Plex Mono SemiBold"/>
              </a:endParaRPr>
            </a:p>
          </p:txBody>
        </p:sp>
        <p:sp>
          <p:nvSpPr>
            <p:cNvPr id="70" name="node17.rows.slot-005.cells.slot-001.surface"/>
            <p:cNvSpPr/>
            <p:nvPr/>
          </p:nvSpPr>
          <p:spPr>
            <a:xfrm>
              <a:off x="5753100" y="4876800"/>
              <a:ext cx="1051560" cy="228600"/>
            </a:xfrm>
            <a:prstGeom prst="rect">
              <a:avLst/>
            </a:prstGeom>
            <a:solidFill>
              <a:srgbClr val="05013F"/>
            </a:solidFill>
            <a:ln>
              <a:noFill/>
            </a:ln>
          </p:spPr>
        </p:sp>
        <p:sp>
          <p:nvSpPr>
            <p:cNvPr id="71" name="node17.rows.slot-005.cells.slot-001.text"/>
            <p:cNvSpPr/>
            <p:nvPr/>
          </p:nvSpPr>
          <p:spPr>
            <a:xfrm>
              <a:off x="5803900" y="4876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Fit</a:t>
              </a:r>
              <a:endParaRPr lang="en-US" sz="1200" spc="0" kern="0" b="0" i="0" dirty="0">
                <a:solidFill>
                  <a:srgbClr val="FFFFFF"/>
                </a:solidFill>
                <a:latin typeface="IBM Plex Sans"/>
                <a:ea typeface="IBM Plex Sans"/>
                <a:cs typeface="IBM Plex Sans"/>
              </a:endParaRPr>
            </a:p>
          </p:txBody>
        </p:sp>
        <p:sp>
          <p:nvSpPr>
            <p:cNvPr id="72" name="node17.rows.slot-005.cells.slot-002.surface"/>
            <p:cNvSpPr/>
            <p:nvPr/>
          </p:nvSpPr>
          <p:spPr>
            <a:xfrm>
              <a:off x="6842760" y="4876800"/>
              <a:ext cx="1051560" cy="228600"/>
            </a:xfrm>
            <a:prstGeom prst="rect">
              <a:avLst/>
            </a:prstGeom>
            <a:solidFill>
              <a:srgbClr val="05013F"/>
            </a:solidFill>
            <a:ln>
              <a:noFill/>
            </a:ln>
          </p:spPr>
        </p:sp>
        <p:sp>
          <p:nvSpPr>
            <p:cNvPr id="73" name="node17.rows.slot-005.cells.slot-002.text"/>
            <p:cNvSpPr/>
            <p:nvPr/>
          </p:nvSpPr>
          <p:spPr>
            <a:xfrm>
              <a:off x="6893560" y="4876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Sensitivity</a:t>
              </a:r>
              <a:endParaRPr lang="en-US" sz="1200" spc="0" kern="0" b="0" i="0" dirty="0">
                <a:solidFill>
                  <a:srgbClr val="FFFFFF"/>
                </a:solidFill>
                <a:latin typeface="IBM Plex Sans"/>
                <a:ea typeface="IBM Plex Sans"/>
                <a:cs typeface="IBM Plex Sans"/>
              </a:endParaRPr>
            </a:p>
          </p:txBody>
        </p:sp>
        <p:sp>
          <p:nvSpPr>
            <p:cNvPr id="74" name="node17.rows.slot-005.cells.slot-003.surface"/>
            <p:cNvSpPr/>
            <p:nvPr/>
          </p:nvSpPr>
          <p:spPr>
            <a:xfrm>
              <a:off x="7932420" y="4876800"/>
              <a:ext cx="1051560" cy="228600"/>
            </a:xfrm>
            <a:prstGeom prst="rect">
              <a:avLst/>
            </a:prstGeom>
            <a:solidFill>
              <a:srgbClr val="05013F"/>
            </a:solidFill>
            <a:ln>
              <a:noFill/>
            </a:ln>
          </p:spPr>
        </p:sp>
        <p:sp>
          <p:nvSpPr>
            <p:cNvPr id="75" name="node17.rows.slot-005.cells.slot-003.text"/>
            <p:cNvSpPr/>
            <p:nvPr/>
          </p:nvSpPr>
          <p:spPr>
            <a:xfrm>
              <a:off x="7983220" y="4876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Cost</a:t>
              </a:r>
              <a:endParaRPr lang="en-US" sz="1200" spc="0" kern="0" b="0" i="0" dirty="0">
                <a:solidFill>
                  <a:srgbClr val="FFFFFF"/>
                </a:solidFill>
                <a:latin typeface="IBM Plex Sans"/>
                <a:ea typeface="IBM Plex Sans"/>
                <a:cs typeface="IBM Plex Sans"/>
              </a:endParaRPr>
            </a:p>
          </p:txBody>
        </p:sp>
        <p:sp>
          <p:nvSpPr>
            <p:cNvPr id="76" name="node17.rows.slot-005.cells.slot-004.surface"/>
            <p:cNvSpPr/>
            <p:nvPr/>
          </p:nvSpPr>
          <p:spPr>
            <a:xfrm>
              <a:off x="9022080" y="4876800"/>
              <a:ext cx="1051560" cy="228600"/>
            </a:xfrm>
            <a:prstGeom prst="rect">
              <a:avLst/>
            </a:prstGeom>
            <a:solidFill>
              <a:srgbClr val="05013F"/>
            </a:solidFill>
            <a:ln>
              <a:noFill/>
            </a:ln>
          </p:spPr>
        </p:sp>
        <p:sp>
          <p:nvSpPr>
            <p:cNvPr id="77" name="node17.rows.slot-005.cells.slot-004.text"/>
            <p:cNvSpPr/>
            <p:nvPr/>
          </p:nvSpPr>
          <p:spPr>
            <a:xfrm>
              <a:off x="9072880" y="4876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Performance</a:t>
              </a:r>
              <a:endParaRPr lang="en-US" sz="1200" spc="0" kern="0" b="0" i="0" dirty="0">
                <a:solidFill>
                  <a:srgbClr val="FFFFFF"/>
                </a:solidFill>
                <a:latin typeface="IBM Plex Sans"/>
                <a:ea typeface="IBM Plex Sans"/>
                <a:cs typeface="IBM Plex Sans"/>
              </a:endParaRPr>
            </a:p>
          </p:txBody>
        </p:sp>
        <p:sp>
          <p:nvSpPr>
            <p:cNvPr id="78" name="node17.rows.slot-005.cells.slot-005.surface"/>
            <p:cNvSpPr/>
            <p:nvPr/>
          </p:nvSpPr>
          <p:spPr>
            <a:xfrm>
              <a:off x="10111740" y="4876800"/>
              <a:ext cx="1051560" cy="228600"/>
            </a:xfrm>
            <a:prstGeom prst="rect">
              <a:avLst/>
            </a:prstGeom>
            <a:solidFill>
              <a:srgbClr val="05013F"/>
            </a:solidFill>
            <a:ln>
              <a:noFill/>
            </a:ln>
          </p:spPr>
        </p:sp>
        <p:sp>
          <p:nvSpPr>
            <p:cNvPr id="79" name="node17.rows.slot-005.cells.slot-005.text"/>
            <p:cNvSpPr/>
            <p:nvPr/>
          </p:nvSpPr>
          <p:spPr>
            <a:xfrm>
              <a:off x="10162540" y="4876800"/>
              <a:ext cx="94996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Skills</a:t>
              </a:r>
              <a:endParaRPr lang="en-US" sz="1200" spc="0" kern="0" b="0" i="0" dirty="0">
                <a:solidFill>
                  <a:srgbClr val="FFFFFF"/>
                </a:solidFill>
                <a:latin typeface="IBM Plex Sans"/>
                <a:ea typeface="IBM Plex Sans"/>
                <a:cs typeface="IBM Plex Sans"/>
              </a:endParaRPr>
            </a:p>
          </p:txBody>
        </p:sp>
        <p:sp>
          <p:nvSpPr>
            <p:cNvPr id="80" name="node17.rows.slot-006.number"/>
            <p:cNvSpPr/>
            <p:nvPr/>
          </p:nvSpPr>
          <p:spPr>
            <a:xfrm>
              <a:off x="5753100" y="5194300"/>
              <a:ext cx="304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06</a:t>
              </a:r>
              <a:endParaRPr lang="en-US" sz="900" spc="54" kern="0" b="0" i="0" dirty="0">
                <a:solidFill>
                  <a:srgbClr val="070154"/>
                </a:solidFill>
                <a:latin typeface="IBM Plex Mono SemiBold"/>
                <a:ea typeface="IBM Plex Mono SemiBold"/>
                <a:cs typeface="IBM Plex Mono SemiBold"/>
              </a:endParaRPr>
            </a:p>
          </p:txBody>
        </p:sp>
        <p:sp>
          <p:nvSpPr>
            <p:cNvPr id="81" name="node17.rows.slot-006.label"/>
            <p:cNvSpPr/>
            <p:nvPr/>
          </p:nvSpPr>
          <p:spPr>
            <a:xfrm>
              <a:off x="6134100" y="5194300"/>
              <a:ext cx="50292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ENTERPRISE DATA ECOSYSTEM</a:t>
              </a:r>
              <a:endParaRPr lang="en-US" sz="900" spc="54" kern="0" b="0" i="0" dirty="0">
                <a:solidFill>
                  <a:srgbClr val="070154"/>
                </a:solidFill>
                <a:latin typeface="IBM Plex Mono SemiBold"/>
                <a:ea typeface="IBM Plex Mono SemiBold"/>
                <a:cs typeface="IBM Plex Mono SemiBold"/>
              </a:endParaRPr>
            </a:p>
          </p:txBody>
        </p:sp>
        <p:sp>
          <p:nvSpPr>
            <p:cNvPr id="82" name="node17.rows.slot-006.cells.slot-001.surface"/>
            <p:cNvSpPr/>
            <p:nvPr/>
          </p:nvSpPr>
          <p:spPr>
            <a:xfrm>
              <a:off x="5753100" y="5448300"/>
              <a:ext cx="1778000" cy="228600"/>
            </a:xfrm>
            <a:prstGeom prst="rect">
              <a:avLst/>
            </a:prstGeom>
            <a:solidFill>
              <a:srgbClr val="F900D3"/>
            </a:solidFill>
            <a:ln>
              <a:noFill/>
            </a:ln>
          </p:spPr>
        </p:sp>
        <p:sp>
          <p:nvSpPr>
            <p:cNvPr id="83" name="node17.rows.slot-006.cells.slot-001.text"/>
            <p:cNvSpPr/>
            <p:nvPr/>
          </p:nvSpPr>
          <p:spPr>
            <a:xfrm>
              <a:off x="5803900" y="5448300"/>
              <a:ext cx="1676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Lakehouse platform</a:t>
              </a:r>
              <a:endParaRPr lang="en-US" sz="1200" spc="0" kern="0" b="0" i="0" dirty="0">
                <a:solidFill>
                  <a:srgbClr val="070154"/>
                </a:solidFill>
                <a:latin typeface="IBM Plex Sans"/>
                <a:ea typeface="IBM Plex Sans"/>
                <a:cs typeface="IBM Plex Sans"/>
              </a:endParaRPr>
            </a:p>
          </p:txBody>
        </p:sp>
        <p:sp>
          <p:nvSpPr>
            <p:cNvPr id="84" name="node17.rows.slot-006.cells.slot-002.surface"/>
            <p:cNvSpPr/>
            <p:nvPr/>
          </p:nvSpPr>
          <p:spPr>
            <a:xfrm>
              <a:off x="7569200" y="5448300"/>
              <a:ext cx="1778000" cy="228600"/>
            </a:xfrm>
            <a:prstGeom prst="rect">
              <a:avLst/>
            </a:prstGeom>
            <a:solidFill>
              <a:srgbClr val="F900D3"/>
            </a:solidFill>
            <a:ln>
              <a:noFill/>
            </a:ln>
          </p:spPr>
        </p:sp>
        <p:sp>
          <p:nvSpPr>
            <p:cNvPr id="85" name="node17.rows.slot-006.cells.slot-002.text"/>
            <p:cNvSpPr/>
            <p:nvPr/>
          </p:nvSpPr>
          <p:spPr>
            <a:xfrm>
              <a:off x="7620000" y="5448300"/>
              <a:ext cx="1676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Warehouse platform</a:t>
              </a:r>
              <a:endParaRPr lang="en-US" sz="1200" spc="0" kern="0" b="0" i="0" dirty="0">
                <a:solidFill>
                  <a:srgbClr val="070154"/>
                </a:solidFill>
                <a:latin typeface="IBM Plex Sans"/>
                <a:ea typeface="IBM Plex Sans"/>
                <a:cs typeface="IBM Plex Sans"/>
              </a:endParaRPr>
            </a:p>
          </p:txBody>
        </p:sp>
        <p:sp>
          <p:nvSpPr>
            <p:cNvPr id="86" name="node17.rows.slot-006.cells.slot-003.surface"/>
            <p:cNvSpPr/>
            <p:nvPr/>
          </p:nvSpPr>
          <p:spPr>
            <a:xfrm>
              <a:off x="9385300" y="5448300"/>
              <a:ext cx="1778000" cy="228600"/>
            </a:xfrm>
            <a:prstGeom prst="rect">
              <a:avLst/>
            </a:prstGeom>
            <a:solidFill>
              <a:srgbClr val="F900D3"/>
            </a:solidFill>
            <a:ln>
              <a:noFill/>
            </a:ln>
          </p:spPr>
        </p:sp>
        <p:sp>
          <p:nvSpPr>
            <p:cNvPr id="87" name="node17.rows.slot-006.cells.slot-003.text"/>
            <p:cNvSpPr/>
            <p:nvPr/>
          </p:nvSpPr>
          <p:spPr>
            <a:xfrm>
              <a:off x="9436100" y="5448300"/>
              <a:ext cx="1676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Operational sources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ource-04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1972574" y="733532"/>
            <a:ext cx="2542305" cy="374904"/>
          </a:xfrm>
          <a:prstGeom prst="rect">
            <a:avLst/>
          </a:prstGeom>
        </p:spPr>
      </p:pic>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AI and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code analysis</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guide modernization that also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improves the product itself</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delivery experience on comparable modernization programs.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23</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723900" y="2057400"/>
            <a:ext cx="2057400" cy="2743200"/>
            <a:chOff x="723900" y="2057400"/>
            <a:chExt cx="2057400" cy="2743200"/>
          </a:xfrm>
        </p:grpSpPr>
        <p:sp>
          <p:nvSpPr>
            <p:cNvPr id="8" name="node01.surface"/>
            <p:cNvSpPr/>
            <p:nvPr/>
          </p:nvSpPr>
          <p:spPr>
            <a:xfrm>
              <a:off x="723900" y="2057400"/>
              <a:ext cx="2057400" cy="2743200"/>
            </a:xfrm>
            <a:prstGeom prst="rect">
              <a:avLst/>
            </a:prstGeom>
            <a:solidFill>
              <a:srgbClr val="FFFFFF"/>
            </a:solidFill>
            <a:ln w="12700">
              <a:solidFill>
                <a:srgbClr val="50658E"/>
              </a:solidFill>
              <a:prstDash val="dash"/>
            </a:ln>
          </p:spPr>
        </p:sp>
        <p:sp>
          <p:nvSpPr>
            <p:cNvPr id="9" name="node01.label"/>
            <p:cNvSpPr/>
            <p:nvPr/>
          </p:nvSpPr>
          <p:spPr>
            <a:xfrm>
              <a:off x="876300" y="21717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Analysis inputs</a:t>
              </a:r>
              <a:endParaRPr lang="en-US" sz="1200" spc="0" kern="0" b="0" i="0" dirty="0">
                <a:solidFill>
                  <a:srgbClr val="070154"/>
                </a:solidFill>
                <a:latin typeface="IBM Plex Sans SemiBold"/>
                <a:ea typeface="IBM Plex Sans SemiBold"/>
                <a:cs typeface="IBM Plex Sans SemiBold"/>
              </a:endParaRPr>
            </a:p>
          </p:txBody>
        </p:sp>
        <p:sp>
          <p:nvSpPr>
            <p:cNvPr id="10" name="node01.label-underline-0"/>
            <p:cNvSpPr/>
            <p:nvPr/>
          </p:nvSpPr>
          <p:spPr>
            <a:xfrm>
              <a:off x="876300" y="2365756"/>
              <a:ext cx="1076325" cy="0"/>
            </a:xfrm>
            <a:custGeom>
              <a:avLst/>
              <a:gdLst/>
              <a:ahLst/>
              <a:cxnLst/>
              <a:rect l="l" t="t" r="r" b="b"/>
              <a:pathLst>
                <a:path w="1076325">
                  <a:moveTo>
                    <a:pt x="0" y="0"/>
                  </a:moveTo>
                  <a:lnTo>
                    <a:pt x="1076325" y="0"/>
                  </a:lnTo>
                </a:path>
              </a:pathLst>
            </a:custGeom>
            <a:ln w="9525">
              <a:solidFill>
                <a:srgbClr val="070154"/>
              </a:solidFill>
              <a:prstDash val="solid"/>
            </a:ln>
          </p:spPr>
        </p:sp>
        <p:grpSp>
          <p:nvGrpSpPr>
            <p:cNvPr id="73" name="node01.bullets"/>
            <p:cNvGrpSpPr/>
            <p:nvPr/>
          </p:nvGrpSpPr>
          <p:grpSpPr>
            <a:xfrm>
              <a:off x="876300" y="2476500"/>
              <a:ext cx="1752600" cy="1943100"/>
              <a:chOff x="876300" y="2476500"/>
              <a:chExt cx="1752600" cy="1943100"/>
            </a:xfrm>
          </p:grpSpPr>
          <p:sp>
            <p:nvSpPr>
              <p:cNvPr id="11" name="node01.bullets.source-001.bullet"/>
              <p:cNvSpPr/>
              <p:nvPr/>
            </p:nvSpPr>
            <p:spPr>
              <a:xfrm>
                <a:off x="876300" y="2565400"/>
                <a:ext cx="38100" cy="38100"/>
              </a:xfrm>
              <a:prstGeom prst="rect">
                <a:avLst/>
              </a:prstGeom>
              <a:solidFill>
                <a:srgbClr val="070154"/>
              </a:solidFill>
              <a:ln>
                <a:noFill/>
              </a:ln>
            </p:spPr>
          </p:sp>
          <p:sp>
            <p:nvSpPr>
              <p:cNvPr id="12" name="node01.bullets.source-001.text"/>
              <p:cNvSpPr/>
              <p:nvPr/>
            </p:nvSpPr>
            <p:spPr>
              <a:xfrm>
                <a:off x="1028700" y="24765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Source code</a:t>
                </a:r>
                <a:r>
                  <a:rPr lang="en-US" sz="1200" spc="0" kern="0" b="0" i="0" dirty="0">
                    <a:solidFill>
                      <a:srgbClr val="50658E"/>
                    </a:solidFill>
                    <a:latin typeface="IBM Plex Sans"/>
                    <a:ea typeface="IBM Plex Sans"/>
                    <a:cs typeface="IBM Plex Sans"/>
                  </a:rPr>
                  <a:t xml:space="preserve"> COBOL, Java, .NET, SQL</a:t>
                </a:r>
                <a:endParaRPr lang="en-US" sz="1200" spc="0" kern="0" b="0" i="0" dirty="0">
                  <a:solidFill>
                    <a:srgbClr val="070154"/>
                  </a:solidFill>
                  <a:latin typeface="IBM Plex Sans"/>
                  <a:ea typeface="IBM Plex Sans"/>
                  <a:cs typeface="IBM Plex Sans"/>
                </a:endParaRPr>
              </a:p>
            </p:txBody>
          </p:sp>
          <p:sp>
            <p:nvSpPr>
              <p:cNvPr id="13" name="node01.bullets.source-002.bullet"/>
              <p:cNvSpPr/>
              <p:nvPr/>
            </p:nvSpPr>
            <p:spPr>
              <a:xfrm>
                <a:off x="876300" y="3060700"/>
                <a:ext cx="38100" cy="38100"/>
              </a:xfrm>
              <a:prstGeom prst="rect">
                <a:avLst/>
              </a:prstGeom>
              <a:solidFill>
                <a:srgbClr val="070154"/>
              </a:solidFill>
              <a:ln>
                <a:noFill/>
              </a:ln>
            </p:spPr>
          </p:sp>
          <p:sp>
            <p:nvSpPr>
              <p:cNvPr id="14" name="node01.bullets.source-002.text"/>
              <p:cNvSpPr/>
              <p:nvPr/>
            </p:nvSpPr>
            <p:spPr>
              <a:xfrm>
                <a:off x="1028700" y="29718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Documentation</a:t>
                </a:r>
                <a:r>
                  <a:rPr lang="en-US" sz="1200" spc="0" kern="0" b="0" i="0" dirty="0">
                    <a:solidFill>
                      <a:srgbClr val="50658E"/>
                    </a:solidFill>
                    <a:latin typeface="IBM Plex Sans"/>
                    <a:ea typeface="IBM Plex Sans"/>
                    <a:cs typeface="IBM Plex Sans"/>
                  </a:rPr>
                  <a:t xml:space="preserve"> Specs, runbooks, wiki</a:t>
                </a:r>
                <a:endParaRPr lang="en-US" sz="1200" spc="0" kern="0" b="0" i="0" dirty="0">
                  <a:solidFill>
                    <a:srgbClr val="070154"/>
                  </a:solidFill>
                  <a:latin typeface="IBM Plex Sans"/>
                  <a:ea typeface="IBM Plex Sans"/>
                  <a:cs typeface="IBM Plex Sans"/>
                </a:endParaRPr>
              </a:p>
            </p:txBody>
          </p:sp>
          <p:sp>
            <p:nvSpPr>
              <p:cNvPr id="15" name="node01.bullets.source-003.bullet"/>
              <p:cNvSpPr/>
              <p:nvPr/>
            </p:nvSpPr>
            <p:spPr>
              <a:xfrm>
                <a:off x="876300" y="3556000"/>
                <a:ext cx="38100" cy="38100"/>
              </a:xfrm>
              <a:prstGeom prst="rect">
                <a:avLst/>
              </a:prstGeom>
              <a:solidFill>
                <a:srgbClr val="070154"/>
              </a:solidFill>
              <a:ln>
                <a:noFill/>
              </a:ln>
            </p:spPr>
          </p:sp>
          <p:sp>
            <p:nvSpPr>
              <p:cNvPr id="16" name="node01.bullets.source-003.text"/>
              <p:cNvSpPr/>
              <p:nvPr/>
            </p:nvSpPr>
            <p:spPr>
              <a:xfrm>
                <a:off x="1028700" y="34671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Data dictionaries</a:t>
                </a:r>
                <a:r>
                  <a:rPr lang="en-US" sz="1200" spc="0" kern="0" b="0" i="0" dirty="0">
                    <a:solidFill>
                      <a:srgbClr val="50658E"/>
                    </a:solidFill>
                    <a:latin typeface="IBM Plex Sans"/>
                    <a:ea typeface="IBM Plex Sans"/>
                    <a:cs typeface="IBM Plex Sans"/>
                  </a:rPr>
                  <a:t xml:space="preserve"> Schemas, ERDs</a:t>
                </a:r>
                <a:endParaRPr lang="en-US" sz="1200" spc="0" kern="0" b="0" i="0" dirty="0">
                  <a:solidFill>
                    <a:srgbClr val="070154"/>
                  </a:solidFill>
                  <a:latin typeface="IBM Plex Sans"/>
                  <a:ea typeface="IBM Plex Sans"/>
                  <a:cs typeface="IBM Plex Sans"/>
                </a:endParaRPr>
              </a:p>
            </p:txBody>
          </p:sp>
          <p:sp>
            <p:nvSpPr>
              <p:cNvPr id="17" name="node01.bullets.source-004.bullet"/>
              <p:cNvSpPr/>
              <p:nvPr/>
            </p:nvSpPr>
            <p:spPr>
              <a:xfrm>
                <a:off x="876300" y="4051300"/>
                <a:ext cx="38100" cy="38100"/>
              </a:xfrm>
              <a:prstGeom prst="rect">
                <a:avLst/>
              </a:prstGeom>
              <a:solidFill>
                <a:srgbClr val="070154"/>
              </a:solidFill>
              <a:ln>
                <a:noFill/>
              </a:ln>
            </p:spPr>
          </p:sp>
          <p:sp>
            <p:nvSpPr>
              <p:cNvPr id="18" name="node01.bullets.source-004.text"/>
              <p:cNvSpPr/>
              <p:nvPr/>
            </p:nvSpPr>
            <p:spPr>
              <a:xfrm>
                <a:off x="1028700" y="39624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Test assets</a:t>
                </a:r>
                <a:r>
                  <a:rPr lang="en-US" sz="1200" spc="0" kern="0" b="0" i="0" dirty="0">
                    <a:solidFill>
                      <a:srgbClr val="50658E"/>
                    </a:solidFill>
                    <a:latin typeface="IBM Plex Sans"/>
                    <a:ea typeface="IBM Plex Sans"/>
                    <a:cs typeface="IBM Plex Sans"/>
                  </a:rPr>
                  <a:t xml:space="preserve"> Cases and results</a:t>
                </a:r>
                <a:endParaRPr lang="en-US" sz="1200" spc="0" kern="0" b="0" i="0" dirty="0">
                  <a:solidFill>
                    <a:srgbClr val="070154"/>
                  </a:solidFill>
                  <a:latin typeface="IBM Plex Sans"/>
                  <a:ea typeface="IBM Plex Sans"/>
                  <a:cs typeface="IBM Plex Sans"/>
                </a:endParaRPr>
              </a:p>
            </p:txBody>
          </p:sp>
        </p:grpSp>
      </p:grpSp>
      <p:grpSp>
        <p:nvGrpSpPr>
          <p:cNvPr id="75" name="node02"/>
          <p:cNvGrpSpPr/>
          <p:nvPr/>
        </p:nvGrpSpPr>
        <p:grpSpPr>
          <a:xfrm>
            <a:off x="3009900" y="2057400"/>
            <a:ext cx="2971800" cy="2743200"/>
            <a:chOff x="3009900" y="2057400"/>
            <a:chExt cx="2971800" cy="2743200"/>
          </a:xfrm>
        </p:grpSpPr>
        <p:sp>
          <p:nvSpPr>
            <p:cNvPr id="19" name="node02.surface"/>
            <p:cNvSpPr/>
            <p:nvPr/>
          </p:nvSpPr>
          <p:spPr>
            <a:xfrm>
              <a:off x="3009900" y="2057400"/>
              <a:ext cx="2971800" cy="2743200"/>
            </a:xfrm>
            <a:prstGeom prst="rect">
              <a:avLst/>
            </a:prstGeom>
            <a:solidFill>
              <a:srgbClr val="E8EEF8"/>
            </a:solidFill>
            <a:ln>
              <a:noFill/>
            </a:ln>
          </p:spPr>
        </p:sp>
        <p:sp>
          <p:nvSpPr>
            <p:cNvPr id="20" name="node02.label"/>
            <p:cNvSpPr/>
            <p:nvPr/>
          </p:nvSpPr>
          <p:spPr>
            <a:xfrm>
              <a:off x="3162300" y="2171700"/>
              <a:ext cx="2667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Analysis core</a:t>
              </a:r>
              <a:endParaRPr lang="en-US" sz="1800" spc="-18" kern="0" b="0" i="0" dirty="0">
                <a:solidFill>
                  <a:srgbClr val="070154"/>
                </a:solidFill>
                <a:latin typeface="IBM Plex Sans SemiBold"/>
                <a:ea typeface="IBM Plex Sans SemiBold"/>
                <a:cs typeface="IBM Plex Sans SemiBold"/>
              </a:endParaRPr>
            </a:p>
          </p:txBody>
        </p:sp>
      </p:grpSp>
      <p:grpSp>
        <p:nvGrpSpPr>
          <p:cNvPr id="76" name="node03"/>
          <p:cNvGrpSpPr/>
          <p:nvPr/>
        </p:nvGrpSpPr>
        <p:grpSpPr>
          <a:xfrm>
            <a:off x="3238500" y="2514600"/>
            <a:ext cx="2514600" cy="457200"/>
            <a:chOff x="3238500" y="2514600"/>
            <a:chExt cx="2514600" cy="457200"/>
          </a:xfrm>
        </p:grpSpPr>
        <p:sp>
          <p:nvSpPr>
            <p:cNvPr id="21" name="node03.surface"/>
            <p:cNvSpPr/>
            <p:nvPr/>
          </p:nvSpPr>
          <p:spPr>
            <a:xfrm>
              <a:off x="3238500" y="2514600"/>
              <a:ext cx="2514600" cy="457200"/>
            </a:xfrm>
            <a:prstGeom prst="rect">
              <a:avLst/>
            </a:prstGeom>
            <a:solidFill>
              <a:srgbClr val="070154"/>
            </a:solidFill>
            <a:ln>
              <a:noFill/>
            </a:ln>
          </p:spPr>
        </p:sp>
        <p:sp>
          <p:nvSpPr>
            <p:cNvPr id="22" name="node03.text"/>
            <p:cNvSpPr/>
            <p:nvPr/>
          </p:nvSpPr>
          <p:spPr>
            <a:xfrm>
              <a:off x="3390900" y="2514600"/>
              <a:ext cx="2209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Agentic intelligence: queries and updates evidence</a:t>
              </a:r>
              <a:endParaRPr lang="en-US" sz="1200" spc="0" kern="0" b="0" i="0" dirty="0">
                <a:solidFill>
                  <a:srgbClr val="FFFFFF"/>
                </a:solidFill>
                <a:latin typeface="IBM Plex Sans"/>
                <a:ea typeface="IBM Plex Sans"/>
                <a:cs typeface="IBM Plex Sans"/>
              </a:endParaRPr>
            </a:p>
          </p:txBody>
        </p:sp>
      </p:grpSp>
      <p:grpSp>
        <p:nvGrpSpPr>
          <p:cNvPr id="77" name="node04"/>
          <p:cNvGrpSpPr/>
          <p:nvPr/>
        </p:nvGrpSpPr>
        <p:grpSpPr>
          <a:xfrm>
            <a:off x="3238500" y="3200400"/>
            <a:ext cx="2514600" cy="685800"/>
            <a:chOff x="3238500" y="3200400"/>
            <a:chExt cx="2514600" cy="685800"/>
          </a:xfrm>
        </p:grpSpPr>
        <p:sp>
          <p:nvSpPr>
            <p:cNvPr id="23" name="node04.surface"/>
            <p:cNvSpPr/>
            <p:nvPr/>
          </p:nvSpPr>
          <p:spPr>
            <a:xfrm>
              <a:off x="3238500" y="3200400"/>
              <a:ext cx="2514600" cy="685800"/>
            </a:xfrm>
            <a:prstGeom prst="can">
              <a:avLst/>
            </a:prstGeom>
            <a:solidFill>
              <a:srgbClr val="CED7E6"/>
            </a:solidFill>
            <a:ln w="9525">
              <a:solidFill>
                <a:srgbClr val="070154"/>
              </a:solidFill>
              <a:prstDash val="solid"/>
            </a:ln>
          </p:spPr>
        </p:sp>
        <p:sp>
          <p:nvSpPr>
            <p:cNvPr id="24" name="node04.text"/>
            <p:cNvSpPr/>
            <p:nvPr/>
          </p:nvSpPr>
          <p:spPr>
            <a:xfrm>
              <a:off x="3238500" y="3400806"/>
              <a:ext cx="2514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Evidence database</a:t>
              </a:r>
              <a:endParaRPr lang="en-US" sz="1200" spc="0" kern="0" b="0" i="0" dirty="0">
                <a:solidFill>
                  <a:srgbClr val="070154"/>
                </a:solidFill>
                <a:latin typeface="IBM Plex Sans SemiBold"/>
                <a:ea typeface="IBM Plex Sans SemiBold"/>
                <a:cs typeface="IBM Plex Sans SemiBold"/>
              </a:endParaRPr>
            </a:p>
          </p:txBody>
        </p:sp>
        <p:sp>
          <p:nvSpPr>
            <p:cNvPr id="25" name="node04.sub"/>
            <p:cNvSpPr/>
            <p:nvPr/>
          </p:nvSpPr>
          <p:spPr>
            <a:xfrm>
              <a:off x="3238500" y="3629406"/>
              <a:ext cx="2514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SQL · GRAPH · VECTOR</a:t>
              </a:r>
              <a:endParaRPr lang="en-US" sz="900" spc="54" kern="0" b="0" i="0" dirty="0">
                <a:solidFill>
                  <a:srgbClr val="070154"/>
                </a:solidFill>
                <a:latin typeface="IBM Plex Mono Medium"/>
                <a:ea typeface="IBM Plex Mono Medium"/>
                <a:cs typeface="IBM Plex Mono Medium"/>
              </a:endParaRPr>
            </a:p>
          </p:txBody>
        </p:sp>
      </p:grpSp>
      <p:grpSp>
        <p:nvGrpSpPr>
          <p:cNvPr id="78" name="node05"/>
          <p:cNvGrpSpPr/>
          <p:nvPr/>
        </p:nvGrpSpPr>
        <p:grpSpPr>
          <a:xfrm>
            <a:off x="3238500" y="4114800"/>
            <a:ext cx="1143000" cy="457200"/>
            <a:chOff x="3238500" y="4114800"/>
            <a:chExt cx="1143000" cy="457200"/>
          </a:xfrm>
        </p:grpSpPr>
        <p:sp>
          <p:nvSpPr>
            <p:cNvPr id="26" name="node05.surface"/>
            <p:cNvSpPr/>
            <p:nvPr/>
          </p:nvSpPr>
          <p:spPr>
            <a:xfrm>
              <a:off x="3238500" y="4114800"/>
              <a:ext cx="1143000" cy="457200"/>
            </a:xfrm>
            <a:prstGeom prst="rect">
              <a:avLst/>
            </a:prstGeom>
            <a:solidFill>
              <a:srgbClr val="FFFFFF"/>
            </a:solidFill>
            <a:ln>
              <a:noFill/>
            </a:ln>
          </p:spPr>
        </p:sp>
        <p:sp>
          <p:nvSpPr>
            <p:cNvPr id="27" name="node05.text"/>
            <p:cNvSpPr/>
            <p:nvPr/>
          </p:nvSpPr>
          <p:spPr>
            <a:xfrm>
              <a:off x="3390900" y="41148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Analyzers &amp; planners</a:t>
              </a:r>
              <a:endParaRPr lang="en-US" sz="1200" spc="0" kern="0" b="0" i="0" dirty="0">
                <a:solidFill>
                  <a:srgbClr val="070154"/>
                </a:solidFill>
                <a:latin typeface="IBM Plex Sans"/>
                <a:ea typeface="IBM Plex Sans"/>
                <a:cs typeface="IBM Plex Sans"/>
              </a:endParaRPr>
            </a:p>
          </p:txBody>
        </p:sp>
      </p:grpSp>
      <p:grpSp>
        <p:nvGrpSpPr>
          <p:cNvPr id="79" name="node06"/>
          <p:cNvGrpSpPr/>
          <p:nvPr/>
        </p:nvGrpSpPr>
        <p:grpSpPr>
          <a:xfrm>
            <a:off x="4610100" y="4114800"/>
            <a:ext cx="1143000" cy="457200"/>
            <a:chOff x="4610100" y="4114800"/>
            <a:chExt cx="1143000" cy="457200"/>
          </a:xfrm>
        </p:grpSpPr>
        <p:sp>
          <p:nvSpPr>
            <p:cNvPr id="28" name="node06.surface"/>
            <p:cNvSpPr/>
            <p:nvPr/>
          </p:nvSpPr>
          <p:spPr>
            <a:xfrm>
              <a:off x="4610100" y="4114800"/>
              <a:ext cx="1143000" cy="457200"/>
            </a:xfrm>
            <a:prstGeom prst="rect">
              <a:avLst/>
            </a:prstGeom>
            <a:solidFill>
              <a:srgbClr val="FFFFFF"/>
            </a:solidFill>
            <a:ln>
              <a:noFill/>
            </a:ln>
          </p:spPr>
        </p:sp>
        <p:sp>
          <p:nvSpPr>
            <p:cNvPr id="29" name="node06.text"/>
            <p:cNvSpPr/>
            <p:nvPr/>
          </p:nvSpPr>
          <p:spPr>
            <a:xfrm>
              <a:off x="4762500" y="41148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Reports and MCP server</a:t>
              </a:r>
              <a:endParaRPr lang="en-US" sz="1200" spc="0" kern="0" b="0" i="0" dirty="0">
                <a:solidFill>
                  <a:srgbClr val="070154"/>
                </a:solidFill>
                <a:latin typeface="IBM Plex Sans"/>
                <a:ea typeface="IBM Plex Sans"/>
                <a:cs typeface="IBM Plex Sans"/>
              </a:endParaRPr>
            </a:p>
          </p:txBody>
        </p:sp>
      </p:grpSp>
      <p:grpSp>
        <p:nvGrpSpPr>
          <p:cNvPr id="81" name="node07"/>
          <p:cNvGrpSpPr/>
          <p:nvPr/>
        </p:nvGrpSpPr>
        <p:grpSpPr>
          <a:xfrm>
            <a:off x="6210300" y="2057400"/>
            <a:ext cx="1828800" cy="2743200"/>
            <a:chOff x="6210300" y="2057400"/>
            <a:chExt cx="1828800" cy="2743200"/>
          </a:xfrm>
        </p:grpSpPr>
        <p:sp>
          <p:nvSpPr>
            <p:cNvPr id="30" name="node07.surface"/>
            <p:cNvSpPr/>
            <p:nvPr/>
          </p:nvSpPr>
          <p:spPr>
            <a:xfrm>
              <a:off x="6210300" y="2057400"/>
              <a:ext cx="1828800" cy="2743200"/>
            </a:xfrm>
            <a:prstGeom prst="rect">
              <a:avLst/>
            </a:prstGeom>
            <a:solidFill>
              <a:srgbClr val="FFFFFF"/>
            </a:solidFill>
            <a:ln w="12700">
              <a:solidFill>
                <a:srgbClr val="50658E"/>
              </a:solidFill>
              <a:prstDash val="dash"/>
            </a:ln>
          </p:spPr>
        </p:sp>
        <p:sp>
          <p:nvSpPr>
            <p:cNvPr id="31" name="node07.label"/>
            <p:cNvSpPr/>
            <p:nvPr/>
          </p:nvSpPr>
          <p:spPr>
            <a:xfrm>
              <a:off x="6362700" y="21717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Integrations</a:t>
              </a:r>
              <a:endParaRPr lang="en-US" sz="1200" spc="0" kern="0" b="0" i="0" dirty="0">
                <a:solidFill>
                  <a:srgbClr val="070154"/>
                </a:solidFill>
                <a:latin typeface="IBM Plex Sans SemiBold"/>
                <a:ea typeface="IBM Plex Sans SemiBold"/>
                <a:cs typeface="IBM Plex Sans SemiBold"/>
              </a:endParaRPr>
            </a:p>
          </p:txBody>
        </p:sp>
        <p:sp>
          <p:nvSpPr>
            <p:cNvPr id="32" name="node07.label-underline-0"/>
            <p:cNvSpPr/>
            <p:nvPr/>
          </p:nvSpPr>
          <p:spPr>
            <a:xfrm>
              <a:off x="6362700" y="2365756"/>
              <a:ext cx="874713" cy="0"/>
            </a:xfrm>
            <a:custGeom>
              <a:avLst/>
              <a:gdLst/>
              <a:ahLst/>
              <a:cxnLst/>
              <a:rect l="l" t="t" r="r" b="b"/>
              <a:pathLst>
                <a:path w="874713">
                  <a:moveTo>
                    <a:pt x="0" y="0"/>
                  </a:moveTo>
                  <a:lnTo>
                    <a:pt x="874713" y="0"/>
                  </a:lnTo>
                </a:path>
              </a:pathLst>
            </a:custGeom>
            <a:ln w="9525">
              <a:solidFill>
                <a:srgbClr val="070154"/>
              </a:solidFill>
              <a:prstDash val="solid"/>
            </a:ln>
          </p:spPr>
        </p:sp>
        <p:grpSp>
          <p:nvGrpSpPr>
            <p:cNvPr id="80" name="node07.bullets"/>
            <p:cNvGrpSpPr/>
            <p:nvPr/>
          </p:nvGrpSpPr>
          <p:grpSpPr>
            <a:xfrm>
              <a:off x="6362700" y="2476500"/>
              <a:ext cx="1524000" cy="1943100"/>
              <a:chOff x="6362700" y="2476500"/>
              <a:chExt cx="1524000" cy="1943100"/>
            </a:xfrm>
          </p:grpSpPr>
          <p:sp>
            <p:nvSpPr>
              <p:cNvPr id="33" name="node07.bullets.source-001.bullet"/>
              <p:cNvSpPr/>
              <p:nvPr/>
            </p:nvSpPr>
            <p:spPr>
              <a:xfrm>
                <a:off x="6362700" y="2565400"/>
                <a:ext cx="38100" cy="38100"/>
              </a:xfrm>
              <a:prstGeom prst="rect">
                <a:avLst/>
              </a:prstGeom>
              <a:solidFill>
                <a:srgbClr val="070154"/>
              </a:solidFill>
              <a:ln>
                <a:noFill/>
              </a:ln>
            </p:spPr>
          </p:sp>
          <p:sp>
            <p:nvSpPr>
              <p:cNvPr id="34" name="node07.bullets.source-001.text"/>
              <p:cNvSpPr/>
              <p:nvPr/>
            </p:nvSpPr>
            <p:spPr>
              <a:xfrm>
                <a:off x="6515100" y="24765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Coding agents</a:t>
                </a:r>
                <a:r>
                  <a:rPr lang="en-US" sz="1200" spc="0" kern="0" b="0" i="0" dirty="0">
                    <a:solidFill>
                      <a:srgbClr val="50658E"/>
                    </a:solidFill>
                    <a:latin typeface="IBM Plex Sans"/>
                    <a:ea typeface="IBM Plex Sans"/>
                    <a:cs typeface="IBM Plex Sans"/>
                  </a:rPr>
                  <a:t xml:space="preserve"> CLI and IDE assistants</a:t>
                </a:r>
                <a:endParaRPr lang="en-US" sz="1200" spc="0" kern="0" b="0" i="0" dirty="0">
                  <a:solidFill>
                    <a:srgbClr val="070154"/>
                  </a:solidFill>
                  <a:latin typeface="IBM Plex Sans"/>
                  <a:ea typeface="IBM Plex Sans"/>
                  <a:cs typeface="IBM Plex Sans"/>
                </a:endParaRPr>
              </a:p>
            </p:txBody>
          </p:sp>
          <p:sp>
            <p:nvSpPr>
              <p:cNvPr id="35" name="node07.bullets.source-002.bullet"/>
              <p:cNvSpPr/>
              <p:nvPr/>
            </p:nvSpPr>
            <p:spPr>
              <a:xfrm>
                <a:off x="6362700" y="3060700"/>
                <a:ext cx="38100" cy="38100"/>
              </a:xfrm>
              <a:prstGeom prst="rect">
                <a:avLst/>
              </a:prstGeom>
              <a:solidFill>
                <a:srgbClr val="070154"/>
              </a:solidFill>
              <a:ln>
                <a:noFill/>
              </a:ln>
            </p:spPr>
          </p:sp>
          <p:sp>
            <p:nvSpPr>
              <p:cNvPr id="36" name="node07.bullets.source-002.text"/>
              <p:cNvSpPr/>
              <p:nvPr/>
            </p:nvSpPr>
            <p:spPr>
              <a:xfrm>
                <a:off x="6515100" y="29718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Trackers</a:t>
                </a:r>
                <a:r>
                  <a:rPr lang="en-US" sz="1200" spc="0" kern="0" b="0" i="0" dirty="0">
                    <a:solidFill>
                      <a:srgbClr val="50658E"/>
                    </a:solidFill>
                    <a:latin typeface="IBM Plex Sans"/>
                    <a:ea typeface="IBM Plex Sans"/>
                    <a:cs typeface="IBM Plex Sans"/>
                  </a:rPr>
                  <a:t xml:space="preserve"> Issue and work boards</a:t>
                </a:r>
                <a:endParaRPr lang="en-US" sz="1200" spc="0" kern="0" b="0" i="0" dirty="0">
                  <a:solidFill>
                    <a:srgbClr val="070154"/>
                  </a:solidFill>
                  <a:latin typeface="IBM Plex Sans"/>
                  <a:ea typeface="IBM Plex Sans"/>
                  <a:cs typeface="IBM Plex Sans"/>
                </a:endParaRPr>
              </a:p>
            </p:txBody>
          </p:sp>
          <p:sp>
            <p:nvSpPr>
              <p:cNvPr id="37" name="node07.bullets.source-003.bullet"/>
              <p:cNvSpPr/>
              <p:nvPr/>
            </p:nvSpPr>
            <p:spPr>
              <a:xfrm>
                <a:off x="6362700" y="3556000"/>
                <a:ext cx="38100" cy="38100"/>
              </a:xfrm>
              <a:prstGeom prst="rect">
                <a:avLst/>
              </a:prstGeom>
              <a:solidFill>
                <a:srgbClr val="070154"/>
              </a:solidFill>
              <a:ln>
                <a:noFill/>
              </a:ln>
            </p:spPr>
          </p:sp>
          <p:sp>
            <p:nvSpPr>
              <p:cNvPr id="38" name="node07.bullets.source-003.text"/>
              <p:cNvSpPr/>
              <p:nvPr/>
            </p:nvSpPr>
            <p:spPr>
              <a:xfrm>
                <a:off x="6515100" y="34671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CI/CD</a:t>
                </a:r>
                <a:r>
                  <a:rPr lang="en-US" sz="1200" spc="0" kern="0" b="0" i="0" dirty="0">
                    <a:solidFill>
                      <a:srgbClr val="50658E"/>
                    </a:solidFill>
                    <a:latin typeface="IBM Plex Sans"/>
                    <a:ea typeface="IBM Plex Sans"/>
                    <a:cs typeface="IBM Plex Sans"/>
                  </a:rPr>
                  <a:t xml:space="preserve"> Build and release pipelines</a:t>
                </a:r>
                <a:endParaRPr lang="en-US" sz="1200" spc="0" kern="0" b="0" i="0" dirty="0">
                  <a:solidFill>
                    <a:srgbClr val="070154"/>
                  </a:solidFill>
                  <a:latin typeface="IBM Plex Sans"/>
                  <a:ea typeface="IBM Plex Sans"/>
                  <a:cs typeface="IBM Plex Sans"/>
                </a:endParaRPr>
              </a:p>
            </p:txBody>
          </p:sp>
          <p:sp>
            <p:nvSpPr>
              <p:cNvPr id="39" name="node07.bullets.source-004.bullet"/>
              <p:cNvSpPr/>
              <p:nvPr/>
            </p:nvSpPr>
            <p:spPr>
              <a:xfrm>
                <a:off x="6362700" y="4051300"/>
                <a:ext cx="38100" cy="38100"/>
              </a:xfrm>
              <a:prstGeom prst="rect">
                <a:avLst/>
              </a:prstGeom>
              <a:solidFill>
                <a:srgbClr val="070154"/>
              </a:solidFill>
              <a:ln>
                <a:noFill/>
              </a:ln>
            </p:spPr>
          </p:sp>
          <p:sp>
            <p:nvSpPr>
              <p:cNvPr id="40" name="node07.bullets.source-004.text"/>
              <p:cNvSpPr/>
              <p:nvPr/>
            </p:nvSpPr>
            <p:spPr>
              <a:xfrm>
                <a:off x="6515100" y="39624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Chat</a:t>
                </a:r>
                <a:r>
                  <a:rPr lang="en-US" sz="1200" spc="0" kern="0" b="0" i="0" dirty="0">
                    <a:solidFill>
                      <a:srgbClr val="50658E"/>
                    </a:solidFill>
                    <a:latin typeface="IBM Plex Sans"/>
                    <a:ea typeface="IBM Plex Sans"/>
                    <a:cs typeface="IBM Plex Sans"/>
                  </a:rPr>
                  <a:t xml:space="preserve"> Team channels and alerts</a:t>
                </a:r>
                <a:endParaRPr lang="en-US" sz="1200" spc="0" kern="0" b="0" i="0" dirty="0">
                  <a:solidFill>
                    <a:srgbClr val="070154"/>
                  </a:solidFill>
                  <a:latin typeface="IBM Plex Sans"/>
                  <a:ea typeface="IBM Plex Sans"/>
                  <a:cs typeface="IBM Plex Sans"/>
                </a:endParaRPr>
              </a:p>
            </p:txBody>
          </p:sp>
        </p:grpSp>
      </p:grpSp>
      <p:grpSp>
        <p:nvGrpSpPr>
          <p:cNvPr id="82" name="node08"/>
          <p:cNvGrpSpPr/>
          <p:nvPr/>
        </p:nvGrpSpPr>
        <p:grpSpPr>
          <a:xfrm>
            <a:off x="2781300" y="3386379"/>
            <a:ext cx="228600" cy="85242"/>
            <a:chOff x="2781300" y="3386379"/>
            <a:chExt cx="228600" cy="85242"/>
          </a:xfrm>
        </p:grpSpPr>
        <p:sp>
          <p:nvSpPr>
            <p:cNvPr id="41" name="node08.segment-1"/>
            <p:cNvSpPr/>
            <p:nvPr/>
          </p:nvSpPr>
          <p:spPr>
            <a:xfrm>
              <a:off x="2781300" y="34290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42" name="node08.head-end.0"/>
            <p:cNvSpPr/>
            <p:nvPr/>
          </p:nvSpPr>
          <p:spPr>
            <a:xfrm>
              <a:off x="2931883" y="3429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3" name="node08.head-end.1"/>
            <p:cNvSpPr/>
            <p:nvPr/>
          </p:nvSpPr>
          <p:spPr>
            <a:xfrm>
              <a:off x="2931883" y="3386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44" name="node08.head-start.0"/>
            <p:cNvSpPr/>
            <p:nvPr/>
          </p:nvSpPr>
          <p:spPr>
            <a:xfrm>
              <a:off x="2781300" y="33863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45" name="node08.head-start.1"/>
            <p:cNvSpPr/>
            <p:nvPr/>
          </p:nvSpPr>
          <p:spPr>
            <a:xfrm>
              <a:off x="2781300" y="34290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83" name="node09"/>
          <p:cNvGrpSpPr/>
          <p:nvPr/>
        </p:nvGrpSpPr>
        <p:grpSpPr>
          <a:xfrm>
            <a:off x="5981700" y="3386379"/>
            <a:ext cx="228600" cy="85242"/>
            <a:chOff x="5981700" y="3386379"/>
            <a:chExt cx="228600" cy="85242"/>
          </a:xfrm>
        </p:grpSpPr>
        <p:sp>
          <p:nvSpPr>
            <p:cNvPr id="46" name="node09.segment-1"/>
            <p:cNvSpPr/>
            <p:nvPr/>
          </p:nvSpPr>
          <p:spPr>
            <a:xfrm>
              <a:off x="5981700" y="34290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47" name="node09.head-end.0"/>
            <p:cNvSpPr/>
            <p:nvPr/>
          </p:nvSpPr>
          <p:spPr>
            <a:xfrm>
              <a:off x="6132283" y="3429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8" name="node09.head-end.1"/>
            <p:cNvSpPr/>
            <p:nvPr/>
          </p:nvSpPr>
          <p:spPr>
            <a:xfrm>
              <a:off x="6132283" y="3386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49" name="node09.head-start.0"/>
            <p:cNvSpPr/>
            <p:nvPr/>
          </p:nvSpPr>
          <p:spPr>
            <a:xfrm>
              <a:off x="5981700" y="33863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50" name="node09.head-start.1"/>
            <p:cNvSpPr/>
            <p:nvPr/>
          </p:nvSpPr>
          <p:spPr>
            <a:xfrm>
              <a:off x="5981700" y="34290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84" name="node10"/>
          <p:cNvGrpSpPr/>
          <p:nvPr/>
        </p:nvGrpSpPr>
        <p:grpSpPr>
          <a:xfrm>
            <a:off x="8267700" y="2057400"/>
            <a:ext cx="3200400" cy="2743200"/>
            <a:chOff x="8267700" y="2057400"/>
            <a:chExt cx="3200400" cy="2743200"/>
          </a:xfrm>
        </p:grpSpPr>
        <p:sp>
          <p:nvSpPr>
            <p:cNvPr id="51" name="node10.surface"/>
            <p:cNvSpPr/>
            <p:nvPr/>
          </p:nvSpPr>
          <p:spPr>
            <a:xfrm>
              <a:off x="8267700" y="2057400"/>
              <a:ext cx="3200400" cy="2743200"/>
            </a:xfrm>
            <a:prstGeom prst="rect">
              <a:avLst/>
            </a:prstGeom>
            <a:solidFill>
              <a:srgbClr val="05013F"/>
            </a:solidFill>
            <a:ln>
              <a:noFill/>
            </a:ln>
          </p:spPr>
        </p:sp>
      </p:grpSp>
      <p:grpSp>
        <p:nvGrpSpPr>
          <p:cNvPr id="85" name="node11"/>
          <p:cNvGrpSpPr/>
          <p:nvPr/>
        </p:nvGrpSpPr>
        <p:grpSpPr>
          <a:xfrm>
            <a:off x="8496300" y="2209800"/>
            <a:ext cx="2743200" cy="152400"/>
            <a:chOff x="8496300" y="2209800"/>
            <a:chExt cx="2743200" cy="152400"/>
          </a:xfrm>
        </p:grpSpPr>
        <p:sp>
          <p:nvSpPr>
            <p:cNvPr id="52" name="node11.text"/>
            <p:cNvSpPr/>
            <p:nvPr/>
          </p:nvSpPr>
          <p:spPr>
            <a:xfrm>
              <a:off x="8496300" y="22098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PURPOSE-BUILT TO ACCELERATE</a:t>
              </a:r>
              <a:endParaRPr lang="en-US" sz="900" spc="54" kern="0" b="0" i="0" dirty="0">
                <a:solidFill>
                  <a:srgbClr val="F900D3"/>
                </a:solidFill>
                <a:latin typeface="IBM Plex Mono Medium"/>
                <a:ea typeface="IBM Plex Mono Medium"/>
                <a:cs typeface="IBM Plex Mono Medium"/>
              </a:endParaRPr>
            </a:p>
          </p:txBody>
        </p:sp>
      </p:grpSp>
      <p:grpSp>
        <p:nvGrpSpPr>
          <p:cNvPr id="87" name="node12"/>
          <p:cNvGrpSpPr/>
          <p:nvPr/>
        </p:nvGrpSpPr>
        <p:grpSpPr>
          <a:xfrm>
            <a:off x="8496300" y="2514600"/>
            <a:ext cx="2743200" cy="609600"/>
            <a:chOff x="8496300" y="2514600"/>
            <a:chExt cx="2743200" cy="609600"/>
          </a:xfrm>
        </p:grpSpPr>
        <p:sp>
          <p:nvSpPr>
            <p:cNvPr id="53" name="node12.surface"/>
            <p:cNvSpPr/>
            <p:nvPr/>
          </p:nvSpPr>
          <p:spPr>
            <a:xfrm>
              <a:off x="8496300" y="2514600"/>
              <a:ext cx="2743200" cy="609600"/>
            </a:xfrm>
            <a:prstGeom prst="rect">
              <a:avLst/>
            </a:prstGeom>
            <a:solidFill>
              <a:srgbClr val="05013F"/>
            </a:solidFill>
            <a:ln>
              <a:noFill/>
            </a:ln>
          </p:spPr>
        </p:sp>
        <p:grpSp>
          <p:nvGrpSpPr>
            <p:cNvPr id="86" name="node12.icon"/>
            <p:cNvGrpSpPr/>
            <p:nvPr/>
          </p:nvGrpSpPr>
          <p:grpSpPr>
            <a:xfrm>
              <a:off x="8648700" y="2667000"/>
              <a:ext cx="304800" cy="304800"/>
              <a:chOff x="8648700" y="2667000"/>
              <a:chExt cx="304800" cy="304800"/>
            </a:xfrm>
          </p:grpSpPr>
          <p:pic>
            <p:nvPicPr>
              <p:cNvPr id="54" name="node12.icon.image" descr="icon/cloud-gear/white; canonical SHA256=89d5f07b0a1d28a1197c70c759e5f110353b2c5f790ff46f49ac59e2397b6548">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48700" y="2667000"/>
                <a:ext cx="304800" cy="304800"/>
              </a:xfrm>
              <a:prstGeom prst="rect">
                <a:avLst/>
              </a:prstGeom>
            </p:spPr>
          </p:pic>
        </p:grpSp>
        <p:sp>
          <p:nvSpPr>
            <p:cNvPr id="55" name="node12.text"/>
            <p:cNvSpPr/>
            <p:nvPr/>
          </p:nvSpPr>
          <p:spPr>
            <a:xfrm>
              <a:off x="9105900" y="2571750"/>
              <a:ext cx="1981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SemiBold"/>
                  <a:ea typeface="IBM Plex Sans SemiBold"/>
                  <a:cs typeface="IBM Plex Sans SemiBold"/>
                </a:rPr>
                <a:t>Flexible delivery</a:t>
              </a:r>
              <a:endParaRPr lang="en-US" sz="1400" spc="0" kern="0" b="0" i="0" dirty="0">
                <a:solidFill>
                  <a:srgbClr val="FFFFFF"/>
                </a:solidFill>
                <a:latin typeface="IBM Plex Sans SemiBold"/>
                <a:ea typeface="IBM Plex Sans SemiBold"/>
                <a:cs typeface="IBM Plex Sans SemiBold"/>
              </a:endParaRPr>
            </a:p>
          </p:txBody>
        </p:sp>
        <p:sp>
          <p:nvSpPr>
            <p:cNvPr id="56" name="node12.sub"/>
            <p:cNvSpPr/>
            <p:nvPr/>
          </p:nvSpPr>
          <p:spPr>
            <a:xfrm>
              <a:off x="9105900" y="283845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CLI, web UI and API</a:t>
              </a:r>
              <a:endParaRPr lang="en-US" sz="1200" spc="0" kern="0" b="0" i="0" dirty="0">
                <a:solidFill>
                  <a:srgbClr val="CED7E6"/>
                </a:solidFill>
                <a:latin typeface="IBM Plex Sans"/>
                <a:ea typeface="IBM Plex Sans"/>
                <a:cs typeface="IBM Plex Sans"/>
              </a:endParaRPr>
            </a:p>
          </p:txBody>
        </p:sp>
      </p:grpSp>
      <p:grpSp>
        <p:nvGrpSpPr>
          <p:cNvPr id="89" name="node13"/>
          <p:cNvGrpSpPr/>
          <p:nvPr/>
        </p:nvGrpSpPr>
        <p:grpSpPr>
          <a:xfrm>
            <a:off x="8496300" y="3200400"/>
            <a:ext cx="2743200" cy="609600"/>
            <a:chOff x="8496300" y="3200400"/>
            <a:chExt cx="2743200" cy="609600"/>
          </a:xfrm>
        </p:grpSpPr>
        <p:sp>
          <p:nvSpPr>
            <p:cNvPr id="57" name="node13.surface"/>
            <p:cNvSpPr/>
            <p:nvPr/>
          </p:nvSpPr>
          <p:spPr>
            <a:xfrm>
              <a:off x="8496300" y="3200400"/>
              <a:ext cx="2743200" cy="609600"/>
            </a:xfrm>
            <a:prstGeom prst="rect">
              <a:avLst/>
            </a:prstGeom>
            <a:solidFill>
              <a:srgbClr val="05013F"/>
            </a:solidFill>
            <a:ln>
              <a:noFill/>
            </a:ln>
          </p:spPr>
        </p:sp>
        <p:grpSp>
          <p:nvGrpSpPr>
            <p:cNvPr id="88" name="node13.icon"/>
            <p:cNvGrpSpPr/>
            <p:nvPr/>
          </p:nvGrpSpPr>
          <p:grpSpPr>
            <a:xfrm>
              <a:off x="8648700" y="3352800"/>
              <a:ext cx="304800" cy="304800"/>
              <a:chOff x="8648700" y="3352800"/>
              <a:chExt cx="304800" cy="304800"/>
            </a:xfrm>
          </p:grpSpPr>
          <p:pic>
            <p:nvPicPr>
              <p:cNvPr id="58" name="node13.icon.image" descr="icon/ai-brain/white; canonical SHA256=9d4c745a738a565e1c0085c976e0929f21b8cbc8e362e127bb98492708f57e0c">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48700" y="3352800"/>
                <a:ext cx="304800" cy="304800"/>
              </a:xfrm>
              <a:prstGeom prst="rect">
                <a:avLst/>
              </a:prstGeom>
            </p:spPr>
          </p:pic>
        </p:grpSp>
        <p:sp>
          <p:nvSpPr>
            <p:cNvPr id="59" name="node13.text"/>
            <p:cNvSpPr/>
            <p:nvPr/>
          </p:nvSpPr>
          <p:spPr>
            <a:xfrm>
              <a:off x="9105900" y="3257550"/>
              <a:ext cx="1981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SemiBold"/>
                  <a:ea typeface="IBM Plex Sans SemiBold"/>
                  <a:cs typeface="IBM Plex Sans SemiBold"/>
                </a:rPr>
                <a:t>Agentic evidence</a:t>
              </a:r>
              <a:endParaRPr lang="en-US" sz="1400" spc="0" kern="0" b="0" i="0" dirty="0">
                <a:solidFill>
                  <a:srgbClr val="FFFFFF"/>
                </a:solidFill>
                <a:latin typeface="IBM Plex Sans SemiBold"/>
                <a:ea typeface="IBM Plex Sans SemiBold"/>
                <a:cs typeface="IBM Plex Sans SemiBold"/>
              </a:endParaRPr>
            </a:p>
          </p:txBody>
        </p:sp>
        <p:sp>
          <p:nvSpPr>
            <p:cNvPr id="60" name="node13.sub"/>
            <p:cNvSpPr/>
            <p:nvPr/>
          </p:nvSpPr>
          <p:spPr>
            <a:xfrm>
              <a:off x="9105900" y="352425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Queries and updates</a:t>
              </a:r>
              <a:endParaRPr lang="en-US" sz="1200" spc="0" kern="0" b="0" i="0" dirty="0">
                <a:solidFill>
                  <a:srgbClr val="CED7E6"/>
                </a:solidFill>
                <a:latin typeface="IBM Plex Sans"/>
                <a:ea typeface="IBM Plex Sans"/>
                <a:cs typeface="IBM Plex Sans"/>
              </a:endParaRPr>
            </a:p>
          </p:txBody>
        </p:sp>
      </p:grpSp>
      <p:grpSp>
        <p:nvGrpSpPr>
          <p:cNvPr id="91" name="node14"/>
          <p:cNvGrpSpPr/>
          <p:nvPr/>
        </p:nvGrpSpPr>
        <p:grpSpPr>
          <a:xfrm>
            <a:off x="8496300" y="3886200"/>
            <a:ext cx="2743200" cy="609600"/>
            <a:chOff x="8496300" y="3886200"/>
            <a:chExt cx="2743200" cy="609600"/>
          </a:xfrm>
        </p:grpSpPr>
        <p:sp>
          <p:nvSpPr>
            <p:cNvPr id="61" name="node14.surface"/>
            <p:cNvSpPr/>
            <p:nvPr/>
          </p:nvSpPr>
          <p:spPr>
            <a:xfrm>
              <a:off x="8496300" y="3886200"/>
              <a:ext cx="2743200" cy="609600"/>
            </a:xfrm>
            <a:prstGeom prst="rect">
              <a:avLst/>
            </a:prstGeom>
            <a:solidFill>
              <a:srgbClr val="05013F"/>
            </a:solidFill>
            <a:ln>
              <a:noFill/>
            </a:ln>
          </p:spPr>
        </p:sp>
        <p:grpSp>
          <p:nvGrpSpPr>
            <p:cNvPr id="90" name="node14.icon"/>
            <p:cNvGrpSpPr/>
            <p:nvPr/>
          </p:nvGrpSpPr>
          <p:grpSpPr>
            <a:xfrm>
              <a:off x="8648700" y="4038600"/>
              <a:ext cx="304800" cy="304800"/>
              <a:chOff x="8648700" y="4038600"/>
              <a:chExt cx="304800" cy="304800"/>
            </a:xfrm>
          </p:grpSpPr>
          <p:pic>
            <p:nvPicPr>
              <p:cNvPr id="62" name="node14.icon.image" descr="icon/database-search/white; canonical SHA256=7beafe23da62db5c9cd001decb8f3f507a0e97e53f9b344484ba4f285d19847b">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48700" y="4038600"/>
                <a:ext cx="304800" cy="304800"/>
              </a:xfrm>
              <a:prstGeom prst="rect">
                <a:avLst/>
              </a:prstGeom>
            </p:spPr>
          </p:pic>
        </p:grpSp>
        <p:sp>
          <p:nvSpPr>
            <p:cNvPr id="63" name="node14.text"/>
            <p:cNvSpPr/>
            <p:nvPr/>
          </p:nvSpPr>
          <p:spPr>
            <a:xfrm>
              <a:off x="9105900" y="3943350"/>
              <a:ext cx="1981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SemiBold"/>
                  <a:ea typeface="IBM Plex Sans SemiBold"/>
                  <a:cs typeface="IBM Plex Sans SemiBold"/>
                </a:rPr>
                <a:t>Open storage</a:t>
              </a:r>
              <a:endParaRPr lang="en-US" sz="1400" spc="0" kern="0" b="0" i="0" dirty="0">
                <a:solidFill>
                  <a:srgbClr val="FFFFFF"/>
                </a:solidFill>
                <a:latin typeface="IBM Plex Sans SemiBold"/>
                <a:ea typeface="IBM Plex Sans SemiBold"/>
                <a:cs typeface="IBM Plex Sans SemiBold"/>
              </a:endParaRPr>
            </a:p>
          </p:txBody>
        </p:sp>
        <p:sp>
          <p:nvSpPr>
            <p:cNvPr id="64" name="node14.sub"/>
            <p:cNvSpPr/>
            <p:nvPr/>
          </p:nvSpPr>
          <p:spPr>
            <a:xfrm>
              <a:off x="9105900" y="421005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SQL, graph or vector</a:t>
              </a:r>
              <a:endParaRPr lang="en-US" sz="1200" spc="0" kern="0" b="0" i="0" dirty="0">
                <a:solidFill>
                  <a:srgbClr val="CED7E6"/>
                </a:solidFill>
                <a:latin typeface="IBM Plex Sans"/>
                <a:ea typeface="IBM Plex Sans"/>
                <a:cs typeface="IBM Plex Sans"/>
              </a:endParaRPr>
            </a:p>
          </p:txBody>
        </p:sp>
      </p:grpSp>
      <p:sp>
        <p:nvSpPr>
          <p:cNvPr id="65" name="node15"/>
          <p:cNvSpPr/>
          <p:nvPr/>
        </p:nvSpPr>
        <p:spPr>
          <a:xfrm>
            <a:off x="723900" y="5029200"/>
            <a:ext cx="10744200" cy="9525"/>
          </a:xfrm>
          <a:prstGeom prst="rect">
            <a:avLst/>
          </a:prstGeom>
          <a:solidFill>
            <a:srgbClr val="CED7E6"/>
          </a:solidFill>
          <a:ln>
            <a:noFill/>
          </a:ln>
        </p:spPr>
      </p:sp>
      <p:grpSp>
        <p:nvGrpSpPr>
          <p:cNvPr id="92" name="node16"/>
          <p:cNvGrpSpPr/>
          <p:nvPr/>
        </p:nvGrpSpPr>
        <p:grpSpPr>
          <a:xfrm>
            <a:off x="723900" y="5219700"/>
            <a:ext cx="1600200" cy="152400"/>
            <a:chOff x="723900" y="5219700"/>
            <a:chExt cx="1600200" cy="152400"/>
          </a:xfrm>
        </p:grpSpPr>
        <p:sp>
          <p:nvSpPr>
            <p:cNvPr id="66" name="node16.text"/>
            <p:cNvSpPr/>
            <p:nvPr/>
          </p:nvSpPr>
          <p:spPr>
            <a:xfrm>
              <a:off x="723900" y="52197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VALUE DELIVERED</a:t>
              </a:r>
              <a:endParaRPr lang="en-US" sz="900" spc="54" kern="0" b="0" i="0" dirty="0">
                <a:solidFill>
                  <a:srgbClr val="0047FF"/>
                </a:solidFill>
                <a:latin typeface="IBM Plex Mono Medium"/>
                <a:ea typeface="IBM Plex Mono Medium"/>
                <a:cs typeface="IBM Plex Mono Medium"/>
              </a:endParaRPr>
            </a:p>
          </p:txBody>
        </p:sp>
      </p:grpSp>
      <p:grpSp>
        <p:nvGrpSpPr>
          <p:cNvPr id="93" name="node17"/>
          <p:cNvGrpSpPr/>
          <p:nvPr/>
        </p:nvGrpSpPr>
        <p:grpSpPr>
          <a:xfrm>
            <a:off x="2552700" y="5143500"/>
            <a:ext cx="2514600" cy="304800"/>
            <a:chOff x="2552700" y="5143500"/>
            <a:chExt cx="2514600" cy="304800"/>
          </a:xfrm>
        </p:grpSpPr>
        <p:sp>
          <p:nvSpPr>
            <p:cNvPr id="67" name="node17.text"/>
            <p:cNvSpPr/>
            <p:nvPr/>
          </p:nvSpPr>
          <p:spPr>
            <a:xfrm>
              <a:off x="2552700" y="51435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12 months</a:t>
              </a:r>
              <a:endParaRPr lang="en-US" sz="1800" spc="0" kern="0" b="0" i="0" dirty="0">
                <a:solidFill>
                  <a:srgbClr val="070154"/>
                </a:solidFill>
                <a:latin typeface="IBM Plex Mono SemiBold"/>
                <a:ea typeface="IBM Plex Mono SemiBold"/>
                <a:cs typeface="IBM Plex Mono SemiBold"/>
              </a:endParaRPr>
            </a:p>
          </p:txBody>
        </p:sp>
      </p:grpSp>
      <p:grpSp>
        <p:nvGrpSpPr>
          <p:cNvPr id="94" name="node18"/>
          <p:cNvGrpSpPr/>
          <p:nvPr/>
        </p:nvGrpSpPr>
        <p:grpSpPr>
          <a:xfrm>
            <a:off x="2552700" y="5448300"/>
            <a:ext cx="2514600" cy="228600"/>
            <a:chOff x="2552700" y="5448300"/>
            <a:chExt cx="2514600" cy="228600"/>
          </a:xfrm>
        </p:grpSpPr>
        <p:sp>
          <p:nvSpPr>
            <p:cNvPr id="68" name="node18.text"/>
            <p:cNvSpPr/>
            <p:nvPr/>
          </p:nvSpPr>
          <p:spPr>
            <a:xfrm>
              <a:off x="2552700" y="54483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to modernize, from 3–5 years</a:t>
              </a:r>
              <a:endParaRPr lang="en-US" sz="1200" spc="0" kern="0" b="0" i="0" dirty="0">
                <a:solidFill>
                  <a:srgbClr val="50658E"/>
                </a:solidFill>
                <a:latin typeface="IBM Plex Sans"/>
                <a:ea typeface="IBM Plex Sans"/>
                <a:cs typeface="IBM Plex Sans"/>
              </a:endParaRPr>
            </a:p>
          </p:txBody>
        </p:sp>
      </p:grpSp>
      <p:grpSp>
        <p:nvGrpSpPr>
          <p:cNvPr id="95" name="node19"/>
          <p:cNvGrpSpPr/>
          <p:nvPr/>
        </p:nvGrpSpPr>
        <p:grpSpPr>
          <a:xfrm>
            <a:off x="5295900" y="5143500"/>
            <a:ext cx="2514600" cy="304800"/>
            <a:chOff x="5295900" y="5143500"/>
            <a:chExt cx="2514600" cy="304800"/>
          </a:xfrm>
        </p:grpSpPr>
        <p:sp>
          <p:nvSpPr>
            <p:cNvPr id="69" name="node19.text"/>
            <p:cNvSpPr/>
            <p:nvPr/>
          </p:nvSpPr>
          <p:spPr>
            <a:xfrm>
              <a:off x="5295900" y="51435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10+</a:t>
              </a:r>
              <a:endParaRPr lang="en-US" sz="1800" spc="0" kern="0" b="0" i="0" dirty="0">
                <a:solidFill>
                  <a:srgbClr val="070154"/>
                </a:solidFill>
                <a:latin typeface="IBM Plex Mono SemiBold"/>
                <a:ea typeface="IBM Plex Mono SemiBold"/>
                <a:cs typeface="IBM Plex Mono SemiBold"/>
              </a:endParaRPr>
            </a:p>
          </p:txBody>
        </p:sp>
      </p:grpSp>
      <p:grpSp>
        <p:nvGrpSpPr>
          <p:cNvPr id="96" name="node20"/>
          <p:cNvGrpSpPr/>
          <p:nvPr/>
        </p:nvGrpSpPr>
        <p:grpSpPr>
          <a:xfrm>
            <a:off x="5295900" y="5448300"/>
            <a:ext cx="2514600" cy="228600"/>
            <a:chOff x="5295900" y="5448300"/>
            <a:chExt cx="2514600" cy="228600"/>
          </a:xfrm>
        </p:grpSpPr>
        <p:sp>
          <p:nvSpPr>
            <p:cNvPr id="70" name="node20.text"/>
            <p:cNvSpPr/>
            <p:nvPr/>
          </p:nvSpPr>
          <p:spPr>
            <a:xfrm>
              <a:off x="5295900" y="54483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pre-built AI-guided workflows</a:t>
              </a:r>
              <a:endParaRPr lang="en-US" sz="1200" spc="0" kern="0" b="0" i="0" dirty="0">
                <a:solidFill>
                  <a:srgbClr val="50658E"/>
                </a:solidFill>
                <a:latin typeface="IBM Plex Sans"/>
                <a:ea typeface="IBM Plex Sans"/>
                <a:cs typeface="IBM Plex Sans"/>
              </a:endParaRPr>
            </a:p>
          </p:txBody>
        </p:sp>
      </p:grpSp>
      <p:grpSp>
        <p:nvGrpSpPr>
          <p:cNvPr id="97" name="node21"/>
          <p:cNvGrpSpPr/>
          <p:nvPr/>
        </p:nvGrpSpPr>
        <p:grpSpPr>
          <a:xfrm>
            <a:off x="8039100" y="5143500"/>
            <a:ext cx="2514600" cy="304800"/>
            <a:chOff x="8039100" y="5143500"/>
            <a:chExt cx="2514600" cy="304800"/>
          </a:xfrm>
        </p:grpSpPr>
        <p:sp>
          <p:nvSpPr>
            <p:cNvPr id="71" name="node21.text"/>
            <p:cNvSpPr/>
            <p:nvPr/>
          </p:nvSpPr>
          <p:spPr>
            <a:xfrm>
              <a:off x="8039100" y="51435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Up to 80%</a:t>
              </a:r>
              <a:endParaRPr lang="en-US" sz="1800" spc="0" kern="0" b="0" i="0" dirty="0">
                <a:solidFill>
                  <a:srgbClr val="070154"/>
                </a:solidFill>
                <a:latin typeface="IBM Plex Mono SemiBold"/>
                <a:ea typeface="IBM Plex Mono SemiBold"/>
                <a:cs typeface="IBM Plex Mono SemiBold"/>
              </a:endParaRPr>
            </a:p>
          </p:txBody>
        </p:sp>
      </p:grpSp>
      <p:grpSp>
        <p:nvGrpSpPr>
          <p:cNvPr id="98" name="node22"/>
          <p:cNvGrpSpPr/>
          <p:nvPr/>
        </p:nvGrpSpPr>
        <p:grpSpPr>
          <a:xfrm>
            <a:off x="8039100" y="5448300"/>
            <a:ext cx="2514600" cy="228600"/>
            <a:chOff x="8039100" y="5448300"/>
            <a:chExt cx="2514600" cy="228600"/>
          </a:xfrm>
        </p:grpSpPr>
        <p:sp>
          <p:nvSpPr>
            <p:cNvPr id="72" name="node22.text"/>
            <p:cNvSpPr/>
            <p:nvPr/>
          </p:nvSpPr>
          <p:spPr>
            <a:xfrm>
              <a:off x="8039100" y="54483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savings in re-engineering effort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ource-03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Small services behind one gateway contain change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24</a:t>
            </a:fld>
            <a:endParaRPr lang="en-US" sz="700" spc="0" kern="0" b="0" i="0" dirty="0">
              <a:solidFill>
                <a:srgbClr val="070154"/>
              </a:solidFill>
              <a:latin typeface="IBM Plex Mono SemiBold"/>
              <a:ea typeface="IBM Plex Mono SemiBold"/>
              <a:cs typeface="IBM Plex Mono SemiBold"/>
            </a:endParaRPr>
          </a:p>
        </p:txBody>
      </p:sp>
      <p:grpSp>
        <p:nvGrpSpPr>
          <p:cNvPr id="94" name="node01"/>
          <p:cNvGrpSpPr/>
          <p:nvPr/>
        </p:nvGrpSpPr>
        <p:grpSpPr>
          <a:xfrm>
            <a:off x="723900" y="1600200"/>
            <a:ext cx="1828800" cy="3200400"/>
            <a:chOff x="723900" y="1600200"/>
            <a:chExt cx="1828800" cy="3200400"/>
          </a:xfrm>
        </p:grpSpPr>
        <p:sp>
          <p:nvSpPr>
            <p:cNvPr id="6" name="node01.surface"/>
            <p:cNvSpPr/>
            <p:nvPr/>
          </p:nvSpPr>
          <p:spPr>
            <a:xfrm>
              <a:off x="723900" y="1600200"/>
              <a:ext cx="1828800" cy="3200400"/>
            </a:xfrm>
            <a:prstGeom prst="rect">
              <a:avLst/>
            </a:prstGeom>
            <a:solidFill>
              <a:srgbClr val="E8EEF8"/>
            </a:solidFill>
            <a:ln>
              <a:noFill/>
            </a:ln>
          </p:spPr>
        </p:sp>
        <p:sp>
          <p:nvSpPr>
            <p:cNvPr id="7" name="node01.label"/>
            <p:cNvSpPr/>
            <p:nvPr/>
          </p:nvSpPr>
          <p:spPr>
            <a:xfrm>
              <a:off x="876300" y="1714500"/>
              <a:ext cx="1524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Channels</a:t>
              </a:r>
              <a:endParaRPr lang="en-US" sz="1800" spc="-18" kern="0" b="0" i="0" dirty="0">
                <a:solidFill>
                  <a:srgbClr val="070154"/>
                </a:solidFill>
                <a:latin typeface="IBM Plex Sans SemiBold"/>
                <a:ea typeface="IBM Plex Sans SemiBold"/>
                <a:cs typeface="IBM Plex Sans SemiBold"/>
              </a:endParaRPr>
            </a:p>
          </p:txBody>
        </p:sp>
      </p:grpSp>
      <p:grpSp>
        <p:nvGrpSpPr>
          <p:cNvPr id="96" name="node02"/>
          <p:cNvGrpSpPr/>
          <p:nvPr/>
        </p:nvGrpSpPr>
        <p:grpSpPr>
          <a:xfrm>
            <a:off x="952500" y="2057400"/>
            <a:ext cx="1371600" cy="723900"/>
            <a:chOff x="952500" y="2057400"/>
            <a:chExt cx="1371600" cy="723900"/>
          </a:xfrm>
        </p:grpSpPr>
        <p:grpSp>
          <p:nvGrpSpPr>
            <p:cNvPr id="95" name="node02.icon"/>
            <p:cNvGrpSpPr/>
            <p:nvPr/>
          </p:nvGrpSpPr>
          <p:grpSpPr>
            <a:xfrm>
              <a:off x="1409700" y="2057400"/>
              <a:ext cx="457200" cy="457200"/>
              <a:chOff x="1409700" y="2057400"/>
              <a:chExt cx="457200" cy="457200"/>
            </a:xfrm>
          </p:grpSpPr>
          <p:pic>
            <p:nvPicPr>
              <p:cNvPr id="8" name="node02.icon.image" descr="icon/computer-workstation/navy; canonical SHA256=592179fcfc7609d233f2f73c3496f4fe7989a6eec0faaf7233e959c4dc2474e9">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2057400"/>
                <a:ext cx="457200" cy="457200"/>
              </a:xfrm>
              <a:prstGeom prst="rect">
                <a:avLst/>
              </a:prstGeom>
            </p:spPr>
          </p:pic>
        </p:grpSp>
        <p:sp>
          <p:nvSpPr>
            <p:cNvPr id="9" name="node02.label"/>
            <p:cNvSpPr/>
            <p:nvPr/>
          </p:nvSpPr>
          <p:spPr>
            <a:xfrm>
              <a:off x="952500" y="2552700"/>
              <a:ext cx="1371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Web app</a:t>
              </a:r>
              <a:endParaRPr lang="en-US" sz="1200" spc="0" kern="0" b="0" i="0" dirty="0">
                <a:solidFill>
                  <a:srgbClr val="070154"/>
                </a:solidFill>
                <a:latin typeface="IBM Plex Sans SemiBold"/>
                <a:ea typeface="IBM Plex Sans SemiBold"/>
                <a:cs typeface="IBM Plex Sans SemiBold"/>
              </a:endParaRPr>
            </a:p>
          </p:txBody>
        </p:sp>
      </p:grpSp>
      <p:grpSp>
        <p:nvGrpSpPr>
          <p:cNvPr id="98" name="node03"/>
          <p:cNvGrpSpPr/>
          <p:nvPr/>
        </p:nvGrpSpPr>
        <p:grpSpPr>
          <a:xfrm>
            <a:off x="952500" y="2971800"/>
            <a:ext cx="1371600" cy="723900"/>
            <a:chOff x="952500" y="2971800"/>
            <a:chExt cx="1371600" cy="723900"/>
          </a:xfrm>
        </p:grpSpPr>
        <p:grpSp>
          <p:nvGrpSpPr>
            <p:cNvPr id="97" name="node03.icon"/>
            <p:cNvGrpSpPr/>
            <p:nvPr/>
          </p:nvGrpSpPr>
          <p:grpSpPr>
            <a:xfrm>
              <a:off x="1409700" y="2971800"/>
              <a:ext cx="457200" cy="457200"/>
              <a:chOff x="1409700" y="2971800"/>
              <a:chExt cx="457200" cy="457200"/>
            </a:xfrm>
          </p:grpSpPr>
          <p:pic>
            <p:nvPicPr>
              <p:cNvPr id="10" name="node03.icon.image" descr="icon/smartphone-gear/navy; canonical SHA256=a3371531b46452f88b681e8d7a2fb80258015f52bff3de56c461f0054457d60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9700" y="2971800"/>
                <a:ext cx="457200" cy="457200"/>
              </a:xfrm>
              <a:prstGeom prst="rect">
                <a:avLst/>
              </a:prstGeom>
            </p:spPr>
          </p:pic>
        </p:grpSp>
        <p:sp>
          <p:nvSpPr>
            <p:cNvPr id="11" name="node03.label"/>
            <p:cNvSpPr/>
            <p:nvPr/>
          </p:nvSpPr>
          <p:spPr>
            <a:xfrm>
              <a:off x="952500" y="3467100"/>
              <a:ext cx="1371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Mobile app</a:t>
              </a:r>
              <a:endParaRPr lang="en-US" sz="1200" spc="0" kern="0" b="0" i="0" dirty="0">
                <a:solidFill>
                  <a:srgbClr val="070154"/>
                </a:solidFill>
                <a:latin typeface="IBM Plex Sans SemiBold"/>
                <a:ea typeface="IBM Plex Sans SemiBold"/>
                <a:cs typeface="IBM Plex Sans SemiBold"/>
              </a:endParaRPr>
            </a:p>
          </p:txBody>
        </p:sp>
      </p:grpSp>
      <p:grpSp>
        <p:nvGrpSpPr>
          <p:cNvPr id="100" name="node04"/>
          <p:cNvGrpSpPr/>
          <p:nvPr/>
        </p:nvGrpSpPr>
        <p:grpSpPr>
          <a:xfrm>
            <a:off x="952500" y="3886200"/>
            <a:ext cx="1371600" cy="723900"/>
            <a:chOff x="952500" y="3886200"/>
            <a:chExt cx="1371600" cy="723900"/>
          </a:xfrm>
        </p:grpSpPr>
        <p:grpSp>
          <p:nvGrpSpPr>
            <p:cNvPr id="99" name="node04.icon"/>
            <p:cNvGrpSpPr/>
            <p:nvPr/>
          </p:nvGrpSpPr>
          <p:grpSpPr>
            <a:xfrm>
              <a:off x="1409700" y="3886200"/>
              <a:ext cx="457200" cy="457200"/>
              <a:chOff x="1409700" y="3886200"/>
              <a:chExt cx="457200" cy="457200"/>
            </a:xfrm>
          </p:grpSpPr>
          <p:pic>
            <p:nvPicPr>
              <p:cNvPr id="12" name="node04.icon.image" descr="icon/dashboard-gear/navy; canonical SHA256=4a5073db8990b66f59ea55cb167141b2b04f2c217df9bf9272e651efd008a9b2">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09700" y="3886200"/>
                <a:ext cx="457200" cy="457200"/>
              </a:xfrm>
              <a:prstGeom prst="rect">
                <a:avLst/>
              </a:prstGeom>
            </p:spPr>
          </p:pic>
        </p:grpSp>
        <p:sp>
          <p:nvSpPr>
            <p:cNvPr id="13" name="node04.label"/>
            <p:cNvSpPr/>
            <p:nvPr/>
          </p:nvSpPr>
          <p:spPr>
            <a:xfrm>
              <a:off x="952500" y="4381500"/>
              <a:ext cx="1371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Admin portal</a:t>
              </a:r>
              <a:endParaRPr lang="en-US" sz="1200" spc="0" kern="0" b="0" i="0" dirty="0">
                <a:solidFill>
                  <a:srgbClr val="070154"/>
                </a:solidFill>
                <a:latin typeface="IBM Plex Sans SemiBold"/>
                <a:ea typeface="IBM Plex Sans SemiBold"/>
                <a:cs typeface="IBM Plex Sans SemiBold"/>
              </a:endParaRPr>
            </a:p>
          </p:txBody>
        </p:sp>
      </p:grpSp>
      <p:grpSp>
        <p:nvGrpSpPr>
          <p:cNvPr id="101" name="node05"/>
          <p:cNvGrpSpPr/>
          <p:nvPr/>
        </p:nvGrpSpPr>
        <p:grpSpPr>
          <a:xfrm>
            <a:off x="3009900" y="1600200"/>
            <a:ext cx="1371600" cy="3200400"/>
            <a:chOff x="3009900" y="1600200"/>
            <a:chExt cx="1371600" cy="3200400"/>
          </a:xfrm>
        </p:grpSpPr>
        <p:sp>
          <p:nvSpPr>
            <p:cNvPr id="14" name="node05.surface"/>
            <p:cNvSpPr/>
            <p:nvPr/>
          </p:nvSpPr>
          <p:spPr>
            <a:xfrm>
              <a:off x="3009900" y="1600200"/>
              <a:ext cx="1371600" cy="3200400"/>
            </a:xfrm>
            <a:prstGeom prst="rect">
              <a:avLst/>
            </a:prstGeom>
            <a:solidFill>
              <a:srgbClr val="E8EEF8"/>
            </a:solidFill>
            <a:ln>
              <a:noFill/>
            </a:ln>
          </p:spPr>
        </p:sp>
        <p:sp>
          <p:nvSpPr>
            <p:cNvPr id="15" name="node05.label"/>
            <p:cNvSpPr/>
            <p:nvPr/>
          </p:nvSpPr>
          <p:spPr>
            <a:xfrm>
              <a:off x="3162300" y="17145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API layer</a:t>
              </a:r>
              <a:endParaRPr lang="en-US" sz="1800" spc="-18" kern="0" b="0" i="0" dirty="0">
                <a:solidFill>
                  <a:srgbClr val="070154"/>
                </a:solidFill>
                <a:latin typeface="IBM Plex Sans SemiBold"/>
                <a:ea typeface="IBM Plex Sans SemiBold"/>
                <a:cs typeface="IBM Plex Sans SemiBold"/>
              </a:endParaRPr>
            </a:p>
          </p:txBody>
        </p:sp>
      </p:grpSp>
      <p:grpSp>
        <p:nvGrpSpPr>
          <p:cNvPr id="103" name="node06"/>
          <p:cNvGrpSpPr/>
          <p:nvPr/>
        </p:nvGrpSpPr>
        <p:grpSpPr>
          <a:xfrm>
            <a:off x="3238500" y="2057400"/>
            <a:ext cx="914400" cy="2514600"/>
            <a:chOff x="3238500" y="2057400"/>
            <a:chExt cx="914400" cy="2514600"/>
          </a:xfrm>
        </p:grpSpPr>
        <p:sp>
          <p:nvSpPr>
            <p:cNvPr id="16" name="node06.surface"/>
            <p:cNvSpPr/>
            <p:nvPr/>
          </p:nvSpPr>
          <p:spPr>
            <a:xfrm>
              <a:off x="3238500" y="2057400"/>
              <a:ext cx="914400" cy="2514600"/>
            </a:xfrm>
            <a:prstGeom prst="rect">
              <a:avLst/>
            </a:prstGeom>
            <a:solidFill>
              <a:srgbClr val="070154"/>
            </a:solidFill>
            <a:ln>
              <a:noFill/>
            </a:ln>
          </p:spPr>
        </p:sp>
        <p:grpSp>
          <p:nvGrpSpPr>
            <p:cNvPr id="102" name="node06.icon"/>
            <p:cNvGrpSpPr/>
            <p:nvPr/>
          </p:nvGrpSpPr>
          <p:grpSpPr>
            <a:xfrm>
              <a:off x="3505200" y="2838450"/>
              <a:ext cx="381000" cy="381000"/>
              <a:chOff x="3505200" y="2838450"/>
              <a:chExt cx="381000" cy="381000"/>
            </a:xfrm>
          </p:grpSpPr>
          <p:pic>
            <p:nvPicPr>
              <p:cNvPr id="17" name="node06.icon.image" descr="icon/connection-link/white; canonical SHA256=b5ae9abf42381018911c95cbba85535ba86311b9fc69132f68fbdd26794abf37">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05200" y="2838450"/>
                <a:ext cx="381000" cy="381000"/>
              </a:xfrm>
              <a:prstGeom prst="rect">
                <a:avLst/>
              </a:prstGeom>
            </p:spPr>
          </p:pic>
        </p:grpSp>
        <p:sp>
          <p:nvSpPr>
            <p:cNvPr id="18" name="node06.text"/>
            <p:cNvSpPr/>
            <p:nvPr/>
          </p:nvSpPr>
          <p:spPr>
            <a:xfrm>
              <a:off x="3390900" y="3333750"/>
              <a:ext cx="609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API gateway</a:t>
              </a:r>
              <a:endParaRPr lang="en-US" sz="1200" spc="0" kern="0" b="0" i="0" dirty="0">
                <a:solidFill>
                  <a:srgbClr val="FFFFFF"/>
                </a:solidFill>
                <a:latin typeface="IBM Plex Sans SemiBold"/>
                <a:ea typeface="IBM Plex Sans SemiBold"/>
                <a:cs typeface="IBM Plex Sans SemiBold"/>
              </a:endParaRPr>
            </a:p>
          </p:txBody>
        </p:sp>
      </p:grpSp>
      <p:grpSp>
        <p:nvGrpSpPr>
          <p:cNvPr id="104" name="node07"/>
          <p:cNvGrpSpPr/>
          <p:nvPr/>
        </p:nvGrpSpPr>
        <p:grpSpPr>
          <a:xfrm>
            <a:off x="4838700" y="1600200"/>
            <a:ext cx="3429000" cy="3200400"/>
            <a:chOff x="4838700" y="1600200"/>
            <a:chExt cx="3429000" cy="3200400"/>
          </a:xfrm>
        </p:grpSpPr>
        <p:sp>
          <p:nvSpPr>
            <p:cNvPr id="19" name="node07.surface"/>
            <p:cNvSpPr/>
            <p:nvPr/>
          </p:nvSpPr>
          <p:spPr>
            <a:xfrm>
              <a:off x="4838700" y="1600200"/>
              <a:ext cx="3429000" cy="3200400"/>
            </a:xfrm>
            <a:prstGeom prst="rect">
              <a:avLst/>
            </a:prstGeom>
            <a:solidFill>
              <a:srgbClr val="E8EEF8"/>
            </a:solidFill>
            <a:ln>
              <a:noFill/>
            </a:ln>
          </p:spPr>
        </p:sp>
        <p:sp>
          <p:nvSpPr>
            <p:cNvPr id="20" name="node07.label"/>
            <p:cNvSpPr/>
            <p:nvPr/>
          </p:nvSpPr>
          <p:spPr>
            <a:xfrm>
              <a:off x="4991100" y="1714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Microservices</a:t>
              </a:r>
              <a:endParaRPr lang="en-US" sz="1800" spc="-18" kern="0" b="0" i="0" dirty="0">
                <a:solidFill>
                  <a:srgbClr val="070154"/>
                </a:solidFill>
                <a:latin typeface="IBM Plex Sans SemiBold"/>
                <a:ea typeface="IBM Plex Sans SemiBold"/>
                <a:cs typeface="IBM Plex Sans SemiBold"/>
              </a:endParaRPr>
            </a:p>
          </p:txBody>
        </p:sp>
      </p:grpSp>
      <p:grpSp>
        <p:nvGrpSpPr>
          <p:cNvPr id="105" name="node08"/>
          <p:cNvGrpSpPr/>
          <p:nvPr/>
        </p:nvGrpSpPr>
        <p:grpSpPr>
          <a:xfrm>
            <a:off x="5067300" y="2057400"/>
            <a:ext cx="1371600" cy="457200"/>
            <a:chOff x="5067300" y="2057400"/>
            <a:chExt cx="1371600" cy="457200"/>
          </a:xfrm>
        </p:grpSpPr>
        <p:sp>
          <p:nvSpPr>
            <p:cNvPr id="21" name="node08.surface"/>
            <p:cNvSpPr/>
            <p:nvPr/>
          </p:nvSpPr>
          <p:spPr>
            <a:xfrm>
              <a:off x="5067300" y="2057400"/>
              <a:ext cx="1371600" cy="457200"/>
            </a:xfrm>
            <a:prstGeom prst="rect">
              <a:avLst/>
            </a:prstGeom>
            <a:solidFill>
              <a:srgbClr val="070154"/>
            </a:solidFill>
            <a:ln>
              <a:noFill/>
            </a:ln>
          </p:spPr>
        </p:sp>
        <p:sp>
          <p:nvSpPr>
            <p:cNvPr id="22" name="node08.text"/>
            <p:cNvSpPr/>
            <p:nvPr/>
          </p:nvSpPr>
          <p:spPr>
            <a:xfrm>
              <a:off x="5219700" y="21717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Close service</a:t>
              </a:r>
              <a:endParaRPr lang="en-US" sz="1200" spc="0" kern="0" b="0" i="0" dirty="0">
                <a:solidFill>
                  <a:srgbClr val="FFFFFF"/>
                </a:solidFill>
                <a:latin typeface="IBM Plex Sans"/>
                <a:ea typeface="IBM Plex Sans"/>
                <a:cs typeface="IBM Plex Sans"/>
              </a:endParaRPr>
            </a:p>
          </p:txBody>
        </p:sp>
      </p:grpSp>
      <p:grpSp>
        <p:nvGrpSpPr>
          <p:cNvPr id="106" name="node09"/>
          <p:cNvGrpSpPr/>
          <p:nvPr/>
        </p:nvGrpSpPr>
        <p:grpSpPr>
          <a:xfrm>
            <a:off x="6667500" y="2057400"/>
            <a:ext cx="1371600" cy="457200"/>
            <a:chOff x="6667500" y="2057400"/>
            <a:chExt cx="1371600" cy="457200"/>
          </a:xfrm>
        </p:grpSpPr>
        <p:sp>
          <p:nvSpPr>
            <p:cNvPr id="23" name="node09.surface"/>
            <p:cNvSpPr/>
            <p:nvPr/>
          </p:nvSpPr>
          <p:spPr>
            <a:xfrm>
              <a:off x="6667500" y="2057400"/>
              <a:ext cx="1371600" cy="457200"/>
            </a:xfrm>
            <a:prstGeom prst="rect">
              <a:avLst/>
            </a:prstGeom>
            <a:solidFill>
              <a:srgbClr val="070154"/>
            </a:solidFill>
            <a:ln>
              <a:noFill/>
            </a:ln>
          </p:spPr>
        </p:sp>
        <p:sp>
          <p:nvSpPr>
            <p:cNvPr id="24" name="node09.text"/>
            <p:cNvSpPr/>
            <p:nvPr/>
          </p:nvSpPr>
          <p:spPr>
            <a:xfrm>
              <a:off x="6819900" y="20574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Matching service</a:t>
              </a:r>
              <a:endParaRPr lang="en-US" sz="1200" spc="0" kern="0" b="0" i="0" dirty="0">
                <a:solidFill>
                  <a:srgbClr val="FFFFFF"/>
                </a:solidFill>
                <a:latin typeface="IBM Plex Sans"/>
                <a:ea typeface="IBM Plex Sans"/>
                <a:cs typeface="IBM Plex Sans"/>
              </a:endParaRPr>
            </a:p>
          </p:txBody>
        </p:sp>
      </p:grpSp>
      <p:grpSp>
        <p:nvGrpSpPr>
          <p:cNvPr id="107" name="node10"/>
          <p:cNvGrpSpPr/>
          <p:nvPr/>
        </p:nvGrpSpPr>
        <p:grpSpPr>
          <a:xfrm>
            <a:off x="5067300" y="2743200"/>
            <a:ext cx="1371600" cy="457200"/>
            <a:chOff x="5067300" y="2743200"/>
            <a:chExt cx="1371600" cy="457200"/>
          </a:xfrm>
        </p:grpSpPr>
        <p:sp>
          <p:nvSpPr>
            <p:cNvPr id="25" name="node10.surface"/>
            <p:cNvSpPr/>
            <p:nvPr/>
          </p:nvSpPr>
          <p:spPr>
            <a:xfrm>
              <a:off x="5067300" y="2743200"/>
              <a:ext cx="1371600" cy="457200"/>
            </a:xfrm>
            <a:prstGeom prst="rect">
              <a:avLst/>
            </a:prstGeom>
            <a:solidFill>
              <a:srgbClr val="070154"/>
            </a:solidFill>
            <a:ln>
              <a:noFill/>
            </a:ln>
          </p:spPr>
        </p:sp>
        <p:sp>
          <p:nvSpPr>
            <p:cNvPr id="26" name="node10.text"/>
            <p:cNvSpPr/>
            <p:nvPr/>
          </p:nvSpPr>
          <p:spPr>
            <a:xfrm>
              <a:off x="5219700" y="28575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Rules service</a:t>
              </a:r>
              <a:endParaRPr lang="en-US" sz="1200" spc="0" kern="0" b="0" i="0" dirty="0">
                <a:solidFill>
                  <a:srgbClr val="FFFFFF"/>
                </a:solidFill>
                <a:latin typeface="IBM Plex Sans"/>
                <a:ea typeface="IBM Plex Sans"/>
                <a:cs typeface="IBM Plex Sans"/>
              </a:endParaRPr>
            </a:p>
          </p:txBody>
        </p:sp>
      </p:grpSp>
      <p:grpSp>
        <p:nvGrpSpPr>
          <p:cNvPr id="108" name="node11"/>
          <p:cNvGrpSpPr/>
          <p:nvPr/>
        </p:nvGrpSpPr>
        <p:grpSpPr>
          <a:xfrm>
            <a:off x="6667500" y="2743200"/>
            <a:ext cx="1371600" cy="457200"/>
            <a:chOff x="6667500" y="2743200"/>
            <a:chExt cx="1371600" cy="457200"/>
          </a:xfrm>
        </p:grpSpPr>
        <p:sp>
          <p:nvSpPr>
            <p:cNvPr id="27" name="node11.surface"/>
            <p:cNvSpPr/>
            <p:nvPr/>
          </p:nvSpPr>
          <p:spPr>
            <a:xfrm>
              <a:off x="6667500" y="2743200"/>
              <a:ext cx="1371600" cy="457200"/>
            </a:xfrm>
            <a:prstGeom prst="rect">
              <a:avLst/>
            </a:prstGeom>
            <a:solidFill>
              <a:srgbClr val="070154"/>
            </a:solidFill>
            <a:ln>
              <a:noFill/>
            </a:ln>
          </p:spPr>
        </p:sp>
        <p:sp>
          <p:nvSpPr>
            <p:cNvPr id="28" name="node11.text"/>
            <p:cNvSpPr/>
            <p:nvPr/>
          </p:nvSpPr>
          <p:spPr>
            <a:xfrm>
              <a:off x="6819900" y="27432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Notification service</a:t>
              </a:r>
              <a:endParaRPr lang="en-US" sz="1200" spc="0" kern="0" b="0" i="0" dirty="0">
                <a:solidFill>
                  <a:srgbClr val="FFFFFF"/>
                </a:solidFill>
                <a:latin typeface="IBM Plex Sans"/>
                <a:ea typeface="IBM Plex Sans"/>
                <a:cs typeface="IBM Plex Sans"/>
              </a:endParaRPr>
            </a:p>
          </p:txBody>
        </p:sp>
      </p:grpSp>
      <p:grpSp>
        <p:nvGrpSpPr>
          <p:cNvPr id="109" name="node12"/>
          <p:cNvGrpSpPr/>
          <p:nvPr/>
        </p:nvGrpSpPr>
        <p:grpSpPr>
          <a:xfrm>
            <a:off x="5067300" y="3429000"/>
            <a:ext cx="1371600" cy="457200"/>
            <a:chOff x="5067300" y="3429000"/>
            <a:chExt cx="1371600" cy="457200"/>
          </a:xfrm>
        </p:grpSpPr>
        <p:sp>
          <p:nvSpPr>
            <p:cNvPr id="29" name="node12.surface"/>
            <p:cNvSpPr/>
            <p:nvPr/>
          </p:nvSpPr>
          <p:spPr>
            <a:xfrm>
              <a:off x="5067300" y="3429000"/>
              <a:ext cx="1371600" cy="457200"/>
            </a:xfrm>
            <a:prstGeom prst="rect">
              <a:avLst/>
            </a:prstGeom>
            <a:solidFill>
              <a:srgbClr val="070154"/>
            </a:solidFill>
            <a:ln>
              <a:noFill/>
            </a:ln>
          </p:spPr>
        </p:sp>
        <p:sp>
          <p:nvSpPr>
            <p:cNvPr id="30" name="node12.text"/>
            <p:cNvSpPr/>
            <p:nvPr/>
          </p:nvSpPr>
          <p:spPr>
            <a:xfrm>
              <a:off x="5219700" y="35433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Identity service</a:t>
              </a:r>
              <a:endParaRPr lang="en-US" sz="1200" spc="0" kern="0" b="0" i="0" dirty="0">
                <a:solidFill>
                  <a:srgbClr val="FFFFFF"/>
                </a:solidFill>
                <a:latin typeface="IBM Plex Sans"/>
                <a:ea typeface="IBM Plex Sans"/>
                <a:cs typeface="IBM Plex Sans"/>
              </a:endParaRPr>
            </a:p>
          </p:txBody>
        </p:sp>
      </p:grpSp>
      <p:grpSp>
        <p:nvGrpSpPr>
          <p:cNvPr id="110" name="node13"/>
          <p:cNvGrpSpPr/>
          <p:nvPr/>
        </p:nvGrpSpPr>
        <p:grpSpPr>
          <a:xfrm>
            <a:off x="6667500" y="3429000"/>
            <a:ext cx="1371600" cy="457200"/>
            <a:chOff x="6667500" y="3429000"/>
            <a:chExt cx="1371600" cy="457200"/>
          </a:xfrm>
        </p:grpSpPr>
        <p:sp>
          <p:nvSpPr>
            <p:cNvPr id="31" name="node13.surface"/>
            <p:cNvSpPr/>
            <p:nvPr/>
          </p:nvSpPr>
          <p:spPr>
            <a:xfrm>
              <a:off x="6667500" y="3429000"/>
              <a:ext cx="1371600" cy="457200"/>
            </a:xfrm>
            <a:prstGeom prst="rect">
              <a:avLst/>
            </a:prstGeom>
            <a:solidFill>
              <a:srgbClr val="070154"/>
            </a:solidFill>
            <a:ln>
              <a:noFill/>
            </a:ln>
          </p:spPr>
        </p:sp>
        <p:sp>
          <p:nvSpPr>
            <p:cNvPr id="32" name="node13.text"/>
            <p:cNvSpPr/>
            <p:nvPr/>
          </p:nvSpPr>
          <p:spPr>
            <a:xfrm>
              <a:off x="6819900" y="35433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Audit service</a:t>
              </a:r>
              <a:endParaRPr lang="en-US" sz="1200" spc="0" kern="0" b="0" i="0" dirty="0">
                <a:solidFill>
                  <a:srgbClr val="FFFFFF"/>
                </a:solidFill>
                <a:latin typeface="IBM Plex Sans"/>
                <a:ea typeface="IBM Plex Sans"/>
                <a:cs typeface="IBM Plex Sans"/>
              </a:endParaRPr>
            </a:p>
          </p:txBody>
        </p:sp>
      </p:grpSp>
      <p:grpSp>
        <p:nvGrpSpPr>
          <p:cNvPr id="111" name="node14"/>
          <p:cNvGrpSpPr/>
          <p:nvPr/>
        </p:nvGrpSpPr>
        <p:grpSpPr>
          <a:xfrm>
            <a:off x="5067300" y="4114800"/>
            <a:ext cx="2971800" cy="457200"/>
            <a:chOff x="5067300" y="4114800"/>
            <a:chExt cx="2971800" cy="457200"/>
          </a:xfrm>
        </p:grpSpPr>
        <p:sp>
          <p:nvSpPr>
            <p:cNvPr id="33" name="node14.surface"/>
            <p:cNvSpPr/>
            <p:nvPr/>
          </p:nvSpPr>
          <p:spPr>
            <a:xfrm>
              <a:off x="5067300" y="4114800"/>
              <a:ext cx="2971800" cy="457200"/>
            </a:xfrm>
            <a:prstGeom prst="rect">
              <a:avLst/>
            </a:prstGeom>
            <a:solidFill>
              <a:srgbClr val="CED7E6"/>
            </a:solidFill>
            <a:ln>
              <a:noFill/>
            </a:ln>
          </p:spPr>
        </p:sp>
        <p:sp>
          <p:nvSpPr>
            <p:cNvPr id="34" name="node14.text"/>
            <p:cNvSpPr/>
            <p:nvPr/>
          </p:nvSpPr>
          <p:spPr>
            <a:xfrm>
              <a:off x="5219700" y="4229100"/>
              <a:ext cx="2667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Event bus and queue</a:t>
              </a:r>
              <a:endParaRPr lang="en-US" sz="1200" spc="0" kern="0" b="0" i="0" dirty="0">
                <a:solidFill>
                  <a:srgbClr val="070154"/>
                </a:solidFill>
                <a:latin typeface="IBM Plex Sans"/>
                <a:ea typeface="IBM Plex Sans"/>
                <a:cs typeface="IBM Plex Sans"/>
              </a:endParaRPr>
            </a:p>
          </p:txBody>
        </p:sp>
      </p:grpSp>
      <p:grpSp>
        <p:nvGrpSpPr>
          <p:cNvPr id="112" name="node15"/>
          <p:cNvGrpSpPr/>
          <p:nvPr/>
        </p:nvGrpSpPr>
        <p:grpSpPr>
          <a:xfrm>
            <a:off x="8724900" y="1600200"/>
            <a:ext cx="2743200" cy="3200400"/>
            <a:chOff x="8724900" y="1600200"/>
            <a:chExt cx="2743200" cy="3200400"/>
          </a:xfrm>
        </p:grpSpPr>
        <p:sp>
          <p:nvSpPr>
            <p:cNvPr id="35" name="node15.surface"/>
            <p:cNvSpPr/>
            <p:nvPr/>
          </p:nvSpPr>
          <p:spPr>
            <a:xfrm>
              <a:off x="8724900" y="1600200"/>
              <a:ext cx="2743200" cy="3200400"/>
            </a:xfrm>
            <a:prstGeom prst="rect">
              <a:avLst/>
            </a:prstGeom>
            <a:solidFill>
              <a:srgbClr val="E8EEF8"/>
            </a:solidFill>
            <a:ln>
              <a:noFill/>
            </a:ln>
          </p:spPr>
        </p:sp>
        <p:sp>
          <p:nvSpPr>
            <p:cNvPr id="36" name="node15.label"/>
            <p:cNvSpPr/>
            <p:nvPr/>
          </p:nvSpPr>
          <p:spPr>
            <a:xfrm>
              <a:off x="8877300" y="1714500"/>
              <a:ext cx="2438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Data stores</a:t>
              </a:r>
              <a:endParaRPr lang="en-US" sz="1800" spc="-18" kern="0" b="0" i="0" dirty="0">
                <a:solidFill>
                  <a:srgbClr val="070154"/>
                </a:solidFill>
                <a:latin typeface="IBM Plex Sans SemiBold"/>
                <a:ea typeface="IBM Plex Sans SemiBold"/>
                <a:cs typeface="IBM Plex Sans SemiBold"/>
              </a:endParaRPr>
            </a:p>
          </p:txBody>
        </p:sp>
      </p:grpSp>
      <p:grpSp>
        <p:nvGrpSpPr>
          <p:cNvPr id="113" name="node16"/>
          <p:cNvGrpSpPr/>
          <p:nvPr/>
        </p:nvGrpSpPr>
        <p:grpSpPr>
          <a:xfrm>
            <a:off x="8953500" y="2057400"/>
            <a:ext cx="2286000" cy="685800"/>
            <a:chOff x="8953500" y="2057400"/>
            <a:chExt cx="2286000" cy="685800"/>
          </a:xfrm>
        </p:grpSpPr>
        <p:sp>
          <p:nvSpPr>
            <p:cNvPr id="37" name="node16.surface"/>
            <p:cNvSpPr/>
            <p:nvPr/>
          </p:nvSpPr>
          <p:spPr>
            <a:xfrm>
              <a:off x="8953500" y="2057400"/>
              <a:ext cx="2286000" cy="685800"/>
            </a:xfrm>
            <a:prstGeom prst="can">
              <a:avLst/>
            </a:prstGeom>
            <a:solidFill>
              <a:srgbClr val="070154"/>
            </a:solidFill>
            <a:ln w="9525">
              <a:solidFill>
                <a:srgbClr val="070154"/>
              </a:solidFill>
              <a:prstDash val="solid"/>
            </a:ln>
          </p:spPr>
        </p:sp>
        <p:sp>
          <p:nvSpPr>
            <p:cNvPr id="38" name="node16.text"/>
            <p:cNvSpPr/>
            <p:nvPr/>
          </p:nvSpPr>
          <p:spPr>
            <a:xfrm>
              <a:off x="8953500" y="2257806"/>
              <a:ext cx="2286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Close database</a:t>
              </a:r>
              <a:endParaRPr lang="en-US" sz="1200" spc="0" kern="0" b="0" i="0" dirty="0">
                <a:solidFill>
                  <a:srgbClr val="FFFFFF"/>
                </a:solidFill>
                <a:latin typeface="IBM Plex Sans SemiBold"/>
                <a:ea typeface="IBM Plex Sans SemiBold"/>
                <a:cs typeface="IBM Plex Sans SemiBold"/>
              </a:endParaRPr>
            </a:p>
          </p:txBody>
        </p:sp>
        <p:sp>
          <p:nvSpPr>
            <p:cNvPr id="39" name="node16.sub"/>
            <p:cNvSpPr/>
            <p:nvPr/>
          </p:nvSpPr>
          <p:spPr>
            <a:xfrm>
              <a:off x="8953500" y="2486406"/>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CED7E6"/>
                  </a:solidFill>
                  <a:latin typeface="IBM Plex Mono Medium"/>
                  <a:ea typeface="IBM Plex Mono Medium"/>
                  <a:cs typeface="IBM Plex Mono Medium"/>
                </a:rPr>
                <a:t>POSTGRESQL</a:t>
              </a:r>
              <a:endParaRPr lang="en-US" sz="900" spc="54" kern="0" b="0" i="0" dirty="0">
                <a:solidFill>
                  <a:srgbClr val="CED7E6"/>
                </a:solidFill>
                <a:latin typeface="IBM Plex Mono Medium"/>
                <a:ea typeface="IBM Plex Mono Medium"/>
                <a:cs typeface="IBM Plex Mono Medium"/>
              </a:endParaRPr>
            </a:p>
          </p:txBody>
        </p:sp>
      </p:grpSp>
      <p:grpSp>
        <p:nvGrpSpPr>
          <p:cNvPr id="114" name="node17"/>
          <p:cNvGrpSpPr/>
          <p:nvPr/>
        </p:nvGrpSpPr>
        <p:grpSpPr>
          <a:xfrm>
            <a:off x="8953500" y="2971800"/>
            <a:ext cx="2286000" cy="685800"/>
            <a:chOff x="8953500" y="2971800"/>
            <a:chExt cx="2286000" cy="685800"/>
          </a:xfrm>
        </p:grpSpPr>
        <p:sp>
          <p:nvSpPr>
            <p:cNvPr id="40" name="node17.surface"/>
            <p:cNvSpPr/>
            <p:nvPr/>
          </p:nvSpPr>
          <p:spPr>
            <a:xfrm>
              <a:off x="8953500" y="2971800"/>
              <a:ext cx="2286000" cy="685800"/>
            </a:xfrm>
            <a:prstGeom prst="can">
              <a:avLst/>
            </a:prstGeom>
            <a:solidFill>
              <a:srgbClr val="CED7E6"/>
            </a:solidFill>
            <a:ln w="9525">
              <a:solidFill>
                <a:srgbClr val="070154"/>
              </a:solidFill>
              <a:prstDash val="solid"/>
            </a:ln>
          </p:spPr>
        </p:sp>
        <p:sp>
          <p:nvSpPr>
            <p:cNvPr id="41" name="node17.text"/>
            <p:cNvSpPr/>
            <p:nvPr/>
          </p:nvSpPr>
          <p:spPr>
            <a:xfrm>
              <a:off x="8953500" y="3172206"/>
              <a:ext cx="2286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Cache</a:t>
              </a:r>
              <a:endParaRPr lang="en-US" sz="1200" spc="0" kern="0" b="0" i="0" dirty="0">
                <a:solidFill>
                  <a:srgbClr val="070154"/>
                </a:solidFill>
                <a:latin typeface="IBM Plex Sans SemiBold"/>
                <a:ea typeface="IBM Plex Sans SemiBold"/>
                <a:cs typeface="IBM Plex Sans SemiBold"/>
              </a:endParaRPr>
            </a:p>
          </p:txBody>
        </p:sp>
        <p:sp>
          <p:nvSpPr>
            <p:cNvPr id="42" name="node17.sub"/>
            <p:cNvSpPr/>
            <p:nvPr/>
          </p:nvSpPr>
          <p:spPr>
            <a:xfrm>
              <a:off x="8953500" y="3400806"/>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SESSION AND LOOKUPS</a:t>
              </a:r>
              <a:endParaRPr lang="en-US" sz="900" spc="54" kern="0" b="0" i="0" dirty="0">
                <a:solidFill>
                  <a:srgbClr val="070154"/>
                </a:solidFill>
                <a:latin typeface="IBM Plex Mono Medium"/>
                <a:ea typeface="IBM Plex Mono Medium"/>
                <a:cs typeface="IBM Plex Mono Medium"/>
              </a:endParaRPr>
            </a:p>
          </p:txBody>
        </p:sp>
      </p:grpSp>
      <p:grpSp>
        <p:nvGrpSpPr>
          <p:cNvPr id="115" name="node18"/>
          <p:cNvGrpSpPr/>
          <p:nvPr/>
        </p:nvGrpSpPr>
        <p:grpSpPr>
          <a:xfrm>
            <a:off x="8953500" y="3886200"/>
            <a:ext cx="2286000" cy="685800"/>
            <a:chOff x="8953500" y="3886200"/>
            <a:chExt cx="2286000" cy="685800"/>
          </a:xfrm>
        </p:grpSpPr>
        <p:sp>
          <p:nvSpPr>
            <p:cNvPr id="43" name="node18.surface"/>
            <p:cNvSpPr/>
            <p:nvPr/>
          </p:nvSpPr>
          <p:spPr>
            <a:xfrm>
              <a:off x="8953500" y="3886200"/>
              <a:ext cx="2286000" cy="685800"/>
            </a:xfrm>
            <a:prstGeom prst="can">
              <a:avLst/>
            </a:prstGeom>
            <a:solidFill>
              <a:srgbClr val="070154"/>
            </a:solidFill>
            <a:ln w="9525">
              <a:solidFill>
                <a:srgbClr val="070154"/>
              </a:solidFill>
              <a:prstDash val="solid"/>
            </a:ln>
          </p:spPr>
        </p:sp>
        <p:sp>
          <p:nvSpPr>
            <p:cNvPr id="44" name="node18.text"/>
            <p:cNvSpPr/>
            <p:nvPr/>
          </p:nvSpPr>
          <p:spPr>
            <a:xfrm>
              <a:off x="8953500" y="4086606"/>
              <a:ext cx="2286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Data lake</a:t>
              </a:r>
              <a:endParaRPr lang="en-US" sz="1200" spc="0" kern="0" b="0" i="0" dirty="0">
                <a:solidFill>
                  <a:srgbClr val="FFFFFF"/>
                </a:solidFill>
                <a:latin typeface="IBM Plex Sans SemiBold"/>
                <a:ea typeface="IBM Plex Sans SemiBold"/>
                <a:cs typeface="IBM Plex Sans SemiBold"/>
              </a:endParaRPr>
            </a:p>
          </p:txBody>
        </p:sp>
        <p:sp>
          <p:nvSpPr>
            <p:cNvPr id="45" name="node18.sub"/>
            <p:cNvSpPr/>
            <p:nvPr/>
          </p:nvSpPr>
          <p:spPr>
            <a:xfrm>
              <a:off x="8953500" y="4315206"/>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CED7E6"/>
                  </a:solidFill>
                  <a:latin typeface="IBM Plex Mono Medium"/>
                  <a:ea typeface="IBM Plex Mono Medium"/>
                  <a:cs typeface="IBM Plex Mono Medium"/>
                </a:rPr>
                <a:t>REPORTING HISTORY</a:t>
              </a:r>
              <a:endParaRPr lang="en-US" sz="900" spc="54" kern="0" b="0" i="0" dirty="0">
                <a:solidFill>
                  <a:srgbClr val="CED7E6"/>
                </a:solidFill>
                <a:latin typeface="IBM Plex Mono Medium"/>
                <a:ea typeface="IBM Plex Mono Medium"/>
                <a:cs typeface="IBM Plex Mono Medium"/>
              </a:endParaRPr>
            </a:p>
          </p:txBody>
        </p:sp>
      </p:grpSp>
      <p:grpSp>
        <p:nvGrpSpPr>
          <p:cNvPr id="116" name="node19"/>
          <p:cNvGrpSpPr/>
          <p:nvPr/>
        </p:nvGrpSpPr>
        <p:grpSpPr>
          <a:xfrm>
            <a:off x="2552700" y="3157779"/>
            <a:ext cx="457200" cy="85242"/>
            <a:chOff x="2552700" y="3157779"/>
            <a:chExt cx="457200" cy="85242"/>
          </a:xfrm>
        </p:grpSpPr>
        <p:sp>
          <p:nvSpPr>
            <p:cNvPr id="46" name="node19.segment-1"/>
            <p:cNvSpPr/>
            <p:nvPr/>
          </p:nvSpPr>
          <p:spPr>
            <a:xfrm>
              <a:off x="2552700" y="32004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47" name="node19.head-end.0"/>
            <p:cNvSpPr/>
            <p:nvPr/>
          </p:nvSpPr>
          <p:spPr>
            <a:xfrm>
              <a:off x="2931883" y="3200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8" name="node19.head-end.1"/>
            <p:cNvSpPr/>
            <p:nvPr/>
          </p:nvSpPr>
          <p:spPr>
            <a:xfrm>
              <a:off x="2931883" y="3157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49" name="node19.head-start.0"/>
            <p:cNvSpPr/>
            <p:nvPr/>
          </p:nvSpPr>
          <p:spPr>
            <a:xfrm>
              <a:off x="2552700" y="31577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50" name="node19.head-start.1"/>
            <p:cNvSpPr/>
            <p:nvPr/>
          </p:nvSpPr>
          <p:spPr>
            <a:xfrm>
              <a:off x="2552700" y="32004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17" name="node20"/>
          <p:cNvGrpSpPr/>
          <p:nvPr/>
        </p:nvGrpSpPr>
        <p:grpSpPr>
          <a:xfrm>
            <a:off x="4381500" y="3157779"/>
            <a:ext cx="457200" cy="85242"/>
            <a:chOff x="4381500" y="3157779"/>
            <a:chExt cx="457200" cy="85242"/>
          </a:xfrm>
        </p:grpSpPr>
        <p:sp>
          <p:nvSpPr>
            <p:cNvPr id="51" name="node20.segment-1"/>
            <p:cNvSpPr/>
            <p:nvPr/>
          </p:nvSpPr>
          <p:spPr>
            <a:xfrm>
              <a:off x="4381500" y="32004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2" name="node20.head-end.0"/>
            <p:cNvSpPr/>
            <p:nvPr/>
          </p:nvSpPr>
          <p:spPr>
            <a:xfrm>
              <a:off x="4760683" y="3200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3" name="node20.head-end.1"/>
            <p:cNvSpPr/>
            <p:nvPr/>
          </p:nvSpPr>
          <p:spPr>
            <a:xfrm>
              <a:off x="4760683" y="3157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54" name="node20.head-start.0"/>
            <p:cNvSpPr/>
            <p:nvPr/>
          </p:nvSpPr>
          <p:spPr>
            <a:xfrm>
              <a:off x="4381500" y="31577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55" name="node20.head-start.1"/>
            <p:cNvSpPr/>
            <p:nvPr/>
          </p:nvSpPr>
          <p:spPr>
            <a:xfrm>
              <a:off x="4381500" y="32004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18" name="node21"/>
          <p:cNvGrpSpPr/>
          <p:nvPr/>
        </p:nvGrpSpPr>
        <p:grpSpPr>
          <a:xfrm>
            <a:off x="8267700" y="3157779"/>
            <a:ext cx="457200" cy="85242"/>
            <a:chOff x="8267700" y="3157779"/>
            <a:chExt cx="457200" cy="85242"/>
          </a:xfrm>
        </p:grpSpPr>
        <p:sp>
          <p:nvSpPr>
            <p:cNvPr id="56" name="node21.segment-1"/>
            <p:cNvSpPr/>
            <p:nvPr/>
          </p:nvSpPr>
          <p:spPr>
            <a:xfrm>
              <a:off x="8267700" y="32004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7" name="node21.head-end.0"/>
            <p:cNvSpPr/>
            <p:nvPr/>
          </p:nvSpPr>
          <p:spPr>
            <a:xfrm>
              <a:off x="8646883" y="3200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8" name="node21.head-end.1"/>
            <p:cNvSpPr/>
            <p:nvPr/>
          </p:nvSpPr>
          <p:spPr>
            <a:xfrm>
              <a:off x="8646883" y="3157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59" name="node21.head-start.0"/>
            <p:cNvSpPr/>
            <p:nvPr/>
          </p:nvSpPr>
          <p:spPr>
            <a:xfrm>
              <a:off x="8267700" y="31577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60" name="node21.head-start.1"/>
            <p:cNvSpPr/>
            <p:nvPr/>
          </p:nvSpPr>
          <p:spPr>
            <a:xfrm>
              <a:off x="8267700" y="32004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19" name="node22"/>
          <p:cNvGrpSpPr/>
          <p:nvPr/>
        </p:nvGrpSpPr>
        <p:grpSpPr>
          <a:xfrm>
            <a:off x="723900" y="4914900"/>
            <a:ext cx="10744200" cy="1028700"/>
            <a:chOff x="723900" y="4914900"/>
            <a:chExt cx="10744200" cy="1028700"/>
          </a:xfrm>
        </p:grpSpPr>
        <p:sp>
          <p:nvSpPr>
            <p:cNvPr id="61" name="node22.surface"/>
            <p:cNvSpPr/>
            <p:nvPr/>
          </p:nvSpPr>
          <p:spPr>
            <a:xfrm>
              <a:off x="723900" y="5029200"/>
              <a:ext cx="10744200" cy="914400"/>
            </a:xfrm>
            <a:prstGeom prst="rect">
              <a:avLst/>
            </a:prstGeom>
            <a:ln w="12700">
              <a:solidFill>
                <a:srgbClr val="50658E"/>
              </a:solidFill>
              <a:prstDash val="dash"/>
            </a:ln>
          </p:spPr>
        </p:sp>
        <p:sp>
          <p:nvSpPr>
            <p:cNvPr id="62" name="node22.label-patch"/>
            <p:cNvSpPr/>
            <p:nvPr/>
          </p:nvSpPr>
          <p:spPr>
            <a:xfrm>
              <a:off x="838200" y="4914900"/>
              <a:ext cx="1278136" cy="152400"/>
            </a:xfrm>
            <a:prstGeom prst="rect">
              <a:avLst/>
            </a:prstGeom>
            <a:solidFill>
              <a:srgbClr val="FFFFFF"/>
            </a:solidFill>
            <a:ln>
              <a:noFill/>
            </a:ln>
          </p:spPr>
        </p:sp>
        <p:sp>
          <p:nvSpPr>
            <p:cNvPr id="63" name="node22.label"/>
            <p:cNvSpPr/>
            <p:nvPr/>
          </p:nvSpPr>
          <p:spPr>
            <a:xfrm>
              <a:off x="876300" y="4914900"/>
              <a:ext cx="1043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EXTERNAL SYSTEMS</a:t>
              </a:r>
              <a:endParaRPr lang="en-US" sz="900" spc="54" kern="0" b="0" i="0" dirty="0">
                <a:solidFill>
                  <a:srgbClr val="070154"/>
                </a:solidFill>
                <a:latin typeface="IBM Plex Mono SemiBold"/>
                <a:ea typeface="IBM Plex Mono SemiBold"/>
                <a:cs typeface="IBM Plex Mono SemiBold"/>
              </a:endParaRPr>
            </a:p>
          </p:txBody>
        </p:sp>
      </p:grpSp>
      <p:grpSp>
        <p:nvGrpSpPr>
          <p:cNvPr id="121" name="node23"/>
          <p:cNvGrpSpPr/>
          <p:nvPr/>
        </p:nvGrpSpPr>
        <p:grpSpPr>
          <a:xfrm>
            <a:off x="952500" y="5257800"/>
            <a:ext cx="2057400" cy="457200"/>
            <a:chOff x="952500" y="5257800"/>
            <a:chExt cx="2057400" cy="457200"/>
          </a:xfrm>
        </p:grpSpPr>
        <p:sp>
          <p:nvSpPr>
            <p:cNvPr id="64" name="node23.surface"/>
            <p:cNvSpPr/>
            <p:nvPr/>
          </p:nvSpPr>
          <p:spPr>
            <a:xfrm>
              <a:off x="952500" y="5257800"/>
              <a:ext cx="2057400" cy="457200"/>
            </a:xfrm>
            <a:prstGeom prst="rect">
              <a:avLst/>
            </a:prstGeom>
            <a:solidFill>
              <a:srgbClr val="E8EEF8"/>
            </a:solidFill>
            <a:ln>
              <a:noFill/>
            </a:ln>
          </p:spPr>
        </p:sp>
        <p:grpSp>
          <p:nvGrpSpPr>
            <p:cNvPr id="120" name="node23.icon"/>
            <p:cNvGrpSpPr/>
            <p:nvPr/>
          </p:nvGrpSpPr>
          <p:grpSpPr>
            <a:xfrm>
              <a:off x="1104900" y="5334000"/>
              <a:ext cx="304800" cy="304800"/>
              <a:chOff x="1104900" y="5334000"/>
              <a:chExt cx="304800" cy="304800"/>
            </a:xfrm>
          </p:grpSpPr>
          <p:pic>
            <p:nvPicPr>
              <p:cNvPr id="65" name="node23.icon.image" descr="icon/people-network/navy; canonical SHA256=26a54565c4380df2a681c0042aab5ccca48e766f18565cd05873f10e3f738ae2">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4900" y="5334000"/>
                <a:ext cx="304800" cy="304800"/>
              </a:xfrm>
              <a:prstGeom prst="rect">
                <a:avLst/>
              </a:prstGeom>
            </p:spPr>
          </p:pic>
        </p:grpSp>
        <p:sp>
          <p:nvSpPr>
            <p:cNvPr id="66" name="node23.text"/>
            <p:cNvSpPr/>
            <p:nvPr/>
          </p:nvSpPr>
          <p:spPr>
            <a:xfrm>
              <a:off x="1562100" y="535305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Enterprise SSO</a:t>
              </a:r>
              <a:endParaRPr lang="en-US" sz="1400" spc="0" kern="0" b="0" i="0" dirty="0">
                <a:solidFill>
                  <a:srgbClr val="070154"/>
                </a:solidFill>
                <a:latin typeface="IBM Plex Sans SemiBold"/>
                <a:ea typeface="IBM Plex Sans SemiBold"/>
                <a:cs typeface="IBM Plex Sans SemiBold"/>
              </a:endParaRPr>
            </a:p>
          </p:txBody>
        </p:sp>
      </p:grpSp>
      <p:grpSp>
        <p:nvGrpSpPr>
          <p:cNvPr id="123" name="node24"/>
          <p:cNvGrpSpPr/>
          <p:nvPr/>
        </p:nvGrpSpPr>
        <p:grpSpPr>
          <a:xfrm>
            <a:off x="3695700" y="5257800"/>
            <a:ext cx="2057400" cy="457200"/>
            <a:chOff x="3695700" y="5257800"/>
            <a:chExt cx="2057400" cy="457200"/>
          </a:xfrm>
        </p:grpSpPr>
        <p:sp>
          <p:nvSpPr>
            <p:cNvPr id="67" name="node24.surface"/>
            <p:cNvSpPr/>
            <p:nvPr/>
          </p:nvSpPr>
          <p:spPr>
            <a:xfrm>
              <a:off x="3695700" y="5257800"/>
              <a:ext cx="2057400" cy="457200"/>
            </a:xfrm>
            <a:prstGeom prst="rect">
              <a:avLst/>
            </a:prstGeom>
            <a:solidFill>
              <a:srgbClr val="E8EEF8"/>
            </a:solidFill>
            <a:ln>
              <a:noFill/>
            </a:ln>
          </p:spPr>
        </p:sp>
        <p:grpSp>
          <p:nvGrpSpPr>
            <p:cNvPr id="122" name="node24.icon"/>
            <p:cNvGrpSpPr/>
            <p:nvPr/>
          </p:nvGrpSpPr>
          <p:grpSpPr>
            <a:xfrm>
              <a:off x="3848100" y="5334000"/>
              <a:ext cx="304800" cy="304800"/>
              <a:chOff x="3848100" y="5334000"/>
              <a:chExt cx="304800" cy="304800"/>
            </a:xfrm>
          </p:grpSpPr>
          <p:pic>
            <p:nvPicPr>
              <p:cNvPr id="68" name="node24.icon.image" descr="icon/puzzle-integration/navy; canonical SHA256=53b3cb61d1042327f09da0a714bb771aa8ea6cbf7c27525a26ddac85b708e5cf">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48100" y="5334000"/>
                <a:ext cx="304800" cy="304800"/>
              </a:xfrm>
              <a:prstGeom prst="rect">
                <a:avLst/>
              </a:prstGeom>
            </p:spPr>
          </p:pic>
        </p:grpSp>
        <p:sp>
          <p:nvSpPr>
            <p:cNvPr id="69" name="node24.text"/>
            <p:cNvSpPr/>
            <p:nvPr/>
          </p:nvSpPr>
          <p:spPr>
            <a:xfrm>
              <a:off x="4305300" y="535305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Partner APIs</a:t>
              </a:r>
              <a:endParaRPr lang="en-US" sz="1400" spc="0" kern="0" b="0" i="0" dirty="0">
                <a:solidFill>
                  <a:srgbClr val="070154"/>
                </a:solidFill>
                <a:latin typeface="IBM Plex Sans SemiBold"/>
                <a:ea typeface="IBM Plex Sans SemiBold"/>
                <a:cs typeface="IBM Plex Sans SemiBold"/>
              </a:endParaRPr>
            </a:p>
          </p:txBody>
        </p:sp>
      </p:grpSp>
      <p:grpSp>
        <p:nvGrpSpPr>
          <p:cNvPr id="125" name="node25"/>
          <p:cNvGrpSpPr/>
          <p:nvPr/>
        </p:nvGrpSpPr>
        <p:grpSpPr>
          <a:xfrm>
            <a:off x="6438900" y="5257800"/>
            <a:ext cx="2057400" cy="457200"/>
            <a:chOff x="6438900" y="5257800"/>
            <a:chExt cx="2057400" cy="457200"/>
          </a:xfrm>
        </p:grpSpPr>
        <p:sp>
          <p:nvSpPr>
            <p:cNvPr id="70" name="node25.surface"/>
            <p:cNvSpPr/>
            <p:nvPr/>
          </p:nvSpPr>
          <p:spPr>
            <a:xfrm>
              <a:off x="6438900" y="5257800"/>
              <a:ext cx="2057400" cy="457200"/>
            </a:xfrm>
            <a:prstGeom prst="rect">
              <a:avLst/>
            </a:prstGeom>
            <a:solidFill>
              <a:srgbClr val="E8EEF8"/>
            </a:solidFill>
            <a:ln>
              <a:noFill/>
            </a:ln>
          </p:spPr>
        </p:sp>
        <p:grpSp>
          <p:nvGrpSpPr>
            <p:cNvPr id="124" name="node25.icon"/>
            <p:cNvGrpSpPr/>
            <p:nvPr/>
          </p:nvGrpSpPr>
          <p:grpSpPr>
            <a:xfrm>
              <a:off x="6591300" y="5334000"/>
              <a:ext cx="304800" cy="304800"/>
              <a:chOff x="6591300" y="5334000"/>
              <a:chExt cx="304800" cy="304800"/>
            </a:xfrm>
          </p:grpSpPr>
          <p:pic>
            <p:nvPicPr>
              <p:cNvPr id="71" name="node25.icon.image" descr="icon/bank-building/navy; canonical SHA256=6d15a1623e8bd8dcf81d50335a36a73cc01126f209fe84a8b6a9afea6c3b66ff">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91300" y="5334000"/>
                <a:ext cx="304800" cy="304800"/>
              </a:xfrm>
              <a:prstGeom prst="rect">
                <a:avLst/>
              </a:prstGeom>
            </p:spPr>
          </p:pic>
        </p:grpSp>
        <p:sp>
          <p:nvSpPr>
            <p:cNvPr id="72" name="node25.text"/>
            <p:cNvSpPr/>
            <p:nvPr/>
          </p:nvSpPr>
          <p:spPr>
            <a:xfrm>
              <a:off x="7048500" y="535305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ERP and banks</a:t>
              </a:r>
              <a:endParaRPr lang="en-US" sz="1400" spc="0" kern="0" b="0" i="0" dirty="0">
                <a:solidFill>
                  <a:srgbClr val="070154"/>
                </a:solidFill>
                <a:latin typeface="IBM Plex Sans SemiBold"/>
                <a:ea typeface="IBM Plex Sans SemiBold"/>
                <a:cs typeface="IBM Plex Sans SemiBold"/>
              </a:endParaRPr>
            </a:p>
          </p:txBody>
        </p:sp>
      </p:grpSp>
      <p:grpSp>
        <p:nvGrpSpPr>
          <p:cNvPr id="127" name="node26"/>
          <p:cNvGrpSpPr/>
          <p:nvPr/>
        </p:nvGrpSpPr>
        <p:grpSpPr>
          <a:xfrm>
            <a:off x="9182100" y="5257800"/>
            <a:ext cx="2057400" cy="457200"/>
            <a:chOff x="9182100" y="5257800"/>
            <a:chExt cx="2057400" cy="457200"/>
          </a:xfrm>
        </p:grpSpPr>
        <p:sp>
          <p:nvSpPr>
            <p:cNvPr id="73" name="node26.surface"/>
            <p:cNvSpPr/>
            <p:nvPr/>
          </p:nvSpPr>
          <p:spPr>
            <a:xfrm>
              <a:off x="9182100" y="5257800"/>
              <a:ext cx="2057400" cy="457200"/>
            </a:xfrm>
            <a:prstGeom prst="rect">
              <a:avLst/>
            </a:prstGeom>
            <a:solidFill>
              <a:srgbClr val="E8EEF8"/>
            </a:solidFill>
            <a:ln>
              <a:noFill/>
            </a:ln>
          </p:spPr>
        </p:sp>
        <p:grpSp>
          <p:nvGrpSpPr>
            <p:cNvPr id="126" name="node26.icon"/>
            <p:cNvGrpSpPr/>
            <p:nvPr/>
          </p:nvGrpSpPr>
          <p:grpSpPr>
            <a:xfrm>
              <a:off x="9334500" y="5334000"/>
              <a:ext cx="304800" cy="304800"/>
              <a:chOff x="9334500" y="5334000"/>
              <a:chExt cx="304800" cy="304800"/>
            </a:xfrm>
          </p:grpSpPr>
          <p:pic>
            <p:nvPicPr>
              <p:cNvPr id="74" name="node26.icon.image" descr="icon/analytics-dashboard/navy; canonical SHA256=c54cc52ff4fa83df6cfb45dee34940f7470e44134918f34bdce5a4f080b6aada">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334500" y="5334000"/>
                <a:ext cx="304800" cy="304800"/>
              </a:xfrm>
              <a:prstGeom prst="rect">
                <a:avLst/>
              </a:prstGeom>
            </p:spPr>
          </p:pic>
        </p:grpSp>
        <p:sp>
          <p:nvSpPr>
            <p:cNvPr id="75" name="node26.text"/>
            <p:cNvSpPr/>
            <p:nvPr/>
          </p:nvSpPr>
          <p:spPr>
            <a:xfrm>
              <a:off x="9791700" y="535305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BI tools</a:t>
              </a:r>
              <a:endParaRPr lang="en-US" sz="1400" spc="0" kern="0" b="0" i="0" dirty="0">
                <a:solidFill>
                  <a:srgbClr val="070154"/>
                </a:solidFill>
                <a:latin typeface="IBM Plex Sans SemiBold"/>
                <a:ea typeface="IBM Plex Sans SemiBold"/>
                <a:cs typeface="IBM Plex Sans SemiBold"/>
              </a:endParaRPr>
            </a:p>
          </p:txBody>
        </p:sp>
      </p:grpSp>
      <p:grpSp>
        <p:nvGrpSpPr>
          <p:cNvPr id="128" name="node27"/>
          <p:cNvGrpSpPr/>
          <p:nvPr/>
        </p:nvGrpSpPr>
        <p:grpSpPr>
          <a:xfrm>
            <a:off x="2370379" y="4800600"/>
            <a:ext cx="85242" cy="228600"/>
            <a:chOff x="2370379" y="4800600"/>
            <a:chExt cx="85242" cy="228600"/>
          </a:xfrm>
        </p:grpSpPr>
        <p:sp>
          <p:nvSpPr>
            <p:cNvPr id="76" name="node27.segment-1"/>
            <p:cNvSpPr/>
            <p:nvPr/>
          </p:nvSpPr>
          <p:spPr>
            <a:xfrm>
              <a:off x="2413000" y="48006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77" name="node27.head-end.0"/>
            <p:cNvSpPr/>
            <p:nvPr/>
          </p:nvSpPr>
          <p:spPr>
            <a:xfrm>
              <a:off x="2370379" y="4951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78" name="node27.head-end.1"/>
            <p:cNvSpPr/>
            <p:nvPr/>
          </p:nvSpPr>
          <p:spPr>
            <a:xfrm>
              <a:off x="2413000" y="4951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79" name="node27.head-start.0"/>
            <p:cNvSpPr/>
            <p:nvPr/>
          </p:nvSpPr>
          <p:spPr>
            <a:xfrm>
              <a:off x="2413000" y="48006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80" name="node27.head-start.1"/>
            <p:cNvSpPr/>
            <p:nvPr/>
          </p:nvSpPr>
          <p:spPr>
            <a:xfrm>
              <a:off x="2370379" y="48006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29" name="node28"/>
          <p:cNvGrpSpPr/>
          <p:nvPr/>
        </p:nvGrpSpPr>
        <p:grpSpPr>
          <a:xfrm>
            <a:off x="3767379" y="4800600"/>
            <a:ext cx="85242" cy="228600"/>
            <a:chOff x="3767379" y="4800600"/>
            <a:chExt cx="85242" cy="228600"/>
          </a:xfrm>
        </p:grpSpPr>
        <p:sp>
          <p:nvSpPr>
            <p:cNvPr id="81" name="node28.segment-1"/>
            <p:cNvSpPr/>
            <p:nvPr/>
          </p:nvSpPr>
          <p:spPr>
            <a:xfrm>
              <a:off x="3810000" y="48006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82" name="node28.head-end.0"/>
            <p:cNvSpPr/>
            <p:nvPr/>
          </p:nvSpPr>
          <p:spPr>
            <a:xfrm>
              <a:off x="3767379" y="4951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83" name="node28.head-end.1"/>
            <p:cNvSpPr/>
            <p:nvPr/>
          </p:nvSpPr>
          <p:spPr>
            <a:xfrm>
              <a:off x="3810000" y="4951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84" name="node28.head-start.0"/>
            <p:cNvSpPr/>
            <p:nvPr/>
          </p:nvSpPr>
          <p:spPr>
            <a:xfrm>
              <a:off x="3810000" y="48006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85" name="node28.head-start.1"/>
            <p:cNvSpPr/>
            <p:nvPr/>
          </p:nvSpPr>
          <p:spPr>
            <a:xfrm>
              <a:off x="3767379" y="48006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30" name="node29"/>
          <p:cNvGrpSpPr/>
          <p:nvPr/>
        </p:nvGrpSpPr>
        <p:grpSpPr>
          <a:xfrm>
            <a:off x="7424979" y="4800600"/>
            <a:ext cx="85242" cy="228600"/>
            <a:chOff x="7424979" y="4800600"/>
            <a:chExt cx="85242" cy="228600"/>
          </a:xfrm>
        </p:grpSpPr>
        <p:sp>
          <p:nvSpPr>
            <p:cNvPr id="86" name="node29.segment-1"/>
            <p:cNvSpPr/>
            <p:nvPr/>
          </p:nvSpPr>
          <p:spPr>
            <a:xfrm>
              <a:off x="7467600" y="48006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87" name="node29.head-end.0"/>
            <p:cNvSpPr/>
            <p:nvPr/>
          </p:nvSpPr>
          <p:spPr>
            <a:xfrm>
              <a:off x="7424979" y="4951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88" name="node29.head-end.1"/>
            <p:cNvSpPr/>
            <p:nvPr/>
          </p:nvSpPr>
          <p:spPr>
            <a:xfrm>
              <a:off x="7467600" y="4951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89" name="node29.head-start.0"/>
            <p:cNvSpPr/>
            <p:nvPr/>
          </p:nvSpPr>
          <p:spPr>
            <a:xfrm>
              <a:off x="7467600" y="48006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90" name="node29.head-start.1"/>
            <p:cNvSpPr/>
            <p:nvPr/>
          </p:nvSpPr>
          <p:spPr>
            <a:xfrm>
              <a:off x="7424979" y="48006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31" name="node30"/>
          <p:cNvGrpSpPr/>
          <p:nvPr/>
        </p:nvGrpSpPr>
        <p:grpSpPr>
          <a:xfrm>
            <a:off x="10168179" y="4800600"/>
            <a:ext cx="85242" cy="228600"/>
            <a:chOff x="10168179" y="4800600"/>
            <a:chExt cx="85242" cy="228600"/>
          </a:xfrm>
        </p:grpSpPr>
        <p:sp>
          <p:nvSpPr>
            <p:cNvPr id="91" name="node30.segment-1"/>
            <p:cNvSpPr/>
            <p:nvPr/>
          </p:nvSpPr>
          <p:spPr>
            <a:xfrm>
              <a:off x="10210800" y="48006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92" name="node30.head-end.0"/>
            <p:cNvSpPr/>
            <p:nvPr/>
          </p:nvSpPr>
          <p:spPr>
            <a:xfrm>
              <a:off x="10168179" y="4951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93" name="node30.head-end.1"/>
            <p:cNvSpPr/>
            <p:nvPr/>
          </p:nvSpPr>
          <p:spPr>
            <a:xfrm>
              <a:off x="10210800" y="4951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ource-03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CLOUD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Workloads land in a governed multi-account foundation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AWS services; logos and services swap per provider, and an Azure or GCP variant keeps the same structure.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25</a:t>
            </a:fld>
            <a:endParaRPr lang="en-US" sz="700" spc="0" kern="0" b="0" i="0" dirty="0">
              <a:solidFill>
                <a:srgbClr val="070154"/>
              </a:solidFill>
              <a:latin typeface="IBM Plex Mono SemiBold"/>
              <a:ea typeface="IBM Plex Mono SemiBold"/>
              <a:cs typeface="IBM Plex Mono SemiBold"/>
            </a:endParaRPr>
          </a:p>
        </p:txBody>
      </p:sp>
      <p:grpSp>
        <p:nvGrpSpPr>
          <p:cNvPr id="195" name="node01"/>
          <p:cNvGrpSpPr/>
          <p:nvPr/>
        </p:nvGrpSpPr>
        <p:grpSpPr>
          <a:xfrm>
            <a:off x="723900" y="1600200"/>
            <a:ext cx="10744200" cy="4114800"/>
            <a:chOff x="723900" y="1600200"/>
            <a:chExt cx="10744200" cy="4114800"/>
          </a:xfrm>
        </p:grpSpPr>
        <p:sp>
          <p:nvSpPr>
            <p:cNvPr id="7" name="node01.surface"/>
            <p:cNvSpPr/>
            <p:nvPr/>
          </p:nvSpPr>
          <p:spPr>
            <a:xfrm>
              <a:off x="723900" y="1600200"/>
              <a:ext cx="10744200" cy="4114800"/>
            </a:xfrm>
            <a:prstGeom prst="rect">
              <a:avLst/>
            </a:prstGeom>
            <a:ln w="12700">
              <a:solidFill>
                <a:srgbClr val="070154"/>
              </a:solidFill>
              <a:prstDash val="dash"/>
            </a:ln>
          </p:spPr>
        </p:sp>
        <p:sp>
          <p:nvSpPr>
            <p:cNvPr id="8" name="node01.label"/>
            <p:cNvSpPr/>
            <p:nvPr/>
          </p:nvSpPr>
          <p:spPr>
            <a:xfrm>
              <a:off x="876300" y="1714500"/>
              <a:ext cx="1043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Northfield AWS organization</a:t>
              </a:r>
              <a:endParaRPr lang="en-US" sz="1400" spc="0" kern="0" b="0" i="0" dirty="0">
                <a:solidFill>
                  <a:srgbClr val="070154"/>
                </a:solidFill>
                <a:latin typeface="IBM Plex Sans SemiBold"/>
                <a:ea typeface="IBM Plex Sans SemiBold"/>
                <a:cs typeface="IBM Plex Sans SemiBold"/>
              </a:endParaRPr>
            </a:p>
          </p:txBody>
        </p:sp>
      </p:grpSp>
      <p:grpSp>
        <p:nvGrpSpPr>
          <p:cNvPr id="196" name="node02"/>
          <p:cNvGrpSpPr/>
          <p:nvPr/>
        </p:nvGrpSpPr>
        <p:grpSpPr>
          <a:xfrm>
            <a:off x="952500" y="2057400"/>
            <a:ext cx="4114800" cy="914400"/>
            <a:chOff x="952500" y="2057400"/>
            <a:chExt cx="4114800" cy="914400"/>
          </a:xfrm>
        </p:grpSpPr>
        <p:sp>
          <p:nvSpPr>
            <p:cNvPr id="9" name="node02.surface"/>
            <p:cNvSpPr/>
            <p:nvPr/>
          </p:nvSpPr>
          <p:spPr>
            <a:xfrm>
              <a:off x="952500" y="2057400"/>
              <a:ext cx="4114800" cy="914400"/>
            </a:xfrm>
            <a:prstGeom prst="rect">
              <a:avLst/>
            </a:prstGeom>
            <a:solidFill>
              <a:srgbClr val="FFFFFF"/>
            </a:solidFill>
            <a:ln w="12700">
              <a:solidFill>
                <a:srgbClr val="CED7E6"/>
              </a:solidFill>
              <a:prstDash val="solid"/>
            </a:ln>
          </p:spPr>
        </p:sp>
        <p:sp>
          <p:nvSpPr>
            <p:cNvPr id="10" name="node02.label"/>
            <p:cNvSpPr/>
            <p:nvPr/>
          </p:nvSpPr>
          <p:spPr>
            <a:xfrm>
              <a:off x="1104900" y="2171700"/>
              <a:ext cx="3810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Management account</a:t>
              </a:r>
              <a:endParaRPr lang="en-US" sz="1400" spc="0" kern="0" b="0" i="0" dirty="0">
                <a:solidFill>
                  <a:srgbClr val="070154"/>
                </a:solidFill>
                <a:latin typeface="IBM Plex Sans SemiBold"/>
                <a:ea typeface="IBM Plex Sans SemiBold"/>
                <a:cs typeface="IBM Plex Sans SemiBold"/>
              </a:endParaRPr>
            </a:p>
          </p:txBody>
        </p:sp>
      </p:grpSp>
      <p:grpSp>
        <p:nvGrpSpPr>
          <p:cNvPr id="197" name="node03"/>
          <p:cNvGrpSpPr/>
          <p:nvPr/>
        </p:nvGrpSpPr>
        <p:grpSpPr>
          <a:xfrm>
            <a:off x="1104900" y="2514600"/>
            <a:ext cx="1219200" cy="381000"/>
            <a:chOff x="1104900" y="2514600"/>
            <a:chExt cx="1219200" cy="381000"/>
          </a:xfrm>
        </p:grpSpPr>
        <p:sp>
          <p:nvSpPr>
            <p:cNvPr id="11" name="node03.background"/>
            <p:cNvSpPr/>
            <p:nvPr/>
          </p:nvSpPr>
          <p:spPr>
            <a:xfrm>
              <a:off x="1104900" y="2514600"/>
              <a:ext cx="1219200" cy="381000"/>
            </a:xfrm>
            <a:prstGeom prst="rect">
              <a:avLst/>
            </a:prstGeom>
            <a:solidFill>
              <a:srgbClr val="FFFFFF"/>
            </a:solidFill>
            <a:ln>
              <a:noFill/>
            </a:ln>
          </p:spPr>
        </p:sp>
        <p:sp>
          <p:nvSpPr>
            <p:cNvPr id="12" name="node03.hatch.000"/>
            <p:cNvSpPr/>
            <p:nvPr/>
          </p:nvSpPr>
          <p:spPr>
            <a:xfrm>
              <a:off x="11049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13" name="node03.hatch.001"/>
            <p:cNvSpPr/>
            <p:nvPr/>
          </p:nvSpPr>
          <p:spPr>
            <a:xfrm>
              <a:off x="11049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14" name="node03.hatch.002"/>
            <p:cNvSpPr/>
            <p:nvPr/>
          </p:nvSpPr>
          <p:spPr>
            <a:xfrm>
              <a:off x="11049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15" name="node03.hatch.003"/>
            <p:cNvSpPr/>
            <p:nvPr/>
          </p:nvSpPr>
          <p:spPr>
            <a:xfrm>
              <a:off x="11049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16" name="node03.hatch.004"/>
            <p:cNvSpPr/>
            <p:nvPr/>
          </p:nvSpPr>
          <p:spPr>
            <a:xfrm>
              <a:off x="11049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17" name="node03.hatch.005"/>
            <p:cNvSpPr/>
            <p:nvPr/>
          </p:nvSpPr>
          <p:spPr>
            <a:xfrm>
              <a:off x="11049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18" name="node03.hatch.006"/>
            <p:cNvSpPr/>
            <p:nvPr/>
          </p:nvSpPr>
          <p:spPr>
            <a:xfrm>
              <a:off x="11049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19" name="node03.border"/>
            <p:cNvSpPr/>
            <p:nvPr/>
          </p:nvSpPr>
          <p:spPr>
            <a:xfrm>
              <a:off x="1104900" y="2514600"/>
              <a:ext cx="1219200" cy="381000"/>
            </a:xfrm>
            <a:prstGeom prst="rect">
              <a:avLst/>
            </a:prstGeom>
            <a:ln w="12700">
              <a:solidFill>
                <a:srgbClr val="97A4BA"/>
              </a:solidFill>
              <a:prstDash val="solid"/>
            </a:ln>
          </p:spPr>
        </p:sp>
        <p:sp>
          <p:nvSpPr>
            <p:cNvPr id="20" name="node03.placeholder"/>
            <p:cNvSpPr/>
            <p:nvPr/>
          </p:nvSpPr>
          <p:spPr>
            <a:xfrm>
              <a:off x="1130300" y="2628900"/>
              <a:ext cx="1168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ORGANIZATIONS</a:t>
              </a:r>
              <a:endParaRPr lang="en-US" sz="900" spc="54" kern="0" b="0" i="0" dirty="0">
                <a:solidFill>
                  <a:srgbClr val="50658E"/>
                </a:solidFill>
                <a:latin typeface="IBM Plex Mono SemiBold"/>
                <a:ea typeface="IBM Plex Mono SemiBold"/>
                <a:cs typeface="IBM Plex Mono SemiBold"/>
              </a:endParaRPr>
            </a:p>
          </p:txBody>
        </p:sp>
      </p:grpSp>
      <p:grpSp>
        <p:nvGrpSpPr>
          <p:cNvPr id="198" name="node04"/>
          <p:cNvGrpSpPr/>
          <p:nvPr/>
        </p:nvGrpSpPr>
        <p:grpSpPr>
          <a:xfrm>
            <a:off x="2400300" y="2514600"/>
            <a:ext cx="1219200" cy="381000"/>
            <a:chOff x="2400300" y="2514600"/>
            <a:chExt cx="1219200" cy="381000"/>
          </a:xfrm>
        </p:grpSpPr>
        <p:sp>
          <p:nvSpPr>
            <p:cNvPr id="21" name="node04.background"/>
            <p:cNvSpPr/>
            <p:nvPr/>
          </p:nvSpPr>
          <p:spPr>
            <a:xfrm>
              <a:off x="2400300" y="2514600"/>
              <a:ext cx="1219200" cy="381000"/>
            </a:xfrm>
            <a:prstGeom prst="rect">
              <a:avLst/>
            </a:prstGeom>
            <a:solidFill>
              <a:srgbClr val="FFFFFF"/>
            </a:solidFill>
            <a:ln>
              <a:noFill/>
            </a:ln>
          </p:spPr>
        </p:sp>
        <p:sp>
          <p:nvSpPr>
            <p:cNvPr id="22" name="node04.hatch.000"/>
            <p:cNvSpPr/>
            <p:nvPr/>
          </p:nvSpPr>
          <p:spPr>
            <a:xfrm>
              <a:off x="24003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23" name="node04.hatch.001"/>
            <p:cNvSpPr/>
            <p:nvPr/>
          </p:nvSpPr>
          <p:spPr>
            <a:xfrm>
              <a:off x="24003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24" name="node04.hatch.002"/>
            <p:cNvSpPr/>
            <p:nvPr/>
          </p:nvSpPr>
          <p:spPr>
            <a:xfrm>
              <a:off x="24003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25" name="node04.hatch.003"/>
            <p:cNvSpPr/>
            <p:nvPr/>
          </p:nvSpPr>
          <p:spPr>
            <a:xfrm>
              <a:off x="24003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26" name="node04.hatch.004"/>
            <p:cNvSpPr/>
            <p:nvPr/>
          </p:nvSpPr>
          <p:spPr>
            <a:xfrm>
              <a:off x="24003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27" name="node04.hatch.005"/>
            <p:cNvSpPr/>
            <p:nvPr/>
          </p:nvSpPr>
          <p:spPr>
            <a:xfrm>
              <a:off x="24003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28" name="node04.hatch.006"/>
            <p:cNvSpPr/>
            <p:nvPr/>
          </p:nvSpPr>
          <p:spPr>
            <a:xfrm>
              <a:off x="24003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29" name="node04.border"/>
            <p:cNvSpPr/>
            <p:nvPr/>
          </p:nvSpPr>
          <p:spPr>
            <a:xfrm>
              <a:off x="2400300" y="2514600"/>
              <a:ext cx="1219200" cy="381000"/>
            </a:xfrm>
            <a:prstGeom prst="rect">
              <a:avLst/>
            </a:prstGeom>
            <a:ln w="12700">
              <a:solidFill>
                <a:srgbClr val="97A4BA"/>
              </a:solidFill>
              <a:prstDash val="solid"/>
            </a:ln>
          </p:spPr>
        </p:sp>
        <p:sp>
          <p:nvSpPr>
            <p:cNvPr id="30" name="node04.placeholder"/>
            <p:cNvSpPr/>
            <p:nvPr/>
          </p:nvSpPr>
          <p:spPr>
            <a:xfrm>
              <a:off x="2425700" y="2628900"/>
              <a:ext cx="1168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CONTROL TOWER</a:t>
              </a:r>
              <a:endParaRPr lang="en-US" sz="900" spc="54" kern="0" b="0" i="0" dirty="0">
                <a:solidFill>
                  <a:srgbClr val="50658E"/>
                </a:solidFill>
                <a:latin typeface="IBM Plex Mono SemiBold"/>
                <a:ea typeface="IBM Plex Mono SemiBold"/>
                <a:cs typeface="IBM Plex Mono SemiBold"/>
              </a:endParaRPr>
            </a:p>
          </p:txBody>
        </p:sp>
      </p:grpSp>
      <p:grpSp>
        <p:nvGrpSpPr>
          <p:cNvPr id="199" name="node05"/>
          <p:cNvGrpSpPr/>
          <p:nvPr/>
        </p:nvGrpSpPr>
        <p:grpSpPr>
          <a:xfrm>
            <a:off x="3695700" y="2514600"/>
            <a:ext cx="1219200" cy="381000"/>
            <a:chOff x="3695700" y="2514600"/>
            <a:chExt cx="1219200" cy="381000"/>
          </a:xfrm>
        </p:grpSpPr>
        <p:sp>
          <p:nvSpPr>
            <p:cNvPr id="31" name="node05.background"/>
            <p:cNvSpPr/>
            <p:nvPr/>
          </p:nvSpPr>
          <p:spPr>
            <a:xfrm>
              <a:off x="3695700" y="2514600"/>
              <a:ext cx="1219200" cy="381000"/>
            </a:xfrm>
            <a:prstGeom prst="rect">
              <a:avLst/>
            </a:prstGeom>
            <a:solidFill>
              <a:srgbClr val="FFFFFF"/>
            </a:solidFill>
            <a:ln>
              <a:noFill/>
            </a:ln>
          </p:spPr>
        </p:sp>
        <p:sp>
          <p:nvSpPr>
            <p:cNvPr id="32" name="node05.hatch.000"/>
            <p:cNvSpPr/>
            <p:nvPr/>
          </p:nvSpPr>
          <p:spPr>
            <a:xfrm>
              <a:off x="36957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33" name="node05.hatch.001"/>
            <p:cNvSpPr/>
            <p:nvPr/>
          </p:nvSpPr>
          <p:spPr>
            <a:xfrm>
              <a:off x="36957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34" name="node05.hatch.002"/>
            <p:cNvSpPr/>
            <p:nvPr/>
          </p:nvSpPr>
          <p:spPr>
            <a:xfrm>
              <a:off x="36957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35" name="node05.hatch.003"/>
            <p:cNvSpPr/>
            <p:nvPr/>
          </p:nvSpPr>
          <p:spPr>
            <a:xfrm>
              <a:off x="36957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36" name="node05.hatch.004"/>
            <p:cNvSpPr/>
            <p:nvPr/>
          </p:nvSpPr>
          <p:spPr>
            <a:xfrm>
              <a:off x="36957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37" name="node05.hatch.005"/>
            <p:cNvSpPr/>
            <p:nvPr/>
          </p:nvSpPr>
          <p:spPr>
            <a:xfrm>
              <a:off x="36957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38" name="node05.hatch.006"/>
            <p:cNvSpPr/>
            <p:nvPr/>
          </p:nvSpPr>
          <p:spPr>
            <a:xfrm>
              <a:off x="36957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39" name="node05.border"/>
            <p:cNvSpPr/>
            <p:nvPr/>
          </p:nvSpPr>
          <p:spPr>
            <a:xfrm>
              <a:off x="3695700" y="2514600"/>
              <a:ext cx="1219200" cy="381000"/>
            </a:xfrm>
            <a:prstGeom prst="rect">
              <a:avLst/>
            </a:prstGeom>
            <a:ln w="12700">
              <a:solidFill>
                <a:srgbClr val="97A4BA"/>
              </a:solidFill>
              <a:prstDash val="solid"/>
            </a:ln>
          </p:spPr>
        </p:sp>
        <p:sp>
          <p:nvSpPr>
            <p:cNvPr id="40" name="node05.placeholder"/>
            <p:cNvSpPr/>
            <p:nvPr/>
          </p:nvSpPr>
          <p:spPr>
            <a:xfrm>
              <a:off x="3721100" y="2552700"/>
              <a:ext cx="11684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IAM IDENTITY CENTER</a:t>
              </a:r>
              <a:endParaRPr lang="en-US" sz="900" spc="54" kern="0" b="0" i="0" dirty="0">
                <a:solidFill>
                  <a:srgbClr val="50658E"/>
                </a:solidFill>
                <a:latin typeface="IBM Plex Mono SemiBold"/>
                <a:ea typeface="IBM Plex Mono SemiBold"/>
                <a:cs typeface="IBM Plex Mono SemiBold"/>
              </a:endParaRPr>
            </a:p>
          </p:txBody>
        </p:sp>
      </p:grpSp>
      <p:grpSp>
        <p:nvGrpSpPr>
          <p:cNvPr id="200" name="node06"/>
          <p:cNvGrpSpPr/>
          <p:nvPr/>
        </p:nvGrpSpPr>
        <p:grpSpPr>
          <a:xfrm>
            <a:off x="5295900" y="2057400"/>
            <a:ext cx="3429000" cy="914400"/>
            <a:chOff x="5295900" y="2057400"/>
            <a:chExt cx="3429000" cy="914400"/>
          </a:xfrm>
        </p:grpSpPr>
        <p:sp>
          <p:nvSpPr>
            <p:cNvPr id="41" name="node06.surface"/>
            <p:cNvSpPr/>
            <p:nvPr/>
          </p:nvSpPr>
          <p:spPr>
            <a:xfrm>
              <a:off x="5295900" y="2057400"/>
              <a:ext cx="3429000" cy="914400"/>
            </a:xfrm>
            <a:prstGeom prst="rect">
              <a:avLst/>
            </a:prstGeom>
            <a:solidFill>
              <a:srgbClr val="FFFFFF"/>
            </a:solidFill>
            <a:ln w="12700">
              <a:solidFill>
                <a:srgbClr val="CED7E6"/>
              </a:solidFill>
              <a:prstDash val="solid"/>
            </a:ln>
          </p:spPr>
        </p:sp>
        <p:sp>
          <p:nvSpPr>
            <p:cNvPr id="42" name="node06.label"/>
            <p:cNvSpPr/>
            <p:nvPr/>
          </p:nvSpPr>
          <p:spPr>
            <a:xfrm>
              <a:off x="5448300" y="21717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Security and logging account</a:t>
              </a:r>
              <a:endParaRPr lang="en-US" sz="1400" spc="0" kern="0" b="0" i="0" dirty="0">
                <a:solidFill>
                  <a:srgbClr val="070154"/>
                </a:solidFill>
                <a:latin typeface="IBM Plex Sans SemiBold"/>
                <a:ea typeface="IBM Plex Sans SemiBold"/>
                <a:cs typeface="IBM Plex Sans SemiBold"/>
              </a:endParaRPr>
            </a:p>
          </p:txBody>
        </p:sp>
      </p:grpSp>
      <p:grpSp>
        <p:nvGrpSpPr>
          <p:cNvPr id="201" name="node07"/>
          <p:cNvGrpSpPr/>
          <p:nvPr/>
        </p:nvGrpSpPr>
        <p:grpSpPr>
          <a:xfrm>
            <a:off x="5448300" y="2514600"/>
            <a:ext cx="990600" cy="381000"/>
            <a:chOff x="5448300" y="2514600"/>
            <a:chExt cx="990600" cy="381000"/>
          </a:xfrm>
        </p:grpSpPr>
        <p:sp>
          <p:nvSpPr>
            <p:cNvPr id="43" name="node07.background"/>
            <p:cNvSpPr/>
            <p:nvPr/>
          </p:nvSpPr>
          <p:spPr>
            <a:xfrm>
              <a:off x="5448300" y="2514600"/>
              <a:ext cx="990600" cy="381000"/>
            </a:xfrm>
            <a:prstGeom prst="rect">
              <a:avLst/>
            </a:prstGeom>
            <a:solidFill>
              <a:srgbClr val="FFFFFF"/>
            </a:solidFill>
            <a:ln>
              <a:noFill/>
            </a:ln>
          </p:spPr>
        </p:sp>
        <p:sp>
          <p:nvSpPr>
            <p:cNvPr id="44" name="node07.hatch.000"/>
            <p:cNvSpPr/>
            <p:nvPr/>
          </p:nvSpPr>
          <p:spPr>
            <a:xfrm>
              <a:off x="54483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45" name="node07.hatch.001"/>
            <p:cNvSpPr/>
            <p:nvPr/>
          </p:nvSpPr>
          <p:spPr>
            <a:xfrm>
              <a:off x="54483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46" name="node07.hatch.002"/>
            <p:cNvSpPr/>
            <p:nvPr/>
          </p:nvSpPr>
          <p:spPr>
            <a:xfrm>
              <a:off x="54483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47" name="node07.hatch.003"/>
            <p:cNvSpPr/>
            <p:nvPr/>
          </p:nvSpPr>
          <p:spPr>
            <a:xfrm>
              <a:off x="54483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48" name="node07.hatch.004"/>
            <p:cNvSpPr/>
            <p:nvPr/>
          </p:nvSpPr>
          <p:spPr>
            <a:xfrm>
              <a:off x="54483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49" name="node07.hatch.005"/>
            <p:cNvSpPr/>
            <p:nvPr/>
          </p:nvSpPr>
          <p:spPr>
            <a:xfrm>
              <a:off x="54483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50" name="node07.border"/>
            <p:cNvSpPr/>
            <p:nvPr/>
          </p:nvSpPr>
          <p:spPr>
            <a:xfrm>
              <a:off x="5448300" y="2514600"/>
              <a:ext cx="990600" cy="381000"/>
            </a:xfrm>
            <a:prstGeom prst="rect">
              <a:avLst/>
            </a:prstGeom>
            <a:ln w="12700">
              <a:solidFill>
                <a:srgbClr val="97A4BA"/>
              </a:solidFill>
              <a:prstDash val="solid"/>
            </a:ln>
          </p:spPr>
        </p:sp>
        <p:sp>
          <p:nvSpPr>
            <p:cNvPr id="51" name="node07.placeholder"/>
            <p:cNvSpPr/>
            <p:nvPr/>
          </p:nvSpPr>
          <p:spPr>
            <a:xfrm>
              <a:off x="5473700" y="2628900"/>
              <a:ext cx="939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GUARDDUTY</a:t>
              </a:r>
              <a:endParaRPr lang="en-US" sz="900" spc="54" kern="0" b="0" i="0" dirty="0">
                <a:solidFill>
                  <a:srgbClr val="50658E"/>
                </a:solidFill>
                <a:latin typeface="IBM Plex Mono SemiBold"/>
                <a:ea typeface="IBM Plex Mono SemiBold"/>
                <a:cs typeface="IBM Plex Mono SemiBold"/>
              </a:endParaRPr>
            </a:p>
          </p:txBody>
        </p:sp>
      </p:grpSp>
      <p:grpSp>
        <p:nvGrpSpPr>
          <p:cNvPr id="202" name="node08"/>
          <p:cNvGrpSpPr/>
          <p:nvPr/>
        </p:nvGrpSpPr>
        <p:grpSpPr>
          <a:xfrm>
            <a:off x="6515100" y="2514600"/>
            <a:ext cx="990600" cy="381000"/>
            <a:chOff x="6515100" y="2514600"/>
            <a:chExt cx="990600" cy="381000"/>
          </a:xfrm>
        </p:grpSpPr>
        <p:sp>
          <p:nvSpPr>
            <p:cNvPr id="52" name="node08.background"/>
            <p:cNvSpPr/>
            <p:nvPr/>
          </p:nvSpPr>
          <p:spPr>
            <a:xfrm>
              <a:off x="6515100" y="2514600"/>
              <a:ext cx="990600" cy="381000"/>
            </a:xfrm>
            <a:prstGeom prst="rect">
              <a:avLst/>
            </a:prstGeom>
            <a:solidFill>
              <a:srgbClr val="FFFFFF"/>
            </a:solidFill>
            <a:ln>
              <a:noFill/>
            </a:ln>
          </p:spPr>
        </p:sp>
        <p:sp>
          <p:nvSpPr>
            <p:cNvPr id="53" name="node08.hatch.000"/>
            <p:cNvSpPr/>
            <p:nvPr/>
          </p:nvSpPr>
          <p:spPr>
            <a:xfrm>
              <a:off x="65151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54" name="node08.hatch.001"/>
            <p:cNvSpPr/>
            <p:nvPr/>
          </p:nvSpPr>
          <p:spPr>
            <a:xfrm>
              <a:off x="65151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55" name="node08.hatch.002"/>
            <p:cNvSpPr/>
            <p:nvPr/>
          </p:nvSpPr>
          <p:spPr>
            <a:xfrm>
              <a:off x="65151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56" name="node08.hatch.003"/>
            <p:cNvSpPr/>
            <p:nvPr/>
          </p:nvSpPr>
          <p:spPr>
            <a:xfrm>
              <a:off x="65151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57" name="node08.hatch.004"/>
            <p:cNvSpPr/>
            <p:nvPr/>
          </p:nvSpPr>
          <p:spPr>
            <a:xfrm>
              <a:off x="65151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58" name="node08.hatch.005"/>
            <p:cNvSpPr/>
            <p:nvPr/>
          </p:nvSpPr>
          <p:spPr>
            <a:xfrm>
              <a:off x="65151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59" name="node08.border"/>
            <p:cNvSpPr/>
            <p:nvPr/>
          </p:nvSpPr>
          <p:spPr>
            <a:xfrm>
              <a:off x="6515100" y="2514600"/>
              <a:ext cx="990600" cy="381000"/>
            </a:xfrm>
            <a:prstGeom prst="rect">
              <a:avLst/>
            </a:prstGeom>
            <a:ln w="12700">
              <a:solidFill>
                <a:srgbClr val="97A4BA"/>
              </a:solidFill>
              <a:prstDash val="solid"/>
            </a:ln>
          </p:spPr>
        </p:sp>
        <p:sp>
          <p:nvSpPr>
            <p:cNvPr id="60" name="node08.placeholder"/>
            <p:cNvSpPr/>
            <p:nvPr/>
          </p:nvSpPr>
          <p:spPr>
            <a:xfrm>
              <a:off x="6540500" y="2628900"/>
              <a:ext cx="939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CLOUDWATCH</a:t>
              </a:r>
              <a:endParaRPr lang="en-US" sz="900" spc="54" kern="0" b="0" i="0" dirty="0">
                <a:solidFill>
                  <a:srgbClr val="50658E"/>
                </a:solidFill>
                <a:latin typeface="IBM Plex Mono SemiBold"/>
                <a:ea typeface="IBM Plex Mono SemiBold"/>
                <a:cs typeface="IBM Plex Mono SemiBold"/>
              </a:endParaRPr>
            </a:p>
          </p:txBody>
        </p:sp>
      </p:grpSp>
      <p:grpSp>
        <p:nvGrpSpPr>
          <p:cNvPr id="203" name="node09"/>
          <p:cNvGrpSpPr/>
          <p:nvPr/>
        </p:nvGrpSpPr>
        <p:grpSpPr>
          <a:xfrm>
            <a:off x="7581900" y="2514600"/>
            <a:ext cx="990600" cy="381000"/>
            <a:chOff x="7581900" y="2514600"/>
            <a:chExt cx="990600" cy="381000"/>
          </a:xfrm>
        </p:grpSpPr>
        <p:sp>
          <p:nvSpPr>
            <p:cNvPr id="61" name="node09.background"/>
            <p:cNvSpPr/>
            <p:nvPr/>
          </p:nvSpPr>
          <p:spPr>
            <a:xfrm>
              <a:off x="7581900" y="2514600"/>
              <a:ext cx="990600" cy="381000"/>
            </a:xfrm>
            <a:prstGeom prst="rect">
              <a:avLst/>
            </a:prstGeom>
            <a:solidFill>
              <a:srgbClr val="FFFFFF"/>
            </a:solidFill>
            <a:ln>
              <a:noFill/>
            </a:ln>
          </p:spPr>
        </p:sp>
        <p:sp>
          <p:nvSpPr>
            <p:cNvPr id="62" name="node09.hatch.000"/>
            <p:cNvSpPr/>
            <p:nvPr/>
          </p:nvSpPr>
          <p:spPr>
            <a:xfrm>
              <a:off x="75819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63" name="node09.hatch.001"/>
            <p:cNvSpPr/>
            <p:nvPr/>
          </p:nvSpPr>
          <p:spPr>
            <a:xfrm>
              <a:off x="75819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64" name="node09.hatch.002"/>
            <p:cNvSpPr/>
            <p:nvPr/>
          </p:nvSpPr>
          <p:spPr>
            <a:xfrm>
              <a:off x="75819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65" name="node09.hatch.003"/>
            <p:cNvSpPr/>
            <p:nvPr/>
          </p:nvSpPr>
          <p:spPr>
            <a:xfrm>
              <a:off x="75819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66" name="node09.hatch.004"/>
            <p:cNvSpPr/>
            <p:nvPr/>
          </p:nvSpPr>
          <p:spPr>
            <a:xfrm>
              <a:off x="75819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67" name="node09.hatch.005"/>
            <p:cNvSpPr/>
            <p:nvPr/>
          </p:nvSpPr>
          <p:spPr>
            <a:xfrm>
              <a:off x="75819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68" name="node09.border"/>
            <p:cNvSpPr/>
            <p:nvPr/>
          </p:nvSpPr>
          <p:spPr>
            <a:xfrm>
              <a:off x="7581900" y="2514600"/>
              <a:ext cx="990600" cy="381000"/>
            </a:xfrm>
            <a:prstGeom prst="rect">
              <a:avLst/>
            </a:prstGeom>
            <a:ln w="12700">
              <a:solidFill>
                <a:srgbClr val="97A4BA"/>
              </a:solidFill>
              <a:prstDash val="solid"/>
            </a:ln>
          </p:spPr>
        </p:sp>
        <p:sp>
          <p:nvSpPr>
            <p:cNvPr id="69" name="node09.placeholder"/>
            <p:cNvSpPr/>
            <p:nvPr/>
          </p:nvSpPr>
          <p:spPr>
            <a:xfrm>
              <a:off x="7607300" y="2552700"/>
              <a:ext cx="9398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S3 LOG ARCHIVE</a:t>
              </a:r>
              <a:endParaRPr lang="en-US" sz="900" spc="54" kern="0" b="0" i="0" dirty="0">
                <a:solidFill>
                  <a:srgbClr val="50658E"/>
                </a:solidFill>
                <a:latin typeface="IBM Plex Mono SemiBold"/>
                <a:ea typeface="IBM Plex Mono SemiBold"/>
                <a:cs typeface="IBM Plex Mono SemiBold"/>
              </a:endParaRPr>
            </a:p>
          </p:txBody>
        </p:sp>
      </p:grpSp>
      <p:grpSp>
        <p:nvGrpSpPr>
          <p:cNvPr id="204" name="node10"/>
          <p:cNvGrpSpPr/>
          <p:nvPr/>
        </p:nvGrpSpPr>
        <p:grpSpPr>
          <a:xfrm>
            <a:off x="8953500" y="2057400"/>
            <a:ext cx="2286000" cy="914400"/>
            <a:chOff x="8953500" y="2057400"/>
            <a:chExt cx="2286000" cy="914400"/>
          </a:xfrm>
        </p:grpSpPr>
        <p:sp>
          <p:nvSpPr>
            <p:cNvPr id="70" name="node10.surface"/>
            <p:cNvSpPr/>
            <p:nvPr/>
          </p:nvSpPr>
          <p:spPr>
            <a:xfrm>
              <a:off x="8953500" y="2057400"/>
              <a:ext cx="2286000" cy="914400"/>
            </a:xfrm>
            <a:prstGeom prst="rect">
              <a:avLst/>
            </a:prstGeom>
            <a:solidFill>
              <a:srgbClr val="FFFFFF"/>
            </a:solidFill>
            <a:ln w="12700">
              <a:solidFill>
                <a:srgbClr val="CED7E6"/>
              </a:solidFill>
              <a:prstDash val="solid"/>
            </a:ln>
          </p:spPr>
        </p:sp>
        <p:sp>
          <p:nvSpPr>
            <p:cNvPr id="71" name="node10.label"/>
            <p:cNvSpPr/>
            <p:nvPr/>
          </p:nvSpPr>
          <p:spPr>
            <a:xfrm>
              <a:off x="9105900" y="2171700"/>
              <a:ext cx="1981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Network hub</a:t>
              </a:r>
              <a:endParaRPr lang="en-US" sz="1400" spc="0" kern="0" b="0" i="0" dirty="0">
                <a:solidFill>
                  <a:srgbClr val="070154"/>
                </a:solidFill>
                <a:latin typeface="IBM Plex Sans SemiBold"/>
                <a:ea typeface="IBM Plex Sans SemiBold"/>
                <a:cs typeface="IBM Plex Sans SemiBold"/>
              </a:endParaRPr>
            </a:p>
          </p:txBody>
        </p:sp>
      </p:grpSp>
      <p:grpSp>
        <p:nvGrpSpPr>
          <p:cNvPr id="205" name="node11"/>
          <p:cNvGrpSpPr/>
          <p:nvPr/>
        </p:nvGrpSpPr>
        <p:grpSpPr>
          <a:xfrm>
            <a:off x="9105900" y="2514600"/>
            <a:ext cx="952500" cy="381000"/>
            <a:chOff x="9105900" y="2514600"/>
            <a:chExt cx="952500" cy="381000"/>
          </a:xfrm>
        </p:grpSpPr>
        <p:sp>
          <p:nvSpPr>
            <p:cNvPr id="72" name="node11.background"/>
            <p:cNvSpPr/>
            <p:nvPr/>
          </p:nvSpPr>
          <p:spPr>
            <a:xfrm>
              <a:off x="9105900" y="2514600"/>
              <a:ext cx="952500" cy="381000"/>
            </a:xfrm>
            <a:prstGeom prst="rect">
              <a:avLst/>
            </a:prstGeom>
            <a:solidFill>
              <a:srgbClr val="FFFFFF"/>
            </a:solidFill>
            <a:ln>
              <a:noFill/>
            </a:ln>
          </p:spPr>
        </p:sp>
        <p:sp>
          <p:nvSpPr>
            <p:cNvPr id="73" name="node11.hatch.000"/>
            <p:cNvSpPr/>
            <p:nvPr/>
          </p:nvSpPr>
          <p:spPr>
            <a:xfrm>
              <a:off x="9105900" y="2514600"/>
              <a:ext cx="952500" cy="381000"/>
            </a:xfrm>
            <a:custGeom>
              <a:avLst/>
              <a:gdLst/>
              <a:ahLst/>
              <a:cxnLst/>
              <a:rect l="l" t="t" r="r" b="b"/>
              <a:pathLst>
                <a:path w="952500" h="381000">
                  <a:moveTo>
                    <a:pt x="0" y="215526"/>
                  </a:moveTo>
                  <a:lnTo>
                    <a:pt x="0" y="107763"/>
                  </a:lnTo>
                  <a:lnTo>
                    <a:pt x="107763" y="0"/>
                  </a:lnTo>
                  <a:lnTo>
                    <a:pt x="215526" y="0"/>
                  </a:lnTo>
                  <a:close/>
                </a:path>
              </a:pathLst>
            </a:custGeom>
            <a:solidFill>
              <a:srgbClr val="F3F6FC"/>
            </a:solidFill>
            <a:ln>
              <a:noFill/>
            </a:ln>
          </p:spPr>
        </p:sp>
        <p:sp>
          <p:nvSpPr>
            <p:cNvPr id="74" name="node11.hatch.001"/>
            <p:cNvSpPr/>
            <p:nvPr/>
          </p:nvSpPr>
          <p:spPr>
            <a:xfrm>
              <a:off x="9105900" y="2514600"/>
              <a:ext cx="952500" cy="381000"/>
            </a:xfrm>
            <a:custGeom>
              <a:avLst/>
              <a:gdLst/>
              <a:ahLst/>
              <a:cxnLst/>
              <a:rect l="l" t="t" r="r" b="b"/>
              <a:pathLst>
                <a:path w="952500" h="381000">
                  <a:moveTo>
                    <a:pt x="0" y="323289"/>
                  </a:moveTo>
                  <a:lnTo>
                    <a:pt x="323289" y="0"/>
                  </a:lnTo>
                  <a:lnTo>
                    <a:pt x="431052" y="0"/>
                  </a:lnTo>
                  <a:lnTo>
                    <a:pt x="50052" y="381000"/>
                  </a:lnTo>
                  <a:lnTo>
                    <a:pt x="0" y="381000"/>
                  </a:lnTo>
                  <a:close/>
                </a:path>
              </a:pathLst>
            </a:custGeom>
            <a:solidFill>
              <a:srgbClr val="F3F6FC"/>
            </a:solidFill>
            <a:ln>
              <a:noFill/>
            </a:ln>
          </p:spPr>
        </p:sp>
        <p:sp>
          <p:nvSpPr>
            <p:cNvPr id="75" name="node11.hatch.002"/>
            <p:cNvSpPr/>
            <p:nvPr/>
          </p:nvSpPr>
          <p:spPr>
            <a:xfrm>
              <a:off x="9105900" y="2514600"/>
              <a:ext cx="952500" cy="381000"/>
            </a:xfrm>
            <a:custGeom>
              <a:avLst/>
              <a:gdLst/>
              <a:ahLst/>
              <a:cxnLst/>
              <a:rect l="l" t="t" r="r" b="b"/>
              <a:pathLst>
                <a:path w="952500" h="381000">
                  <a:moveTo>
                    <a:pt x="538815" y="0"/>
                  </a:moveTo>
                  <a:lnTo>
                    <a:pt x="646578" y="0"/>
                  </a:lnTo>
                  <a:lnTo>
                    <a:pt x="265578" y="381000"/>
                  </a:lnTo>
                  <a:lnTo>
                    <a:pt x="157815" y="381000"/>
                  </a:lnTo>
                  <a:close/>
                </a:path>
              </a:pathLst>
            </a:custGeom>
            <a:solidFill>
              <a:srgbClr val="F3F6FC"/>
            </a:solidFill>
            <a:ln>
              <a:noFill/>
            </a:ln>
          </p:spPr>
        </p:sp>
        <p:sp>
          <p:nvSpPr>
            <p:cNvPr id="76" name="node11.hatch.003"/>
            <p:cNvSpPr/>
            <p:nvPr/>
          </p:nvSpPr>
          <p:spPr>
            <a:xfrm>
              <a:off x="9105900" y="2514600"/>
              <a:ext cx="952500" cy="381000"/>
            </a:xfrm>
            <a:custGeom>
              <a:avLst/>
              <a:gdLst/>
              <a:ahLst/>
              <a:cxnLst/>
              <a:rect l="l" t="t" r="r" b="b"/>
              <a:pathLst>
                <a:path w="952500" h="381000">
                  <a:moveTo>
                    <a:pt x="754342" y="0"/>
                  </a:moveTo>
                  <a:lnTo>
                    <a:pt x="862105" y="0"/>
                  </a:lnTo>
                  <a:lnTo>
                    <a:pt x="481105" y="381000"/>
                  </a:lnTo>
                  <a:lnTo>
                    <a:pt x="373342" y="381000"/>
                  </a:lnTo>
                  <a:close/>
                </a:path>
              </a:pathLst>
            </a:custGeom>
            <a:solidFill>
              <a:srgbClr val="F3F6FC"/>
            </a:solidFill>
            <a:ln>
              <a:noFill/>
            </a:ln>
          </p:spPr>
        </p:sp>
        <p:sp>
          <p:nvSpPr>
            <p:cNvPr id="77" name="node11.hatch.004"/>
            <p:cNvSpPr/>
            <p:nvPr/>
          </p:nvSpPr>
          <p:spPr>
            <a:xfrm>
              <a:off x="9105900" y="2514600"/>
              <a:ext cx="952500" cy="381000"/>
            </a:xfrm>
            <a:custGeom>
              <a:avLst/>
              <a:gdLst/>
              <a:ahLst/>
              <a:cxnLst/>
              <a:rect l="l" t="t" r="r" b="b"/>
              <a:pathLst>
                <a:path w="952500" h="381000">
                  <a:moveTo>
                    <a:pt x="952500" y="17368"/>
                  </a:moveTo>
                  <a:lnTo>
                    <a:pt x="952500" y="125131"/>
                  </a:lnTo>
                  <a:lnTo>
                    <a:pt x="696631" y="381000"/>
                  </a:lnTo>
                  <a:lnTo>
                    <a:pt x="588868" y="381000"/>
                  </a:lnTo>
                  <a:close/>
                </a:path>
              </a:pathLst>
            </a:custGeom>
            <a:solidFill>
              <a:srgbClr val="F3F6FC"/>
            </a:solidFill>
            <a:ln>
              <a:noFill/>
            </a:ln>
          </p:spPr>
        </p:sp>
        <p:sp>
          <p:nvSpPr>
            <p:cNvPr id="78" name="node11.hatch.005"/>
            <p:cNvSpPr/>
            <p:nvPr/>
          </p:nvSpPr>
          <p:spPr>
            <a:xfrm>
              <a:off x="9105900" y="2514600"/>
              <a:ext cx="952500" cy="381000"/>
            </a:xfrm>
            <a:custGeom>
              <a:avLst/>
              <a:gdLst/>
              <a:ahLst/>
              <a:cxnLst/>
              <a:rect l="l" t="t" r="r" b="b"/>
              <a:pathLst>
                <a:path w="952500" h="381000">
                  <a:moveTo>
                    <a:pt x="952500" y="232894"/>
                  </a:moveTo>
                  <a:lnTo>
                    <a:pt x="952500" y="340657"/>
                  </a:lnTo>
                  <a:lnTo>
                    <a:pt x="912157" y="381000"/>
                  </a:lnTo>
                  <a:lnTo>
                    <a:pt x="804394" y="381000"/>
                  </a:lnTo>
                  <a:close/>
                </a:path>
              </a:pathLst>
            </a:custGeom>
            <a:solidFill>
              <a:srgbClr val="F3F6FC"/>
            </a:solidFill>
            <a:ln>
              <a:noFill/>
            </a:ln>
          </p:spPr>
        </p:sp>
        <p:sp>
          <p:nvSpPr>
            <p:cNvPr id="79" name="node11.border"/>
            <p:cNvSpPr/>
            <p:nvPr/>
          </p:nvSpPr>
          <p:spPr>
            <a:xfrm>
              <a:off x="9105900" y="2514600"/>
              <a:ext cx="952500" cy="381000"/>
            </a:xfrm>
            <a:prstGeom prst="rect">
              <a:avLst/>
            </a:prstGeom>
            <a:ln w="12700">
              <a:solidFill>
                <a:srgbClr val="97A4BA"/>
              </a:solidFill>
              <a:prstDash val="solid"/>
            </a:ln>
          </p:spPr>
        </p:sp>
        <p:sp>
          <p:nvSpPr>
            <p:cNvPr id="80" name="node11.placeholder"/>
            <p:cNvSpPr/>
            <p:nvPr/>
          </p:nvSpPr>
          <p:spPr>
            <a:xfrm>
              <a:off x="9131300" y="2552700"/>
              <a:ext cx="9017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TRANSIT GATEWAY</a:t>
              </a:r>
              <a:endParaRPr lang="en-US" sz="900" spc="54" kern="0" b="0" i="0" dirty="0">
                <a:solidFill>
                  <a:srgbClr val="50658E"/>
                </a:solidFill>
                <a:latin typeface="IBM Plex Mono SemiBold"/>
                <a:ea typeface="IBM Plex Mono SemiBold"/>
                <a:cs typeface="IBM Plex Mono SemiBold"/>
              </a:endParaRPr>
            </a:p>
          </p:txBody>
        </p:sp>
      </p:grpSp>
      <p:grpSp>
        <p:nvGrpSpPr>
          <p:cNvPr id="206" name="node12"/>
          <p:cNvGrpSpPr/>
          <p:nvPr/>
        </p:nvGrpSpPr>
        <p:grpSpPr>
          <a:xfrm>
            <a:off x="10134600" y="2514600"/>
            <a:ext cx="952500" cy="381000"/>
            <a:chOff x="10134600" y="2514600"/>
            <a:chExt cx="952500" cy="381000"/>
          </a:xfrm>
        </p:grpSpPr>
        <p:sp>
          <p:nvSpPr>
            <p:cNvPr id="81" name="node12.background"/>
            <p:cNvSpPr/>
            <p:nvPr/>
          </p:nvSpPr>
          <p:spPr>
            <a:xfrm>
              <a:off x="10134600" y="2514600"/>
              <a:ext cx="952500" cy="381000"/>
            </a:xfrm>
            <a:prstGeom prst="rect">
              <a:avLst/>
            </a:prstGeom>
            <a:solidFill>
              <a:srgbClr val="FFFFFF"/>
            </a:solidFill>
            <a:ln>
              <a:noFill/>
            </a:ln>
          </p:spPr>
        </p:sp>
        <p:sp>
          <p:nvSpPr>
            <p:cNvPr id="82" name="node12.hatch.000"/>
            <p:cNvSpPr/>
            <p:nvPr/>
          </p:nvSpPr>
          <p:spPr>
            <a:xfrm>
              <a:off x="10134600" y="2514600"/>
              <a:ext cx="952500" cy="381000"/>
            </a:xfrm>
            <a:custGeom>
              <a:avLst/>
              <a:gdLst/>
              <a:ahLst/>
              <a:cxnLst/>
              <a:rect l="l" t="t" r="r" b="b"/>
              <a:pathLst>
                <a:path w="952500" h="381000">
                  <a:moveTo>
                    <a:pt x="0" y="215526"/>
                  </a:moveTo>
                  <a:lnTo>
                    <a:pt x="0" y="107763"/>
                  </a:lnTo>
                  <a:lnTo>
                    <a:pt x="107763" y="0"/>
                  </a:lnTo>
                  <a:lnTo>
                    <a:pt x="215526" y="0"/>
                  </a:lnTo>
                  <a:close/>
                </a:path>
              </a:pathLst>
            </a:custGeom>
            <a:solidFill>
              <a:srgbClr val="F3F6FC"/>
            </a:solidFill>
            <a:ln>
              <a:noFill/>
            </a:ln>
          </p:spPr>
        </p:sp>
        <p:sp>
          <p:nvSpPr>
            <p:cNvPr id="83" name="node12.hatch.001"/>
            <p:cNvSpPr/>
            <p:nvPr/>
          </p:nvSpPr>
          <p:spPr>
            <a:xfrm>
              <a:off x="10134600" y="2514600"/>
              <a:ext cx="952500" cy="381000"/>
            </a:xfrm>
            <a:custGeom>
              <a:avLst/>
              <a:gdLst/>
              <a:ahLst/>
              <a:cxnLst/>
              <a:rect l="l" t="t" r="r" b="b"/>
              <a:pathLst>
                <a:path w="952500" h="381000">
                  <a:moveTo>
                    <a:pt x="0" y="323289"/>
                  </a:moveTo>
                  <a:lnTo>
                    <a:pt x="323289" y="0"/>
                  </a:lnTo>
                  <a:lnTo>
                    <a:pt x="431052" y="0"/>
                  </a:lnTo>
                  <a:lnTo>
                    <a:pt x="50052" y="381000"/>
                  </a:lnTo>
                  <a:lnTo>
                    <a:pt x="0" y="381000"/>
                  </a:lnTo>
                  <a:close/>
                </a:path>
              </a:pathLst>
            </a:custGeom>
            <a:solidFill>
              <a:srgbClr val="F3F6FC"/>
            </a:solidFill>
            <a:ln>
              <a:noFill/>
            </a:ln>
          </p:spPr>
        </p:sp>
        <p:sp>
          <p:nvSpPr>
            <p:cNvPr id="84" name="node12.hatch.002"/>
            <p:cNvSpPr/>
            <p:nvPr/>
          </p:nvSpPr>
          <p:spPr>
            <a:xfrm>
              <a:off x="10134600" y="2514600"/>
              <a:ext cx="952500" cy="381000"/>
            </a:xfrm>
            <a:custGeom>
              <a:avLst/>
              <a:gdLst/>
              <a:ahLst/>
              <a:cxnLst/>
              <a:rect l="l" t="t" r="r" b="b"/>
              <a:pathLst>
                <a:path w="952500" h="381000">
                  <a:moveTo>
                    <a:pt x="538815" y="0"/>
                  </a:moveTo>
                  <a:lnTo>
                    <a:pt x="646578" y="0"/>
                  </a:lnTo>
                  <a:lnTo>
                    <a:pt x="265578" y="381000"/>
                  </a:lnTo>
                  <a:lnTo>
                    <a:pt x="157815" y="381000"/>
                  </a:lnTo>
                  <a:close/>
                </a:path>
              </a:pathLst>
            </a:custGeom>
            <a:solidFill>
              <a:srgbClr val="F3F6FC"/>
            </a:solidFill>
            <a:ln>
              <a:noFill/>
            </a:ln>
          </p:spPr>
        </p:sp>
        <p:sp>
          <p:nvSpPr>
            <p:cNvPr id="85" name="node12.hatch.003"/>
            <p:cNvSpPr/>
            <p:nvPr/>
          </p:nvSpPr>
          <p:spPr>
            <a:xfrm>
              <a:off x="10134600" y="2514600"/>
              <a:ext cx="952500" cy="381000"/>
            </a:xfrm>
            <a:custGeom>
              <a:avLst/>
              <a:gdLst/>
              <a:ahLst/>
              <a:cxnLst/>
              <a:rect l="l" t="t" r="r" b="b"/>
              <a:pathLst>
                <a:path w="952500" h="381000">
                  <a:moveTo>
                    <a:pt x="754342" y="0"/>
                  </a:moveTo>
                  <a:lnTo>
                    <a:pt x="862105" y="0"/>
                  </a:lnTo>
                  <a:lnTo>
                    <a:pt x="481105" y="381000"/>
                  </a:lnTo>
                  <a:lnTo>
                    <a:pt x="373342" y="381000"/>
                  </a:lnTo>
                  <a:close/>
                </a:path>
              </a:pathLst>
            </a:custGeom>
            <a:solidFill>
              <a:srgbClr val="F3F6FC"/>
            </a:solidFill>
            <a:ln>
              <a:noFill/>
            </a:ln>
          </p:spPr>
        </p:sp>
        <p:sp>
          <p:nvSpPr>
            <p:cNvPr id="86" name="node12.hatch.004"/>
            <p:cNvSpPr/>
            <p:nvPr/>
          </p:nvSpPr>
          <p:spPr>
            <a:xfrm>
              <a:off x="10134600" y="2514600"/>
              <a:ext cx="952500" cy="381000"/>
            </a:xfrm>
            <a:custGeom>
              <a:avLst/>
              <a:gdLst/>
              <a:ahLst/>
              <a:cxnLst/>
              <a:rect l="l" t="t" r="r" b="b"/>
              <a:pathLst>
                <a:path w="952500" h="381000">
                  <a:moveTo>
                    <a:pt x="952500" y="17368"/>
                  </a:moveTo>
                  <a:lnTo>
                    <a:pt x="952500" y="125131"/>
                  </a:lnTo>
                  <a:lnTo>
                    <a:pt x="696631" y="381000"/>
                  </a:lnTo>
                  <a:lnTo>
                    <a:pt x="588868" y="381000"/>
                  </a:lnTo>
                  <a:close/>
                </a:path>
              </a:pathLst>
            </a:custGeom>
            <a:solidFill>
              <a:srgbClr val="F3F6FC"/>
            </a:solidFill>
            <a:ln>
              <a:noFill/>
            </a:ln>
          </p:spPr>
        </p:sp>
        <p:sp>
          <p:nvSpPr>
            <p:cNvPr id="87" name="node12.hatch.005"/>
            <p:cNvSpPr/>
            <p:nvPr/>
          </p:nvSpPr>
          <p:spPr>
            <a:xfrm>
              <a:off x="10134600" y="2514600"/>
              <a:ext cx="952500" cy="381000"/>
            </a:xfrm>
            <a:custGeom>
              <a:avLst/>
              <a:gdLst/>
              <a:ahLst/>
              <a:cxnLst/>
              <a:rect l="l" t="t" r="r" b="b"/>
              <a:pathLst>
                <a:path w="952500" h="381000">
                  <a:moveTo>
                    <a:pt x="952500" y="232894"/>
                  </a:moveTo>
                  <a:lnTo>
                    <a:pt x="952500" y="340657"/>
                  </a:lnTo>
                  <a:lnTo>
                    <a:pt x="912157" y="381000"/>
                  </a:lnTo>
                  <a:lnTo>
                    <a:pt x="804394" y="381000"/>
                  </a:lnTo>
                  <a:close/>
                </a:path>
              </a:pathLst>
            </a:custGeom>
            <a:solidFill>
              <a:srgbClr val="F3F6FC"/>
            </a:solidFill>
            <a:ln>
              <a:noFill/>
            </a:ln>
          </p:spPr>
        </p:sp>
        <p:sp>
          <p:nvSpPr>
            <p:cNvPr id="88" name="node12.border"/>
            <p:cNvSpPr/>
            <p:nvPr/>
          </p:nvSpPr>
          <p:spPr>
            <a:xfrm>
              <a:off x="10134600" y="2514600"/>
              <a:ext cx="952500" cy="381000"/>
            </a:xfrm>
            <a:prstGeom prst="rect">
              <a:avLst/>
            </a:prstGeom>
            <a:ln w="12700">
              <a:solidFill>
                <a:srgbClr val="97A4BA"/>
              </a:solidFill>
              <a:prstDash val="solid"/>
            </a:ln>
          </p:spPr>
        </p:sp>
        <p:sp>
          <p:nvSpPr>
            <p:cNvPr id="89" name="node12.placeholder"/>
            <p:cNvSpPr/>
            <p:nvPr/>
          </p:nvSpPr>
          <p:spPr>
            <a:xfrm>
              <a:off x="10160000" y="2628900"/>
              <a:ext cx="9017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ROUTE 53</a:t>
              </a:r>
              <a:endParaRPr lang="en-US" sz="900" spc="54" kern="0" b="0" i="0" dirty="0">
                <a:solidFill>
                  <a:srgbClr val="50658E"/>
                </a:solidFill>
                <a:latin typeface="IBM Plex Mono SemiBold"/>
                <a:ea typeface="IBM Plex Mono SemiBold"/>
                <a:cs typeface="IBM Plex Mono SemiBold"/>
              </a:endParaRPr>
            </a:p>
          </p:txBody>
        </p:sp>
      </p:grpSp>
      <p:grpSp>
        <p:nvGrpSpPr>
          <p:cNvPr id="207" name="node13"/>
          <p:cNvGrpSpPr/>
          <p:nvPr/>
        </p:nvGrpSpPr>
        <p:grpSpPr>
          <a:xfrm>
            <a:off x="952500" y="3200400"/>
            <a:ext cx="5029200" cy="2286000"/>
            <a:chOff x="952500" y="3200400"/>
            <a:chExt cx="5029200" cy="2286000"/>
          </a:xfrm>
        </p:grpSpPr>
        <p:sp>
          <p:nvSpPr>
            <p:cNvPr id="90" name="node13.surface"/>
            <p:cNvSpPr/>
            <p:nvPr/>
          </p:nvSpPr>
          <p:spPr>
            <a:xfrm>
              <a:off x="952500" y="3200400"/>
              <a:ext cx="5029200" cy="2286000"/>
            </a:xfrm>
            <a:prstGeom prst="rect">
              <a:avLst/>
            </a:prstGeom>
            <a:solidFill>
              <a:srgbClr val="FFFFFF"/>
            </a:solidFill>
            <a:ln w="12700">
              <a:solidFill>
                <a:srgbClr val="CED7E6"/>
              </a:solidFill>
              <a:prstDash val="solid"/>
            </a:ln>
          </p:spPr>
        </p:sp>
        <p:sp>
          <p:nvSpPr>
            <p:cNvPr id="91" name="node13.label"/>
            <p:cNvSpPr/>
            <p:nvPr/>
          </p:nvSpPr>
          <p:spPr>
            <a:xfrm>
              <a:off x="1104900" y="3314700"/>
              <a:ext cx="4724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Workload account · Production</a:t>
              </a:r>
              <a:endParaRPr lang="en-US" sz="1400" spc="0" kern="0" b="0" i="0" dirty="0">
                <a:solidFill>
                  <a:srgbClr val="070154"/>
                </a:solidFill>
                <a:latin typeface="IBM Plex Sans SemiBold"/>
                <a:ea typeface="IBM Plex Sans SemiBold"/>
                <a:cs typeface="IBM Plex Sans SemiBold"/>
              </a:endParaRPr>
            </a:p>
          </p:txBody>
        </p:sp>
      </p:grpSp>
      <p:grpSp>
        <p:nvGrpSpPr>
          <p:cNvPr id="208" name="node14"/>
          <p:cNvGrpSpPr/>
          <p:nvPr/>
        </p:nvGrpSpPr>
        <p:grpSpPr>
          <a:xfrm>
            <a:off x="4914900" y="3276600"/>
            <a:ext cx="914400" cy="304800"/>
            <a:chOff x="4914900" y="3276600"/>
            <a:chExt cx="914400" cy="304800"/>
          </a:xfrm>
        </p:grpSpPr>
        <p:sp>
          <p:nvSpPr>
            <p:cNvPr id="92" name="node14.background"/>
            <p:cNvSpPr/>
            <p:nvPr/>
          </p:nvSpPr>
          <p:spPr>
            <a:xfrm>
              <a:off x="4914900" y="3276600"/>
              <a:ext cx="914400" cy="304800"/>
            </a:xfrm>
            <a:prstGeom prst="rect">
              <a:avLst/>
            </a:prstGeom>
            <a:solidFill>
              <a:srgbClr val="FFFFFF"/>
            </a:solidFill>
            <a:ln>
              <a:noFill/>
            </a:ln>
          </p:spPr>
        </p:sp>
        <p:sp>
          <p:nvSpPr>
            <p:cNvPr id="93" name="node14.hatch.000"/>
            <p:cNvSpPr/>
            <p:nvPr/>
          </p:nvSpPr>
          <p:spPr>
            <a:xfrm>
              <a:off x="4914900" y="3276600"/>
              <a:ext cx="914400" cy="304800"/>
            </a:xfrm>
            <a:custGeom>
              <a:avLst/>
              <a:gdLst/>
              <a:ahLst/>
              <a:cxnLst/>
              <a:rect l="l" t="t" r="r" b="b"/>
              <a:pathLst>
                <a:path w="914400" h="304800">
                  <a:moveTo>
                    <a:pt x="0" y="215526"/>
                  </a:moveTo>
                  <a:lnTo>
                    <a:pt x="0" y="107763"/>
                  </a:lnTo>
                  <a:lnTo>
                    <a:pt x="107763" y="0"/>
                  </a:lnTo>
                  <a:lnTo>
                    <a:pt x="215526" y="0"/>
                  </a:lnTo>
                  <a:close/>
                </a:path>
              </a:pathLst>
            </a:custGeom>
            <a:solidFill>
              <a:srgbClr val="F3F6FC"/>
            </a:solidFill>
            <a:ln>
              <a:noFill/>
            </a:ln>
          </p:spPr>
        </p:sp>
        <p:sp>
          <p:nvSpPr>
            <p:cNvPr id="94" name="node14.hatch.001"/>
            <p:cNvSpPr/>
            <p:nvPr/>
          </p:nvSpPr>
          <p:spPr>
            <a:xfrm>
              <a:off x="4914900" y="3276600"/>
              <a:ext cx="914400" cy="304800"/>
            </a:xfrm>
            <a:custGeom>
              <a:avLst/>
              <a:gdLst/>
              <a:ahLst/>
              <a:cxnLst/>
              <a:rect l="l" t="t" r="r" b="b"/>
              <a:pathLst>
                <a:path w="914400" h="304800">
                  <a:moveTo>
                    <a:pt x="323289" y="0"/>
                  </a:moveTo>
                  <a:lnTo>
                    <a:pt x="431052" y="0"/>
                  </a:lnTo>
                  <a:lnTo>
                    <a:pt x="126252" y="304800"/>
                  </a:lnTo>
                  <a:lnTo>
                    <a:pt x="18489" y="304800"/>
                  </a:lnTo>
                  <a:close/>
                </a:path>
              </a:pathLst>
            </a:custGeom>
            <a:solidFill>
              <a:srgbClr val="F3F6FC"/>
            </a:solidFill>
            <a:ln>
              <a:noFill/>
            </a:ln>
          </p:spPr>
        </p:sp>
        <p:sp>
          <p:nvSpPr>
            <p:cNvPr id="95" name="node14.hatch.002"/>
            <p:cNvSpPr/>
            <p:nvPr/>
          </p:nvSpPr>
          <p:spPr>
            <a:xfrm>
              <a:off x="4914900" y="3276600"/>
              <a:ext cx="914400" cy="304800"/>
            </a:xfrm>
            <a:custGeom>
              <a:avLst/>
              <a:gdLst/>
              <a:ahLst/>
              <a:cxnLst/>
              <a:rect l="l" t="t" r="r" b="b"/>
              <a:pathLst>
                <a:path w="914400" h="304800">
                  <a:moveTo>
                    <a:pt x="538815" y="0"/>
                  </a:moveTo>
                  <a:lnTo>
                    <a:pt x="646578" y="0"/>
                  </a:lnTo>
                  <a:lnTo>
                    <a:pt x="341778" y="304800"/>
                  </a:lnTo>
                  <a:lnTo>
                    <a:pt x="234015" y="304800"/>
                  </a:lnTo>
                  <a:close/>
                </a:path>
              </a:pathLst>
            </a:custGeom>
            <a:solidFill>
              <a:srgbClr val="F3F6FC"/>
            </a:solidFill>
            <a:ln>
              <a:noFill/>
            </a:ln>
          </p:spPr>
        </p:sp>
        <p:sp>
          <p:nvSpPr>
            <p:cNvPr id="96" name="node14.hatch.003"/>
            <p:cNvSpPr/>
            <p:nvPr/>
          </p:nvSpPr>
          <p:spPr>
            <a:xfrm>
              <a:off x="4914900" y="3276600"/>
              <a:ext cx="914400" cy="304800"/>
            </a:xfrm>
            <a:custGeom>
              <a:avLst/>
              <a:gdLst/>
              <a:ahLst/>
              <a:cxnLst/>
              <a:rect l="l" t="t" r="r" b="b"/>
              <a:pathLst>
                <a:path w="914400" h="304800">
                  <a:moveTo>
                    <a:pt x="754342" y="0"/>
                  </a:moveTo>
                  <a:lnTo>
                    <a:pt x="862105" y="0"/>
                  </a:lnTo>
                  <a:lnTo>
                    <a:pt x="557305" y="304800"/>
                  </a:lnTo>
                  <a:lnTo>
                    <a:pt x="449542" y="304800"/>
                  </a:lnTo>
                  <a:close/>
                </a:path>
              </a:pathLst>
            </a:custGeom>
            <a:solidFill>
              <a:srgbClr val="F3F6FC"/>
            </a:solidFill>
            <a:ln>
              <a:noFill/>
            </a:ln>
          </p:spPr>
        </p:sp>
        <p:sp>
          <p:nvSpPr>
            <p:cNvPr id="97" name="node14.hatch.004"/>
            <p:cNvSpPr/>
            <p:nvPr/>
          </p:nvSpPr>
          <p:spPr>
            <a:xfrm>
              <a:off x="4914900" y="3276600"/>
              <a:ext cx="914400" cy="304800"/>
            </a:xfrm>
            <a:custGeom>
              <a:avLst/>
              <a:gdLst/>
              <a:ahLst/>
              <a:cxnLst/>
              <a:rect l="l" t="t" r="r" b="b"/>
              <a:pathLst>
                <a:path w="914400" h="304800">
                  <a:moveTo>
                    <a:pt x="914400" y="55468"/>
                  </a:moveTo>
                  <a:lnTo>
                    <a:pt x="914400" y="163231"/>
                  </a:lnTo>
                  <a:lnTo>
                    <a:pt x="772831" y="304800"/>
                  </a:lnTo>
                  <a:lnTo>
                    <a:pt x="665068" y="304800"/>
                  </a:lnTo>
                  <a:close/>
                </a:path>
              </a:pathLst>
            </a:custGeom>
            <a:solidFill>
              <a:srgbClr val="F3F6FC"/>
            </a:solidFill>
            <a:ln>
              <a:noFill/>
            </a:ln>
          </p:spPr>
        </p:sp>
        <p:sp>
          <p:nvSpPr>
            <p:cNvPr id="98" name="node14.hatch.005"/>
            <p:cNvSpPr/>
            <p:nvPr/>
          </p:nvSpPr>
          <p:spPr>
            <a:xfrm>
              <a:off x="4914900" y="3276600"/>
              <a:ext cx="914400" cy="304800"/>
            </a:xfrm>
            <a:custGeom>
              <a:avLst/>
              <a:gdLst/>
              <a:ahLst/>
              <a:cxnLst/>
              <a:rect l="l" t="t" r="r" b="b"/>
              <a:pathLst>
                <a:path w="914400" h="304800">
                  <a:moveTo>
                    <a:pt x="914400" y="270994"/>
                  </a:moveTo>
                  <a:lnTo>
                    <a:pt x="914400" y="304800"/>
                  </a:lnTo>
                  <a:lnTo>
                    <a:pt x="880594" y="304800"/>
                  </a:lnTo>
                  <a:close/>
                </a:path>
              </a:pathLst>
            </a:custGeom>
            <a:solidFill>
              <a:srgbClr val="F3F6FC"/>
            </a:solidFill>
            <a:ln>
              <a:noFill/>
            </a:ln>
          </p:spPr>
        </p:sp>
        <p:sp>
          <p:nvSpPr>
            <p:cNvPr id="99" name="node14.border"/>
            <p:cNvSpPr/>
            <p:nvPr/>
          </p:nvSpPr>
          <p:spPr>
            <a:xfrm>
              <a:off x="4914900" y="3276600"/>
              <a:ext cx="914400" cy="304800"/>
            </a:xfrm>
            <a:prstGeom prst="rect">
              <a:avLst/>
            </a:prstGeom>
            <a:ln w="12700">
              <a:solidFill>
                <a:srgbClr val="97A4BA"/>
              </a:solidFill>
              <a:prstDash val="solid"/>
            </a:ln>
          </p:spPr>
        </p:sp>
        <p:sp>
          <p:nvSpPr>
            <p:cNvPr id="100" name="node14.placeholder"/>
            <p:cNvSpPr/>
            <p:nvPr/>
          </p:nvSpPr>
          <p:spPr>
            <a:xfrm>
              <a:off x="4940300" y="3352800"/>
              <a:ext cx="863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KMS</a:t>
              </a:r>
              <a:endParaRPr lang="en-US" sz="900" spc="54" kern="0" b="0" i="0" dirty="0">
                <a:solidFill>
                  <a:srgbClr val="50658E"/>
                </a:solidFill>
                <a:latin typeface="IBM Plex Mono SemiBold"/>
                <a:ea typeface="IBM Plex Mono SemiBold"/>
                <a:cs typeface="IBM Plex Mono SemiBold"/>
              </a:endParaRPr>
            </a:p>
          </p:txBody>
        </p:sp>
      </p:grpSp>
      <p:grpSp>
        <p:nvGrpSpPr>
          <p:cNvPr id="209" name="node15"/>
          <p:cNvGrpSpPr/>
          <p:nvPr/>
        </p:nvGrpSpPr>
        <p:grpSpPr>
          <a:xfrm>
            <a:off x="1181100" y="3657600"/>
            <a:ext cx="4495800" cy="1600200"/>
            <a:chOff x="1181100" y="3657600"/>
            <a:chExt cx="4495800" cy="1600200"/>
          </a:xfrm>
        </p:grpSpPr>
        <p:sp>
          <p:nvSpPr>
            <p:cNvPr id="101" name="node15.surface"/>
            <p:cNvSpPr/>
            <p:nvPr/>
          </p:nvSpPr>
          <p:spPr>
            <a:xfrm>
              <a:off x="1181100" y="3657600"/>
              <a:ext cx="4495800" cy="1600200"/>
            </a:xfrm>
            <a:prstGeom prst="rect">
              <a:avLst/>
            </a:prstGeom>
            <a:ln w="12700">
              <a:solidFill>
                <a:srgbClr val="070154"/>
              </a:solidFill>
              <a:prstDash val="dash"/>
            </a:ln>
          </p:spPr>
        </p:sp>
        <p:sp>
          <p:nvSpPr>
            <p:cNvPr id="102" name="node15.label"/>
            <p:cNvSpPr/>
            <p:nvPr/>
          </p:nvSpPr>
          <p:spPr>
            <a:xfrm>
              <a:off x="1333500" y="3771900"/>
              <a:ext cx="419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VPC · production</a:t>
              </a:r>
              <a:endParaRPr lang="en-US" sz="1400" spc="0" kern="0" b="0" i="0" dirty="0">
                <a:solidFill>
                  <a:srgbClr val="070154"/>
                </a:solidFill>
                <a:latin typeface="IBM Plex Sans SemiBold"/>
                <a:ea typeface="IBM Plex Sans SemiBold"/>
                <a:cs typeface="IBM Plex Sans SemiBold"/>
              </a:endParaRPr>
            </a:p>
          </p:txBody>
        </p:sp>
      </p:grpSp>
      <p:grpSp>
        <p:nvGrpSpPr>
          <p:cNvPr id="210" name="node16"/>
          <p:cNvGrpSpPr/>
          <p:nvPr/>
        </p:nvGrpSpPr>
        <p:grpSpPr>
          <a:xfrm>
            <a:off x="1409700" y="4114800"/>
            <a:ext cx="1295400" cy="914400"/>
            <a:chOff x="1409700" y="4114800"/>
            <a:chExt cx="1295400" cy="914400"/>
          </a:xfrm>
        </p:grpSpPr>
        <p:sp>
          <p:nvSpPr>
            <p:cNvPr id="103" name="node16.surface"/>
            <p:cNvSpPr/>
            <p:nvPr/>
          </p:nvSpPr>
          <p:spPr>
            <a:xfrm>
              <a:off x="1409700" y="4114800"/>
              <a:ext cx="1295400" cy="914400"/>
            </a:xfrm>
            <a:prstGeom prst="rect">
              <a:avLst/>
            </a:prstGeom>
            <a:solidFill>
              <a:srgbClr val="FFFFFF"/>
            </a:solidFill>
            <a:ln w="12700">
              <a:solidFill>
                <a:srgbClr val="CED7E6"/>
              </a:solidFill>
              <a:prstDash val="solid"/>
            </a:ln>
          </p:spPr>
        </p:sp>
      </p:grpSp>
      <p:grpSp>
        <p:nvGrpSpPr>
          <p:cNvPr id="211" name="node17"/>
          <p:cNvGrpSpPr/>
          <p:nvPr/>
        </p:nvGrpSpPr>
        <p:grpSpPr>
          <a:xfrm>
            <a:off x="1485900" y="4152900"/>
            <a:ext cx="1143000" cy="228600"/>
            <a:chOff x="1485900" y="4152900"/>
            <a:chExt cx="1143000" cy="228600"/>
          </a:xfrm>
        </p:grpSpPr>
        <p:sp>
          <p:nvSpPr>
            <p:cNvPr id="104" name="node17.text"/>
            <p:cNvSpPr/>
            <p:nvPr/>
          </p:nvSpPr>
          <p:spPr>
            <a:xfrm>
              <a:off x="14859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Public</a:t>
              </a:r>
              <a:endParaRPr lang="en-US" sz="1200" spc="0" kern="0" b="0" i="0" dirty="0">
                <a:solidFill>
                  <a:srgbClr val="070154"/>
                </a:solidFill>
                <a:latin typeface="IBM Plex Sans"/>
                <a:ea typeface="IBM Plex Sans"/>
                <a:cs typeface="IBM Plex Sans"/>
              </a:endParaRPr>
            </a:p>
          </p:txBody>
        </p:sp>
      </p:grpSp>
      <p:grpSp>
        <p:nvGrpSpPr>
          <p:cNvPr id="212" name="node18"/>
          <p:cNvGrpSpPr/>
          <p:nvPr/>
        </p:nvGrpSpPr>
        <p:grpSpPr>
          <a:xfrm>
            <a:off x="1485900" y="4457700"/>
            <a:ext cx="1143000" cy="457200"/>
            <a:chOff x="1485900" y="4457700"/>
            <a:chExt cx="1143000" cy="457200"/>
          </a:xfrm>
        </p:grpSpPr>
        <p:sp>
          <p:nvSpPr>
            <p:cNvPr id="105" name="node18.background"/>
            <p:cNvSpPr/>
            <p:nvPr/>
          </p:nvSpPr>
          <p:spPr>
            <a:xfrm>
              <a:off x="1485900" y="4457700"/>
              <a:ext cx="1143000" cy="457200"/>
            </a:xfrm>
            <a:prstGeom prst="rect">
              <a:avLst/>
            </a:prstGeom>
            <a:solidFill>
              <a:srgbClr val="FFFFFF"/>
            </a:solidFill>
            <a:ln>
              <a:noFill/>
            </a:ln>
          </p:spPr>
        </p:sp>
        <p:sp>
          <p:nvSpPr>
            <p:cNvPr id="106" name="node18.hatch.000"/>
            <p:cNvSpPr/>
            <p:nvPr/>
          </p:nvSpPr>
          <p:spPr>
            <a:xfrm>
              <a:off x="14859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07" name="node18.hatch.001"/>
            <p:cNvSpPr/>
            <p:nvPr/>
          </p:nvSpPr>
          <p:spPr>
            <a:xfrm>
              <a:off x="14859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08" name="node18.hatch.002"/>
            <p:cNvSpPr/>
            <p:nvPr/>
          </p:nvSpPr>
          <p:spPr>
            <a:xfrm>
              <a:off x="14859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09" name="node18.hatch.003"/>
            <p:cNvSpPr/>
            <p:nvPr/>
          </p:nvSpPr>
          <p:spPr>
            <a:xfrm>
              <a:off x="14859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10" name="node18.hatch.004"/>
            <p:cNvSpPr/>
            <p:nvPr/>
          </p:nvSpPr>
          <p:spPr>
            <a:xfrm>
              <a:off x="14859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11" name="node18.hatch.005"/>
            <p:cNvSpPr/>
            <p:nvPr/>
          </p:nvSpPr>
          <p:spPr>
            <a:xfrm>
              <a:off x="14859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12" name="node18.hatch.006"/>
            <p:cNvSpPr/>
            <p:nvPr/>
          </p:nvSpPr>
          <p:spPr>
            <a:xfrm>
              <a:off x="14859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13" name="node18.border"/>
            <p:cNvSpPr/>
            <p:nvPr/>
          </p:nvSpPr>
          <p:spPr>
            <a:xfrm>
              <a:off x="1485900" y="4457700"/>
              <a:ext cx="1143000" cy="457200"/>
            </a:xfrm>
            <a:prstGeom prst="rect">
              <a:avLst/>
            </a:prstGeom>
            <a:ln w="12700">
              <a:solidFill>
                <a:srgbClr val="97A4BA"/>
              </a:solidFill>
              <a:prstDash val="solid"/>
            </a:ln>
          </p:spPr>
        </p:sp>
        <p:sp>
          <p:nvSpPr>
            <p:cNvPr id="114" name="node18.placeholder"/>
            <p:cNvSpPr/>
            <p:nvPr/>
          </p:nvSpPr>
          <p:spPr>
            <a:xfrm>
              <a:off x="15113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APPLICATION LOAD BALANCER</a:t>
              </a:r>
              <a:endParaRPr lang="en-US" sz="900" spc="54" kern="0" b="0" i="0" dirty="0">
                <a:solidFill>
                  <a:srgbClr val="50658E"/>
                </a:solidFill>
                <a:latin typeface="IBM Plex Mono SemiBold"/>
                <a:ea typeface="IBM Plex Mono SemiBold"/>
                <a:cs typeface="IBM Plex Mono SemiBold"/>
              </a:endParaRPr>
            </a:p>
          </p:txBody>
        </p:sp>
      </p:grpSp>
      <p:grpSp>
        <p:nvGrpSpPr>
          <p:cNvPr id="213" name="node19"/>
          <p:cNvGrpSpPr/>
          <p:nvPr/>
        </p:nvGrpSpPr>
        <p:grpSpPr>
          <a:xfrm>
            <a:off x="2781300" y="4114800"/>
            <a:ext cx="1295400" cy="914400"/>
            <a:chOff x="2781300" y="4114800"/>
            <a:chExt cx="1295400" cy="914400"/>
          </a:xfrm>
        </p:grpSpPr>
        <p:sp>
          <p:nvSpPr>
            <p:cNvPr id="115" name="node19.surface"/>
            <p:cNvSpPr/>
            <p:nvPr/>
          </p:nvSpPr>
          <p:spPr>
            <a:xfrm>
              <a:off x="2781300" y="4114800"/>
              <a:ext cx="1295400" cy="914400"/>
            </a:xfrm>
            <a:prstGeom prst="rect">
              <a:avLst/>
            </a:prstGeom>
            <a:solidFill>
              <a:srgbClr val="FFFFFF"/>
            </a:solidFill>
            <a:ln w="12700">
              <a:solidFill>
                <a:srgbClr val="CED7E6"/>
              </a:solidFill>
              <a:prstDash val="solid"/>
            </a:ln>
          </p:spPr>
        </p:sp>
      </p:grpSp>
      <p:grpSp>
        <p:nvGrpSpPr>
          <p:cNvPr id="214" name="node20"/>
          <p:cNvGrpSpPr/>
          <p:nvPr/>
        </p:nvGrpSpPr>
        <p:grpSpPr>
          <a:xfrm>
            <a:off x="2857500" y="4152900"/>
            <a:ext cx="1143000" cy="228600"/>
            <a:chOff x="2857500" y="4152900"/>
            <a:chExt cx="1143000" cy="228600"/>
          </a:xfrm>
        </p:grpSpPr>
        <p:sp>
          <p:nvSpPr>
            <p:cNvPr id="116" name="node20.text"/>
            <p:cNvSpPr/>
            <p:nvPr/>
          </p:nvSpPr>
          <p:spPr>
            <a:xfrm>
              <a:off x="28575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app</a:t>
              </a:r>
              <a:endParaRPr lang="en-US" sz="1200" spc="0" kern="0" b="0" i="0" dirty="0">
                <a:solidFill>
                  <a:srgbClr val="070154"/>
                </a:solidFill>
                <a:latin typeface="IBM Plex Sans"/>
                <a:ea typeface="IBM Plex Sans"/>
                <a:cs typeface="IBM Plex Sans"/>
              </a:endParaRPr>
            </a:p>
          </p:txBody>
        </p:sp>
      </p:grpSp>
      <p:grpSp>
        <p:nvGrpSpPr>
          <p:cNvPr id="215" name="node21"/>
          <p:cNvGrpSpPr/>
          <p:nvPr/>
        </p:nvGrpSpPr>
        <p:grpSpPr>
          <a:xfrm>
            <a:off x="2857500" y="4457700"/>
            <a:ext cx="1143000" cy="457200"/>
            <a:chOff x="2857500" y="4457700"/>
            <a:chExt cx="1143000" cy="457200"/>
          </a:xfrm>
        </p:grpSpPr>
        <p:sp>
          <p:nvSpPr>
            <p:cNvPr id="117" name="node21.background"/>
            <p:cNvSpPr/>
            <p:nvPr/>
          </p:nvSpPr>
          <p:spPr>
            <a:xfrm>
              <a:off x="2857500" y="4457700"/>
              <a:ext cx="1143000" cy="457200"/>
            </a:xfrm>
            <a:prstGeom prst="rect">
              <a:avLst/>
            </a:prstGeom>
            <a:solidFill>
              <a:srgbClr val="FFFFFF"/>
            </a:solidFill>
            <a:ln>
              <a:noFill/>
            </a:ln>
          </p:spPr>
        </p:sp>
        <p:sp>
          <p:nvSpPr>
            <p:cNvPr id="118" name="node21.hatch.000"/>
            <p:cNvSpPr/>
            <p:nvPr/>
          </p:nvSpPr>
          <p:spPr>
            <a:xfrm>
              <a:off x="28575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19" name="node21.hatch.001"/>
            <p:cNvSpPr/>
            <p:nvPr/>
          </p:nvSpPr>
          <p:spPr>
            <a:xfrm>
              <a:off x="28575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20" name="node21.hatch.002"/>
            <p:cNvSpPr/>
            <p:nvPr/>
          </p:nvSpPr>
          <p:spPr>
            <a:xfrm>
              <a:off x="28575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21" name="node21.hatch.003"/>
            <p:cNvSpPr/>
            <p:nvPr/>
          </p:nvSpPr>
          <p:spPr>
            <a:xfrm>
              <a:off x="28575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22" name="node21.hatch.004"/>
            <p:cNvSpPr/>
            <p:nvPr/>
          </p:nvSpPr>
          <p:spPr>
            <a:xfrm>
              <a:off x="28575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23" name="node21.hatch.005"/>
            <p:cNvSpPr/>
            <p:nvPr/>
          </p:nvSpPr>
          <p:spPr>
            <a:xfrm>
              <a:off x="28575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24" name="node21.hatch.006"/>
            <p:cNvSpPr/>
            <p:nvPr/>
          </p:nvSpPr>
          <p:spPr>
            <a:xfrm>
              <a:off x="28575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25" name="node21.border"/>
            <p:cNvSpPr/>
            <p:nvPr/>
          </p:nvSpPr>
          <p:spPr>
            <a:xfrm>
              <a:off x="2857500" y="4457700"/>
              <a:ext cx="1143000" cy="457200"/>
            </a:xfrm>
            <a:prstGeom prst="rect">
              <a:avLst/>
            </a:prstGeom>
            <a:ln w="12700">
              <a:solidFill>
                <a:srgbClr val="97A4BA"/>
              </a:solidFill>
              <a:prstDash val="solid"/>
            </a:ln>
          </p:spPr>
        </p:sp>
        <p:sp>
          <p:nvSpPr>
            <p:cNvPr id="126" name="node21.placeholder"/>
            <p:cNvSpPr/>
            <p:nvPr/>
          </p:nvSpPr>
          <p:spPr>
            <a:xfrm>
              <a:off x="2882900" y="4610100"/>
              <a:ext cx="1092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ECS ON FARGATE</a:t>
              </a:r>
              <a:endParaRPr lang="en-US" sz="900" spc="54" kern="0" b="0" i="0" dirty="0">
                <a:solidFill>
                  <a:srgbClr val="50658E"/>
                </a:solidFill>
                <a:latin typeface="IBM Plex Mono SemiBold"/>
                <a:ea typeface="IBM Plex Mono SemiBold"/>
                <a:cs typeface="IBM Plex Mono SemiBold"/>
              </a:endParaRPr>
            </a:p>
          </p:txBody>
        </p:sp>
      </p:grpSp>
      <p:grpSp>
        <p:nvGrpSpPr>
          <p:cNvPr id="216" name="node22"/>
          <p:cNvGrpSpPr/>
          <p:nvPr/>
        </p:nvGrpSpPr>
        <p:grpSpPr>
          <a:xfrm>
            <a:off x="4152900" y="4114800"/>
            <a:ext cx="1295400" cy="914400"/>
            <a:chOff x="4152900" y="4114800"/>
            <a:chExt cx="1295400" cy="914400"/>
          </a:xfrm>
        </p:grpSpPr>
        <p:sp>
          <p:nvSpPr>
            <p:cNvPr id="127" name="node22.surface"/>
            <p:cNvSpPr/>
            <p:nvPr/>
          </p:nvSpPr>
          <p:spPr>
            <a:xfrm>
              <a:off x="4152900" y="4114800"/>
              <a:ext cx="1295400" cy="914400"/>
            </a:xfrm>
            <a:prstGeom prst="rect">
              <a:avLst/>
            </a:prstGeom>
            <a:solidFill>
              <a:srgbClr val="FFFFFF"/>
            </a:solidFill>
            <a:ln w="12700">
              <a:solidFill>
                <a:srgbClr val="CED7E6"/>
              </a:solidFill>
              <a:prstDash val="solid"/>
            </a:ln>
          </p:spPr>
        </p:sp>
      </p:grpSp>
      <p:grpSp>
        <p:nvGrpSpPr>
          <p:cNvPr id="217" name="node23"/>
          <p:cNvGrpSpPr/>
          <p:nvPr/>
        </p:nvGrpSpPr>
        <p:grpSpPr>
          <a:xfrm>
            <a:off x="4229100" y="4152900"/>
            <a:ext cx="1143000" cy="228600"/>
            <a:chOff x="4229100" y="4152900"/>
            <a:chExt cx="1143000" cy="228600"/>
          </a:xfrm>
        </p:grpSpPr>
        <p:sp>
          <p:nvSpPr>
            <p:cNvPr id="128" name="node23.text"/>
            <p:cNvSpPr/>
            <p:nvPr/>
          </p:nvSpPr>
          <p:spPr>
            <a:xfrm>
              <a:off x="42291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data</a:t>
              </a:r>
              <a:endParaRPr lang="en-US" sz="1200" spc="0" kern="0" b="0" i="0" dirty="0">
                <a:solidFill>
                  <a:srgbClr val="070154"/>
                </a:solidFill>
                <a:latin typeface="IBM Plex Sans"/>
                <a:ea typeface="IBM Plex Sans"/>
                <a:cs typeface="IBM Plex Sans"/>
              </a:endParaRPr>
            </a:p>
          </p:txBody>
        </p:sp>
      </p:grpSp>
      <p:grpSp>
        <p:nvGrpSpPr>
          <p:cNvPr id="218" name="node24"/>
          <p:cNvGrpSpPr/>
          <p:nvPr/>
        </p:nvGrpSpPr>
        <p:grpSpPr>
          <a:xfrm>
            <a:off x="4229100" y="4457700"/>
            <a:ext cx="1143000" cy="457200"/>
            <a:chOff x="4229100" y="4457700"/>
            <a:chExt cx="1143000" cy="457200"/>
          </a:xfrm>
        </p:grpSpPr>
        <p:sp>
          <p:nvSpPr>
            <p:cNvPr id="129" name="node24.background"/>
            <p:cNvSpPr/>
            <p:nvPr/>
          </p:nvSpPr>
          <p:spPr>
            <a:xfrm>
              <a:off x="4229100" y="4457700"/>
              <a:ext cx="1143000" cy="457200"/>
            </a:xfrm>
            <a:prstGeom prst="rect">
              <a:avLst/>
            </a:prstGeom>
            <a:solidFill>
              <a:srgbClr val="FFFFFF"/>
            </a:solidFill>
            <a:ln>
              <a:noFill/>
            </a:ln>
          </p:spPr>
        </p:sp>
        <p:sp>
          <p:nvSpPr>
            <p:cNvPr id="130" name="node24.hatch.000"/>
            <p:cNvSpPr/>
            <p:nvPr/>
          </p:nvSpPr>
          <p:spPr>
            <a:xfrm>
              <a:off x="42291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31" name="node24.hatch.001"/>
            <p:cNvSpPr/>
            <p:nvPr/>
          </p:nvSpPr>
          <p:spPr>
            <a:xfrm>
              <a:off x="42291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32" name="node24.hatch.002"/>
            <p:cNvSpPr/>
            <p:nvPr/>
          </p:nvSpPr>
          <p:spPr>
            <a:xfrm>
              <a:off x="42291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33" name="node24.hatch.003"/>
            <p:cNvSpPr/>
            <p:nvPr/>
          </p:nvSpPr>
          <p:spPr>
            <a:xfrm>
              <a:off x="42291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34" name="node24.hatch.004"/>
            <p:cNvSpPr/>
            <p:nvPr/>
          </p:nvSpPr>
          <p:spPr>
            <a:xfrm>
              <a:off x="42291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35" name="node24.hatch.005"/>
            <p:cNvSpPr/>
            <p:nvPr/>
          </p:nvSpPr>
          <p:spPr>
            <a:xfrm>
              <a:off x="42291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36" name="node24.hatch.006"/>
            <p:cNvSpPr/>
            <p:nvPr/>
          </p:nvSpPr>
          <p:spPr>
            <a:xfrm>
              <a:off x="42291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37" name="node24.border"/>
            <p:cNvSpPr/>
            <p:nvPr/>
          </p:nvSpPr>
          <p:spPr>
            <a:xfrm>
              <a:off x="4229100" y="4457700"/>
              <a:ext cx="1143000" cy="457200"/>
            </a:xfrm>
            <a:prstGeom prst="rect">
              <a:avLst/>
            </a:prstGeom>
            <a:ln w="12700">
              <a:solidFill>
                <a:srgbClr val="97A4BA"/>
              </a:solidFill>
              <a:prstDash val="solid"/>
            </a:ln>
          </p:spPr>
        </p:sp>
        <p:sp>
          <p:nvSpPr>
            <p:cNvPr id="138" name="node24.placeholder"/>
            <p:cNvSpPr/>
            <p:nvPr/>
          </p:nvSpPr>
          <p:spPr>
            <a:xfrm>
              <a:off x="42545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RDS FOR POSTGRESQL</a:t>
              </a:r>
              <a:endParaRPr lang="en-US" sz="900" spc="54" kern="0" b="0" i="0" dirty="0">
                <a:solidFill>
                  <a:srgbClr val="50658E"/>
                </a:solidFill>
                <a:latin typeface="IBM Plex Mono SemiBold"/>
                <a:ea typeface="IBM Plex Mono SemiBold"/>
                <a:cs typeface="IBM Plex Mono SemiBold"/>
              </a:endParaRPr>
            </a:p>
          </p:txBody>
        </p:sp>
      </p:grpSp>
      <p:grpSp>
        <p:nvGrpSpPr>
          <p:cNvPr id="219" name="node25"/>
          <p:cNvGrpSpPr/>
          <p:nvPr/>
        </p:nvGrpSpPr>
        <p:grpSpPr>
          <a:xfrm>
            <a:off x="6210300" y="3200400"/>
            <a:ext cx="5029200" cy="2286000"/>
            <a:chOff x="6210300" y="3200400"/>
            <a:chExt cx="5029200" cy="2286000"/>
          </a:xfrm>
        </p:grpSpPr>
        <p:sp>
          <p:nvSpPr>
            <p:cNvPr id="139" name="node25.surface"/>
            <p:cNvSpPr/>
            <p:nvPr/>
          </p:nvSpPr>
          <p:spPr>
            <a:xfrm>
              <a:off x="6210300" y="3200400"/>
              <a:ext cx="5029200" cy="2286000"/>
            </a:xfrm>
            <a:prstGeom prst="rect">
              <a:avLst/>
            </a:prstGeom>
            <a:solidFill>
              <a:srgbClr val="FFFFFF"/>
            </a:solidFill>
            <a:ln w="12700">
              <a:solidFill>
                <a:srgbClr val="CED7E6"/>
              </a:solidFill>
              <a:prstDash val="solid"/>
            </a:ln>
          </p:spPr>
        </p:sp>
        <p:sp>
          <p:nvSpPr>
            <p:cNvPr id="140" name="node25.label"/>
            <p:cNvSpPr/>
            <p:nvPr/>
          </p:nvSpPr>
          <p:spPr>
            <a:xfrm>
              <a:off x="6362700" y="3314700"/>
              <a:ext cx="4724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Workload account · Non-production</a:t>
              </a:r>
              <a:endParaRPr lang="en-US" sz="1400" spc="0" kern="0" b="0" i="0" dirty="0">
                <a:solidFill>
                  <a:srgbClr val="070154"/>
                </a:solidFill>
                <a:latin typeface="IBM Plex Sans SemiBold"/>
                <a:ea typeface="IBM Plex Sans SemiBold"/>
                <a:cs typeface="IBM Plex Sans SemiBold"/>
              </a:endParaRPr>
            </a:p>
          </p:txBody>
        </p:sp>
      </p:grpSp>
      <p:grpSp>
        <p:nvGrpSpPr>
          <p:cNvPr id="220" name="node26"/>
          <p:cNvGrpSpPr/>
          <p:nvPr/>
        </p:nvGrpSpPr>
        <p:grpSpPr>
          <a:xfrm>
            <a:off x="10172700" y="3276600"/>
            <a:ext cx="914400" cy="304800"/>
            <a:chOff x="10172700" y="3276600"/>
            <a:chExt cx="914400" cy="304800"/>
          </a:xfrm>
        </p:grpSpPr>
        <p:sp>
          <p:nvSpPr>
            <p:cNvPr id="141" name="node26.background"/>
            <p:cNvSpPr/>
            <p:nvPr/>
          </p:nvSpPr>
          <p:spPr>
            <a:xfrm>
              <a:off x="10172700" y="3276600"/>
              <a:ext cx="914400" cy="304800"/>
            </a:xfrm>
            <a:prstGeom prst="rect">
              <a:avLst/>
            </a:prstGeom>
            <a:solidFill>
              <a:srgbClr val="FFFFFF"/>
            </a:solidFill>
            <a:ln>
              <a:noFill/>
            </a:ln>
          </p:spPr>
        </p:sp>
        <p:sp>
          <p:nvSpPr>
            <p:cNvPr id="142" name="node26.hatch.000"/>
            <p:cNvSpPr/>
            <p:nvPr/>
          </p:nvSpPr>
          <p:spPr>
            <a:xfrm>
              <a:off x="10172700" y="3276600"/>
              <a:ext cx="914400" cy="304800"/>
            </a:xfrm>
            <a:custGeom>
              <a:avLst/>
              <a:gdLst/>
              <a:ahLst/>
              <a:cxnLst/>
              <a:rect l="l" t="t" r="r" b="b"/>
              <a:pathLst>
                <a:path w="914400" h="304800">
                  <a:moveTo>
                    <a:pt x="0" y="215526"/>
                  </a:moveTo>
                  <a:lnTo>
                    <a:pt x="0" y="107763"/>
                  </a:lnTo>
                  <a:lnTo>
                    <a:pt x="107763" y="0"/>
                  </a:lnTo>
                  <a:lnTo>
                    <a:pt x="215526" y="0"/>
                  </a:lnTo>
                  <a:close/>
                </a:path>
              </a:pathLst>
            </a:custGeom>
            <a:solidFill>
              <a:srgbClr val="F3F6FC"/>
            </a:solidFill>
            <a:ln>
              <a:noFill/>
            </a:ln>
          </p:spPr>
        </p:sp>
        <p:sp>
          <p:nvSpPr>
            <p:cNvPr id="143" name="node26.hatch.001"/>
            <p:cNvSpPr/>
            <p:nvPr/>
          </p:nvSpPr>
          <p:spPr>
            <a:xfrm>
              <a:off x="10172700" y="3276600"/>
              <a:ext cx="914400" cy="304800"/>
            </a:xfrm>
            <a:custGeom>
              <a:avLst/>
              <a:gdLst/>
              <a:ahLst/>
              <a:cxnLst/>
              <a:rect l="l" t="t" r="r" b="b"/>
              <a:pathLst>
                <a:path w="914400" h="304800">
                  <a:moveTo>
                    <a:pt x="323289" y="0"/>
                  </a:moveTo>
                  <a:lnTo>
                    <a:pt x="431052" y="0"/>
                  </a:lnTo>
                  <a:lnTo>
                    <a:pt x="126252" y="304800"/>
                  </a:lnTo>
                  <a:lnTo>
                    <a:pt x="18489" y="304800"/>
                  </a:lnTo>
                  <a:close/>
                </a:path>
              </a:pathLst>
            </a:custGeom>
            <a:solidFill>
              <a:srgbClr val="F3F6FC"/>
            </a:solidFill>
            <a:ln>
              <a:noFill/>
            </a:ln>
          </p:spPr>
        </p:sp>
        <p:sp>
          <p:nvSpPr>
            <p:cNvPr id="144" name="node26.hatch.002"/>
            <p:cNvSpPr/>
            <p:nvPr/>
          </p:nvSpPr>
          <p:spPr>
            <a:xfrm>
              <a:off x="10172700" y="3276600"/>
              <a:ext cx="914400" cy="304800"/>
            </a:xfrm>
            <a:custGeom>
              <a:avLst/>
              <a:gdLst/>
              <a:ahLst/>
              <a:cxnLst/>
              <a:rect l="l" t="t" r="r" b="b"/>
              <a:pathLst>
                <a:path w="914400" h="304800">
                  <a:moveTo>
                    <a:pt x="538815" y="0"/>
                  </a:moveTo>
                  <a:lnTo>
                    <a:pt x="646578" y="0"/>
                  </a:lnTo>
                  <a:lnTo>
                    <a:pt x="341778" y="304800"/>
                  </a:lnTo>
                  <a:lnTo>
                    <a:pt x="234015" y="304800"/>
                  </a:lnTo>
                  <a:close/>
                </a:path>
              </a:pathLst>
            </a:custGeom>
            <a:solidFill>
              <a:srgbClr val="F3F6FC"/>
            </a:solidFill>
            <a:ln>
              <a:noFill/>
            </a:ln>
          </p:spPr>
        </p:sp>
        <p:sp>
          <p:nvSpPr>
            <p:cNvPr id="145" name="node26.hatch.003"/>
            <p:cNvSpPr/>
            <p:nvPr/>
          </p:nvSpPr>
          <p:spPr>
            <a:xfrm>
              <a:off x="10172700" y="3276600"/>
              <a:ext cx="914400" cy="304800"/>
            </a:xfrm>
            <a:custGeom>
              <a:avLst/>
              <a:gdLst/>
              <a:ahLst/>
              <a:cxnLst/>
              <a:rect l="l" t="t" r="r" b="b"/>
              <a:pathLst>
                <a:path w="914400" h="304800">
                  <a:moveTo>
                    <a:pt x="754342" y="0"/>
                  </a:moveTo>
                  <a:lnTo>
                    <a:pt x="862105" y="0"/>
                  </a:lnTo>
                  <a:lnTo>
                    <a:pt x="557305" y="304800"/>
                  </a:lnTo>
                  <a:lnTo>
                    <a:pt x="449542" y="304800"/>
                  </a:lnTo>
                  <a:close/>
                </a:path>
              </a:pathLst>
            </a:custGeom>
            <a:solidFill>
              <a:srgbClr val="F3F6FC"/>
            </a:solidFill>
            <a:ln>
              <a:noFill/>
            </a:ln>
          </p:spPr>
        </p:sp>
        <p:sp>
          <p:nvSpPr>
            <p:cNvPr id="146" name="node26.hatch.004"/>
            <p:cNvSpPr/>
            <p:nvPr/>
          </p:nvSpPr>
          <p:spPr>
            <a:xfrm>
              <a:off x="10172700" y="3276600"/>
              <a:ext cx="914400" cy="304800"/>
            </a:xfrm>
            <a:custGeom>
              <a:avLst/>
              <a:gdLst/>
              <a:ahLst/>
              <a:cxnLst/>
              <a:rect l="l" t="t" r="r" b="b"/>
              <a:pathLst>
                <a:path w="914400" h="304800">
                  <a:moveTo>
                    <a:pt x="914400" y="55468"/>
                  </a:moveTo>
                  <a:lnTo>
                    <a:pt x="914400" y="163231"/>
                  </a:lnTo>
                  <a:lnTo>
                    <a:pt x="772831" y="304800"/>
                  </a:lnTo>
                  <a:lnTo>
                    <a:pt x="665068" y="304800"/>
                  </a:lnTo>
                  <a:close/>
                </a:path>
              </a:pathLst>
            </a:custGeom>
            <a:solidFill>
              <a:srgbClr val="F3F6FC"/>
            </a:solidFill>
            <a:ln>
              <a:noFill/>
            </a:ln>
          </p:spPr>
        </p:sp>
        <p:sp>
          <p:nvSpPr>
            <p:cNvPr id="147" name="node26.hatch.005"/>
            <p:cNvSpPr/>
            <p:nvPr/>
          </p:nvSpPr>
          <p:spPr>
            <a:xfrm>
              <a:off x="10172700" y="3276600"/>
              <a:ext cx="914400" cy="304800"/>
            </a:xfrm>
            <a:custGeom>
              <a:avLst/>
              <a:gdLst/>
              <a:ahLst/>
              <a:cxnLst/>
              <a:rect l="l" t="t" r="r" b="b"/>
              <a:pathLst>
                <a:path w="914400" h="304800">
                  <a:moveTo>
                    <a:pt x="914400" y="270994"/>
                  </a:moveTo>
                  <a:lnTo>
                    <a:pt x="914400" y="304800"/>
                  </a:lnTo>
                  <a:lnTo>
                    <a:pt x="880594" y="304800"/>
                  </a:lnTo>
                  <a:close/>
                </a:path>
              </a:pathLst>
            </a:custGeom>
            <a:solidFill>
              <a:srgbClr val="F3F6FC"/>
            </a:solidFill>
            <a:ln>
              <a:noFill/>
            </a:ln>
          </p:spPr>
        </p:sp>
        <p:sp>
          <p:nvSpPr>
            <p:cNvPr id="148" name="node26.border"/>
            <p:cNvSpPr/>
            <p:nvPr/>
          </p:nvSpPr>
          <p:spPr>
            <a:xfrm>
              <a:off x="10172700" y="3276600"/>
              <a:ext cx="914400" cy="304800"/>
            </a:xfrm>
            <a:prstGeom prst="rect">
              <a:avLst/>
            </a:prstGeom>
            <a:ln w="12700">
              <a:solidFill>
                <a:srgbClr val="97A4BA"/>
              </a:solidFill>
              <a:prstDash val="solid"/>
            </a:ln>
          </p:spPr>
        </p:sp>
        <p:sp>
          <p:nvSpPr>
            <p:cNvPr id="149" name="node26.placeholder"/>
            <p:cNvSpPr/>
            <p:nvPr/>
          </p:nvSpPr>
          <p:spPr>
            <a:xfrm>
              <a:off x="10198100" y="3352800"/>
              <a:ext cx="863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KMS</a:t>
              </a:r>
              <a:endParaRPr lang="en-US" sz="900" spc="54" kern="0" b="0" i="0" dirty="0">
                <a:solidFill>
                  <a:srgbClr val="50658E"/>
                </a:solidFill>
                <a:latin typeface="IBM Plex Mono SemiBold"/>
                <a:ea typeface="IBM Plex Mono SemiBold"/>
                <a:cs typeface="IBM Plex Mono SemiBold"/>
              </a:endParaRPr>
            </a:p>
          </p:txBody>
        </p:sp>
      </p:grpSp>
      <p:grpSp>
        <p:nvGrpSpPr>
          <p:cNvPr id="221" name="node27"/>
          <p:cNvGrpSpPr/>
          <p:nvPr/>
        </p:nvGrpSpPr>
        <p:grpSpPr>
          <a:xfrm>
            <a:off x="6438900" y="3657600"/>
            <a:ext cx="4495800" cy="1600200"/>
            <a:chOff x="6438900" y="3657600"/>
            <a:chExt cx="4495800" cy="1600200"/>
          </a:xfrm>
        </p:grpSpPr>
        <p:sp>
          <p:nvSpPr>
            <p:cNvPr id="150" name="node27.surface"/>
            <p:cNvSpPr/>
            <p:nvPr/>
          </p:nvSpPr>
          <p:spPr>
            <a:xfrm>
              <a:off x="6438900" y="3657600"/>
              <a:ext cx="4495800" cy="1600200"/>
            </a:xfrm>
            <a:prstGeom prst="rect">
              <a:avLst/>
            </a:prstGeom>
            <a:ln w="12700">
              <a:solidFill>
                <a:srgbClr val="070154"/>
              </a:solidFill>
              <a:prstDash val="dash"/>
            </a:ln>
          </p:spPr>
        </p:sp>
        <p:sp>
          <p:nvSpPr>
            <p:cNvPr id="151" name="node27.label"/>
            <p:cNvSpPr/>
            <p:nvPr/>
          </p:nvSpPr>
          <p:spPr>
            <a:xfrm>
              <a:off x="6591300" y="3771900"/>
              <a:ext cx="419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VPC · non-production</a:t>
              </a:r>
              <a:endParaRPr lang="en-US" sz="1400" spc="0" kern="0" b="0" i="0" dirty="0">
                <a:solidFill>
                  <a:srgbClr val="070154"/>
                </a:solidFill>
                <a:latin typeface="IBM Plex Sans SemiBold"/>
                <a:ea typeface="IBM Plex Sans SemiBold"/>
                <a:cs typeface="IBM Plex Sans SemiBold"/>
              </a:endParaRPr>
            </a:p>
          </p:txBody>
        </p:sp>
      </p:grpSp>
      <p:grpSp>
        <p:nvGrpSpPr>
          <p:cNvPr id="222" name="node28"/>
          <p:cNvGrpSpPr/>
          <p:nvPr/>
        </p:nvGrpSpPr>
        <p:grpSpPr>
          <a:xfrm>
            <a:off x="6667500" y="4114800"/>
            <a:ext cx="1295400" cy="914400"/>
            <a:chOff x="6667500" y="4114800"/>
            <a:chExt cx="1295400" cy="914400"/>
          </a:xfrm>
        </p:grpSpPr>
        <p:sp>
          <p:nvSpPr>
            <p:cNvPr id="152" name="node28.surface"/>
            <p:cNvSpPr/>
            <p:nvPr/>
          </p:nvSpPr>
          <p:spPr>
            <a:xfrm>
              <a:off x="6667500" y="4114800"/>
              <a:ext cx="1295400" cy="914400"/>
            </a:xfrm>
            <a:prstGeom prst="rect">
              <a:avLst/>
            </a:prstGeom>
            <a:solidFill>
              <a:srgbClr val="FFFFFF"/>
            </a:solidFill>
            <a:ln w="12700">
              <a:solidFill>
                <a:srgbClr val="CED7E6"/>
              </a:solidFill>
              <a:prstDash val="solid"/>
            </a:ln>
          </p:spPr>
        </p:sp>
      </p:grpSp>
      <p:grpSp>
        <p:nvGrpSpPr>
          <p:cNvPr id="223" name="node29"/>
          <p:cNvGrpSpPr/>
          <p:nvPr/>
        </p:nvGrpSpPr>
        <p:grpSpPr>
          <a:xfrm>
            <a:off x="6743700" y="4152900"/>
            <a:ext cx="1143000" cy="228600"/>
            <a:chOff x="6743700" y="4152900"/>
            <a:chExt cx="1143000" cy="228600"/>
          </a:xfrm>
        </p:grpSpPr>
        <p:sp>
          <p:nvSpPr>
            <p:cNvPr id="153" name="node29.text"/>
            <p:cNvSpPr/>
            <p:nvPr/>
          </p:nvSpPr>
          <p:spPr>
            <a:xfrm>
              <a:off x="67437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Public</a:t>
              </a:r>
              <a:endParaRPr lang="en-US" sz="1200" spc="0" kern="0" b="0" i="0" dirty="0">
                <a:solidFill>
                  <a:srgbClr val="070154"/>
                </a:solidFill>
                <a:latin typeface="IBM Plex Sans"/>
                <a:ea typeface="IBM Plex Sans"/>
                <a:cs typeface="IBM Plex Sans"/>
              </a:endParaRPr>
            </a:p>
          </p:txBody>
        </p:sp>
      </p:grpSp>
      <p:grpSp>
        <p:nvGrpSpPr>
          <p:cNvPr id="224" name="node30"/>
          <p:cNvGrpSpPr/>
          <p:nvPr/>
        </p:nvGrpSpPr>
        <p:grpSpPr>
          <a:xfrm>
            <a:off x="6743700" y="4457700"/>
            <a:ext cx="1143000" cy="457200"/>
            <a:chOff x="6743700" y="4457700"/>
            <a:chExt cx="1143000" cy="457200"/>
          </a:xfrm>
        </p:grpSpPr>
        <p:sp>
          <p:nvSpPr>
            <p:cNvPr id="154" name="node30.background"/>
            <p:cNvSpPr/>
            <p:nvPr/>
          </p:nvSpPr>
          <p:spPr>
            <a:xfrm>
              <a:off x="6743700" y="4457700"/>
              <a:ext cx="1143000" cy="457200"/>
            </a:xfrm>
            <a:prstGeom prst="rect">
              <a:avLst/>
            </a:prstGeom>
            <a:solidFill>
              <a:srgbClr val="FFFFFF"/>
            </a:solidFill>
            <a:ln>
              <a:noFill/>
            </a:ln>
          </p:spPr>
        </p:sp>
        <p:sp>
          <p:nvSpPr>
            <p:cNvPr id="155" name="node30.hatch.000"/>
            <p:cNvSpPr/>
            <p:nvPr/>
          </p:nvSpPr>
          <p:spPr>
            <a:xfrm>
              <a:off x="67437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56" name="node30.hatch.001"/>
            <p:cNvSpPr/>
            <p:nvPr/>
          </p:nvSpPr>
          <p:spPr>
            <a:xfrm>
              <a:off x="67437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57" name="node30.hatch.002"/>
            <p:cNvSpPr/>
            <p:nvPr/>
          </p:nvSpPr>
          <p:spPr>
            <a:xfrm>
              <a:off x="67437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58" name="node30.hatch.003"/>
            <p:cNvSpPr/>
            <p:nvPr/>
          </p:nvSpPr>
          <p:spPr>
            <a:xfrm>
              <a:off x="67437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59" name="node30.hatch.004"/>
            <p:cNvSpPr/>
            <p:nvPr/>
          </p:nvSpPr>
          <p:spPr>
            <a:xfrm>
              <a:off x="67437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60" name="node30.hatch.005"/>
            <p:cNvSpPr/>
            <p:nvPr/>
          </p:nvSpPr>
          <p:spPr>
            <a:xfrm>
              <a:off x="67437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61" name="node30.hatch.006"/>
            <p:cNvSpPr/>
            <p:nvPr/>
          </p:nvSpPr>
          <p:spPr>
            <a:xfrm>
              <a:off x="67437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62" name="node30.border"/>
            <p:cNvSpPr/>
            <p:nvPr/>
          </p:nvSpPr>
          <p:spPr>
            <a:xfrm>
              <a:off x="6743700" y="4457700"/>
              <a:ext cx="1143000" cy="457200"/>
            </a:xfrm>
            <a:prstGeom prst="rect">
              <a:avLst/>
            </a:prstGeom>
            <a:ln w="12700">
              <a:solidFill>
                <a:srgbClr val="97A4BA"/>
              </a:solidFill>
              <a:prstDash val="solid"/>
            </a:ln>
          </p:spPr>
        </p:sp>
        <p:sp>
          <p:nvSpPr>
            <p:cNvPr id="163" name="node30.placeholder"/>
            <p:cNvSpPr/>
            <p:nvPr/>
          </p:nvSpPr>
          <p:spPr>
            <a:xfrm>
              <a:off x="67691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APPLICATION LOAD BALANCER</a:t>
              </a:r>
              <a:endParaRPr lang="en-US" sz="900" spc="54" kern="0" b="0" i="0" dirty="0">
                <a:solidFill>
                  <a:srgbClr val="50658E"/>
                </a:solidFill>
                <a:latin typeface="IBM Plex Mono SemiBold"/>
                <a:ea typeface="IBM Plex Mono SemiBold"/>
                <a:cs typeface="IBM Plex Mono SemiBold"/>
              </a:endParaRPr>
            </a:p>
          </p:txBody>
        </p:sp>
      </p:grpSp>
      <p:grpSp>
        <p:nvGrpSpPr>
          <p:cNvPr id="225" name="node31"/>
          <p:cNvGrpSpPr/>
          <p:nvPr/>
        </p:nvGrpSpPr>
        <p:grpSpPr>
          <a:xfrm>
            <a:off x="8039100" y="4114800"/>
            <a:ext cx="1295400" cy="914400"/>
            <a:chOff x="8039100" y="4114800"/>
            <a:chExt cx="1295400" cy="914400"/>
          </a:xfrm>
        </p:grpSpPr>
        <p:sp>
          <p:nvSpPr>
            <p:cNvPr id="164" name="node31.surface"/>
            <p:cNvSpPr/>
            <p:nvPr/>
          </p:nvSpPr>
          <p:spPr>
            <a:xfrm>
              <a:off x="8039100" y="4114800"/>
              <a:ext cx="1295400" cy="914400"/>
            </a:xfrm>
            <a:prstGeom prst="rect">
              <a:avLst/>
            </a:prstGeom>
            <a:solidFill>
              <a:srgbClr val="FFFFFF"/>
            </a:solidFill>
            <a:ln w="12700">
              <a:solidFill>
                <a:srgbClr val="CED7E6"/>
              </a:solidFill>
              <a:prstDash val="solid"/>
            </a:ln>
          </p:spPr>
        </p:sp>
      </p:grpSp>
      <p:grpSp>
        <p:nvGrpSpPr>
          <p:cNvPr id="226" name="node32"/>
          <p:cNvGrpSpPr/>
          <p:nvPr/>
        </p:nvGrpSpPr>
        <p:grpSpPr>
          <a:xfrm>
            <a:off x="8115300" y="4152900"/>
            <a:ext cx="1143000" cy="228600"/>
            <a:chOff x="8115300" y="4152900"/>
            <a:chExt cx="1143000" cy="228600"/>
          </a:xfrm>
        </p:grpSpPr>
        <p:sp>
          <p:nvSpPr>
            <p:cNvPr id="165" name="node32.text"/>
            <p:cNvSpPr/>
            <p:nvPr/>
          </p:nvSpPr>
          <p:spPr>
            <a:xfrm>
              <a:off x="81153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app</a:t>
              </a:r>
              <a:endParaRPr lang="en-US" sz="1200" spc="0" kern="0" b="0" i="0" dirty="0">
                <a:solidFill>
                  <a:srgbClr val="070154"/>
                </a:solidFill>
                <a:latin typeface="IBM Plex Sans"/>
                <a:ea typeface="IBM Plex Sans"/>
                <a:cs typeface="IBM Plex Sans"/>
              </a:endParaRPr>
            </a:p>
          </p:txBody>
        </p:sp>
      </p:grpSp>
      <p:grpSp>
        <p:nvGrpSpPr>
          <p:cNvPr id="227" name="node33"/>
          <p:cNvGrpSpPr/>
          <p:nvPr/>
        </p:nvGrpSpPr>
        <p:grpSpPr>
          <a:xfrm>
            <a:off x="8115300" y="4457700"/>
            <a:ext cx="1143000" cy="457200"/>
            <a:chOff x="8115300" y="4457700"/>
            <a:chExt cx="1143000" cy="457200"/>
          </a:xfrm>
        </p:grpSpPr>
        <p:sp>
          <p:nvSpPr>
            <p:cNvPr id="166" name="node33.background"/>
            <p:cNvSpPr/>
            <p:nvPr/>
          </p:nvSpPr>
          <p:spPr>
            <a:xfrm>
              <a:off x="8115300" y="4457700"/>
              <a:ext cx="1143000" cy="457200"/>
            </a:xfrm>
            <a:prstGeom prst="rect">
              <a:avLst/>
            </a:prstGeom>
            <a:solidFill>
              <a:srgbClr val="FFFFFF"/>
            </a:solidFill>
            <a:ln>
              <a:noFill/>
            </a:ln>
          </p:spPr>
        </p:sp>
        <p:sp>
          <p:nvSpPr>
            <p:cNvPr id="167" name="node33.hatch.000"/>
            <p:cNvSpPr/>
            <p:nvPr/>
          </p:nvSpPr>
          <p:spPr>
            <a:xfrm>
              <a:off x="81153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68" name="node33.hatch.001"/>
            <p:cNvSpPr/>
            <p:nvPr/>
          </p:nvSpPr>
          <p:spPr>
            <a:xfrm>
              <a:off x="81153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69" name="node33.hatch.002"/>
            <p:cNvSpPr/>
            <p:nvPr/>
          </p:nvSpPr>
          <p:spPr>
            <a:xfrm>
              <a:off x="81153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70" name="node33.hatch.003"/>
            <p:cNvSpPr/>
            <p:nvPr/>
          </p:nvSpPr>
          <p:spPr>
            <a:xfrm>
              <a:off x="81153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71" name="node33.hatch.004"/>
            <p:cNvSpPr/>
            <p:nvPr/>
          </p:nvSpPr>
          <p:spPr>
            <a:xfrm>
              <a:off x="81153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72" name="node33.hatch.005"/>
            <p:cNvSpPr/>
            <p:nvPr/>
          </p:nvSpPr>
          <p:spPr>
            <a:xfrm>
              <a:off x="81153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73" name="node33.hatch.006"/>
            <p:cNvSpPr/>
            <p:nvPr/>
          </p:nvSpPr>
          <p:spPr>
            <a:xfrm>
              <a:off x="81153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74" name="node33.border"/>
            <p:cNvSpPr/>
            <p:nvPr/>
          </p:nvSpPr>
          <p:spPr>
            <a:xfrm>
              <a:off x="8115300" y="4457700"/>
              <a:ext cx="1143000" cy="457200"/>
            </a:xfrm>
            <a:prstGeom prst="rect">
              <a:avLst/>
            </a:prstGeom>
            <a:ln w="12700">
              <a:solidFill>
                <a:srgbClr val="97A4BA"/>
              </a:solidFill>
              <a:prstDash val="solid"/>
            </a:ln>
          </p:spPr>
        </p:sp>
        <p:sp>
          <p:nvSpPr>
            <p:cNvPr id="175" name="node33.placeholder"/>
            <p:cNvSpPr/>
            <p:nvPr/>
          </p:nvSpPr>
          <p:spPr>
            <a:xfrm>
              <a:off x="8140700" y="4610100"/>
              <a:ext cx="1092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ECS ON FARGATE</a:t>
              </a:r>
              <a:endParaRPr lang="en-US" sz="900" spc="54" kern="0" b="0" i="0" dirty="0">
                <a:solidFill>
                  <a:srgbClr val="50658E"/>
                </a:solidFill>
                <a:latin typeface="IBM Plex Mono SemiBold"/>
                <a:ea typeface="IBM Plex Mono SemiBold"/>
                <a:cs typeface="IBM Plex Mono SemiBold"/>
              </a:endParaRPr>
            </a:p>
          </p:txBody>
        </p:sp>
      </p:grpSp>
      <p:grpSp>
        <p:nvGrpSpPr>
          <p:cNvPr id="228" name="node34"/>
          <p:cNvGrpSpPr/>
          <p:nvPr/>
        </p:nvGrpSpPr>
        <p:grpSpPr>
          <a:xfrm>
            <a:off x="9410700" y="4114800"/>
            <a:ext cx="1295400" cy="914400"/>
            <a:chOff x="9410700" y="4114800"/>
            <a:chExt cx="1295400" cy="914400"/>
          </a:xfrm>
        </p:grpSpPr>
        <p:sp>
          <p:nvSpPr>
            <p:cNvPr id="176" name="node34.surface"/>
            <p:cNvSpPr/>
            <p:nvPr/>
          </p:nvSpPr>
          <p:spPr>
            <a:xfrm>
              <a:off x="9410700" y="4114800"/>
              <a:ext cx="1295400" cy="914400"/>
            </a:xfrm>
            <a:prstGeom prst="rect">
              <a:avLst/>
            </a:prstGeom>
            <a:solidFill>
              <a:srgbClr val="FFFFFF"/>
            </a:solidFill>
            <a:ln w="12700">
              <a:solidFill>
                <a:srgbClr val="CED7E6"/>
              </a:solidFill>
              <a:prstDash val="solid"/>
            </a:ln>
          </p:spPr>
        </p:sp>
      </p:grpSp>
      <p:grpSp>
        <p:nvGrpSpPr>
          <p:cNvPr id="229" name="node35"/>
          <p:cNvGrpSpPr/>
          <p:nvPr/>
        </p:nvGrpSpPr>
        <p:grpSpPr>
          <a:xfrm>
            <a:off x="9486900" y="4152900"/>
            <a:ext cx="1143000" cy="228600"/>
            <a:chOff x="9486900" y="4152900"/>
            <a:chExt cx="1143000" cy="228600"/>
          </a:xfrm>
        </p:grpSpPr>
        <p:sp>
          <p:nvSpPr>
            <p:cNvPr id="177" name="node35.text"/>
            <p:cNvSpPr/>
            <p:nvPr/>
          </p:nvSpPr>
          <p:spPr>
            <a:xfrm>
              <a:off x="94869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data</a:t>
              </a:r>
              <a:endParaRPr lang="en-US" sz="1200" spc="0" kern="0" b="0" i="0" dirty="0">
                <a:solidFill>
                  <a:srgbClr val="070154"/>
                </a:solidFill>
                <a:latin typeface="IBM Plex Sans"/>
                <a:ea typeface="IBM Plex Sans"/>
                <a:cs typeface="IBM Plex Sans"/>
              </a:endParaRPr>
            </a:p>
          </p:txBody>
        </p:sp>
      </p:grpSp>
      <p:grpSp>
        <p:nvGrpSpPr>
          <p:cNvPr id="230" name="node36"/>
          <p:cNvGrpSpPr/>
          <p:nvPr/>
        </p:nvGrpSpPr>
        <p:grpSpPr>
          <a:xfrm>
            <a:off x="9486900" y="4457700"/>
            <a:ext cx="1143000" cy="457200"/>
            <a:chOff x="9486900" y="4457700"/>
            <a:chExt cx="1143000" cy="457200"/>
          </a:xfrm>
        </p:grpSpPr>
        <p:sp>
          <p:nvSpPr>
            <p:cNvPr id="178" name="node36.background"/>
            <p:cNvSpPr/>
            <p:nvPr/>
          </p:nvSpPr>
          <p:spPr>
            <a:xfrm>
              <a:off x="9486900" y="4457700"/>
              <a:ext cx="1143000" cy="457200"/>
            </a:xfrm>
            <a:prstGeom prst="rect">
              <a:avLst/>
            </a:prstGeom>
            <a:solidFill>
              <a:srgbClr val="FFFFFF"/>
            </a:solidFill>
            <a:ln>
              <a:noFill/>
            </a:ln>
          </p:spPr>
        </p:sp>
        <p:sp>
          <p:nvSpPr>
            <p:cNvPr id="179" name="node36.hatch.000"/>
            <p:cNvSpPr/>
            <p:nvPr/>
          </p:nvSpPr>
          <p:spPr>
            <a:xfrm>
              <a:off x="94869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80" name="node36.hatch.001"/>
            <p:cNvSpPr/>
            <p:nvPr/>
          </p:nvSpPr>
          <p:spPr>
            <a:xfrm>
              <a:off x="94869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81" name="node36.hatch.002"/>
            <p:cNvSpPr/>
            <p:nvPr/>
          </p:nvSpPr>
          <p:spPr>
            <a:xfrm>
              <a:off x="94869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82" name="node36.hatch.003"/>
            <p:cNvSpPr/>
            <p:nvPr/>
          </p:nvSpPr>
          <p:spPr>
            <a:xfrm>
              <a:off x="94869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83" name="node36.hatch.004"/>
            <p:cNvSpPr/>
            <p:nvPr/>
          </p:nvSpPr>
          <p:spPr>
            <a:xfrm>
              <a:off x="94869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84" name="node36.hatch.005"/>
            <p:cNvSpPr/>
            <p:nvPr/>
          </p:nvSpPr>
          <p:spPr>
            <a:xfrm>
              <a:off x="94869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85" name="node36.hatch.006"/>
            <p:cNvSpPr/>
            <p:nvPr/>
          </p:nvSpPr>
          <p:spPr>
            <a:xfrm>
              <a:off x="94869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86" name="node36.border"/>
            <p:cNvSpPr/>
            <p:nvPr/>
          </p:nvSpPr>
          <p:spPr>
            <a:xfrm>
              <a:off x="9486900" y="4457700"/>
              <a:ext cx="1143000" cy="457200"/>
            </a:xfrm>
            <a:prstGeom prst="rect">
              <a:avLst/>
            </a:prstGeom>
            <a:ln w="12700">
              <a:solidFill>
                <a:srgbClr val="97A4BA"/>
              </a:solidFill>
              <a:prstDash val="solid"/>
            </a:ln>
          </p:spPr>
        </p:sp>
        <p:sp>
          <p:nvSpPr>
            <p:cNvPr id="187" name="node36.placeholder"/>
            <p:cNvSpPr/>
            <p:nvPr/>
          </p:nvSpPr>
          <p:spPr>
            <a:xfrm>
              <a:off x="95123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RDS FOR POSTGRESQL</a:t>
              </a:r>
              <a:endParaRPr lang="en-US" sz="900" spc="54" kern="0" b="0" i="0" dirty="0">
                <a:solidFill>
                  <a:srgbClr val="50658E"/>
                </a:solidFill>
                <a:latin typeface="IBM Plex Mono SemiBold"/>
                <a:ea typeface="IBM Plex Mono SemiBold"/>
                <a:cs typeface="IBM Plex Mono SemiBold"/>
              </a:endParaRPr>
            </a:p>
          </p:txBody>
        </p:sp>
      </p:grpSp>
      <p:grpSp>
        <p:nvGrpSpPr>
          <p:cNvPr id="231" name="node37"/>
          <p:cNvGrpSpPr/>
          <p:nvPr/>
        </p:nvGrpSpPr>
        <p:grpSpPr>
          <a:xfrm>
            <a:off x="10053879" y="2971800"/>
            <a:ext cx="85242" cy="228600"/>
            <a:chOff x="10053879" y="2971800"/>
            <a:chExt cx="85242" cy="228600"/>
          </a:xfrm>
        </p:grpSpPr>
        <p:sp>
          <p:nvSpPr>
            <p:cNvPr id="188" name="node37.segment-1"/>
            <p:cNvSpPr/>
            <p:nvPr/>
          </p:nvSpPr>
          <p:spPr>
            <a:xfrm>
              <a:off x="100965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189" name="node37.head-end.0"/>
            <p:cNvSpPr/>
            <p:nvPr/>
          </p:nvSpPr>
          <p:spPr>
            <a:xfrm>
              <a:off x="100538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90" name="node37.head-end.1"/>
            <p:cNvSpPr/>
            <p:nvPr/>
          </p:nvSpPr>
          <p:spPr>
            <a:xfrm>
              <a:off x="100965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232" name="node38"/>
          <p:cNvGrpSpPr/>
          <p:nvPr/>
        </p:nvGrpSpPr>
        <p:grpSpPr>
          <a:xfrm>
            <a:off x="3424479" y="3086100"/>
            <a:ext cx="6672021" cy="114300"/>
            <a:chOff x="3424479" y="3086100"/>
            <a:chExt cx="6672021" cy="114300"/>
          </a:xfrm>
        </p:grpSpPr>
        <p:sp>
          <p:nvSpPr>
            <p:cNvPr id="191" name="node38.segment-1"/>
            <p:cNvSpPr/>
            <p:nvPr/>
          </p:nvSpPr>
          <p:spPr>
            <a:xfrm>
              <a:off x="3467100" y="3086100"/>
              <a:ext cx="6629400" cy="0"/>
            </a:xfrm>
            <a:custGeom>
              <a:avLst/>
              <a:gdLst/>
              <a:ahLst/>
              <a:cxnLst/>
              <a:rect l="l" t="t" r="r" b="b"/>
              <a:pathLst>
                <a:path w="6629400">
                  <a:moveTo>
                    <a:pt x="6629400" y="0"/>
                  </a:moveTo>
                  <a:lnTo>
                    <a:pt x="0" y="0"/>
                  </a:lnTo>
                </a:path>
              </a:pathLst>
            </a:custGeom>
            <a:ln w="12700">
              <a:solidFill>
                <a:srgbClr val="070154"/>
              </a:solidFill>
              <a:prstDash val="solid"/>
            </a:ln>
          </p:spPr>
        </p:sp>
        <p:sp>
          <p:nvSpPr>
            <p:cNvPr id="192" name="node38.segment-2"/>
            <p:cNvSpPr/>
            <p:nvPr/>
          </p:nvSpPr>
          <p:spPr>
            <a:xfrm>
              <a:off x="3467100" y="30861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193" name="node38.head-end.0"/>
            <p:cNvSpPr/>
            <p:nvPr/>
          </p:nvSpPr>
          <p:spPr>
            <a:xfrm>
              <a:off x="34244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94" name="node38.head-end.1"/>
            <p:cNvSpPr/>
            <p:nvPr/>
          </p:nvSpPr>
          <p:spPr>
            <a:xfrm>
              <a:off x="34671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ource-03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CLOUD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Workloads land in a governed multi-account foundation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AWS services; logos and services swap per provider, and an Azure or GCP variant keeps the same structure.</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036320"/>
          </a:xfrm>
          <a:prstGeom prst="rect">
            <a:avLst/>
          </a:prstGeom>
          <a:solidFill>
            <a:srgbClr val="E8EEF8"/>
          </a:solidFill>
          <a:ln>
            <a:noFill/>
          </a:ln>
        </p:spPr>
      </p:sp>
      <p:sp>
        <p:nvSpPr>
          <p:cNvPr id="7"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569720"/>
            <a:ext cx="228600" cy="1036320"/>
          </a:xfrm>
          <a:prstGeom prst="rect">
            <a:avLst/>
          </a:prstGeom>
          <a:solidFill>
            <a:srgbClr val="070154"/>
          </a:solidFill>
          <a:ln>
            <a:noFill/>
          </a:ln>
        </p:spPr>
      </p:sp>
      <p:sp>
        <p:nvSpPr>
          <p:cNvPr id="9"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SOLUTION</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2682240"/>
            <a:ext cx="228600" cy="1036320"/>
          </a:xfrm>
          <a:prstGeom prst="rect">
            <a:avLst/>
          </a:prstGeom>
          <a:solidFill>
            <a:srgbClr val="E8EEF8"/>
          </a:solidFill>
          <a:ln>
            <a:noFill/>
          </a:ln>
        </p:spPr>
      </p:sp>
      <p:sp>
        <p:nvSpPr>
          <p:cNvPr id="11"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3794760"/>
            <a:ext cx="228600" cy="1036320"/>
          </a:xfrm>
          <a:prstGeom prst="rect">
            <a:avLst/>
          </a:prstGeom>
          <a:solidFill>
            <a:srgbClr val="E8EEF8"/>
          </a:solidFill>
          <a:ln>
            <a:noFill/>
          </a:ln>
        </p:spPr>
      </p:sp>
      <p:sp>
        <p:nvSpPr>
          <p:cNvPr id="13"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4" name="nav.section-05"/>
          <p:cNvSpPr/>
          <p:nvPr/>
        </p:nvSpPr>
        <p:spPr>
          <a:xfrm>
            <a:off x="266700" y="4907280"/>
            <a:ext cx="228600" cy="1036320"/>
          </a:xfrm>
          <a:prstGeom prst="rect">
            <a:avLst/>
          </a:prstGeom>
          <a:solidFill>
            <a:srgbClr val="E8EEF8"/>
          </a:solidFill>
          <a:ln>
            <a:noFill/>
          </a:ln>
        </p:spPr>
      </p:sp>
      <p:sp>
        <p:nvSpPr>
          <p:cNvPr id="15"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26</a:t>
            </a:fld>
            <a:endParaRPr lang="en-US" sz="700" spc="0" kern="0" b="0" i="0" dirty="0">
              <a:solidFill>
                <a:srgbClr val="070154"/>
              </a:solidFill>
              <a:latin typeface="IBM Plex Mono SemiBold"/>
              <a:ea typeface="IBM Plex Mono SemiBold"/>
              <a:cs typeface="IBM Plex Mono SemiBold"/>
            </a:endParaRPr>
          </a:p>
        </p:txBody>
      </p:sp>
      <p:grpSp>
        <p:nvGrpSpPr>
          <p:cNvPr id="205" name="node01"/>
          <p:cNvGrpSpPr/>
          <p:nvPr/>
        </p:nvGrpSpPr>
        <p:grpSpPr>
          <a:xfrm>
            <a:off x="723900" y="1600200"/>
            <a:ext cx="10744200" cy="4114800"/>
            <a:chOff x="723900" y="1600200"/>
            <a:chExt cx="10744200" cy="4114800"/>
          </a:xfrm>
        </p:grpSpPr>
        <p:sp>
          <p:nvSpPr>
            <p:cNvPr id="17" name="node01.surface"/>
            <p:cNvSpPr/>
            <p:nvPr/>
          </p:nvSpPr>
          <p:spPr>
            <a:xfrm>
              <a:off x="723900" y="1600200"/>
              <a:ext cx="10744200" cy="4114800"/>
            </a:xfrm>
            <a:prstGeom prst="rect">
              <a:avLst/>
            </a:prstGeom>
            <a:ln w="12700">
              <a:solidFill>
                <a:srgbClr val="070154"/>
              </a:solidFill>
              <a:prstDash val="dash"/>
            </a:ln>
          </p:spPr>
        </p:sp>
        <p:sp>
          <p:nvSpPr>
            <p:cNvPr id="18" name="node01.label"/>
            <p:cNvSpPr/>
            <p:nvPr/>
          </p:nvSpPr>
          <p:spPr>
            <a:xfrm>
              <a:off x="876300" y="1714500"/>
              <a:ext cx="1043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Northfield AWS organization</a:t>
              </a:r>
              <a:endParaRPr lang="en-US" sz="1400" spc="0" kern="0" b="0" i="0" dirty="0">
                <a:solidFill>
                  <a:srgbClr val="070154"/>
                </a:solidFill>
                <a:latin typeface="IBM Plex Sans SemiBold"/>
                <a:ea typeface="IBM Plex Sans SemiBold"/>
                <a:cs typeface="IBM Plex Sans SemiBold"/>
              </a:endParaRPr>
            </a:p>
          </p:txBody>
        </p:sp>
      </p:grpSp>
      <p:grpSp>
        <p:nvGrpSpPr>
          <p:cNvPr id="206" name="node02"/>
          <p:cNvGrpSpPr/>
          <p:nvPr/>
        </p:nvGrpSpPr>
        <p:grpSpPr>
          <a:xfrm>
            <a:off x="952500" y="2057400"/>
            <a:ext cx="4114800" cy="914400"/>
            <a:chOff x="952500" y="2057400"/>
            <a:chExt cx="4114800" cy="914400"/>
          </a:xfrm>
        </p:grpSpPr>
        <p:sp>
          <p:nvSpPr>
            <p:cNvPr id="19" name="node02.surface"/>
            <p:cNvSpPr/>
            <p:nvPr/>
          </p:nvSpPr>
          <p:spPr>
            <a:xfrm>
              <a:off x="952500" y="2057400"/>
              <a:ext cx="4114800" cy="914400"/>
            </a:xfrm>
            <a:prstGeom prst="rect">
              <a:avLst/>
            </a:prstGeom>
            <a:solidFill>
              <a:srgbClr val="FFFFFF"/>
            </a:solidFill>
            <a:ln w="12700">
              <a:solidFill>
                <a:srgbClr val="CED7E6"/>
              </a:solidFill>
              <a:prstDash val="solid"/>
            </a:ln>
          </p:spPr>
        </p:sp>
        <p:sp>
          <p:nvSpPr>
            <p:cNvPr id="20" name="node02.label"/>
            <p:cNvSpPr/>
            <p:nvPr/>
          </p:nvSpPr>
          <p:spPr>
            <a:xfrm>
              <a:off x="1104900" y="2171700"/>
              <a:ext cx="3810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Management account</a:t>
              </a:r>
              <a:endParaRPr lang="en-US" sz="1400" spc="0" kern="0" b="0" i="0" dirty="0">
                <a:solidFill>
                  <a:srgbClr val="070154"/>
                </a:solidFill>
                <a:latin typeface="IBM Plex Sans SemiBold"/>
                <a:ea typeface="IBM Plex Sans SemiBold"/>
                <a:cs typeface="IBM Plex Sans SemiBold"/>
              </a:endParaRPr>
            </a:p>
          </p:txBody>
        </p:sp>
      </p:grpSp>
      <p:grpSp>
        <p:nvGrpSpPr>
          <p:cNvPr id="207" name="node03"/>
          <p:cNvGrpSpPr/>
          <p:nvPr/>
        </p:nvGrpSpPr>
        <p:grpSpPr>
          <a:xfrm>
            <a:off x="1104900" y="2514600"/>
            <a:ext cx="1219200" cy="381000"/>
            <a:chOff x="1104900" y="2514600"/>
            <a:chExt cx="1219200" cy="381000"/>
          </a:xfrm>
        </p:grpSpPr>
        <p:sp>
          <p:nvSpPr>
            <p:cNvPr id="21" name="node03.background"/>
            <p:cNvSpPr/>
            <p:nvPr/>
          </p:nvSpPr>
          <p:spPr>
            <a:xfrm>
              <a:off x="1104900" y="2514600"/>
              <a:ext cx="1219200" cy="381000"/>
            </a:xfrm>
            <a:prstGeom prst="rect">
              <a:avLst/>
            </a:prstGeom>
            <a:solidFill>
              <a:srgbClr val="FFFFFF"/>
            </a:solidFill>
            <a:ln>
              <a:noFill/>
            </a:ln>
          </p:spPr>
        </p:sp>
        <p:sp>
          <p:nvSpPr>
            <p:cNvPr id="22" name="node03.hatch.000"/>
            <p:cNvSpPr/>
            <p:nvPr/>
          </p:nvSpPr>
          <p:spPr>
            <a:xfrm>
              <a:off x="11049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23" name="node03.hatch.001"/>
            <p:cNvSpPr/>
            <p:nvPr/>
          </p:nvSpPr>
          <p:spPr>
            <a:xfrm>
              <a:off x="11049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24" name="node03.hatch.002"/>
            <p:cNvSpPr/>
            <p:nvPr/>
          </p:nvSpPr>
          <p:spPr>
            <a:xfrm>
              <a:off x="11049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25" name="node03.hatch.003"/>
            <p:cNvSpPr/>
            <p:nvPr/>
          </p:nvSpPr>
          <p:spPr>
            <a:xfrm>
              <a:off x="11049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26" name="node03.hatch.004"/>
            <p:cNvSpPr/>
            <p:nvPr/>
          </p:nvSpPr>
          <p:spPr>
            <a:xfrm>
              <a:off x="11049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27" name="node03.hatch.005"/>
            <p:cNvSpPr/>
            <p:nvPr/>
          </p:nvSpPr>
          <p:spPr>
            <a:xfrm>
              <a:off x="11049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28" name="node03.hatch.006"/>
            <p:cNvSpPr/>
            <p:nvPr/>
          </p:nvSpPr>
          <p:spPr>
            <a:xfrm>
              <a:off x="11049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29" name="node03.border"/>
            <p:cNvSpPr/>
            <p:nvPr/>
          </p:nvSpPr>
          <p:spPr>
            <a:xfrm>
              <a:off x="1104900" y="2514600"/>
              <a:ext cx="1219200" cy="381000"/>
            </a:xfrm>
            <a:prstGeom prst="rect">
              <a:avLst/>
            </a:prstGeom>
            <a:ln w="12700">
              <a:solidFill>
                <a:srgbClr val="97A4BA"/>
              </a:solidFill>
              <a:prstDash val="solid"/>
            </a:ln>
          </p:spPr>
        </p:sp>
        <p:sp>
          <p:nvSpPr>
            <p:cNvPr id="30" name="node03.placeholder"/>
            <p:cNvSpPr/>
            <p:nvPr/>
          </p:nvSpPr>
          <p:spPr>
            <a:xfrm>
              <a:off x="1130300" y="2628900"/>
              <a:ext cx="1168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ORGANIZATIONS</a:t>
              </a:r>
              <a:endParaRPr lang="en-US" sz="900" spc="54" kern="0" b="0" i="0" dirty="0">
                <a:solidFill>
                  <a:srgbClr val="50658E"/>
                </a:solidFill>
                <a:latin typeface="IBM Plex Mono SemiBold"/>
                <a:ea typeface="IBM Plex Mono SemiBold"/>
                <a:cs typeface="IBM Plex Mono SemiBold"/>
              </a:endParaRPr>
            </a:p>
          </p:txBody>
        </p:sp>
      </p:grpSp>
      <p:grpSp>
        <p:nvGrpSpPr>
          <p:cNvPr id="208" name="node04"/>
          <p:cNvGrpSpPr/>
          <p:nvPr/>
        </p:nvGrpSpPr>
        <p:grpSpPr>
          <a:xfrm>
            <a:off x="2400300" y="2514600"/>
            <a:ext cx="1219200" cy="381000"/>
            <a:chOff x="2400300" y="2514600"/>
            <a:chExt cx="1219200" cy="381000"/>
          </a:xfrm>
        </p:grpSpPr>
        <p:sp>
          <p:nvSpPr>
            <p:cNvPr id="31" name="node04.background"/>
            <p:cNvSpPr/>
            <p:nvPr/>
          </p:nvSpPr>
          <p:spPr>
            <a:xfrm>
              <a:off x="2400300" y="2514600"/>
              <a:ext cx="1219200" cy="381000"/>
            </a:xfrm>
            <a:prstGeom prst="rect">
              <a:avLst/>
            </a:prstGeom>
            <a:solidFill>
              <a:srgbClr val="FFFFFF"/>
            </a:solidFill>
            <a:ln>
              <a:noFill/>
            </a:ln>
          </p:spPr>
        </p:sp>
        <p:sp>
          <p:nvSpPr>
            <p:cNvPr id="32" name="node04.hatch.000"/>
            <p:cNvSpPr/>
            <p:nvPr/>
          </p:nvSpPr>
          <p:spPr>
            <a:xfrm>
              <a:off x="24003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33" name="node04.hatch.001"/>
            <p:cNvSpPr/>
            <p:nvPr/>
          </p:nvSpPr>
          <p:spPr>
            <a:xfrm>
              <a:off x="24003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34" name="node04.hatch.002"/>
            <p:cNvSpPr/>
            <p:nvPr/>
          </p:nvSpPr>
          <p:spPr>
            <a:xfrm>
              <a:off x="24003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35" name="node04.hatch.003"/>
            <p:cNvSpPr/>
            <p:nvPr/>
          </p:nvSpPr>
          <p:spPr>
            <a:xfrm>
              <a:off x="24003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36" name="node04.hatch.004"/>
            <p:cNvSpPr/>
            <p:nvPr/>
          </p:nvSpPr>
          <p:spPr>
            <a:xfrm>
              <a:off x="24003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37" name="node04.hatch.005"/>
            <p:cNvSpPr/>
            <p:nvPr/>
          </p:nvSpPr>
          <p:spPr>
            <a:xfrm>
              <a:off x="24003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38" name="node04.hatch.006"/>
            <p:cNvSpPr/>
            <p:nvPr/>
          </p:nvSpPr>
          <p:spPr>
            <a:xfrm>
              <a:off x="24003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39" name="node04.border"/>
            <p:cNvSpPr/>
            <p:nvPr/>
          </p:nvSpPr>
          <p:spPr>
            <a:xfrm>
              <a:off x="2400300" y="2514600"/>
              <a:ext cx="1219200" cy="381000"/>
            </a:xfrm>
            <a:prstGeom prst="rect">
              <a:avLst/>
            </a:prstGeom>
            <a:ln w="12700">
              <a:solidFill>
                <a:srgbClr val="97A4BA"/>
              </a:solidFill>
              <a:prstDash val="solid"/>
            </a:ln>
          </p:spPr>
        </p:sp>
        <p:sp>
          <p:nvSpPr>
            <p:cNvPr id="40" name="node04.placeholder"/>
            <p:cNvSpPr/>
            <p:nvPr/>
          </p:nvSpPr>
          <p:spPr>
            <a:xfrm>
              <a:off x="2425700" y="2628900"/>
              <a:ext cx="1168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CONTROL TOWER</a:t>
              </a:r>
              <a:endParaRPr lang="en-US" sz="900" spc="54" kern="0" b="0" i="0" dirty="0">
                <a:solidFill>
                  <a:srgbClr val="50658E"/>
                </a:solidFill>
                <a:latin typeface="IBM Plex Mono SemiBold"/>
                <a:ea typeface="IBM Plex Mono SemiBold"/>
                <a:cs typeface="IBM Plex Mono SemiBold"/>
              </a:endParaRPr>
            </a:p>
          </p:txBody>
        </p:sp>
      </p:grpSp>
      <p:grpSp>
        <p:nvGrpSpPr>
          <p:cNvPr id="209" name="node05"/>
          <p:cNvGrpSpPr/>
          <p:nvPr/>
        </p:nvGrpSpPr>
        <p:grpSpPr>
          <a:xfrm>
            <a:off x="3695700" y="2514600"/>
            <a:ext cx="1219200" cy="381000"/>
            <a:chOff x="3695700" y="2514600"/>
            <a:chExt cx="1219200" cy="381000"/>
          </a:xfrm>
        </p:grpSpPr>
        <p:sp>
          <p:nvSpPr>
            <p:cNvPr id="41" name="node05.background"/>
            <p:cNvSpPr/>
            <p:nvPr/>
          </p:nvSpPr>
          <p:spPr>
            <a:xfrm>
              <a:off x="3695700" y="2514600"/>
              <a:ext cx="1219200" cy="381000"/>
            </a:xfrm>
            <a:prstGeom prst="rect">
              <a:avLst/>
            </a:prstGeom>
            <a:solidFill>
              <a:srgbClr val="FFFFFF"/>
            </a:solidFill>
            <a:ln>
              <a:noFill/>
            </a:ln>
          </p:spPr>
        </p:sp>
        <p:sp>
          <p:nvSpPr>
            <p:cNvPr id="42" name="node05.hatch.000"/>
            <p:cNvSpPr/>
            <p:nvPr/>
          </p:nvSpPr>
          <p:spPr>
            <a:xfrm>
              <a:off x="36957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43" name="node05.hatch.001"/>
            <p:cNvSpPr/>
            <p:nvPr/>
          </p:nvSpPr>
          <p:spPr>
            <a:xfrm>
              <a:off x="36957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44" name="node05.hatch.002"/>
            <p:cNvSpPr/>
            <p:nvPr/>
          </p:nvSpPr>
          <p:spPr>
            <a:xfrm>
              <a:off x="36957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45" name="node05.hatch.003"/>
            <p:cNvSpPr/>
            <p:nvPr/>
          </p:nvSpPr>
          <p:spPr>
            <a:xfrm>
              <a:off x="36957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46" name="node05.hatch.004"/>
            <p:cNvSpPr/>
            <p:nvPr/>
          </p:nvSpPr>
          <p:spPr>
            <a:xfrm>
              <a:off x="36957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47" name="node05.hatch.005"/>
            <p:cNvSpPr/>
            <p:nvPr/>
          </p:nvSpPr>
          <p:spPr>
            <a:xfrm>
              <a:off x="36957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48" name="node05.hatch.006"/>
            <p:cNvSpPr/>
            <p:nvPr/>
          </p:nvSpPr>
          <p:spPr>
            <a:xfrm>
              <a:off x="36957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49" name="node05.border"/>
            <p:cNvSpPr/>
            <p:nvPr/>
          </p:nvSpPr>
          <p:spPr>
            <a:xfrm>
              <a:off x="3695700" y="2514600"/>
              <a:ext cx="1219200" cy="381000"/>
            </a:xfrm>
            <a:prstGeom prst="rect">
              <a:avLst/>
            </a:prstGeom>
            <a:ln w="12700">
              <a:solidFill>
                <a:srgbClr val="97A4BA"/>
              </a:solidFill>
              <a:prstDash val="solid"/>
            </a:ln>
          </p:spPr>
        </p:sp>
        <p:sp>
          <p:nvSpPr>
            <p:cNvPr id="50" name="node05.placeholder"/>
            <p:cNvSpPr/>
            <p:nvPr/>
          </p:nvSpPr>
          <p:spPr>
            <a:xfrm>
              <a:off x="3721100" y="2552700"/>
              <a:ext cx="11684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IAM IDENTITY CENTER</a:t>
              </a:r>
              <a:endParaRPr lang="en-US" sz="900" spc="54" kern="0" b="0" i="0" dirty="0">
                <a:solidFill>
                  <a:srgbClr val="50658E"/>
                </a:solidFill>
                <a:latin typeface="IBM Plex Mono SemiBold"/>
                <a:ea typeface="IBM Plex Mono SemiBold"/>
                <a:cs typeface="IBM Plex Mono SemiBold"/>
              </a:endParaRPr>
            </a:p>
          </p:txBody>
        </p:sp>
      </p:grpSp>
      <p:grpSp>
        <p:nvGrpSpPr>
          <p:cNvPr id="210" name="node06"/>
          <p:cNvGrpSpPr/>
          <p:nvPr/>
        </p:nvGrpSpPr>
        <p:grpSpPr>
          <a:xfrm>
            <a:off x="5295900" y="2057400"/>
            <a:ext cx="3429000" cy="914400"/>
            <a:chOff x="5295900" y="2057400"/>
            <a:chExt cx="3429000" cy="914400"/>
          </a:xfrm>
        </p:grpSpPr>
        <p:sp>
          <p:nvSpPr>
            <p:cNvPr id="51" name="node06.surface"/>
            <p:cNvSpPr/>
            <p:nvPr/>
          </p:nvSpPr>
          <p:spPr>
            <a:xfrm>
              <a:off x="5295900" y="2057400"/>
              <a:ext cx="3429000" cy="914400"/>
            </a:xfrm>
            <a:prstGeom prst="rect">
              <a:avLst/>
            </a:prstGeom>
            <a:solidFill>
              <a:srgbClr val="FFFFFF"/>
            </a:solidFill>
            <a:ln w="12700">
              <a:solidFill>
                <a:srgbClr val="CED7E6"/>
              </a:solidFill>
              <a:prstDash val="solid"/>
            </a:ln>
          </p:spPr>
        </p:sp>
        <p:sp>
          <p:nvSpPr>
            <p:cNvPr id="52" name="node06.label"/>
            <p:cNvSpPr/>
            <p:nvPr/>
          </p:nvSpPr>
          <p:spPr>
            <a:xfrm>
              <a:off x="5448300" y="21717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Security and logging account</a:t>
              </a:r>
              <a:endParaRPr lang="en-US" sz="1400" spc="0" kern="0" b="0" i="0" dirty="0">
                <a:solidFill>
                  <a:srgbClr val="070154"/>
                </a:solidFill>
                <a:latin typeface="IBM Plex Sans SemiBold"/>
                <a:ea typeface="IBM Plex Sans SemiBold"/>
                <a:cs typeface="IBM Plex Sans SemiBold"/>
              </a:endParaRPr>
            </a:p>
          </p:txBody>
        </p:sp>
      </p:grpSp>
      <p:grpSp>
        <p:nvGrpSpPr>
          <p:cNvPr id="211" name="node07"/>
          <p:cNvGrpSpPr/>
          <p:nvPr/>
        </p:nvGrpSpPr>
        <p:grpSpPr>
          <a:xfrm>
            <a:off x="5448300" y="2514600"/>
            <a:ext cx="990600" cy="381000"/>
            <a:chOff x="5448300" y="2514600"/>
            <a:chExt cx="990600" cy="381000"/>
          </a:xfrm>
        </p:grpSpPr>
        <p:sp>
          <p:nvSpPr>
            <p:cNvPr id="53" name="node07.background"/>
            <p:cNvSpPr/>
            <p:nvPr/>
          </p:nvSpPr>
          <p:spPr>
            <a:xfrm>
              <a:off x="5448300" y="2514600"/>
              <a:ext cx="990600" cy="381000"/>
            </a:xfrm>
            <a:prstGeom prst="rect">
              <a:avLst/>
            </a:prstGeom>
            <a:solidFill>
              <a:srgbClr val="FFFFFF"/>
            </a:solidFill>
            <a:ln>
              <a:noFill/>
            </a:ln>
          </p:spPr>
        </p:sp>
        <p:sp>
          <p:nvSpPr>
            <p:cNvPr id="54" name="node07.hatch.000"/>
            <p:cNvSpPr/>
            <p:nvPr/>
          </p:nvSpPr>
          <p:spPr>
            <a:xfrm>
              <a:off x="54483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55" name="node07.hatch.001"/>
            <p:cNvSpPr/>
            <p:nvPr/>
          </p:nvSpPr>
          <p:spPr>
            <a:xfrm>
              <a:off x="54483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56" name="node07.hatch.002"/>
            <p:cNvSpPr/>
            <p:nvPr/>
          </p:nvSpPr>
          <p:spPr>
            <a:xfrm>
              <a:off x="54483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57" name="node07.hatch.003"/>
            <p:cNvSpPr/>
            <p:nvPr/>
          </p:nvSpPr>
          <p:spPr>
            <a:xfrm>
              <a:off x="54483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58" name="node07.hatch.004"/>
            <p:cNvSpPr/>
            <p:nvPr/>
          </p:nvSpPr>
          <p:spPr>
            <a:xfrm>
              <a:off x="54483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59" name="node07.hatch.005"/>
            <p:cNvSpPr/>
            <p:nvPr/>
          </p:nvSpPr>
          <p:spPr>
            <a:xfrm>
              <a:off x="54483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60" name="node07.border"/>
            <p:cNvSpPr/>
            <p:nvPr/>
          </p:nvSpPr>
          <p:spPr>
            <a:xfrm>
              <a:off x="5448300" y="2514600"/>
              <a:ext cx="990600" cy="381000"/>
            </a:xfrm>
            <a:prstGeom prst="rect">
              <a:avLst/>
            </a:prstGeom>
            <a:ln w="12700">
              <a:solidFill>
                <a:srgbClr val="97A4BA"/>
              </a:solidFill>
              <a:prstDash val="solid"/>
            </a:ln>
          </p:spPr>
        </p:sp>
        <p:sp>
          <p:nvSpPr>
            <p:cNvPr id="61" name="node07.placeholder"/>
            <p:cNvSpPr/>
            <p:nvPr/>
          </p:nvSpPr>
          <p:spPr>
            <a:xfrm>
              <a:off x="5473700" y="2628900"/>
              <a:ext cx="939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GUARDDUTY</a:t>
              </a:r>
              <a:endParaRPr lang="en-US" sz="900" spc="54" kern="0" b="0" i="0" dirty="0">
                <a:solidFill>
                  <a:srgbClr val="50658E"/>
                </a:solidFill>
                <a:latin typeface="IBM Plex Mono SemiBold"/>
                <a:ea typeface="IBM Plex Mono SemiBold"/>
                <a:cs typeface="IBM Plex Mono SemiBold"/>
              </a:endParaRPr>
            </a:p>
          </p:txBody>
        </p:sp>
      </p:grpSp>
      <p:grpSp>
        <p:nvGrpSpPr>
          <p:cNvPr id="212" name="node08"/>
          <p:cNvGrpSpPr/>
          <p:nvPr/>
        </p:nvGrpSpPr>
        <p:grpSpPr>
          <a:xfrm>
            <a:off x="6515100" y="2514600"/>
            <a:ext cx="990600" cy="381000"/>
            <a:chOff x="6515100" y="2514600"/>
            <a:chExt cx="990600" cy="381000"/>
          </a:xfrm>
        </p:grpSpPr>
        <p:sp>
          <p:nvSpPr>
            <p:cNvPr id="62" name="node08.background"/>
            <p:cNvSpPr/>
            <p:nvPr/>
          </p:nvSpPr>
          <p:spPr>
            <a:xfrm>
              <a:off x="6515100" y="2514600"/>
              <a:ext cx="990600" cy="381000"/>
            </a:xfrm>
            <a:prstGeom prst="rect">
              <a:avLst/>
            </a:prstGeom>
            <a:solidFill>
              <a:srgbClr val="FFFFFF"/>
            </a:solidFill>
            <a:ln>
              <a:noFill/>
            </a:ln>
          </p:spPr>
        </p:sp>
        <p:sp>
          <p:nvSpPr>
            <p:cNvPr id="63" name="node08.hatch.000"/>
            <p:cNvSpPr/>
            <p:nvPr/>
          </p:nvSpPr>
          <p:spPr>
            <a:xfrm>
              <a:off x="65151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64" name="node08.hatch.001"/>
            <p:cNvSpPr/>
            <p:nvPr/>
          </p:nvSpPr>
          <p:spPr>
            <a:xfrm>
              <a:off x="65151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65" name="node08.hatch.002"/>
            <p:cNvSpPr/>
            <p:nvPr/>
          </p:nvSpPr>
          <p:spPr>
            <a:xfrm>
              <a:off x="65151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66" name="node08.hatch.003"/>
            <p:cNvSpPr/>
            <p:nvPr/>
          </p:nvSpPr>
          <p:spPr>
            <a:xfrm>
              <a:off x="65151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67" name="node08.hatch.004"/>
            <p:cNvSpPr/>
            <p:nvPr/>
          </p:nvSpPr>
          <p:spPr>
            <a:xfrm>
              <a:off x="65151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68" name="node08.hatch.005"/>
            <p:cNvSpPr/>
            <p:nvPr/>
          </p:nvSpPr>
          <p:spPr>
            <a:xfrm>
              <a:off x="65151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69" name="node08.border"/>
            <p:cNvSpPr/>
            <p:nvPr/>
          </p:nvSpPr>
          <p:spPr>
            <a:xfrm>
              <a:off x="6515100" y="2514600"/>
              <a:ext cx="990600" cy="381000"/>
            </a:xfrm>
            <a:prstGeom prst="rect">
              <a:avLst/>
            </a:prstGeom>
            <a:ln w="12700">
              <a:solidFill>
                <a:srgbClr val="97A4BA"/>
              </a:solidFill>
              <a:prstDash val="solid"/>
            </a:ln>
          </p:spPr>
        </p:sp>
        <p:sp>
          <p:nvSpPr>
            <p:cNvPr id="70" name="node08.placeholder"/>
            <p:cNvSpPr/>
            <p:nvPr/>
          </p:nvSpPr>
          <p:spPr>
            <a:xfrm>
              <a:off x="6540500" y="2628900"/>
              <a:ext cx="939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CLOUDWATCH</a:t>
              </a:r>
              <a:endParaRPr lang="en-US" sz="900" spc="54" kern="0" b="0" i="0" dirty="0">
                <a:solidFill>
                  <a:srgbClr val="50658E"/>
                </a:solidFill>
                <a:latin typeface="IBM Plex Mono SemiBold"/>
                <a:ea typeface="IBM Plex Mono SemiBold"/>
                <a:cs typeface="IBM Plex Mono SemiBold"/>
              </a:endParaRPr>
            </a:p>
          </p:txBody>
        </p:sp>
      </p:grpSp>
      <p:grpSp>
        <p:nvGrpSpPr>
          <p:cNvPr id="213" name="node09"/>
          <p:cNvGrpSpPr/>
          <p:nvPr/>
        </p:nvGrpSpPr>
        <p:grpSpPr>
          <a:xfrm>
            <a:off x="7581900" y="2514600"/>
            <a:ext cx="990600" cy="381000"/>
            <a:chOff x="7581900" y="2514600"/>
            <a:chExt cx="990600" cy="381000"/>
          </a:xfrm>
        </p:grpSpPr>
        <p:sp>
          <p:nvSpPr>
            <p:cNvPr id="71" name="node09.background"/>
            <p:cNvSpPr/>
            <p:nvPr/>
          </p:nvSpPr>
          <p:spPr>
            <a:xfrm>
              <a:off x="7581900" y="2514600"/>
              <a:ext cx="990600" cy="381000"/>
            </a:xfrm>
            <a:prstGeom prst="rect">
              <a:avLst/>
            </a:prstGeom>
            <a:solidFill>
              <a:srgbClr val="FFFFFF"/>
            </a:solidFill>
            <a:ln>
              <a:noFill/>
            </a:ln>
          </p:spPr>
        </p:sp>
        <p:sp>
          <p:nvSpPr>
            <p:cNvPr id="72" name="node09.hatch.000"/>
            <p:cNvSpPr/>
            <p:nvPr/>
          </p:nvSpPr>
          <p:spPr>
            <a:xfrm>
              <a:off x="75819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73" name="node09.hatch.001"/>
            <p:cNvSpPr/>
            <p:nvPr/>
          </p:nvSpPr>
          <p:spPr>
            <a:xfrm>
              <a:off x="75819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74" name="node09.hatch.002"/>
            <p:cNvSpPr/>
            <p:nvPr/>
          </p:nvSpPr>
          <p:spPr>
            <a:xfrm>
              <a:off x="75819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75" name="node09.hatch.003"/>
            <p:cNvSpPr/>
            <p:nvPr/>
          </p:nvSpPr>
          <p:spPr>
            <a:xfrm>
              <a:off x="75819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76" name="node09.hatch.004"/>
            <p:cNvSpPr/>
            <p:nvPr/>
          </p:nvSpPr>
          <p:spPr>
            <a:xfrm>
              <a:off x="75819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77" name="node09.hatch.005"/>
            <p:cNvSpPr/>
            <p:nvPr/>
          </p:nvSpPr>
          <p:spPr>
            <a:xfrm>
              <a:off x="75819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78" name="node09.border"/>
            <p:cNvSpPr/>
            <p:nvPr/>
          </p:nvSpPr>
          <p:spPr>
            <a:xfrm>
              <a:off x="7581900" y="2514600"/>
              <a:ext cx="990600" cy="381000"/>
            </a:xfrm>
            <a:prstGeom prst="rect">
              <a:avLst/>
            </a:prstGeom>
            <a:ln w="12700">
              <a:solidFill>
                <a:srgbClr val="97A4BA"/>
              </a:solidFill>
              <a:prstDash val="solid"/>
            </a:ln>
          </p:spPr>
        </p:sp>
        <p:sp>
          <p:nvSpPr>
            <p:cNvPr id="79" name="node09.placeholder"/>
            <p:cNvSpPr/>
            <p:nvPr/>
          </p:nvSpPr>
          <p:spPr>
            <a:xfrm>
              <a:off x="7607300" y="2552700"/>
              <a:ext cx="9398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S3 LOG ARCHIVE</a:t>
              </a:r>
              <a:endParaRPr lang="en-US" sz="900" spc="54" kern="0" b="0" i="0" dirty="0">
                <a:solidFill>
                  <a:srgbClr val="50658E"/>
                </a:solidFill>
                <a:latin typeface="IBM Plex Mono SemiBold"/>
                <a:ea typeface="IBM Plex Mono SemiBold"/>
                <a:cs typeface="IBM Plex Mono SemiBold"/>
              </a:endParaRPr>
            </a:p>
          </p:txBody>
        </p:sp>
      </p:grpSp>
      <p:grpSp>
        <p:nvGrpSpPr>
          <p:cNvPr id="214" name="node10"/>
          <p:cNvGrpSpPr/>
          <p:nvPr/>
        </p:nvGrpSpPr>
        <p:grpSpPr>
          <a:xfrm>
            <a:off x="8953500" y="2057400"/>
            <a:ext cx="2286000" cy="914400"/>
            <a:chOff x="8953500" y="2057400"/>
            <a:chExt cx="2286000" cy="914400"/>
          </a:xfrm>
        </p:grpSpPr>
        <p:sp>
          <p:nvSpPr>
            <p:cNvPr id="80" name="node10.surface"/>
            <p:cNvSpPr/>
            <p:nvPr/>
          </p:nvSpPr>
          <p:spPr>
            <a:xfrm>
              <a:off x="8953500" y="2057400"/>
              <a:ext cx="2286000" cy="914400"/>
            </a:xfrm>
            <a:prstGeom prst="rect">
              <a:avLst/>
            </a:prstGeom>
            <a:solidFill>
              <a:srgbClr val="FFFFFF"/>
            </a:solidFill>
            <a:ln w="12700">
              <a:solidFill>
                <a:srgbClr val="CED7E6"/>
              </a:solidFill>
              <a:prstDash val="solid"/>
            </a:ln>
          </p:spPr>
        </p:sp>
        <p:sp>
          <p:nvSpPr>
            <p:cNvPr id="81" name="node10.label"/>
            <p:cNvSpPr/>
            <p:nvPr/>
          </p:nvSpPr>
          <p:spPr>
            <a:xfrm>
              <a:off x="9105900" y="2171700"/>
              <a:ext cx="1981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Network hub</a:t>
              </a:r>
              <a:endParaRPr lang="en-US" sz="1400" spc="0" kern="0" b="0" i="0" dirty="0">
                <a:solidFill>
                  <a:srgbClr val="070154"/>
                </a:solidFill>
                <a:latin typeface="IBM Plex Sans SemiBold"/>
                <a:ea typeface="IBM Plex Sans SemiBold"/>
                <a:cs typeface="IBM Plex Sans SemiBold"/>
              </a:endParaRPr>
            </a:p>
          </p:txBody>
        </p:sp>
      </p:grpSp>
      <p:grpSp>
        <p:nvGrpSpPr>
          <p:cNvPr id="215" name="node11"/>
          <p:cNvGrpSpPr/>
          <p:nvPr/>
        </p:nvGrpSpPr>
        <p:grpSpPr>
          <a:xfrm>
            <a:off x="9105900" y="2514600"/>
            <a:ext cx="952500" cy="381000"/>
            <a:chOff x="9105900" y="2514600"/>
            <a:chExt cx="952500" cy="381000"/>
          </a:xfrm>
        </p:grpSpPr>
        <p:sp>
          <p:nvSpPr>
            <p:cNvPr id="82" name="node11.background"/>
            <p:cNvSpPr/>
            <p:nvPr/>
          </p:nvSpPr>
          <p:spPr>
            <a:xfrm>
              <a:off x="9105900" y="2514600"/>
              <a:ext cx="952500" cy="381000"/>
            </a:xfrm>
            <a:prstGeom prst="rect">
              <a:avLst/>
            </a:prstGeom>
            <a:solidFill>
              <a:srgbClr val="FFFFFF"/>
            </a:solidFill>
            <a:ln>
              <a:noFill/>
            </a:ln>
          </p:spPr>
        </p:sp>
        <p:sp>
          <p:nvSpPr>
            <p:cNvPr id="83" name="node11.hatch.000"/>
            <p:cNvSpPr/>
            <p:nvPr/>
          </p:nvSpPr>
          <p:spPr>
            <a:xfrm>
              <a:off x="9105900" y="2514600"/>
              <a:ext cx="952500" cy="381000"/>
            </a:xfrm>
            <a:custGeom>
              <a:avLst/>
              <a:gdLst/>
              <a:ahLst/>
              <a:cxnLst/>
              <a:rect l="l" t="t" r="r" b="b"/>
              <a:pathLst>
                <a:path w="952500" h="381000">
                  <a:moveTo>
                    <a:pt x="0" y="215526"/>
                  </a:moveTo>
                  <a:lnTo>
                    <a:pt x="0" y="107763"/>
                  </a:lnTo>
                  <a:lnTo>
                    <a:pt x="107763" y="0"/>
                  </a:lnTo>
                  <a:lnTo>
                    <a:pt x="215526" y="0"/>
                  </a:lnTo>
                  <a:close/>
                </a:path>
              </a:pathLst>
            </a:custGeom>
            <a:solidFill>
              <a:srgbClr val="F3F6FC"/>
            </a:solidFill>
            <a:ln>
              <a:noFill/>
            </a:ln>
          </p:spPr>
        </p:sp>
        <p:sp>
          <p:nvSpPr>
            <p:cNvPr id="84" name="node11.hatch.001"/>
            <p:cNvSpPr/>
            <p:nvPr/>
          </p:nvSpPr>
          <p:spPr>
            <a:xfrm>
              <a:off x="9105900" y="2514600"/>
              <a:ext cx="952500" cy="381000"/>
            </a:xfrm>
            <a:custGeom>
              <a:avLst/>
              <a:gdLst/>
              <a:ahLst/>
              <a:cxnLst/>
              <a:rect l="l" t="t" r="r" b="b"/>
              <a:pathLst>
                <a:path w="952500" h="381000">
                  <a:moveTo>
                    <a:pt x="0" y="323289"/>
                  </a:moveTo>
                  <a:lnTo>
                    <a:pt x="323289" y="0"/>
                  </a:lnTo>
                  <a:lnTo>
                    <a:pt x="431052" y="0"/>
                  </a:lnTo>
                  <a:lnTo>
                    <a:pt x="50052" y="381000"/>
                  </a:lnTo>
                  <a:lnTo>
                    <a:pt x="0" y="381000"/>
                  </a:lnTo>
                  <a:close/>
                </a:path>
              </a:pathLst>
            </a:custGeom>
            <a:solidFill>
              <a:srgbClr val="F3F6FC"/>
            </a:solidFill>
            <a:ln>
              <a:noFill/>
            </a:ln>
          </p:spPr>
        </p:sp>
        <p:sp>
          <p:nvSpPr>
            <p:cNvPr id="85" name="node11.hatch.002"/>
            <p:cNvSpPr/>
            <p:nvPr/>
          </p:nvSpPr>
          <p:spPr>
            <a:xfrm>
              <a:off x="9105900" y="2514600"/>
              <a:ext cx="952500" cy="381000"/>
            </a:xfrm>
            <a:custGeom>
              <a:avLst/>
              <a:gdLst/>
              <a:ahLst/>
              <a:cxnLst/>
              <a:rect l="l" t="t" r="r" b="b"/>
              <a:pathLst>
                <a:path w="952500" h="381000">
                  <a:moveTo>
                    <a:pt x="538815" y="0"/>
                  </a:moveTo>
                  <a:lnTo>
                    <a:pt x="646578" y="0"/>
                  </a:lnTo>
                  <a:lnTo>
                    <a:pt x="265578" y="381000"/>
                  </a:lnTo>
                  <a:lnTo>
                    <a:pt x="157815" y="381000"/>
                  </a:lnTo>
                  <a:close/>
                </a:path>
              </a:pathLst>
            </a:custGeom>
            <a:solidFill>
              <a:srgbClr val="F3F6FC"/>
            </a:solidFill>
            <a:ln>
              <a:noFill/>
            </a:ln>
          </p:spPr>
        </p:sp>
        <p:sp>
          <p:nvSpPr>
            <p:cNvPr id="86" name="node11.hatch.003"/>
            <p:cNvSpPr/>
            <p:nvPr/>
          </p:nvSpPr>
          <p:spPr>
            <a:xfrm>
              <a:off x="9105900" y="2514600"/>
              <a:ext cx="952500" cy="381000"/>
            </a:xfrm>
            <a:custGeom>
              <a:avLst/>
              <a:gdLst/>
              <a:ahLst/>
              <a:cxnLst/>
              <a:rect l="l" t="t" r="r" b="b"/>
              <a:pathLst>
                <a:path w="952500" h="381000">
                  <a:moveTo>
                    <a:pt x="754342" y="0"/>
                  </a:moveTo>
                  <a:lnTo>
                    <a:pt x="862105" y="0"/>
                  </a:lnTo>
                  <a:lnTo>
                    <a:pt x="481105" y="381000"/>
                  </a:lnTo>
                  <a:lnTo>
                    <a:pt x="373342" y="381000"/>
                  </a:lnTo>
                  <a:close/>
                </a:path>
              </a:pathLst>
            </a:custGeom>
            <a:solidFill>
              <a:srgbClr val="F3F6FC"/>
            </a:solidFill>
            <a:ln>
              <a:noFill/>
            </a:ln>
          </p:spPr>
        </p:sp>
        <p:sp>
          <p:nvSpPr>
            <p:cNvPr id="87" name="node11.hatch.004"/>
            <p:cNvSpPr/>
            <p:nvPr/>
          </p:nvSpPr>
          <p:spPr>
            <a:xfrm>
              <a:off x="9105900" y="2514600"/>
              <a:ext cx="952500" cy="381000"/>
            </a:xfrm>
            <a:custGeom>
              <a:avLst/>
              <a:gdLst/>
              <a:ahLst/>
              <a:cxnLst/>
              <a:rect l="l" t="t" r="r" b="b"/>
              <a:pathLst>
                <a:path w="952500" h="381000">
                  <a:moveTo>
                    <a:pt x="952500" y="17368"/>
                  </a:moveTo>
                  <a:lnTo>
                    <a:pt x="952500" y="125131"/>
                  </a:lnTo>
                  <a:lnTo>
                    <a:pt x="696631" y="381000"/>
                  </a:lnTo>
                  <a:lnTo>
                    <a:pt x="588868" y="381000"/>
                  </a:lnTo>
                  <a:close/>
                </a:path>
              </a:pathLst>
            </a:custGeom>
            <a:solidFill>
              <a:srgbClr val="F3F6FC"/>
            </a:solidFill>
            <a:ln>
              <a:noFill/>
            </a:ln>
          </p:spPr>
        </p:sp>
        <p:sp>
          <p:nvSpPr>
            <p:cNvPr id="88" name="node11.hatch.005"/>
            <p:cNvSpPr/>
            <p:nvPr/>
          </p:nvSpPr>
          <p:spPr>
            <a:xfrm>
              <a:off x="9105900" y="2514600"/>
              <a:ext cx="952500" cy="381000"/>
            </a:xfrm>
            <a:custGeom>
              <a:avLst/>
              <a:gdLst/>
              <a:ahLst/>
              <a:cxnLst/>
              <a:rect l="l" t="t" r="r" b="b"/>
              <a:pathLst>
                <a:path w="952500" h="381000">
                  <a:moveTo>
                    <a:pt x="952500" y="232894"/>
                  </a:moveTo>
                  <a:lnTo>
                    <a:pt x="952500" y="340657"/>
                  </a:lnTo>
                  <a:lnTo>
                    <a:pt x="912157" y="381000"/>
                  </a:lnTo>
                  <a:lnTo>
                    <a:pt x="804394" y="381000"/>
                  </a:lnTo>
                  <a:close/>
                </a:path>
              </a:pathLst>
            </a:custGeom>
            <a:solidFill>
              <a:srgbClr val="F3F6FC"/>
            </a:solidFill>
            <a:ln>
              <a:noFill/>
            </a:ln>
          </p:spPr>
        </p:sp>
        <p:sp>
          <p:nvSpPr>
            <p:cNvPr id="89" name="node11.border"/>
            <p:cNvSpPr/>
            <p:nvPr/>
          </p:nvSpPr>
          <p:spPr>
            <a:xfrm>
              <a:off x="9105900" y="2514600"/>
              <a:ext cx="952500" cy="381000"/>
            </a:xfrm>
            <a:prstGeom prst="rect">
              <a:avLst/>
            </a:prstGeom>
            <a:ln w="12700">
              <a:solidFill>
                <a:srgbClr val="97A4BA"/>
              </a:solidFill>
              <a:prstDash val="solid"/>
            </a:ln>
          </p:spPr>
        </p:sp>
        <p:sp>
          <p:nvSpPr>
            <p:cNvPr id="90" name="node11.placeholder"/>
            <p:cNvSpPr/>
            <p:nvPr/>
          </p:nvSpPr>
          <p:spPr>
            <a:xfrm>
              <a:off x="9131300" y="2552700"/>
              <a:ext cx="9017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TRANSIT GATEWAY</a:t>
              </a:r>
              <a:endParaRPr lang="en-US" sz="900" spc="54" kern="0" b="0" i="0" dirty="0">
                <a:solidFill>
                  <a:srgbClr val="50658E"/>
                </a:solidFill>
                <a:latin typeface="IBM Plex Mono SemiBold"/>
                <a:ea typeface="IBM Plex Mono SemiBold"/>
                <a:cs typeface="IBM Plex Mono SemiBold"/>
              </a:endParaRPr>
            </a:p>
          </p:txBody>
        </p:sp>
      </p:grpSp>
      <p:grpSp>
        <p:nvGrpSpPr>
          <p:cNvPr id="216" name="node12"/>
          <p:cNvGrpSpPr/>
          <p:nvPr/>
        </p:nvGrpSpPr>
        <p:grpSpPr>
          <a:xfrm>
            <a:off x="10134600" y="2514600"/>
            <a:ext cx="952500" cy="381000"/>
            <a:chOff x="10134600" y="2514600"/>
            <a:chExt cx="952500" cy="381000"/>
          </a:xfrm>
        </p:grpSpPr>
        <p:sp>
          <p:nvSpPr>
            <p:cNvPr id="91" name="node12.background"/>
            <p:cNvSpPr/>
            <p:nvPr/>
          </p:nvSpPr>
          <p:spPr>
            <a:xfrm>
              <a:off x="10134600" y="2514600"/>
              <a:ext cx="952500" cy="381000"/>
            </a:xfrm>
            <a:prstGeom prst="rect">
              <a:avLst/>
            </a:prstGeom>
            <a:solidFill>
              <a:srgbClr val="FFFFFF"/>
            </a:solidFill>
            <a:ln>
              <a:noFill/>
            </a:ln>
          </p:spPr>
        </p:sp>
        <p:sp>
          <p:nvSpPr>
            <p:cNvPr id="92" name="node12.hatch.000"/>
            <p:cNvSpPr/>
            <p:nvPr/>
          </p:nvSpPr>
          <p:spPr>
            <a:xfrm>
              <a:off x="10134600" y="2514600"/>
              <a:ext cx="952500" cy="381000"/>
            </a:xfrm>
            <a:custGeom>
              <a:avLst/>
              <a:gdLst/>
              <a:ahLst/>
              <a:cxnLst/>
              <a:rect l="l" t="t" r="r" b="b"/>
              <a:pathLst>
                <a:path w="952500" h="381000">
                  <a:moveTo>
                    <a:pt x="0" y="215526"/>
                  </a:moveTo>
                  <a:lnTo>
                    <a:pt x="0" y="107763"/>
                  </a:lnTo>
                  <a:lnTo>
                    <a:pt x="107763" y="0"/>
                  </a:lnTo>
                  <a:lnTo>
                    <a:pt x="215526" y="0"/>
                  </a:lnTo>
                  <a:close/>
                </a:path>
              </a:pathLst>
            </a:custGeom>
            <a:solidFill>
              <a:srgbClr val="F3F6FC"/>
            </a:solidFill>
            <a:ln>
              <a:noFill/>
            </a:ln>
          </p:spPr>
        </p:sp>
        <p:sp>
          <p:nvSpPr>
            <p:cNvPr id="93" name="node12.hatch.001"/>
            <p:cNvSpPr/>
            <p:nvPr/>
          </p:nvSpPr>
          <p:spPr>
            <a:xfrm>
              <a:off x="10134600" y="2514600"/>
              <a:ext cx="952500" cy="381000"/>
            </a:xfrm>
            <a:custGeom>
              <a:avLst/>
              <a:gdLst/>
              <a:ahLst/>
              <a:cxnLst/>
              <a:rect l="l" t="t" r="r" b="b"/>
              <a:pathLst>
                <a:path w="952500" h="381000">
                  <a:moveTo>
                    <a:pt x="0" y="323289"/>
                  </a:moveTo>
                  <a:lnTo>
                    <a:pt x="323289" y="0"/>
                  </a:lnTo>
                  <a:lnTo>
                    <a:pt x="431052" y="0"/>
                  </a:lnTo>
                  <a:lnTo>
                    <a:pt x="50052" y="381000"/>
                  </a:lnTo>
                  <a:lnTo>
                    <a:pt x="0" y="381000"/>
                  </a:lnTo>
                  <a:close/>
                </a:path>
              </a:pathLst>
            </a:custGeom>
            <a:solidFill>
              <a:srgbClr val="F3F6FC"/>
            </a:solidFill>
            <a:ln>
              <a:noFill/>
            </a:ln>
          </p:spPr>
        </p:sp>
        <p:sp>
          <p:nvSpPr>
            <p:cNvPr id="94" name="node12.hatch.002"/>
            <p:cNvSpPr/>
            <p:nvPr/>
          </p:nvSpPr>
          <p:spPr>
            <a:xfrm>
              <a:off x="10134600" y="2514600"/>
              <a:ext cx="952500" cy="381000"/>
            </a:xfrm>
            <a:custGeom>
              <a:avLst/>
              <a:gdLst/>
              <a:ahLst/>
              <a:cxnLst/>
              <a:rect l="l" t="t" r="r" b="b"/>
              <a:pathLst>
                <a:path w="952500" h="381000">
                  <a:moveTo>
                    <a:pt x="538815" y="0"/>
                  </a:moveTo>
                  <a:lnTo>
                    <a:pt x="646578" y="0"/>
                  </a:lnTo>
                  <a:lnTo>
                    <a:pt x="265578" y="381000"/>
                  </a:lnTo>
                  <a:lnTo>
                    <a:pt x="157815" y="381000"/>
                  </a:lnTo>
                  <a:close/>
                </a:path>
              </a:pathLst>
            </a:custGeom>
            <a:solidFill>
              <a:srgbClr val="F3F6FC"/>
            </a:solidFill>
            <a:ln>
              <a:noFill/>
            </a:ln>
          </p:spPr>
        </p:sp>
        <p:sp>
          <p:nvSpPr>
            <p:cNvPr id="95" name="node12.hatch.003"/>
            <p:cNvSpPr/>
            <p:nvPr/>
          </p:nvSpPr>
          <p:spPr>
            <a:xfrm>
              <a:off x="10134600" y="2514600"/>
              <a:ext cx="952500" cy="381000"/>
            </a:xfrm>
            <a:custGeom>
              <a:avLst/>
              <a:gdLst/>
              <a:ahLst/>
              <a:cxnLst/>
              <a:rect l="l" t="t" r="r" b="b"/>
              <a:pathLst>
                <a:path w="952500" h="381000">
                  <a:moveTo>
                    <a:pt x="754342" y="0"/>
                  </a:moveTo>
                  <a:lnTo>
                    <a:pt x="862105" y="0"/>
                  </a:lnTo>
                  <a:lnTo>
                    <a:pt x="481105" y="381000"/>
                  </a:lnTo>
                  <a:lnTo>
                    <a:pt x="373342" y="381000"/>
                  </a:lnTo>
                  <a:close/>
                </a:path>
              </a:pathLst>
            </a:custGeom>
            <a:solidFill>
              <a:srgbClr val="F3F6FC"/>
            </a:solidFill>
            <a:ln>
              <a:noFill/>
            </a:ln>
          </p:spPr>
        </p:sp>
        <p:sp>
          <p:nvSpPr>
            <p:cNvPr id="96" name="node12.hatch.004"/>
            <p:cNvSpPr/>
            <p:nvPr/>
          </p:nvSpPr>
          <p:spPr>
            <a:xfrm>
              <a:off x="10134600" y="2514600"/>
              <a:ext cx="952500" cy="381000"/>
            </a:xfrm>
            <a:custGeom>
              <a:avLst/>
              <a:gdLst/>
              <a:ahLst/>
              <a:cxnLst/>
              <a:rect l="l" t="t" r="r" b="b"/>
              <a:pathLst>
                <a:path w="952500" h="381000">
                  <a:moveTo>
                    <a:pt x="952500" y="17368"/>
                  </a:moveTo>
                  <a:lnTo>
                    <a:pt x="952500" y="125131"/>
                  </a:lnTo>
                  <a:lnTo>
                    <a:pt x="696631" y="381000"/>
                  </a:lnTo>
                  <a:lnTo>
                    <a:pt x="588868" y="381000"/>
                  </a:lnTo>
                  <a:close/>
                </a:path>
              </a:pathLst>
            </a:custGeom>
            <a:solidFill>
              <a:srgbClr val="F3F6FC"/>
            </a:solidFill>
            <a:ln>
              <a:noFill/>
            </a:ln>
          </p:spPr>
        </p:sp>
        <p:sp>
          <p:nvSpPr>
            <p:cNvPr id="97" name="node12.hatch.005"/>
            <p:cNvSpPr/>
            <p:nvPr/>
          </p:nvSpPr>
          <p:spPr>
            <a:xfrm>
              <a:off x="10134600" y="2514600"/>
              <a:ext cx="952500" cy="381000"/>
            </a:xfrm>
            <a:custGeom>
              <a:avLst/>
              <a:gdLst/>
              <a:ahLst/>
              <a:cxnLst/>
              <a:rect l="l" t="t" r="r" b="b"/>
              <a:pathLst>
                <a:path w="952500" h="381000">
                  <a:moveTo>
                    <a:pt x="952500" y="232894"/>
                  </a:moveTo>
                  <a:lnTo>
                    <a:pt x="952500" y="340657"/>
                  </a:lnTo>
                  <a:lnTo>
                    <a:pt x="912157" y="381000"/>
                  </a:lnTo>
                  <a:lnTo>
                    <a:pt x="804394" y="381000"/>
                  </a:lnTo>
                  <a:close/>
                </a:path>
              </a:pathLst>
            </a:custGeom>
            <a:solidFill>
              <a:srgbClr val="F3F6FC"/>
            </a:solidFill>
            <a:ln>
              <a:noFill/>
            </a:ln>
          </p:spPr>
        </p:sp>
        <p:sp>
          <p:nvSpPr>
            <p:cNvPr id="98" name="node12.border"/>
            <p:cNvSpPr/>
            <p:nvPr/>
          </p:nvSpPr>
          <p:spPr>
            <a:xfrm>
              <a:off x="10134600" y="2514600"/>
              <a:ext cx="952500" cy="381000"/>
            </a:xfrm>
            <a:prstGeom prst="rect">
              <a:avLst/>
            </a:prstGeom>
            <a:ln w="12700">
              <a:solidFill>
                <a:srgbClr val="97A4BA"/>
              </a:solidFill>
              <a:prstDash val="solid"/>
            </a:ln>
          </p:spPr>
        </p:sp>
        <p:sp>
          <p:nvSpPr>
            <p:cNvPr id="99" name="node12.placeholder"/>
            <p:cNvSpPr/>
            <p:nvPr/>
          </p:nvSpPr>
          <p:spPr>
            <a:xfrm>
              <a:off x="10160000" y="2628900"/>
              <a:ext cx="9017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ROUTE 53</a:t>
              </a:r>
              <a:endParaRPr lang="en-US" sz="900" spc="54" kern="0" b="0" i="0" dirty="0">
                <a:solidFill>
                  <a:srgbClr val="50658E"/>
                </a:solidFill>
                <a:latin typeface="IBM Plex Mono SemiBold"/>
                <a:ea typeface="IBM Plex Mono SemiBold"/>
                <a:cs typeface="IBM Plex Mono SemiBold"/>
              </a:endParaRPr>
            </a:p>
          </p:txBody>
        </p:sp>
      </p:grpSp>
      <p:grpSp>
        <p:nvGrpSpPr>
          <p:cNvPr id="217" name="node13"/>
          <p:cNvGrpSpPr/>
          <p:nvPr/>
        </p:nvGrpSpPr>
        <p:grpSpPr>
          <a:xfrm>
            <a:off x="952500" y="3200400"/>
            <a:ext cx="5029200" cy="2286000"/>
            <a:chOff x="952500" y="3200400"/>
            <a:chExt cx="5029200" cy="2286000"/>
          </a:xfrm>
        </p:grpSpPr>
        <p:sp>
          <p:nvSpPr>
            <p:cNvPr id="100" name="node13.surface"/>
            <p:cNvSpPr/>
            <p:nvPr/>
          </p:nvSpPr>
          <p:spPr>
            <a:xfrm>
              <a:off x="952500" y="3200400"/>
              <a:ext cx="5029200" cy="2286000"/>
            </a:xfrm>
            <a:prstGeom prst="rect">
              <a:avLst/>
            </a:prstGeom>
            <a:solidFill>
              <a:srgbClr val="FFFFFF"/>
            </a:solidFill>
            <a:ln w="12700">
              <a:solidFill>
                <a:srgbClr val="CED7E6"/>
              </a:solidFill>
              <a:prstDash val="solid"/>
            </a:ln>
          </p:spPr>
        </p:sp>
        <p:sp>
          <p:nvSpPr>
            <p:cNvPr id="101" name="node13.label"/>
            <p:cNvSpPr/>
            <p:nvPr/>
          </p:nvSpPr>
          <p:spPr>
            <a:xfrm>
              <a:off x="1104900" y="3314700"/>
              <a:ext cx="4724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Workload account · Production</a:t>
              </a:r>
              <a:endParaRPr lang="en-US" sz="1400" spc="0" kern="0" b="0" i="0" dirty="0">
                <a:solidFill>
                  <a:srgbClr val="070154"/>
                </a:solidFill>
                <a:latin typeface="IBM Plex Sans SemiBold"/>
                <a:ea typeface="IBM Plex Sans SemiBold"/>
                <a:cs typeface="IBM Plex Sans SemiBold"/>
              </a:endParaRPr>
            </a:p>
          </p:txBody>
        </p:sp>
      </p:grpSp>
      <p:grpSp>
        <p:nvGrpSpPr>
          <p:cNvPr id="218" name="node14"/>
          <p:cNvGrpSpPr/>
          <p:nvPr/>
        </p:nvGrpSpPr>
        <p:grpSpPr>
          <a:xfrm>
            <a:off x="4914900" y="3276600"/>
            <a:ext cx="914400" cy="304800"/>
            <a:chOff x="4914900" y="3276600"/>
            <a:chExt cx="914400" cy="304800"/>
          </a:xfrm>
        </p:grpSpPr>
        <p:sp>
          <p:nvSpPr>
            <p:cNvPr id="102" name="node14.background"/>
            <p:cNvSpPr/>
            <p:nvPr/>
          </p:nvSpPr>
          <p:spPr>
            <a:xfrm>
              <a:off x="4914900" y="3276600"/>
              <a:ext cx="914400" cy="304800"/>
            </a:xfrm>
            <a:prstGeom prst="rect">
              <a:avLst/>
            </a:prstGeom>
            <a:solidFill>
              <a:srgbClr val="FFFFFF"/>
            </a:solidFill>
            <a:ln>
              <a:noFill/>
            </a:ln>
          </p:spPr>
        </p:sp>
        <p:sp>
          <p:nvSpPr>
            <p:cNvPr id="103" name="node14.hatch.000"/>
            <p:cNvSpPr/>
            <p:nvPr/>
          </p:nvSpPr>
          <p:spPr>
            <a:xfrm>
              <a:off x="4914900" y="3276600"/>
              <a:ext cx="914400" cy="304800"/>
            </a:xfrm>
            <a:custGeom>
              <a:avLst/>
              <a:gdLst/>
              <a:ahLst/>
              <a:cxnLst/>
              <a:rect l="l" t="t" r="r" b="b"/>
              <a:pathLst>
                <a:path w="914400" h="304800">
                  <a:moveTo>
                    <a:pt x="0" y="215526"/>
                  </a:moveTo>
                  <a:lnTo>
                    <a:pt x="0" y="107763"/>
                  </a:lnTo>
                  <a:lnTo>
                    <a:pt x="107763" y="0"/>
                  </a:lnTo>
                  <a:lnTo>
                    <a:pt x="215526" y="0"/>
                  </a:lnTo>
                  <a:close/>
                </a:path>
              </a:pathLst>
            </a:custGeom>
            <a:solidFill>
              <a:srgbClr val="F3F6FC"/>
            </a:solidFill>
            <a:ln>
              <a:noFill/>
            </a:ln>
          </p:spPr>
        </p:sp>
        <p:sp>
          <p:nvSpPr>
            <p:cNvPr id="104" name="node14.hatch.001"/>
            <p:cNvSpPr/>
            <p:nvPr/>
          </p:nvSpPr>
          <p:spPr>
            <a:xfrm>
              <a:off x="4914900" y="3276600"/>
              <a:ext cx="914400" cy="304800"/>
            </a:xfrm>
            <a:custGeom>
              <a:avLst/>
              <a:gdLst/>
              <a:ahLst/>
              <a:cxnLst/>
              <a:rect l="l" t="t" r="r" b="b"/>
              <a:pathLst>
                <a:path w="914400" h="304800">
                  <a:moveTo>
                    <a:pt x="323289" y="0"/>
                  </a:moveTo>
                  <a:lnTo>
                    <a:pt x="431052" y="0"/>
                  </a:lnTo>
                  <a:lnTo>
                    <a:pt x="126252" y="304800"/>
                  </a:lnTo>
                  <a:lnTo>
                    <a:pt x="18489" y="304800"/>
                  </a:lnTo>
                  <a:close/>
                </a:path>
              </a:pathLst>
            </a:custGeom>
            <a:solidFill>
              <a:srgbClr val="F3F6FC"/>
            </a:solidFill>
            <a:ln>
              <a:noFill/>
            </a:ln>
          </p:spPr>
        </p:sp>
        <p:sp>
          <p:nvSpPr>
            <p:cNvPr id="105" name="node14.hatch.002"/>
            <p:cNvSpPr/>
            <p:nvPr/>
          </p:nvSpPr>
          <p:spPr>
            <a:xfrm>
              <a:off x="4914900" y="3276600"/>
              <a:ext cx="914400" cy="304800"/>
            </a:xfrm>
            <a:custGeom>
              <a:avLst/>
              <a:gdLst/>
              <a:ahLst/>
              <a:cxnLst/>
              <a:rect l="l" t="t" r="r" b="b"/>
              <a:pathLst>
                <a:path w="914400" h="304800">
                  <a:moveTo>
                    <a:pt x="538815" y="0"/>
                  </a:moveTo>
                  <a:lnTo>
                    <a:pt x="646578" y="0"/>
                  </a:lnTo>
                  <a:lnTo>
                    <a:pt x="341778" y="304800"/>
                  </a:lnTo>
                  <a:lnTo>
                    <a:pt x="234015" y="304800"/>
                  </a:lnTo>
                  <a:close/>
                </a:path>
              </a:pathLst>
            </a:custGeom>
            <a:solidFill>
              <a:srgbClr val="F3F6FC"/>
            </a:solidFill>
            <a:ln>
              <a:noFill/>
            </a:ln>
          </p:spPr>
        </p:sp>
        <p:sp>
          <p:nvSpPr>
            <p:cNvPr id="106" name="node14.hatch.003"/>
            <p:cNvSpPr/>
            <p:nvPr/>
          </p:nvSpPr>
          <p:spPr>
            <a:xfrm>
              <a:off x="4914900" y="3276600"/>
              <a:ext cx="914400" cy="304800"/>
            </a:xfrm>
            <a:custGeom>
              <a:avLst/>
              <a:gdLst/>
              <a:ahLst/>
              <a:cxnLst/>
              <a:rect l="l" t="t" r="r" b="b"/>
              <a:pathLst>
                <a:path w="914400" h="304800">
                  <a:moveTo>
                    <a:pt x="754342" y="0"/>
                  </a:moveTo>
                  <a:lnTo>
                    <a:pt x="862105" y="0"/>
                  </a:lnTo>
                  <a:lnTo>
                    <a:pt x="557305" y="304800"/>
                  </a:lnTo>
                  <a:lnTo>
                    <a:pt x="449542" y="304800"/>
                  </a:lnTo>
                  <a:close/>
                </a:path>
              </a:pathLst>
            </a:custGeom>
            <a:solidFill>
              <a:srgbClr val="F3F6FC"/>
            </a:solidFill>
            <a:ln>
              <a:noFill/>
            </a:ln>
          </p:spPr>
        </p:sp>
        <p:sp>
          <p:nvSpPr>
            <p:cNvPr id="107" name="node14.hatch.004"/>
            <p:cNvSpPr/>
            <p:nvPr/>
          </p:nvSpPr>
          <p:spPr>
            <a:xfrm>
              <a:off x="4914900" y="3276600"/>
              <a:ext cx="914400" cy="304800"/>
            </a:xfrm>
            <a:custGeom>
              <a:avLst/>
              <a:gdLst/>
              <a:ahLst/>
              <a:cxnLst/>
              <a:rect l="l" t="t" r="r" b="b"/>
              <a:pathLst>
                <a:path w="914400" h="304800">
                  <a:moveTo>
                    <a:pt x="914400" y="55468"/>
                  </a:moveTo>
                  <a:lnTo>
                    <a:pt x="914400" y="163231"/>
                  </a:lnTo>
                  <a:lnTo>
                    <a:pt x="772831" y="304800"/>
                  </a:lnTo>
                  <a:lnTo>
                    <a:pt x="665068" y="304800"/>
                  </a:lnTo>
                  <a:close/>
                </a:path>
              </a:pathLst>
            </a:custGeom>
            <a:solidFill>
              <a:srgbClr val="F3F6FC"/>
            </a:solidFill>
            <a:ln>
              <a:noFill/>
            </a:ln>
          </p:spPr>
        </p:sp>
        <p:sp>
          <p:nvSpPr>
            <p:cNvPr id="108" name="node14.hatch.005"/>
            <p:cNvSpPr/>
            <p:nvPr/>
          </p:nvSpPr>
          <p:spPr>
            <a:xfrm>
              <a:off x="4914900" y="3276600"/>
              <a:ext cx="914400" cy="304800"/>
            </a:xfrm>
            <a:custGeom>
              <a:avLst/>
              <a:gdLst/>
              <a:ahLst/>
              <a:cxnLst/>
              <a:rect l="l" t="t" r="r" b="b"/>
              <a:pathLst>
                <a:path w="914400" h="304800">
                  <a:moveTo>
                    <a:pt x="914400" y="270994"/>
                  </a:moveTo>
                  <a:lnTo>
                    <a:pt x="914400" y="304800"/>
                  </a:lnTo>
                  <a:lnTo>
                    <a:pt x="880594" y="304800"/>
                  </a:lnTo>
                  <a:close/>
                </a:path>
              </a:pathLst>
            </a:custGeom>
            <a:solidFill>
              <a:srgbClr val="F3F6FC"/>
            </a:solidFill>
            <a:ln>
              <a:noFill/>
            </a:ln>
          </p:spPr>
        </p:sp>
        <p:sp>
          <p:nvSpPr>
            <p:cNvPr id="109" name="node14.border"/>
            <p:cNvSpPr/>
            <p:nvPr/>
          </p:nvSpPr>
          <p:spPr>
            <a:xfrm>
              <a:off x="4914900" y="3276600"/>
              <a:ext cx="914400" cy="304800"/>
            </a:xfrm>
            <a:prstGeom prst="rect">
              <a:avLst/>
            </a:prstGeom>
            <a:ln w="12700">
              <a:solidFill>
                <a:srgbClr val="97A4BA"/>
              </a:solidFill>
              <a:prstDash val="solid"/>
            </a:ln>
          </p:spPr>
        </p:sp>
        <p:sp>
          <p:nvSpPr>
            <p:cNvPr id="110" name="node14.placeholder"/>
            <p:cNvSpPr/>
            <p:nvPr/>
          </p:nvSpPr>
          <p:spPr>
            <a:xfrm>
              <a:off x="4940300" y="3352800"/>
              <a:ext cx="863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KMS</a:t>
              </a:r>
              <a:endParaRPr lang="en-US" sz="900" spc="54" kern="0" b="0" i="0" dirty="0">
                <a:solidFill>
                  <a:srgbClr val="50658E"/>
                </a:solidFill>
                <a:latin typeface="IBM Plex Mono SemiBold"/>
                <a:ea typeface="IBM Plex Mono SemiBold"/>
                <a:cs typeface="IBM Plex Mono SemiBold"/>
              </a:endParaRPr>
            </a:p>
          </p:txBody>
        </p:sp>
      </p:grpSp>
      <p:grpSp>
        <p:nvGrpSpPr>
          <p:cNvPr id="219" name="node15"/>
          <p:cNvGrpSpPr/>
          <p:nvPr/>
        </p:nvGrpSpPr>
        <p:grpSpPr>
          <a:xfrm>
            <a:off x="1181100" y="3657600"/>
            <a:ext cx="4495800" cy="1600200"/>
            <a:chOff x="1181100" y="3657600"/>
            <a:chExt cx="4495800" cy="1600200"/>
          </a:xfrm>
        </p:grpSpPr>
        <p:sp>
          <p:nvSpPr>
            <p:cNvPr id="111" name="node15.surface"/>
            <p:cNvSpPr/>
            <p:nvPr/>
          </p:nvSpPr>
          <p:spPr>
            <a:xfrm>
              <a:off x="1181100" y="3657600"/>
              <a:ext cx="4495800" cy="1600200"/>
            </a:xfrm>
            <a:prstGeom prst="rect">
              <a:avLst/>
            </a:prstGeom>
            <a:ln w="12700">
              <a:solidFill>
                <a:srgbClr val="070154"/>
              </a:solidFill>
              <a:prstDash val="dash"/>
            </a:ln>
          </p:spPr>
        </p:sp>
        <p:sp>
          <p:nvSpPr>
            <p:cNvPr id="112" name="node15.label"/>
            <p:cNvSpPr/>
            <p:nvPr/>
          </p:nvSpPr>
          <p:spPr>
            <a:xfrm>
              <a:off x="1333500" y="3771900"/>
              <a:ext cx="419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VPC · production</a:t>
              </a:r>
              <a:endParaRPr lang="en-US" sz="1400" spc="0" kern="0" b="0" i="0" dirty="0">
                <a:solidFill>
                  <a:srgbClr val="070154"/>
                </a:solidFill>
                <a:latin typeface="IBM Plex Sans SemiBold"/>
                <a:ea typeface="IBM Plex Sans SemiBold"/>
                <a:cs typeface="IBM Plex Sans SemiBold"/>
              </a:endParaRPr>
            </a:p>
          </p:txBody>
        </p:sp>
      </p:grpSp>
      <p:grpSp>
        <p:nvGrpSpPr>
          <p:cNvPr id="220" name="node16"/>
          <p:cNvGrpSpPr/>
          <p:nvPr/>
        </p:nvGrpSpPr>
        <p:grpSpPr>
          <a:xfrm>
            <a:off x="1409700" y="4114800"/>
            <a:ext cx="1295400" cy="914400"/>
            <a:chOff x="1409700" y="4114800"/>
            <a:chExt cx="1295400" cy="914400"/>
          </a:xfrm>
        </p:grpSpPr>
        <p:sp>
          <p:nvSpPr>
            <p:cNvPr id="113" name="node16.surface"/>
            <p:cNvSpPr/>
            <p:nvPr/>
          </p:nvSpPr>
          <p:spPr>
            <a:xfrm>
              <a:off x="1409700" y="4114800"/>
              <a:ext cx="1295400" cy="914400"/>
            </a:xfrm>
            <a:prstGeom prst="rect">
              <a:avLst/>
            </a:prstGeom>
            <a:solidFill>
              <a:srgbClr val="FFFFFF"/>
            </a:solidFill>
            <a:ln w="12700">
              <a:solidFill>
                <a:srgbClr val="CED7E6"/>
              </a:solidFill>
              <a:prstDash val="solid"/>
            </a:ln>
          </p:spPr>
        </p:sp>
      </p:grpSp>
      <p:grpSp>
        <p:nvGrpSpPr>
          <p:cNvPr id="221" name="node17"/>
          <p:cNvGrpSpPr/>
          <p:nvPr/>
        </p:nvGrpSpPr>
        <p:grpSpPr>
          <a:xfrm>
            <a:off x="1485900" y="4152900"/>
            <a:ext cx="1143000" cy="228600"/>
            <a:chOff x="1485900" y="4152900"/>
            <a:chExt cx="1143000" cy="228600"/>
          </a:xfrm>
        </p:grpSpPr>
        <p:sp>
          <p:nvSpPr>
            <p:cNvPr id="114" name="node17.text"/>
            <p:cNvSpPr/>
            <p:nvPr/>
          </p:nvSpPr>
          <p:spPr>
            <a:xfrm>
              <a:off x="14859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Public</a:t>
              </a:r>
              <a:endParaRPr lang="en-US" sz="1200" spc="0" kern="0" b="0" i="0" dirty="0">
                <a:solidFill>
                  <a:srgbClr val="070154"/>
                </a:solidFill>
                <a:latin typeface="IBM Plex Sans"/>
                <a:ea typeface="IBM Plex Sans"/>
                <a:cs typeface="IBM Plex Sans"/>
              </a:endParaRPr>
            </a:p>
          </p:txBody>
        </p:sp>
      </p:grpSp>
      <p:grpSp>
        <p:nvGrpSpPr>
          <p:cNvPr id="222" name="node18"/>
          <p:cNvGrpSpPr/>
          <p:nvPr/>
        </p:nvGrpSpPr>
        <p:grpSpPr>
          <a:xfrm>
            <a:off x="1485900" y="4457700"/>
            <a:ext cx="1143000" cy="457200"/>
            <a:chOff x="1485900" y="4457700"/>
            <a:chExt cx="1143000" cy="457200"/>
          </a:xfrm>
        </p:grpSpPr>
        <p:sp>
          <p:nvSpPr>
            <p:cNvPr id="115" name="node18.background"/>
            <p:cNvSpPr/>
            <p:nvPr/>
          </p:nvSpPr>
          <p:spPr>
            <a:xfrm>
              <a:off x="1485900" y="4457700"/>
              <a:ext cx="1143000" cy="457200"/>
            </a:xfrm>
            <a:prstGeom prst="rect">
              <a:avLst/>
            </a:prstGeom>
            <a:solidFill>
              <a:srgbClr val="FFFFFF"/>
            </a:solidFill>
            <a:ln>
              <a:noFill/>
            </a:ln>
          </p:spPr>
        </p:sp>
        <p:sp>
          <p:nvSpPr>
            <p:cNvPr id="116" name="node18.hatch.000"/>
            <p:cNvSpPr/>
            <p:nvPr/>
          </p:nvSpPr>
          <p:spPr>
            <a:xfrm>
              <a:off x="14859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17" name="node18.hatch.001"/>
            <p:cNvSpPr/>
            <p:nvPr/>
          </p:nvSpPr>
          <p:spPr>
            <a:xfrm>
              <a:off x="14859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18" name="node18.hatch.002"/>
            <p:cNvSpPr/>
            <p:nvPr/>
          </p:nvSpPr>
          <p:spPr>
            <a:xfrm>
              <a:off x="14859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19" name="node18.hatch.003"/>
            <p:cNvSpPr/>
            <p:nvPr/>
          </p:nvSpPr>
          <p:spPr>
            <a:xfrm>
              <a:off x="14859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20" name="node18.hatch.004"/>
            <p:cNvSpPr/>
            <p:nvPr/>
          </p:nvSpPr>
          <p:spPr>
            <a:xfrm>
              <a:off x="14859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21" name="node18.hatch.005"/>
            <p:cNvSpPr/>
            <p:nvPr/>
          </p:nvSpPr>
          <p:spPr>
            <a:xfrm>
              <a:off x="14859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22" name="node18.hatch.006"/>
            <p:cNvSpPr/>
            <p:nvPr/>
          </p:nvSpPr>
          <p:spPr>
            <a:xfrm>
              <a:off x="14859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23" name="node18.border"/>
            <p:cNvSpPr/>
            <p:nvPr/>
          </p:nvSpPr>
          <p:spPr>
            <a:xfrm>
              <a:off x="1485900" y="4457700"/>
              <a:ext cx="1143000" cy="457200"/>
            </a:xfrm>
            <a:prstGeom prst="rect">
              <a:avLst/>
            </a:prstGeom>
            <a:ln w="12700">
              <a:solidFill>
                <a:srgbClr val="97A4BA"/>
              </a:solidFill>
              <a:prstDash val="solid"/>
            </a:ln>
          </p:spPr>
        </p:sp>
        <p:sp>
          <p:nvSpPr>
            <p:cNvPr id="124" name="node18.placeholder"/>
            <p:cNvSpPr/>
            <p:nvPr/>
          </p:nvSpPr>
          <p:spPr>
            <a:xfrm>
              <a:off x="15113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APPLICATION LOAD BALANCER</a:t>
              </a:r>
              <a:endParaRPr lang="en-US" sz="900" spc="54" kern="0" b="0" i="0" dirty="0">
                <a:solidFill>
                  <a:srgbClr val="50658E"/>
                </a:solidFill>
                <a:latin typeface="IBM Plex Mono SemiBold"/>
                <a:ea typeface="IBM Plex Mono SemiBold"/>
                <a:cs typeface="IBM Plex Mono SemiBold"/>
              </a:endParaRPr>
            </a:p>
          </p:txBody>
        </p:sp>
      </p:grpSp>
      <p:grpSp>
        <p:nvGrpSpPr>
          <p:cNvPr id="223" name="node19"/>
          <p:cNvGrpSpPr/>
          <p:nvPr/>
        </p:nvGrpSpPr>
        <p:grpSpPr>
          <a:xfrm>
            <a:off x="2781300" y="4114800"/>
            <a:ext cx="1295400" cy="914400"/>
            <a:chOff x="2781300" y="4114800"/>
            <a:chExt cx="1295400" cy="914400"/>
          </a:xfrm>
        </p:grpSpPr>
        <p:sp>
          <p:nvSpPr>
            <p:cNvPr id="125" name="node19.surface"/>
            <p:cNvSpPr/>
            <p:nvPr/>
          </p:nvSpPr>
          <p:spPr>
            <a:xfrm>
              <a:off x="2781300" y="4114800"/>
              <a:ext cx="1295400" cy="914400"/>
            </a:xfrm>
            <a:prstGeom prst="rect">
              <a:avLst/>
            </a:prstGeom>
            <a:solidFill>
              <a:srgbClr val="FFFFFF"/>
            </a:solidFill>
            <a:ln w="12700">
              <a:solidFill>
                <a:srgbClr val="CED7E6"/>
              </a:solidFill>
              <a:prstDash val="solid"/>
            </a:ln>
          </p:spPr>
        </p:sp>
      </p:grpSp>
      <p:grpSp>
        <p:nvGrpSpPr>
          <p:cNvPr id="224" name="node20"/>
          <p:cNvGrpSpPr/>
          <p:nvPr/>
        </p:nvGrpSpPr>
        <p:grpSpPr>
          <a:xfrm>
            <a:off x="2857500" y="4152900"/>
            <a:ext cx="1143000" cy="228600"/>
            <a:chOff x="2857500" y="4152900"/>
            <a:chExt cx="1143000" cy="228600"/>
          </a:xfrm>
        </p:grpSpPr>
        <p:sp>
          <p:nvSpPr>
            <p:cNvPr id="126" name="node20.text"/>
            <p:cNvSpPr/>
            <p:nvPr/>
          </p:nvSpPr>
          <p:spPr>
            <a:xfrm>
              <a:off x="28575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app</a:t>
              </a:r>
              <a:endParaRPr lang="en-US" sz="1200" spc="0" kern="0" b="0" i="0" dirty="0">
                <a:solidFill>
                  <a:srgbClr val="070154"/>
                </a:solidFill>
                <a:latin typeface="IBM Plex Sans"/>
                <a:ea typeface="IBM Plex Sans"/>
                <a:cs typeface="IBM Plex Sans"/>
              </a:endParaRPr>
            </a:p>
          </p:txBody>
        </p:sp>
      </p:grpSp>
      <p:grpSp>
        <p:nvGrpSpPr>
          <p:cNvPr id="225" name="node21"/>
          <p:cNvGrpSpPr/>
          <p:nvPr/>
        </p:nvGrpSpPr>
        <p:grpSpPr>
          <a:xfrm>
            <a:off x="2857500" y="4457700"/>
            <a:ext cx="1143000" cy="457200"/>
            <a:chOff x="2857500" y="4457700"/>
            <a:chExt cx="1143000" cy="457200"/>
          </a:xfrm>
        </p:grpSpPr>
        <p:sp>
          <p:nvSpPr>
            <p:cNvPr id="127" name="node21.background"/>
            <p:cNvSpPr/>
            <p:nvPr/>
          </p:nvSpPr>
          <p:spPr>
            <a:xfrm>
              <a:off x="2857500" y="4457700"/>
              <a:ext cx="1143000" cy="457200"/>
            </a:xfrm>
            <a:prstGeom prst="rect">
              <a:avLst/>
            </a:prstGeom>
            <a:solidFill>
              <a:srgbClr val="FFFFFF"/>
            </a:solidFill>
            <a:ln>
              <a:noFill/>
            </a:ln>
          </p:spPr>
        </p:sp>
        <p:sp>
          <p:nvSpPr>
            <p:cNvPr id="128" name="node21.hatch.000"/>
            <p:cNvSpPr/>
            <p:nvPr/>
          </p:nvSpPr>
          <p:spPr>
            <a:xfrm>
              <a:off x="28575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29" name="node21.hatch.001"/>
            <p:cNvSpPr/>
            <p:nvPr/>
          </p:nvSpPr>
          <p:spPr>
            <a:xfrm>
              <a:off x="28575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30" name="node21.hatch.002"/>
            <p:cNvSpPr/>
            <p:nvPr/>
          </p:nvSpPr>
          <p:spPr>
            <a:xfrm>
              <a:off x="28575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31" name="node21.hatch.003"/>
            <p:cNvSpPr/>
            <p:nvPr/>
          </p:nvSpPr>
          <p:spPr>
            <a:xfrm>
              <a:off x="28575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32" name="node21.hatch.004"/>
            <p:cNvSpPr/>
            <p:nvPr/>
          </p:nvSpPr>
          <p:spPr>
            <a:xfrm>
              <a:off x="28575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33" name="node21.hatch.005"/>
            <p:cNvSpPr/>
            <p:nvPr/>
          </p:nvSpPr>
          <p:spPr>
            <a:xfrm>
              <a:off x="28575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34" name="node21.hatch.006"/>
            <p:cNvSpPr/>
            <p:nvPr/>
          </p:nvSpPr>
          <p:spPr>
            <a:xfrm>
              <a:off x="28575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35" name="node21.border"/>
            <p:cNvSpPr/>
            <p:nvPr/>
          </p:nvSpPr>
          <p:spPr>
            <a:xfrm>
              <a:off x="2857500" y="4457700"/>
              <a:ext cx="1143000" cy="457200"/>
            </a:xfrm>
            <a:prstGeom prst="rect">
              <a:avLst/>
            </a:prstGeom>
            <a:ln w="12700">
              <a:solidFill>
                <a:srgbClr val="97A4BA"/>
              </a:solidFill>
              <a:prstDash val="solid"/>
            </a:ln>
          </p:spPr>
        </p:sp>
        <p:sp>
          <p:nvSpPr>
            <p:cNvPr id="136" name="node21.placeholder"/>
            <p:cNvSpPr/>
            <p:nvPr/>
          </p:nvSpPr>
          <p:spPr>
            <a:xfrm>
              <a:off x="2882900" y="4610100"/>
              <a:ext cx="1092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ECS ON FARGATE</a:t>
              </a:r>
              <a:endParaRPr lang="en-US" sz="900" spc="54" kern="0" b="0" i="0" dirty="0">
                <a:solidFill>
                  <a:srgbClr val="50658E"/>
                </a:solidFill>
                <a:latin typeface="IBM Plex Mono SemiBold"/>
                <a:ea typeface="IBM Plex Mono SemiBold"/>
                <a:cs typeface="IBM Plex Mono SemiBold"/>
              </a:endParaRPr>
            </a:p>
          </p:txBody>
        </p:sp>
      </p:grpSp>
      <p:grpSp>
        <p:nvGrpSpPr>
          <p:cNvPr id="226" name="node22"/>
          <p:cNvGrpSpPr/>
          <p:nvPr/>
        </p:nvGrpSpPr>
        <p:grpSpPr>
          <a:xfrm>
            <a:off x="4152900" y="4114800"/>
            <a:ext cx="1295400" cy="914400"/>
            <a:chOff x="4152900" y="4114800"/>
            <a:chExt cx="1295400" cy="914400"/>
          </a:xfrm>
        </p:grpSpPr>
        <p:sp>
          <p:nvSpPr>
            <p:cNvPr id="137" name="node22.surface"/>
            <p:cNvSpPr/>
            <p:nvPr/>
          </p:nvSpPr>
          <p:spPr>
            <a:xfrm>
              <a:off x="4152900" y="4114800"/>
              <a:ext cx="1295400" cy="914400"/>
            </a:xfrm>
            <a:prstGeom prst="rect">
              <a:avLst/>
            </a:prstGeom>
            <a:solidFill>
              <a:srgbClr val="FFFFFF"/>
            </a:solidFill>
            <a:ln w="12700">
              <a:solidFill>
                <a:srgbClr val="CED7E6"/>
              </a:solidFill>
              <a:prstDash val="solid"/>
            </a:ln>
          </p:spPr>
        </p:sp>
      </p:grpSp>
      <p:grpSp>
        <p:nvGrpSpPr>
          <p:cNvPr id="227" name="node23"/>
          <p:cNvGrpSpPr/>
          <p:nvPr/>
        </p:nvGrpSpPr>
        <p:grpSpPr>
          <a:xfrm>
            <a:off x="4229100" y="4152900"/>
            <a:ext cx="1143000" cy="228600"/>
            <a:chOff x="4229100" y="4152900"/>
            <a:chExt cx="1143000" cy="228600"/>
          </a:xfrm>
        </p:grpSpPr>
        <p:sp>
          <p:nvSpPr>
            <p:cNvPr id="138" name="node23.text"/>
            <p:cNvSpPr/>
            <p:nvPr/>
          </p:nvSpPr>
          <p:spPr>
            <a:xfrm>
              <a:off x="42291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data</a:t>
              </a:r>
              <a:endParaRPr lang="en-US" sz="1200" spc="0" kern="0" b="0" i="0" dirty="0">
                <a:solidFill>
                  <a:srgbClr val="070154"/>
                </a:solidFill>
                <a:latin typeface="IBM Plex Sans"/>
                <a:ea typeface="IBM Plex Sans"/>
                <a:cs typeface="IBM Plex Sans"/>
              </a:endParaRPr>
            </a:p>
          </p:txBody>
        </p:sp>
      </p:grpSp>
      <p:grpSp>
        <p:nvGrpSpPr>
          <p:cNvPr id="228" name="node24"/>
          <p:cNvGrpSpPr/>
          <p:nvPr/>
        </p:nvGrpSpPr>
        <p:grpSpPr>
          <a:xfrm>
            <a:off x="4229100" y="4457700"/>
            <a:ext cx="1143000" cy="457200"/>
            <a:chOff x="4229100" y="4457700"/>
            <a:chExt cx="1143000" cy="457200"/>
          </a:xfrm>
        </p:grpSpPr>
        <p:sp>
          <p:nvSpPr>
            <p:cNvPr id="139" name="node24.background"/>
            <p:cNvSpPr/>
            <p:nvPr/>
          </p:nvSpPr>
          <p:spPr>
            <a:xfrm>
              <a:off x="4229100" y="4457700"/>
              <a:ext cx="1143000" cy="457200"/>
            </a:xfrm>
            <a:prstGeom prst="rect">
              <a:avLst/>
            </a:prstGeom>
            <a:solidFill>
              <a:srgbClr val="FFFFFF"/>
            </a:solidFill>
            <a:ln>
              <a:noFill/>
            </a:ln>
          </p:spPr>
        </p:sp>
        <p:sp>
          <p:nvSpPr>
            <p:cNvPr id="140" name="node24.hatch.000"/>
            <p:cNvSpPr/>
            <p:nvPr/>
          </p:nvSpPr>
          <p:spPr>
            <a:xfrm>
              <a:off x="42291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41" name="node24.hatch.001"/>
            <p:cNvSpPr/>
            <p:nvPr/>
          </p:nvSpPr>
          <p:spPr>
            <a:xfrm>
              <a:off x="42291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42" name="node24.hatch.002"/>
            <p:cNvSpPr/>
            <p:nvPr/>
          </p:nvSpPr>
          <p:spPr>
            <a:xfrm>
              <a:off x="42291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43" name="node24.hatch.003"/>
            <p:cNvSpPr/>
            <p:nvPr/>
          </p:nvSpPr>
          <p:spPr>
            <a:xfrm>
              <a:off x="42291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44" name="node24.hatch.004"/>
            <p:cNvSpPr/>
            <p:nvPr/>
          </p:nvSpPr>
          <p:spPr>
            <a:xfrm>
              <a:off x="42291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45" name="node24.hatch.005"/>
            <p:cNvSpPr/>
            <p:nvPr/>
          </p:nvSpPr>
          <p:spPr>
            <a:xfrm>
              <a:off x="42291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46" name="node24.hatch.006"/>
            <p:cNvSpPr/>
            <p:nvPr/>
          </p:nvSpPr>
          <p:spPr>
            <a:xfrm>
              <a:off x="42291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47" name="node24.border"/>
            <p:cNvSpPr/>
            <p:nvPr/>
          </p:nvSpPr>
          <p:spPr>
            <a:xfrm>
              <a:off x="4229100" y="4457700"/>
              <a:ext cx="1143000" cy="457200"/>
            </a:xfrm>
            <a:prstGeom prst="rect">
              <a:avLst/>
            </a:prstGeom>
            <a:ln w="12700">
              <a:solidFill>
                <a:srgbClr val="97A4BA"/>
              </a:solidFill>
              <a:prstDash val="solid"/>
            </a:ln>
          </p:spPr>
        </p:sp>
        <p:sp>
          <p:nvSpPr>
            <p:cNvPr id="148" name="node24.placeholder"/>
            <p:cNvSpPr/>
            <p:nvPr/>
          </p:nvSpPr>
          <p:spPr>
            <a:xfrm>
              <a:off x="42545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RDS FOR POSTGRESQL</a:t>
              </a:r>
              <a:endParaRPr lang="en-US" sz="900" spc="54" kern="0" b="0" i="0" dirty="0">
                <a:solidFill>
                  <a:srgbClr val="50658E"/>
                </a:solidFill>
                <a:latin typeface="IBM Plex Mono SemiBold"/>
                <a:ea typeface="IBM Plex Mono SemiBold"/>
                <a:cs typeface="IBM Plex Mono SemiBold"/>
              </a:endParaRPr>
            </a:p>
          </p:txBody>
        </p:sp>
      </p:grpSp>
      <p:grpSp>
        <p:nvGrpSpPr>
          <p:cNvPr id="229" name="node25"/>
          <p:cNvGrpSpPr/>
          <p:nvPr/>
        </p:nvGrpSpPr>
        <p:grpSpPr>
          <a:xfrm>
            <a:off x="6210300" y="3200400"/>
            <a:ext cx="5029200" cy="2286000"/>
            <a:chOff x="6210300" y="3200400"/>
            <a:chExt cx="5029200" cy="2286000"/>
          </a:xfrm>
        </p:grpSpPr>
        <p:sp>
          <p:nvSpPr>
            <p:cNvPr id="149" name="node25.surface"/>
            <p:cNvSpPr/>
            <p:nvPr/>
          </p:nvSpPr>
          <p:spPr>
            <a:xfrm>
              <a:off x="6210300" y="3200400"/>
              <a:ext cx="5029200" cy="2286000"/>
            </a:xfrm>
            <a:prstGeom prst="rect">
              <a:avLst/>
            </a:prstGeom>
            <a:solidFill>
              <a:srgbClr val="FFFFFF"/>
            </a:solidFill>
            <a:ln w="12700">
              <a:solidFill>
                <a:srgbClr val="CED7E6"/>
              </a:solidFill>
              <a:prstDash val="solid"/>
            </a:ln>
          </p:spPr>
        </p:sp>
        <p:sp>
          <p:nvSpPr>
            <p:cNvPr id="150" name="node25.label"/>
            <p:cNvSpPr/>
            <p:nvPr/>
          </p:nvSpPr>
          <p:spPr>
            <a:xfrm>
              <a:off x="6362700" y="3314700"/>
              <a:ext cx="4724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Workload account · Non-production</a:t>
              </a:r>
              <a:endParaRPr lang="en-US" sz="1400" spc="0" kern="0" b="0" i="0" dirty="0">
                <a:solidFill>
                  <a:srgbClr val="070154"/>
                </a:solidFill>
                <a:latin typeface="IBM Plex Sans SemiBold"/>
                <a:ea typeface="IBM Plex Sans SemiBold"/>
                <a:cs typeface="IBM Plex Sans SemiBold"/>
              </a:endParaRPr>
            </a:p>
          </p:txBody>
        </p:sp>
      </p:grpSp>
      <p:grpSp>
        <p:nvGrpSpPr>
          <p:cNvPr id="230" name="node26"/>
          <p:cNvGrpSpPr/>
          <p:nvPr/>
        </p:nvGrpSpPr>
        <p:grpSpPr>
          <a:xfrm>
            <a:off x="10172700" y="3276600"/>
            <a:ext cx="914400" cy="304800"/>
            <a:chOff x="10172700" y="3276600"/>
            <a:chExt cx="914400" cy="304800"/>
          </a:xfrm>
        </p:grpSpPr>
        <p:sp>
          <p:nvSpPr>
            <p:cNvPr id="151" name="node26.background"/>
            <p:cNvSpPr/>
            <p:nvPr/>
          </p:nvSpPr>
          <p:spPr>
            <a:xfrm>
              <a:off x="10172700" y="3276600"/>
              <a:ext cx="914400" cy="304800"/>
            </a:xfrm>
            <a:prstGeom prst="rect">
              <a:avLst/>
            </a:prstGeom>
            <a:solidFill>
              <a:srgbClr val="FFFFFF"/>
            </a:solidFill>
            <a:ln>
              <a:noFill/>
            </a:ln>
          </p:spPr>
        </p:sp>
        <p:sp>
          <p:nvSpPr>
            <p:cNvPr id="152" name="node26.hatch.000"/>
            <p:cNvSpPr/>
            <p:nvPr/>
          </p:nvSpPr>
          <p:spPr>
            <a:xfrm>
              <a:off x="10172700" y="3276600"/>
              <a:ext cx="914400" cy="304800"/>
            </a:xfrm>
            <a:custGeom>
              <a:avLst/>
              <a:gdLst/>
              <a:ahLst/>
              <a:cxnLst/>
              <a:rect l="l" t="t" r="r" b="b"/>
              <a:pathLst>
                <a:path w="914400" h="304800">
                  <a:moveTo>
                    <a:pt x="0" y="215526"/>
                  </a:moveTo>
                  <a:lnTo>
                    <a:pt x="0" y="107763"/>
                  </a:lnTo>
                  <a:lnTo>
                    <a:pt x="107763" y="0"/>
                  </a:lnTo>
                  <a:lnTo>
                    <a:pt x="215526" y="0"/>
                  </a:lnTo>
                  <a:close/>
                </a:path>
              </a:pathLst>
            </a:custGeom>
            <a:solidFill>
              <a:srgbClr val="F3F6FC"/>
            </a:solidFill>
            <a:ln>
              <a:noFill/>
            </a:ln>
          </p:spPr>
        </p:sp>
        <p:sp>
          <p:nvSpPr>
            <p:cNvPr id="153" name="node26.hatch.001"/>
            <p:cNvSpPr/>
            <p:nvPr/>
          </p:nvSpPr>
          <p:spPr>
            <a:xfrm>
              <a:off x="10172700" y="3276600"/>
              <a:ext cx="914400" cy="304800"/>
            </a:xfrm>
            <a:custGeom>
              <a:avLst/>
              <a:gdLst/>
              <a:ahLst/>
              <a:cxnLst/>
              <a:rect l="l" t="t" r="r" b="b"/>
              <a:pathLst>
                <a:path w="914400" h="304800">
                  <a:moveTo>
                    <a:pt x="323289" y="0"/>
                  </a:moveTo>
                  <a:lnTo>
                    <a:pt x="431052" y="0"/>
                  </a:lnTo>
                  <a:lnTo>
                    <a:pt x="126252" y="304800"/>
                  </a:lnTo>
                  <a:lnTo>
                    <a:pt x="18489" y="304800"/>
                  </a:lnTo>
                  <a:close/>
                </a:path>
              </a:pathLst>
            </a:custGeom>
            <a:solidFill>
              <a:srgbClr val="F3F6FC"/>
            </a:solidFill>
            <a:ln>
              <a:noFill/>
            </a:ln>
          </p:spPr>
        </p:sp>
        <p:sp>
          <p:nvSpPr>
            <p:cNvPr id="154" name="node26.hatch.002"/>
            <p:cNvSpPr/>
            <p:nvPr/>
          </p:nvSpPr>
          <p:spPr>
            <a:xfrm>
              <a:off x="10172700" y="3276600"/>
              <a:ext cx="914400" cy="304800"/>
            </a:xfrm>
            <a:custGeom>
              <a:avLst/>
              <a:gdLst/>
              <a:ahLst/>
              <a:cxnLst/>
              <a:rect l="l" t="t" r="r" b="b"/>
              <a:pathLst>
                <a:path w="914400" h="304800">
                  <a:moveTo>
                    <a:pt x="538815" y="0"/>
                  </a:moveTo>
                  <a:lnTo>
                    <a:pt x="646578" y="0"/>
                  </a:lnTo>
                  <a:lnTo>
                    <a:pt x="341778" y="304800"/>
                  </a:lnTo>
                  <a:lnTo>
                    <a:pt x="234015" y="304800"/>
                  </a:lnTo>
                  <a:close/>
                </a:path>
              </a:pathLst>
            </a:custGeom>
            <a:solidFill>
              <a:srgbClr val="F3F6FC"/>
            </a:solidFill>
            <a:ln>
              <a:noFill/>
            </a:ln>
          </p:spPr>
        </p:sp>
        <p:sp>
          <p:nvSpPr>
            <p:cNvPr id="155" name="node26.hatch.003"/>
            <p:cNvSpPr/>
            <p:nvPr/>
          </p:nvSpPr>
          <p:spPr>
            <a:xfrm>
              <a:off x="10172700" y="3276600"/>
              <a:ext cx="914400" cy="304800"/>
            </a:xfrm>
            <a:custGeom>
              <a:avLst/>
              <a:gdLst/>
              <a:ahLst/>
              <a:cxnLst/>
              <a:rect l="l" t="t" r="r" b="b"/>
              <a:pathLst>
                <a:path w="914400" h="304800">
                  <a:moveTo>
                    <a:pt x="754342" y="0"/>
                  </a:moveTo>
                  <a:lnTo>
                    <a:pt x="862105" y="0"/>
                  </a:lnTo>
                  <a:lnTo>
                    <a:pt x="557305" y="304800"/>
                  </a:lnTo>
                  <a:lnTo>
                    <a:pt x="449542" y="304800"/>
                  </a:lnTo>
                  <a:close/>
                </a:path>
              </a:pathLst>
            </a:custGeom>
            <a:solidFill>
              <a:srgbClr val="F3F6FC"/>
            </a:solidFill>
            <a:ln>
              <a:noFill/>
            </a:ln>
          </p:spPr>
        </p:sp>
        <p:sp>
          <p:nvSpPr>
            <p:cNvPr id="156" name="node26.hatch.004"/>
            <p:cNvSpPr/>
            <p:nvPr/>
          </p:nvSpPr>
          <p:spPr>
            <a:xfrm>
              <a:off x="10172700" y="3276600"/>
              <a:ext cx="914400" cy="304800"/>
            </a:xfrm>
            <a:custGeom>
              <a:avLst/>
              <a:gdLst/>
              <a:ahLst/>
              <a:cxnLst/>
              <a:rect l="l" t="t" r="r" b="b"/>
              <a:pathLst>
                <a:path w="914400" h="304800">
                  <a:moveTo>
                    <a:pt x="914400" y="55468"/>
                  </a:moveTo>
                  <a:lnTo>
                    <a:pt x="914400" y="163231"/>
                  </a:lnTo>
                  <a:lnTo>
                    <a:pt x="772831" y="304800"/>
                  </a:lnTo>
                  <a:lnTo>
                    <a:pt x="665068" y="304800"/>
                  </a:lnTo>
                  <a:close/>
                </a:path>
              </a:pathLst>
            </a:custGeom>
            <a:solidFill>
              <a:srgbClr val="F3F6FC"/>
            </a:solidFill>
            <a:ln>
              <a:noFill/>
            </a:ln>
          </p:spPr>
        </p:sp>
        <p:sp>
          <p:nvSpPr>
            <p:cNvPr id="157" name="node26.hatch.005"/>
            <p:cNvSpPr/>
            <p:nvPr/>
          </p:nvSpPr>
          <p:spPr>
            <a:xfrm>
              <a:off x="10172700" y="3276600"/>
              <a:ext cx="914400" cy="304800"/>
            </a:xfrm>
            <a:custGeom>
              <a:avLst/>
              <a:gdLst/>
              <a:ahLst/>
              <a:cxnLst/>
              <a:rect l="l" t="t" r="r" b="b"/>
              <a:pathLst>
                <a:path w="914400" h="304800">
                  <a:moveTo>
                    <a:pt x="914400" y="270994"/>
                  </a:moveTo>
                  <a:lnTo>
                    <a:pt x="914400" y="304800"/>
                  </a:lnTo>
                  <a:lnTo>
                    <a:pt x="880594" y="304800"/>
                  </a:lnTo>
                  <a:close/>
                </a:path>
              </a:pathLst>
            </a:custGeom>
            <a:solidFill>
              <a:srgbClr val="F3F6FC"/>
            </a:solidFill>
            <a:ln>
              <a:noFill/>
            </a:ln>
          </p:spPr>
        </p:sp>
        <p:sp>
          <p:nvSpPr>
            <p:cNvPr id="158" name="node26.border"/>
            <p:cNvSpPr/>
            <p:nvPr/>
          </p:nvSpPr>
          <p:spPr>
            <a:xfrm>
              <a:off x="10172700" y="3276600"/>
              <a:ext cx="914400" cy="304800"/>
            </a:xfrm>
            <a:prstGeom prst="rect">
              <a:avLst/>
            </a:prstGeom>
            <a:ln w="12700">
              <a:solidFill>
                <a:srgbClr val="97A4BA"/>
              </a:solidFill>
              <a:prstDash val="solid"/>
            </a:ln>
          </p:spPr>
        </p:sp>
        <p:sp>
          <p:nvSpPr>
            <p:cNvPr id="159" name="node26.placeholder"/>
            <p:cNvSpPr/>
            <p:nvPr/>
          </p:nvSpPr>
          <p:spPr>
            <a:xfrm>
              <a:off x="10198100" y="3352800"/>
              <a:ext cx="863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KMS</a:t>
              </a:r>
              <a:endParaRPr lang="en-US" sz="900" spc="54" kern="0" b="0" i="0" dirty="0">
                <a:solidFill>
                  <a:srgbClr val="50658E"/>
                </a:solidFill>
                <a:latin typeface="IBM Plex Mono SemiBold"/>
                <a:ea typeface="IBM Plex Mono SemiBold"/>
                <a:cs typeface="IBM Plex Mono SemiBold"/>
              </a:endParaRPr>
            </a:p>
          </p:txBody>
        </p:sp>
      </p:grpSp>
      <p:grpSp>
        <p:nvGrpSpPr>
          <p:cNvPr id="231" name="node27"/>
          <p:cNvGrpSpPr/>
          <p:nvPr/>
        </p:nvGrpSpPr>
        <p:grpSpPr>
          <a:xfrm>
            <a:off x="6438900" y="3657600"/>
            <a:ext cx="4495800" cy="1600200"/>
            <a:chOff x="6438900" y="3657600"/>
            <a:chExt cx="4495800" cy="1600200"/>
          </a:xfrm>
        </p:grpSpPr>
        <p:sp>
          <p:nvSpPr>
            <p:cNvPr id="160" name="node27.surface"/>
            <p:cNvSpPr/>
            <p:nvPr/>
          </p:nvSpPr>
          <p:spPr>
            <a:xfrm>
              <a:off x="6438900" y="3657600"/>
              <a:ext cx="4495800" cy="1600200"/>
            </a:xfrm>
            <a:prstGeom prst="rect">
              <a:avLst/>
            </a:prstGeom>
            <a:ln w="12700">
              <a:solidFill>
                <a:srgbClr val="070154"/>
              </a:solidFill>
              <a:prstDash val="dash"/>
            </a:ln>
          </p:spPr>
        </p:sp>
        <p:sp>
          <p:nvSpPr>
            <p:cNvPr id="161" name="node27.label"/>
            <p:cNvSpPr/>
            <p:nvPr/>
          </p:nvSpPr>
          <p:spPr>
            <a:xfrm>
              <a:off x="6591300" y="3771900"/>
              <a:ext cx="419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VPC · non-production</a:t>
              </a:r>
              <a:endParaRPr lang="en-US" sz="1400" spc="0" kern="0" b="0" i="0" dirty="0">
                <a:solidFill>
                  <a:srgbClr val="070154"/>
                </a:solidFill>
                <a:latin typeface="IBM Plex Sans SemiBold"/>
                <a:ea typeface="IBM Plex Sans SemiBold"/>
                <a:cs typeface="IBM Plex Sans SemiBold"/>
              </a:endParaRPr>
            </a:p>
          </p:txBody>
        </p:sp>
      </p:grpSp>
      <p:grpSp>
        <p:nvGrpSpPr>
          <p:cNvPr id="232" name="node28"/>
          <p:cNvGrpSpPr/>
          <p:nvPr/>
        </p:nvGrpSpPr>
        <p:grpSpPr>
          <a:xfrm>
            <a:off x="6667500" y="4114800"/>
            <a:ext cx="1295400" cy="914400"/>
            <a:chOff x="6667500" y="4114800"/>
            <a:chExt cx="1295400" cy="914400"/>
          </a:xfrm>
        </p:grpSpPr>
        <p:sp>
          <p:nvSpPr>
            <p:cNvPr id="162" name="node28.surface"/>
            <p:cNvSpPr/>
            <p:nvPr/>
          </p:nvSpPr>
          <p:spPr>
            <a:xfrm>
              <a:off x="6667500" y="4114800"/>
              <a:ext cx="1295400" cy="914400"/>
            </a:xfrm>
            <a:prstGeom prst="rect">
              <a:avLst/>
            </a:prstGeom>
            <a:solidFill>
              <a:srgbClr val="FFFFFF"/>
            </a:solidFill>
            <a:ln w="12700">
              <a:solidFill>
                <a:srgbClr val="CED7E6"/>
              </a:solidFill>
              <a:prstDash val="solid"/>
            </a:ln>
          </p:spPr>
        </p:sp>
      </p:grpSp>
      <p:grpSp>
        <p:nvGrpSpPr>
          <p:cNvPr id="233" name="node29"/>
          <p:cNvGrpSpPr/>
          <p:nvPr/>
        </p:nvGrpSpPr>
        <p:grpSpPr>
          <a:xfrm>
            <a:off x="6743700" y="4152900"/>
            <a:ext cx="1143000" cy="228600"/>
            <a:chOff x="6743700" y="4152900"/>
            <a:chExt cx="1143000" cy="228600"/>
          </a:xfrm>
        </p:grpSpPr>
        <p:sp>
          <p:nvSpPr>
            <p:cNvPr id="163" name="node29.text"/>
            <p:cNvSpPr/>
            <p:nvPr/>
          </p:nvSpPr>
          <p:spPr>
            <a:xfrm>
              <a:off x="67437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Public</a:t>
              </a:r>
              <a:endParaRPr lang="en-US" sz="1200" spc="0" kern="0" b="0" i="0" dirty="0">
                <a:solidFill>
                  <a:srgbClr val="070154"/>
                </a:solidFill>
                <a:latin typeface="IBM Plex Sans"/>
                <a:ea typeface="IBM Plex Sans"/>
                <a:cs typeface="IBM Plex Sans"/>
              </a:endParaRPr>
            </a:p>
          </p:txBody>
        </p:sp>
      </p:grpSp>
      <p:grpSp>
        <p:nvGrpSpPr>
          <p:cNvPr id="234" name="node30"/>
          <p:cNvGrpSpPr/>
          <p:nvPr/>
        </p:nvGrpSpPr>
        <p:grpSpPr>
          <a:xfrm>
            <a:off x="6743700" y="4457700"/>
            <a:ext cx="1143000" cy="457200"/>
            <a:chOff x="6743700" y="4457700"/>
            <a:chExt cx="1143000" cy="457200"/>
          </a:xfrm>
        </p:grpSpPr>
        <p:sp>
          <p:nvSpPr>
            <p:cNvPr id="164" name="node30.background"/>
            <p:cNvSpPr/>
            <p:nvPr/>
          </p:nvSpPr>
          <p:spPr>
            <a:xfrm>
              <a:off x="6743700" y="4457700"/>
              <a:ext cx="1143000" cy="457200"/>
            </a:xfrm>
            <a:prstGeom prst="rect">
              <a:avLst/>
            </a:prstGeom>
            <a:solidFill>
              <a:srgbClr val="FFFFFF"/>
            </a:solidFill>
            <a:ln>
              <a:noFill/>
            </a:ln>
          </p:spPr>
        </p:sp>
        <p:sp>
          <p:nvSpPr>
            <p:cNvPr id="165" name="node30.hatch.000"/>
            <p:cNvSpPr/>
            <p:nvPr/>
          </p:nvSpPr>
          <p:spPr>
            <a:xfrm>
              <a:off x="67437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66" name="node30.hatch.001"/>
            <p:cNvSpPr/>
            <p:nvPr/>
          </p:nvSpPr>
          <p:spPr>
            <a:xfrm>
              <a:off x="67437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67" name="node30.hatch.002"/>
            <p:cNvSpPr/>
            <p:nvPr/>
          </p:nvSpPr>
          <p:spPr>
            <a:xfrm>
              <a:off x="67437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68" name="node30.hatch.003"/>
            <p:cNvSpPr/>
            <p:nvPr/>
          </p:nvSpPr>
          <p:spPr>
            <a:xfrm>
              <a:off x="67437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69" name="node30.hatch.004"/>
            <p:cNvSpPr/>
            <p:nvPr/>
          </p:nvSpPr>
          <p:spPr>
            <a:xfrm>
              <a:off x="67437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70" name="node30.hatch.005"/>
            <p:cNvSpPr/>
            <p:nvPr/>
          </p:nvSpPr>
          <p:spPr>
            <a:xfrm>
              <a:off x="67437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71" name="node30.hatch.006"/>
            <p:cNvSpPr/>
            <p:nvPr/>
          </p:nvSpPr>
          <p:spPr>
            <a:xfrm>
              <a:off x="67437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72" name="node30.border"/>
            <p:cNvSpPr/>
            <p:nvPr/>
          </p:nvSpPr>
          <p:spPr>
            <a:xfrm>
              <a:off x="6743700" y="4457700"/>
              <a:ext cx="1143000" cy="457200"/>
            </a:xfrm>
            <a:prstGeom prst="rect">
              <a:avLst/>
            </a:prstGeom>
            <a:ln w="12700">
              <a:solidFill>
                <a:srgbClr val="97A4BA"/>
              </a:solidFill>
              <a:prstDash val="solid"/>
            </a:ln>
          </p:spPr>
        </p:sp>
        <p:sp>
          <p:nvSpPr>
            <p:cNvPr id="173" name="node30.placeholder"/>
            <p:cNvSpPr/>
            <p:nvPr/>
          </p:nvSpPr>
          <p:spPr>
            <a:xfrm>
              <a:off x="67691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APPLICATION LOAD BALANCER</a:t>
              </a:r>
              <a:endParaRPr lang="en-US" sz="900" spc="54" kern="0" b="0" i="0" dirty="0">
                <a:solidFill>
                  <a:srgbClr val="50658E"/>
                </a:solidFill>
                <a:latin typeface="IBM Plex Mono SemiBold"/>
                <a:ea typeface="IBM Plex Mono SemiBold"/>
                <a:cs typeface="IBM Plex Mono SemiBold"/>
              </a:endParaRPr>
            </a:p>
          </p:txBody>
        </p:sp>
      </p:grpSp>
      <p:grpSp>
        <p:nvGrpSpPr>
          <p:cNvPr id="235" name="node31"/>
          <p:cNvGrpSpPr/>
          <p:nvPr/>
        </p:nvGrpSpPr>
        <p:grpSpPr>
          <a:xfrm>
            <a:off x="8039100" y="4114800"/>
            <a:ext cx="1295400" cy="914400"/>
            <a:chOff x="8039100" y="4114800"/>
            <a:chExt cx="1295400" cy="914400"/>
          </a:xfrm>
        </p:grpSpPr>
        <p:sp>
          <p:nvSpPr>
            <p:cNvPr id="174" name="node31.surface"/>
            <p:cNvSpPr/>
            <p:nvPr/>
          </p:nvSpPr>
          <p:spPr>
            <a:xfrm>
              <a:off x="8039100" y="4114800"/>
              <a:ext cx="1295400" cy="914400"/>
            </a:xfrm>
            <a:prstGeom prst="rect">
              <a:avLst/>
            </a:prstGeom>
            <a:solidFill>
              <a:srgbClr val="FFFFFF"/>
            </a:solidFill>
            <a:ln w="12700">
              <a:solidFill>
                <a:srgbClr val="CED7E6"/>
              </a:solidFill>
              <a:prstDash val="solid"/>
            </a:ln>
          </p:spPr>
        </p:sp>
      </p:grpSp>
      <p:grpSp>
        <p:nvGrpSpPr>
          <p:cNvPr id="236" name="node32"/>
          <p:cNvGrpSpPr/>
          <p:nvPr/>
        </p:nvGrpSpPr>
        <p:grpSpPr>
          <a:xfrm>
            <a:off x="8115300" y="4152900"/>
            <a:ext cx="1143000" cy="228600"/>
            <a:chOff x="8115300" y="4152900"/>
            <a:chExt cx="1143000" cy="228600"/>
          </a:xfrm>
        </p:grpSpPr>
        <p:sp>
          <p:nvSpPr>
            <p:cNvPr id="175" name="node32.text"/>
            <p:cNvSpPr/>
            <p:nvPr/>
          </p:nvSpPr>
          <p:spPr>
            <a:xfrm>
              <a:off x="81153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app</a:t>
              </a:r>
              <a:endParaRPr lang="en-US" sz="1200" spc="0" kern="0" b="0" i="0" dirty="0">
                <a:solidFill>
                  <a:srgbClr val="070154"/>
                </a:solidFill>
                <a:latin typeface="IBM Plex Sans"/>
                <a:ea typeface="IBM Plex Sans"/>
                <a:cs typeface="IBM Plex Sans"/>
              </a:endParaRPr>
            </a:p>
          </p:txBody>
        </p:sp>
      </p:grpSp>
      <p:grpSp>
        <p:nvGrpSpPr>
          <p:cNvPr id="237" name="node33"/>
          <p:cNvGrpSpPr/>
          <p:nvPr/>
        </p:nvGrpSpPr>
        <p:grpSpPr>
          <a:xfrm>
            <a:off x="8115300" y="4457700"/>
            <a:ext cx="1143000" cy="457200"/>
            <a:chOff x="8115300" y="4457700"/>
            <a:chExt cx="1143000" cy="457200"/>
          </a:xfrm>
        </p:grpSpPr>
        <p:sp>
          <p:nvSpPr>
            <p:cNvPr id="176" name="node33.background"/>
            <p:cNvSpPr/>
            <p:nvPr/>
          </p:nvSpPr>
          <p:spPr>
            <a:xfrm>
              <a:off x="8115300" y="4457700"/>
              <a:ext cx="1143000" cy="457200"/>
            </a:xfrm>
            <a:prstGeom prst="rect">
              <a:avLst/>
            </a:prstGeom>
            <a:solidFill>
              <a:srgbClr val="FFFFFF"/>
            </a:solidFill>
            <a:ln>
              <a:noFill/>
            </a:ln>
          </p:spPr>
        </p:sp>
        <p:sp>
          <p:nvSpPr>
            <p:cNvPr id="177" name="node33.hatch.000"/>
            <p:cNvSpPr/>
            <p:nvPr/>
          </p:nvSpPr>
          <p:spPr>
            <a:xfrm>
              <a:off x="81153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78" name="node33.hatch.001"/>
            <p:cNvSpPr/>
            <p:nvPr/>
          </p:nvSpPr>
          <p:spPr>
            <a:xfrm>
              <a:off x="81153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79" name="node33.hatch.002"/>
            <p:cNvSpPr/>
            <p:nvPr/>
          </p:nvSpPr>
          <p:spPr>
            <a:xfrm>
              <a:off x="81153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80" name="node33.hatch.003"/>
            <p:cNvSpPr/>
            <p:nvPr/>
          </p:nvSpPr>
          <p:spPr>
            <a:xfrm>
              <a:off x="81153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81" name="node33.hatch.004"/>
            <p:cNvSpPr/>
            <p:nvPr/>
          </p:nvSpPr>
          <p:spPr>
            <a:xfrm>
              <a:off x="81153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82" name="node33.hatch.005"/>
            <p:cNvSpPr/>
            <p:nvPr/>
          </p:nvSpPr>
          <p:spPr>
            <a:xfrm>
              <a:off x="81153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83" name="node33.hatch.006"/>
            <p:cNvSpPr/>
            <p:nvPr/>
          </p:nvSpPr>
          <p:spPr>
            <a:xfrm>
              <a:off x="81153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84" name="node33.border"/>
            <p:cNvSpPr/>
            <p:nvPr/>
          </p:nvSpPr>
          <p:spPr>
            <a:xfrm>
              <a:off x="8115300" y="4457700"/>
              <a:ext cx="1143000" cy="457200"/>
            </a:xfrm>
            <a:prstGeom prst="rect">
              <a:avLst/>
            </a:prstGeom>
            <a:ln w="12700">
              <a:solidFill>
                <a:srgbClr val="97A4BA"/>
              </a:solidFill>
              <a:prstDash val="solid"/>
            </a:ln>
          </p:spPr>
        </p:sp>
        <p:sp>
          <p:nvSpPr>
            <p:cNvPr id="185" name="node33.placeholder"/>
            <p:cNvSpPr/>
            <p:nvPr/>
          </p:nvSpPr>
          <p:spPr>
            <a:xfrm>
              <a:off x="8140700" y="4610100"/>
              <a:ext cx="1092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ECS ON FARGATE</a:t>
              </a:r>
              <a:endParaRPr lang="en-US" sz="900" spc="54" kern="0" b="0" i="0" dirty="0">
                <a:solidFill>
                  <a:srgbClr val="50658E"/>
                </a:solidFill>
                <a:latin typeface="IBM Plex Mono SemiBold"/>
                <a:ea typeface="IBM Plex Mono SemiBold"/>
                <a:cs typeface="IBM Plex Mono SemiBold"/>
              </a:endParaRPr>
            </a:p>
          </p:txBody>
        </p:sp>
      </p:grpSp>
      <p:grpSp>
        <p:nvGrpSpPr>
          <p:cNvPr id="238" name="node34"/>
          <p:cNvGrpSpPr/>
          <p:nvPr/>
        </p:nvGrpSpPr>
        <p:grpSpPr>
          <a:xfrm>
            <a:off x="9410700" y="4114800"/>
            <a:ext cx="1295400" cy="914400"/>
            <a:chOff x="9410700" y="4114800"/>
            <a:chExt cx="1295400" cy="914400"/>
          </a:xfrm>
        </p:grpSpPr>
        <p:sp>
          <p:nvSpPr>
            <p:cNvPr id="186" name="node34.surface"/>
            <p:cNvSpPr/>
            <p:nvPr/>
          </p:nvSpPr>
          <p:spPr>
            <a:xfrm>
              <a:off x="9410700" y="4114800"/>
              <a:ext cx="1295400" cy="914400"/>
            </a:xfrm>
            <a:prstGeom prst="rect">
              <a:avLst/>
            </a:prstGeom>
            <a:solidFill>
              <a:srgbClr val="FFFFFF"/>
            </a:solidFill>
            <a:ln w="12700">
              <a:solidFill>
                <a:srgbClr val="CED7E6"/>
              </a:solidFill>
              <a:prstDash val="solid"/>
            </a:ln>
          </p:spPr>
        </p:sp>
      </p:grpSp>
      <p:grpSp>
        <p:nvGrpSpPr>
          <p:cNvPr id="239" name="node35"/>
          <p:cNvGrpSpPr/>
          <p:nvPr/>
        </p:nvGrpSpPr>
        <p:grpSpPr>
          <a:xfrm>
            <a:off x="9486900" y="4152900"/>
            <a:ext cx="1143000" cy="228600"/>
            <a:chOff x="9486900" y="4152900"/>
            <a:chExt cx="1143000" cy="228600"/>
          </a:xfrm>
        </p:grpSpPr>
        <p:sp>
          <p:nvSpPr>
            <p:cNvPr id="187" name="node35.text"/>
            <p:cNvSpPr/>
            <p:nvPr/>
          </p:nvSpPr>
          <p:spPr>
            <a:xfrm>
              <a:off x="94869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data</a:t>
              </a:r>
              <a:endParaRPr lang="en-US" sz="1200" spc="0" kern="0" b="0" i="0" dirty="0">
                <a:solidFill>
                  <a:srgbClr val="070154"/>
                </a:solidFill>
                <a:latin typeface="IBM Plex Sans"/>
                <a:ea typeface="IBM Plex Sans"/>
                <a:cs typeface="IBM Plex Sans"/>
              </a:endParaRPr>
            </a:p>
          </p:txBody>
        </p:sp>
      </p:grpSp>
      <p:grpSp>
        <p:nvGrpSpPr>
          <p:cNvPr id="240" name="node36"/>
          <p:cNvGrpSpPr/>
          <p:nvPr/>
        </p:nvGrpSpPr>
        <p:grpSpPr>
          <a:xfrm>
            <a:off x="9486900" y="4457700"/>
            <a:ext cx="1143000" cy="457200"/>
            <a:chOff x="9486900" y="4457700"/>
            <a:chExt cx="1143000" cy="457200"/>
          </a:xfrm>
        </p:grpSpPr>
        <p:sp>
          <p:nvSpPr>
            <p:cNvPr id="188" name="node36.background"/>
            <p:cNvSpPr/>
            <p:nvPr/>
          </p:nvSpPr>
          <p:spPr>
            <a:xfrm>
              <a:off x="9486900" y="4457700"/>
              <a:ext cx="1143000" cy="457200"/>
            </a:xfrm>
            <a:prstGeom prst="rect">
              <a:avLst/>
            </a:prstGeom>
            <a:solidFill>
              <a:srgbClr val="FFFFFF"/>
            </a:solidFill>
            <a:ln>
              <a:noFill/>
            </a:ln>
          </p:spPr>
        </p:sp>
        <p:sp>
          <p:nvSpPr>
            <p:cNvPr id="189" name="node36.hatch.000"/>
            <p:cNvSpPr/>
            <p:nvPr/>
          </p:nvSpPr>
          <p:spPr>
            <a:xfrm>
              <a:off x="94869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90" name="node36.hatch.001"/>
            <p:cNvSpPr/>
            <p:nvPr/>
          </p:nvSpPr>
          <p:spPr>
            <a:xfrm>
              <a:off x="94869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91" name="node36.hatch.002"/>
            <p:cNvSpPr/>
            <p:nvPr/>
          </p:nvSpPr>
          <p:spPr>
            <a:xfrm>
              <a:off x="94869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92" name="node36.hatch.003"/>
            <p:cNvSpPr/>
            <p:nvPr/>
          </p:nvSpPr>
          <p:spPr>
            <a:xfrm>
              <a:off x="94869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93" name="node36.hatch.004"/>
            <p:cNvSpPr/>
            <p:nvPr/>
          </p:nvSpPr>
          <p:spPr>
            <a:xfrm>
              <a:off x="94869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94" name="node36.hatch.005"/>
            <p:cNvSpPr/>
            <p:nvPr/>
          </p:nvSpPr>
          <p:spPr>
            <a:xfrm>
              <a:off x="94869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95" name="node36.hatch.006"/>
            <p:cNvSpPr/>
            <p:nvPr/>
          </p:nvSpPr>
          <p:spPr>
            <a:xfrm>
              <a:off x="94869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96" name="node36.border"/>
            <p:cNvSpPr/>
            <p:nvPr/>
          </p:nvSpPr>
          <p:spPr>
            <a:xfrm>
              <a:off x="9486900" y="4457700"/>
              <a:ext cx="1143000" cy="457200"/>
            </a:xfrm>
            <a:prstGeom prst="rect">
              <a:avLst/>
            </a:prstGeom>
            <a:ln w="12700">
              <a:solidFill>
                <a:srgbClr val="97A4BA"/>
              </a:solidFill>
              <a:prstDash val="solid"/>
            </a:ln>
          </p:spPr>
        </p:sp>
        <p:sp>
          <p:nvSpPr>
            <p:cNvPr id="197" name="node36.placeholder"/>
            <p:cNvSpPr/>
            <p:nvPr/>
          </p:nvSpPr>
          <p:spPr>
            <a:xfrm>
              <a:off x="95123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RDS FOR POSTGRESQL</a:t>
              </a:r>
              <a:endParaRPr lang="en-US" sz="900" spc="54" kern="0" b="0" i="0" dirty="0">
                <a:solidFill>
                  <a:srgbClr val="50658E"/>
                </a:solidFill>
                <a:latin typeface="IBM Plex Mono SemiBold"/>
                <a:ea typeface="IBM Plex Mono SemiBold"/>
                <a:cs typeface="IBM Plex Mono SemiBold"/>
              </a:endParaRPr>
            </a:p>
          </p:txBody>
        </p:sp>
      </p:grpSp>
      <p:grpSp>
        <p:nvGrpSpPr>
          <p:cNvPr id="241" name="node37"/>
          <p:cNvGrpSpPr/>
          <p:nvPr/>
        </p:nvGrpSpPr>
        <p:grpSpPr>
          <a:xfrm>
            <a:off x="10053879" y="2971800"/>
            <a:ext cx="85242" cy="228600"/>
            <a:chOff x="10053879" y="2971800"/>
            <a:chExt cx="85242" cy="228600"/>
          </a:xfrm>
        </p:grpSpPr>
        <p:sp>
          <p:nvSpPr>
            <p:cNvPr id="198" name="node37.segment-1"/>
            <p:cNvSpPr/>
            <p:nvPr/>
          </p:nvSpPr>
          <p:spPr>
            <a:xfrm>
              <a:off x="100965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199" name="node37.head-end.0"/>
            <p:cNvSpPr/>
            <p:nvPr/>
          </p:nvSpPr>
          <p:spPr>
            <a:xfrm>
              <a:off x="100538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00" name="node37.head-end.1"/>
            <p:cNvSpPr/>
            <p:nvPr/>
          </p:nvSpPr>
          <p:spPr>
            <a:xfrm>
              <a:off x="100965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242" name="node38"/>
          <p:cNvGrpSpPr/>
          <p:nvPr/>
        </p:nvGrpSpPr>
        <p:grpSpPr>
          <a:xfrm>
            <a:off x="3424479" y="3086100"/>
            <a:ext cx="6672021" cy="114300"/>
            <a:chOff x="3424479" y="3086100"/>
            <a:chExt cx="6672021" cy="114300"/>
          </a:xfrm>
        </p:grpSpPr>
        <p:sp>
          <p:nvSpPr>
            <p:cNvPr id="201" name="node38.segment-1"/>
            <p:cNvSpPr/>
            <p:nvPr/>
          </p:nvSpPr>
          <p:spPr>
            <a:xfrm>
              <a:off x="3467100" y="3086100"/>
              <a:ext cx="6629400" cy="0"/>
            </a:xfrm>
            <a:custGeom>
              <a:avLst/>
              <a:gdLst/>
              <a:ahLst/>
              <a:cxnLst/>
              <a:rect l="l" t="t" r="r" b="b"/>
              <a:pathLst>
                <a:path w="6629400">
                  <a:moveTo>
                    <a:pt x="6629400" y="0"/>
                  </a:moveTo>
                  <a:lnTo>
                    <a:pt x="0" y="0"/>
                  </a:lnTo>
                </a:path>
              </a:pathLst>
            </a:custGeom>
            <a:ln w="12700">
              <a:solidFill>
                <a:srgbClr val="070154"/>
              </a:solidFill>
              <a:prstDash val="solid"/>
            </a:ln>
          </p:spPr>
        </p:sp>
        <p:sp>
          <p:nvSpPr>
            <p:cNvPr id="202" name="node38.segment-2"/>
            <p:cNvSpPr/>
            <p:nvPr/>
          </p:nvSpPr>
          <p:spPr>
            <a:xfrm>
              <a:off x="3467100" y="30861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203" name="node38.head-end.0"/>
            <p:cNvSpPr/>
            <p:nvPr/>
          </p:nvSpPr>
          <p:spPr>
            <a:xfrm>
              <a:off x="34244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04" name="node38.head-end.1"/>
            <p:cNvSpPr/>
            <p:nvPr/>
          </p:nvSpPr>
          <p:spPr>
            <a:xfrm>
              <a:off x="34671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ource-03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CLOUD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Workloads land in a governed subscription foundation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Azure services; logos and services swap per provider, and an AWS or GCP variant keeps the same structure.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27</a:t>
            </a:fld>
            <a:endParaRPr lang="en-US" sz="700" spc="0" kern="0" b="0" i="0" dirty="0">
              <a:solidFill>
                <a:srgbClr val="070154"/>
              </a:solidFill>
              <a:latin typeface="IBM Plex Mono SemiBold"/>
              <a:ea typeface="IBM Plex Mono SemiBold"/>
              <a:cs typeface="IBM Plex Mono SemiBold"/>
            </a:endParaRPr>
          </a:p>
        </p:txBody>
      </p:sp>
      <p:grpSp>
        <p:nvGrpSpPr>
          <p:cNvPr id="195" name="node01"/>
          <p:cNvGrpSpPr/>
          <p:nvPr/>
        </p:nvGrpSpPr>
        <p:grpSpPr>
          <a:xfrm>
            <a:off x="723900" y="1600200"/>
            <a:ext cx="10744200" cy="4114800"/>
            <a:chOff x="723900" y="1600200"/>
            <a:chExt cx="10744200" cy="4114800"/>
          </a:xfrm>
        </p:grpSpPr>
        <p:sp>
          <p:nvSpPr>
            <p:cNvPr id="7" name="node01.surface"/>
            <p:cNvSpPr/>
            <p:nvPr/>
          </p:nvSpPr>
          <p:spPr>
            <a:xfrm>
              <a:off x="723900" y="1600200"/>
              <a:ext cx="10744200" cy="4114800"/>
            </a:xfrm>
            <a:prstGeom prst="rect">
              <a:avLst/>
            </a:prstGeom>
            <a:ln w="12700">
              <a:solidFill>
                <a:srgbClr val="070154"/>
              </a:solidFill>
              <a:prstDash val="dash"/>
            </a:ln>
          </p:spPr>
        </p:sp>
        <p:sp>
          <p:nvSpPr>
            <p:cNvPr id="8" name="node01.label"/>
            <p:cNvSpPr/>
            <p:nvPr/>
          </p:nvSpPr>
          <p:spPr>
            <a:xfrm>
              <a:off x="876300" y="1714500"/>
              <a:ext cx="1043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Northfield Azure tenant</a:t>
              </a:r>
              <a:endParaRPr lang="en-US" sz="1400" spc="0" kern="0" b="0" i="0" dirty="0">
                <a:solidFill>
                  <a:srgbClr val="070154"/>
                </a:solidFill>
                <a:latin typeface="IBM Plex Sans SemiBold"/>
                <a:ea typeface="IBM Plex Sans SemiBold"/>
                <a:cs typeface="IBM Plex Sans SemiBold"/>
              </a:endParaRPr>
            </a:p>
          </p:txBody>
        </p:sp>
      </p:grpSp>
      <p:grpSp>
        <p:nvGrpSpPr>
          <p:cNvPr id="196" name="node02"/>
          <p:cNvGrpSpPr/>
          <p:nvPr/>
        </p:nvGrpSpPr>
        <p:grpSpPr>
          <a:xfrm>
            <a:off x="952500" y="2057400"/>
            <a:ext cx="4114800" cy="914400"/>
            <a:chOff x="952500" y="2057400"/>
            <a:chExt cx="4114800" cy="914400"/>
          </a:xfrm>
        </p:grpSpPr>
        <p:sp>
          <p:nvSpPr>
            <p:cNvPr id="9" name="node02.surface"/>
            <p:cNvSpPr/>
            <p:nvPr/>
          </p:nvSpPr>
          <p:spPr>
            <a:xfrm>
              <a:off x="952500" y="2057400"/>
              <a:ext cx="4114800" cy="914400"/>
            </a:xfrm>
            <a:prstGeom prst="rect">
              <a:avLst/>
            </a:prstGeom>
            <a:solidFill>
              <a:srgbClr val="FFFFFF"/>
            </a:solidFill>
            <a:ln w="12700">
              <a:solidFill>
                <a:srgbClr val="CED7E6"/>
              </a:solidFill>
              <a:prstDash val="solid"/>
            </a:ln>
          </p:spPr>
        </p:sp>
        <p:sp>
          <p:nvSpPr>
            <p:cNvPr id="10" name="node02.label"/>
            <p:cNvSpPr/>
            <p:nvPr/>
          </p:nvSpPr>
          <p:spPr>
            <a:xfrm>
              <a:off x="1104900" y="2171700"/>
              <a:ext cx="3810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Management subscription</a:t>
              </a:r>
              <a:endParaRPr lang="en-US" sz="1400" spc="0" kern="0" b="0" i="0" dirty="0">
                <a:solidFill>
                  <a:srgbClr val="070154"/>
                </a:solidFill>
                <a:latin typeface="IBM Plex Sans SemiBold"/>
                <a:ea typeface="IBM Plex Sans SemiBold"/>
                <a:cs typeface="IBM Plex Sans SemiBold"/>
              </a:endParaRPr>
            </a:p>
          </p:txBody>
        </p:sp>
      </p:grpSp>
      <p:grpSp>
        <p:nvGrpSpPr>
          <p:cNvPr id="197" name="node03"/>
          <p:cNvGrpSpPr/>
          <p:nvPr/>
        </p:nvGrpSpPr>
        <p:grpSpPr>
          <a:xfrm>
            <a:off x="1104900" y="2514600"/>
            <a:ext cx="1219200" cy="381000"/>
            <a:chOff x="1104900" y="2514600"/>
            <a:chExt cx="1219200" cy="381000"/>
          </a:xfrm>
        </p:grpSpPr>
        <p:sp>
          <p:nvSpPr>
            <p:cNvPr id="11" name="node03.background"/>
            <p:cNvSpPr/>
            <p:nvPr/>
          </p:nvSpPr>
          <p:spPr>
            <a:xfrm>
              <a:off x="1104900" y="2514600"/>
              <a:ext cx="1219200" cy="381000"/>
            </a:xfrm>
            <a:prstGeom prst="rect">
              <a:avLst/>
            </a:prstGeom>
            <a:solidFill>
              <a:srgbClr val="FFFFFF"/>
            </a:solidFill>
            <a:ln>
              <a:noFill/>
            </a:ln>
          </p:spPr>
        </p:sp>
        <p:sp>
          <p:nvSpPr>
            <p:cNvPr id="12" name="node03.hatch.000"/>
            <p:cNvSpPr/>
            <p:nvPr/>
          </p:nvSpPr>
          <p:spPr>
            <a:xfrm>
              <a:off x="11049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13" name="node03.hatch.001"/>
            <p:cNvSpPr/>
            <p:nvPr/>
          </p:nvSpPr>
          <p:spPr>
            <a:xfrm>
              <a:off x="11049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14" name="node03.hatch.002"/>
            <p:cNvSpPr/>
            <p:nvPr/>
          </p:nvSpPr>
          <p:spPr>
            <a:xfrm>
              <a:off x="11049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15" name="node03.hatch.003"/>
            <p:cNvSpPr/>
            <p:nvPr/>
          </p:nvSpPr>
          <p:spPr>
            <a:xfrm>
              <a:off x="11049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16" name="node03.hatch.004"/>
            <p:cNvSpPr/>
            <p:nvPr/>
          </p:nvSpPr>
          <p:spPr>
            <a:xfrm>
              <a:off x="11049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17" name="node03.hatch.005"/>
            <p:cNvSpPr/>
            <p:nvPr/>
          </p:nvSpPr>
          <p:spPr>
            <a:xfrm>
              <a:off x="11049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18" name="node03.hatch.006"/>
            <p:cNvSpPr/>
            <p:nvPr/>
          </p:nvSpPr>
          <p:spPr>
            <a:xfrm>
              <a:off x="11049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19" name="node03.border"/>
            <p:cNvSpPr/>
            <p:nvPr/>
          </p:nvSpPr>
          <p:spPr>
            <a:xfrm>
              <a:off x="1104900" y="2514600"/>
              <a:ext cx="1219200" cy="381000"/>
            </a:xfrm>
            <a:prstGeom prst="rect">
              <a:avLst/>
            </a:prstGeom>
            <a:ln w="12700">
              <a:solidFill>
                <a:srgbClr val="97A4BA"/>
              </a:solidFill>
              <a:prstDash val="solid"/>
            </a:ln>
          </p:spPr>
        </p:sp>
        <p:sp>
          <p:nvSpPr>
            <p:cNvPr id="20" name="node03.placeholder"/>
            <p:cNvSpPr/>
            <p:nvPr/>
          </p:nvSpPr>
          <p:spPr>
            <a:xfrm>
              <a:off x="1130300" y="2552700"/>
              <a:ext cx="11684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MANAGEMENT GROUPS</a:t>
              </a:r>
              <a:endParaRPr lang="en-US" sz="900" spc="54" kern="0" b="0" i="0" dirty="0">
                <a:solidFill>
                  <a:srgbClr val="50658E"/>
                </a:solidFill>
                <a:latin typeface="IBM Plex Mono SemiBold"/>
                <a:ea typeface="IBM Plex Mono SemiBold"/>
                <a:cs typeface="IBM Plex Mono SemiBold"/>
              </a:endParaRPr>
            </a:p>
          </p:txBody>
        </p:sp>
      </p:grpSp>
      <p:grpSp>
        <p:nvGrpSpPr>
          <p:cNvPr id="198" name="node04"/>
          <p:cNvGrpSpPr/>
          <p:nvPr/>
        </p:nvGrpSpPr>
        <p:grpSpPr>
          <a:xfrm>
            <a:off x="2400300" y="2514600"/>
            <a:ext cx="1219200" cy="381000"/>
            <a:chOff x="2400300" y="2514600"/>
            <a:chExt cx="1219200" cy="381000"/>
          </a:xfrm>
        </p:grpSpPr>
        <p:sp>
          <p:nvSpPr>
            <p:cNvPr id="21" name="node04.background"/>
            <p:cNvSpPr/>
            <p:nvPr/>
          </p:nvSpPr>
          <p:spPr>
            <a:xfrm>
              <a:off x="2400300" y="2514600"/>
              <a:ext cx="1219200" cy="381000"/>
            </a:xfrm>
            <a:prstGeom prst="rect">
              <a:avLst/>
            </a:prstGeom>
            <a:solidFill>
              <a:srgbClr val="FFFFFF"/>
            </a:solidFill>
            <a:ln>
              <a:noFill/>
            </a:ln>
          </p:spPr>
        </p:sp>
        <p:sp>
          <p:nvSpPr>
            <p:cNvPr id="22" name="node04.hatch.000"/>
            <p:cNvSpPr/>
            <p:nvPr/>
          </p:nvSpPr>
          <p:spPr>
            <a:xfrm>
              <a:off x="24003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23" name="node04.hatch.001"/>
            <p:cNvSpPr/>
            <p:nvPr/>
          </p:nvSpPr>
          <p:spPr>
            <a:xfrm>
              <a:off x="24003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24" name="node04.hatch.002"/>
            <p:cNvSpPr/>
            <p:nvPr/>
          </p:nvSpPr>
          <p:spPr>
            <a:xfrm>
              <a:off x="24003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25" name="node04.hatch.003"/>
            <p:cNvSpPr/>
            <p:nvPr/>
          </p:nvSpPr>
          <p:spPr>
            <a:xfrm>
              <a:off x="24003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26" name="node04.hatch.004"/>
            <p:cNvSpPr/>
            <p:nvPr/>
          </p:nvSpPr>
          <p:spPr>
            <a:xfrm>
              <a:off x="24003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27" name="node04.hatch.005"/>
            <p:cNvSpPr/>
            <p:nvPr/>
          </p:nvSpPr>
          <p:spPr>
            <a:xfrm>
              <a:off x="24003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28" name="node04.hatch.006"/>
            <p:cNvSpPr/>
            <p:nvPr/>
          </p:nvSpPr>
          <p:spPr>
            <a:xfrm>
              <a:off x="24003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29" name="node04.border"/>
            <p:cNvSpPr/>
            <p:nvPr/>
          </p:nvSpPr>
          <p:spPr>
            <a:xfrm>
              <a:off x="2400300" y="2514600"/>
              <a:ext cx="1219200" cy="381000"/>
            </a:xfrm>
            <a:prstGeom prst="rect">
              <a:avLst/>
            </a:prstGeom>
            <a:ln w="12700">
              <a:solidFill>
                <a:srgbClr val="97A4BA"/>
              </a:solidFill>
              <a:prstDash val="solid"/>
            </a:ln>
          </p:spPr>
        </p:sp>
        <p:sp>
          <p:nvSpPr>
            <p:cNvPr id="30" name="node04.placeholder"/>
            <p:cNvSpPr/>
            <p:nvPr/>
          </p:nvSpPr>
          <p:spPr>
            <a:xfrm>
              <a:off x="2425700" y="2552700"/>
              <a:ext cx="11684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AZURE LANDING ZONES</a:t>
              </a:r>
              <a:endParaRPr lang="en-US" sz="900" spc="54" kern="0" b="0" i="0" dirty="0">
                <a:solidFill>
                  <a:srgbClr val="50658E"/>
                </a:solidFill>
                <a:latin typeface="IBM Plex Mono SemiBold"/>
                <a:ea typeface="IBM Plex Mono SemiBold"/>
                <a:cs typeface="IBM Plex Mono SemiBold"/>
              </a:endParaRPr>
            </a:p>
          </p:txBody>
        </p:sp>
      </p:grpSp>
      <p:grpSp>
        <p:nvGrpSpPr>
          <p:cNvPr id="199" name="node05"/>
          <p:cNvGrpSpPr/>
          <p:nvPr/>
        </p:nvGrpSpPr>
        <p:grpSpPr>
          <a:xfrm>
            <a:off x="3695700" y="2514600"/>
            <a:ext cx="1219200" cy="381000"/>
            <a:chOff x="3695700" y="2514600"/>
            <a:chExt cx="1219200" cy="381000"/>
          </a:xfrm>
        </p:grpSpPr>
        <p:sp>
          <p:nvSpPr>
            <p:cNvPr id="31" name="node05.background"/>
            <p:cNvSpPr/>
            <p:nvPr/>
          </p:nvSpPr>
          <p:spPr>
            <a:xfrm>
              <a:off x="3695700" y="2514600"/>
              <a:ext cx="1219200" cy="381000"/>
            </a:xfrm>
            <a:prstGeom prst="rect">
              <a:avLst/>
            </a:prstGeom>
            <a:solidFill>
              <a:srgbClr val="FFFFFF"/>
            </a:solidFill>
            <a:ln>
              <a:noFill/>
            </a:ln>
          </p:spPr>
        </p:sp>
        <p:sp>
          <p:nvSpPr>
            <p:cNvPr id="32" name="node05.hatch.000"/>
            <p:cNvSpPr/>
            <p:nvPr/>
          </p:nvSpPr>
          <p:spPr>
            <a:xfrm>
              <a:off x="3695700" y="2514600"/>
              <a:ext cx="1219200" cy="381000"/>
            </a:xfrm>
            <a:custGeom>
              <a:avLst/>
              <a:gdLst/>
              <a:ahLst/>
              <a:cxnLst/>
              <a:rect l="l" t="t" r="r" b="b"/>
              <a:pathLst>
                <a:path w="1219200" h="381000">
                  <a:moveTo>
                    <a:pt x="0" y="215526"/>
                  </a:moveTo>
                  <a:lnTo>
                    <a:pt x="0" y="107763"/>
                  </a:lnTo>
                  <a:lnTo>
                    <a:pt x="107763" y="0"/>
                  </a:lnTo>
                  <a:lnTo>
                    <a:pt x="215526" y="0"/>
                  </a:lnTo>
                  <a:close/>
                </a:path>
              </a:pathLst>
            </a:custGeom>
            <a:solidFill>
              <a:srgbClr val="F3F6FC"/>
            </a:solidFill>
            <a:ln>
              <a:noFill/>
            </a:ln>
          </p:spPr>
        </p:sp>
        <p:sp>
          <p:nvSpPr>
            <p:cNvPr id="33" name="node05.hatch.001"/>
            <p:cNvSpPr/>
            <p:nvPr/>
          </p:nvSpPr>
          <p:spPr>
            <a:xfrm>
              <a:off x="3695700" y="2514600"/>
              <a:ext cx="1219200" cy="381000"/>
            </a:xfrm>
            <a:custGeom>
              <a:avLst/>
              <a:gdLst/>
              <a:ahLst/>
              <a:cxnLst/>
              <a:rect l="l" t="t" r="r" b="b"/>
              <a:pathLst>
                <a:path w="1219200" h="381000">
                  <a:moveTo>
                    <a:pt x="0" y="323289"/>
                  </a:moveTo>
                  <a:lnTo>
                    <a:pt x="323289" y="0"/>
                  </a:lnTo>
                  <a:lnTo>
                    <a:pt x="431052" y="0"/>
                  </a:lnTo>
                  <a:lnTo>
                    <a:pt x="50052" y="381000"/>
                  </a:lnTo>
                  <a:lnTo>
                    <a:pt x="0" y="381000"/>
                  </a:lnTo>
                  <a:close/>
                </a:path>
              </a:pathLst>
            </a:custGeom>
            <a:solidFill>
              <a:srgbClr val="F3F6FC"/>
            </a:solidFill>
            <a:ln>
              <a:noFill/>
            </a:ln>
          </p:spPr>
        </p:sp>
        <p:sp>
          <p:nvSpPr>
            <p:cNvPr id="34" name="node05.hatch.002"/>
            <p:cNvSpPr/>
            <p:nvPr/>
          </p:nvSpPr>
          <p:spPr>
            <a:xfrm>
              <a:off x="3695700" y="2514600"/>
              <a:ext cx="1219200" cy="381000"/>
            </a:xfrm>
            <a:custGeom>
              <a:avLst/>
              <a:gdLst/>
              <a:ahLst/>
              <a:cxnLst/>
              <a:rect l="l" t="t" r="r" b="b"/>
              <a:pathLst>
                <a:path w="1219200" h="381000">
                  <a:moveTo>
                    <a:pt x="538815" y="0"/>
                  </a:moveTo>
                  <a:lnTo>
                    <a:pt x="646578" y="0"/>
                  </a:lnTo>
                  <a:lnTo>
                    <a:pt x="265578" y="381000"/>
                  </a:lnTo>
                  <a:lnTo>
                    <a:pt x="157815" y="381000"/>
                  </a:lnTo>
                  <a:close/>
                </a:path>
              </a:pathLst>
            </a:custGeom>
            <a:solidFill>
              <a:srgbClr val="F3F6FC"/>
            </a:solidFill>
            <a:ln>
              <a:noFill/>
            </a:ln>
          </p:spPr>
        </p:sp>
        <p:sp>
          <p:nvSpPr>
            <p:cNvPr id="35" name="node05.hatch.003"/>
            <p:cNvSpPr/>
            <p:nvPr/>
          </p:nvSpPr>
          <p:spPr>
            <a:xfrm>
              <a:off x="3695700" y="2514600"/>
              <a:ext cx="1219200" cy="381000"/>
            </a:xfrm>
            <a:custGeom>
              <a:avLst/>
              <a:gdLst/>
              <a:ahLst/>
              <a:cxnLst/>
              <a:rect l="l" t="t" r="r" b="b"/>
              <a:pathLst>
                <a:path w="1219200" h="381000">
                  <a:moveTo>
                    <a:pt x="754342" y="0"/>
                  </a:moveTo>
                  <a:lnTo>
                    <a:pt x="862105" y="0"/>
                  </a:lnTo>
                  <a:lnTo>
                    <a:pt x="481105" y="381000"/>
                  </a:lnTo>
                  <a:lnTo>
                    <a:pt x="373342" y="381000"/>
                  </a:lnTo>
                  <a:close/>
                </a:path>
              </a:pathLst>
            </a:custGeom>
            <a:solidFill>
              <a:srgbClr val="F3F6FC"/>
            </a:solidFill>
            <a:ln>
              <a:noFill/>
            </a:ln>
          </p:spPr>
        </p:sp>
        <p:sp>
          <p:nvSpPr>
            <p:cNvPr id="36" name="node05.hatch.004"/>
            <p:cNvSpPr/>
            <p:nvPr/>
          </p:nvSpPr>
          <p:spPr>
            <a:xfrm>
              <a:off x="3695700" y="2514600"/>
              <a:ext cx="1219200" cy="381000"/>
            </a:xfrm>
            <a:custGeom>
              <a:avLst/>
              <a:gdLst/>
              <a:ahLst/>
              <a:cxnLst/>
              <a:rect l="l" t="t" r="r" b="b"/>
              <a:pathLst>
                <a:path w="1219200" h="381000">
                  <a:moveTo>
                    <a:pt x="969868" y="0"/>
                  </a:moveTo>
                  <a:lnTo>
                    <a:pt x="1077631" y="0"/>
                  </a:lnTo>
                  <a:lnTo>
                    <a:pt x="696631" y="381000"/>
                  </a:lnTo>
                  <a:lnTo>
                    <a:pt x="588868" y="381000"/>
                  </a:lnTo>
                  <a:close/>
                </a:path>
              </a:pathLst>
            </a:custGeom>
            <a:solidFill>
              <a:srgbClr val="F3F6FC"/>
            </a:solidFill>
            <a:ln>
              <a:noFill/>
            </a:ln>
          </p:spPr>
        </p:sp>
        <p:sp>
          <p:nvSpPr>
            <p:cNvPr id="37" name="node05.hatch.005"/>
            <p:cNvSpPr/>
            <p:nvPr/>
          </p:nvSpPr>
          <p:spPr>
            <a:xfrm>
              <a:off x="3695700" y="2514600"/>
              <a:ext cx="1219200" cy="381000"/>
            </a:xfrm>
            <a:custGeom>
              <a:avLst/>
              <a:gdLst/>
              <a:ahLst/>
              <a:cxnLst/>
              <a:rect l="l" t="t" r="r" b="b"/>
              <a:pathLst>
                <a:path w="1219200" h="381000">
                  <a:moveTo>
                    <a:pt x="1185394" y="0"/>
                  </a:moveTo>
                  <a:lnTo>
                    <a:pt x="1219200" y="0"/>
                  </a:lnTo>
                  <a:lnTo>
                    <a:pt x="1219200" y="73957"/>
                  </a:lnTo>
                  <a:lnTo>
                    <a:pt x="912157" y="381000"/>
                  </a:lnTo>
                  <a:lnTo>
                    <a:pt x="804394" y="381000"/>
                  </a:lnTo>
                  <a:close/>
                </a:path>
              </a:pathLst>
            </a:custGeom>
            <a:solidFill>
              <a:srgbClr val="F3F6FC"/>
            </a:solidFill>
            <a:ln>
              <a:noFill/>
            </a:ln>
          </p:spPr>
        </p:sp>
        <p:sp>
          <p:nvSpPr>
            <p:cNvPr id="38" name="node05.hatch.006"/>
            <p:cNvSpPr/>
            <p:nvPr/>
          </p:nvSpPr>
          <p:spPr>
            <a:xfrm>
              <a:off x="3695700" y="2514600"/>
              <a:ext cx="1219200" cy="381000"/>
            </a:xfrm>
            <a:custGeom>
              <a:avLst/>
              <a:gdLst/>
              <a:ahLst/>
              <a:cxnLst/>
              <a:rect l="l" t="t" r="r" b="b"/>
              <a:pathLst>
                <a:path w="1219200" h="381000">
                  <a:moveTo>
                    <a:pt x="1219200" y="181720"/>
                  </a:moveTo>
                  <a:lnTo>
                    <a:pt x="1219200" y="289483"/>
                  </a:lnTo>
                  <a:lnTo>
                    <a:pt x="1127683" y="381000"/>
                  </a:lnTo>
                  <a:lnTo>
                    <a:pt x="1019920" y="381000"/>
                  </a:lnTo>
                  <a:close/>
                </a:path>
              </a:pathLst>
            </a:custGeom>
            <a:solidFill>
              <a:srgbClr val="F3F6FC"/>
            </a:solidFill>
            <a:ln>
              <a:noFill/>
            </a:ln>
          </p:spPr>
        </p:sp>
        <p:sp>
          <p:nvSpPr>
            <p:cNvPr id="39" name="node05.border"/>
            <p:cNvSpPr/>
            <p:nvPr/>
          </p:nvSpPr>
          <p:spPr>
            <a:xfrm>
              <a:off x="3695700" y="2514600"/>
              <a:ext cx="1219200" cy="381000"/>
            </a:xfrm>
            <a:prstGeom prst="rect">
              <a:avLst/>
            </a:prstGeom>
            <a:ln w="12700">
              <a:solidFill>
                <a:srgbClr val="97A4BA"/>
              </a:solidFill>
              <a:prstDash val="solid"/>
            </a:ln>
          </p:spPr>
        </p:sp>
        <p:sp>
          <p:nvSpPr>
            <p:cNvPr id="40" name="node05.placeholder"/>
            <p:cNvSpPr/>
            <p:nvPr/>
          </p:nvSpPr>
          <p:spPr>
            <a:xfrm>
              <a:off x="3721100" y="2628900"/>
              <a:ext cx="1168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ENTRA ID</a:t>
              </a:r>
              <a:endParaRPr lang="en-US" sz="900" spc="54" kern="0" b="0" i="0" dirty="0">
                <a:solidFill>
                  <a:srgbClr val="50658E"/>
                </a:solidFill>
                <a:latin typeface="IBM Plex Mono SemiBold"/>
                <a:ea typeface="IBM Plex Mono SemiBold"/>
                <a:cs typeface="IBM Plex Mono SemiBold"/>
              </a:endParaRPr>
            </a:p>
          </p:txBody>
        </p:sp>
      </p:grpSp>
      <p:grpSp>
        <p:nvGrpSpPr>
          <p:cNvPr id="200" name="node06"/>
          <p:cNvGrpSpPr/>
          <p:nvPr/>
        </p:nvGrpSpPr>
        <p:grpSpPr>
          <a:xfrm>
            <a:off x="5295900" y="2057400"/>
            <a:ext cx="3429000" cy="914400"/>
            <a:chOff x="5295900" y="2057400"/>
            <a:chExt cx="3429000" cy="914400"/>
          </a:xfrm>
        </p:grpSpPr>
        <p:sp>
          <p:nvSpPr>
            <p:cNvPr id="41" name="node06.surface"/>
            <p:cNvSpPr/>
            <p:nvPr/>
          </p:nvSpPr>
          <p:spPr>
            <a:xfrm>
              <a:off x="5295900" y="2057400"/>
              <a:ext cx="3429000" cy="914400"/>
            </a:xfrm>
            <a:prstGeom prst="rect">
              <a:avLst/>
            </a:prstGeom>
            <a:solidFill>
              <a:srgbClr val="FFFFFF"/>
            </a:solidFill>
            <a:ln w="12700">
              <a:solidFill>
                <a:srgbClr val="CED7E6"/>
              </a:solidFill>
              <a:prstDash val="solid"/>
            </a:ln>
          </p:spPr>
        </p:sp>
        <p:sp>
          <p:nvSpPr>
            <p:cNvPr id="42" name="node06.label"/>
            <p:cNvSpPr/>
            <p:nvPr/>
          </p:nvSpPr>
          <p:spPr>
            <a:xfrm>
              <a:off x="5448300" y="21717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Security and logging subscription</a:t>
              </a:r>
              <a:endParaRPr lang="en-US" sz="1400" spc="0" kern="0" b="0" i="0" dirty="0">
                <a:solidFill>
                  <a:srgbClr val="070154"/>
                </a:solidFill>
                <a:latin typeface="IBM Plex Sans SemiBold"/>
                <a:ea typeface="IBM Plex Sans SemiBold"/>
                <a:cs typeface="IBM Plex Sans SemiBold"/>
              </a:endParaRPr>
            </a:p>
          </p:txBody>
        </p:sp>
      </p:grpSp>
      <p:grpSp>
        <p:nvGrpSpPr>
          <p:cNvPr id="201" name="node07"/>
          <p:cNvGrpSpPr/>
          <p:nvPr/>
        </p:nvGrpSpPr>
        <p:grpSpPr>
          <a:xfrm>
            <a:off x="5448300" y="2514600"/>
            <a:ext cx="990600" cy="381000"/>
            <a:chOff x="5448300" y="2514600"/>
            <a:chExt cx="990600" cy="381000"/>
          </a:xfrm>
        </p:grpSpPr>
        <p:sp>
          <p:nvSpPr>
            <p:cNvPr id="43" name="node07.background"/>
            <p:cNvSpPr/>
            <p:nvPr/>
          </p:nvSpPr>
          <p:spPr>
            <a:xfrm>
              <a:off x="5448300" y="2514600"/>
              <a:ext cx="990600" cy="381000"/>
            </a:xfrm>
            <a:prstGeom prst="rect">
              <a:avLst/>
            </a:prstGeom>
            <a:solidFill>
              <a:srgbClr val="FFFFFF"/>
            </a:solidFill>
            <a:ln>
              <a:noFill/>
            </a:ln>
          </p:spPr>
        </p:sp>
        <p:sp>
          <p:nvSpPr>
            <p:cNvPr id="44" name="node07.hatch.000"/>
            <p:cNvSpPr/>
            <p:nvPr/>
          </p:nvSpPr>
          <p:spPr>
            <a:xfrm>
              <a:off x="54483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45" name="node07.hatch.001"/>
            <p:cNvSpPr/>
            <p:nvPr/>
          </p:nvSpPr>
          <p:spPr>
            <a:xfrm>
              <a:off x="54483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46" name="node07.hatch.002"/>
            <p:cNvSpPr/>
            <p:nvPr/>
          </p:nvSpPr>
          <p:spPr>
            <a:xfrm>
              <a:off x="54483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47" name="node07.hatch.003"/>
            <p:cNvSpPr/>
            <p:nvPr/>
          </p:nvSpPr>
          <p:spPr>
            <a:xfrm>
              <a:off x="54483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48" name="node07.hatch.004"/>
            <p:cNvSpPr/>
            <p:nvPr/>
          </p:nvSpPr>
          <p:spPr>
            <a:xfrm>
              <a:off x="54483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49" name="node07.hatch.005"/>
            <p:cNvSpPr/>
            <p:nvPr/>
          </p:nvSpPr>
          <p:spPr>
            <a:xfrm>
              <a:off x="54483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50" name="node07.border"/>
            <p:cNvSpPr/>
            <p:nvPr/>
          </p:nvSpPr>
          <p:spPr>
            <a:xfrm>
              <a:off x="5448300" y="2514600"/>
              <a:ext cx="990600" cy="381000"/>
            </a:xfrm>
            <a:prstGeom prst="rect">
              <a:avLst/>
            </a:prstGeom>
            <a:ln w="12700">
              <a:solidFill>
                <a:srgbClr val="97A4BA"/>
              </a:solidFill>
              <a:prstDash val="solid"/>
            </a:ln>
          </p:spPr>
        </p:sp>
        <p:sp>
          <p:nvSpPr>
            <p:cNvPr id="51" name="node07.placeholder"/>
            <p:cNvSpPr/>
            <p:nvPr/>
          </p:nvSpPr>
          <p:spPr>
            <a:xfrm>
              <a:off x="5473700" y="2552700"/>
              <a:ext cx="9398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DEFENDER FOR CLOUD</a:t>
              </a:r>
              <a:endParaRPr lang="en-US" sz="900" spc="54" kern="0" b="0" i="0" dirty="0">
                <a:solidFill>
                  <a:srgbClr val="50658E"/>
                </a:solidFill>
                <a:latin typeface="IBM Plex Mono SemiBold"/>
                <a:ea typeface="IBM Plex Mono SemiBold"/>
                <a:cs typeface="IBM Plex Mono SemiBold"/>
              </a:endParaRPr>
            </a:p>
          </p:txBody>
        </p:sp>
      </p:grpSp>
      <p:grpSp>
        <p:nvGrpSpPr>
          <p:cNvPr id="202" name="node08"/>
          <p:cNvGrpSpPr/>
          <p:nvPr/>
        </p:nvGrpSpPr>
        <p:grpSpPr>
          <a:xfrm>
            <a:off x="6515100" y="2514600"/>
            <a:ext cx="990600" cy="381000"/>
            <a:chOff x="6515100" y="2514600"/>
            <a:chExt cx="990600" cy="381000"/>
          </a:xfrm>
        </p:grpSpPr>
        <p:sp>
          <p:nvSpPr>
            <p:cNvPr id="52" name="node08.background"/>
            <p:cNvSpPr/>
            <p:nvPr/>
          </p:nvSpPr>
          <p:spPr>
            <a:xfrm>
              <a:off x="6515100" y="2514600"/>
              <a:ext cx="990600" cy="381000"/>
            </a:xfrm>
            <a:prstGeom prst="rect">
              <a:avLst/>
            </a:prstGeom>
            <a:solidFill>
              <a:srgbClr val="FFFFFF"/>
            </a:solidFill>
            <a:ln>
              <a:noFill/>
            </a:ln>
          </p:spPr>
        </p:sp>
        <p:sp>
          <p:nvSpPr>
            <p:cNvPr id="53" name="node08.hatch.000"/>
            <p:cNvSpPr/>
            <p:nvPr/>
          </p:nvSpPr>
          <p:spPr>
            <a:xfrm>
              <a:off x="65151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54" name="node08.hatch.001"/>
            <p:cNvSpPr/>
            <p:nvPr/>
          </p:nvSpPr>
          <p:spPr>
            <a:xfrm>
              <a:off x="65151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55" name="node08.hatch.002"/>
            <p:cNvSpPr/>
            <p:nvPr/>
          </p:nvSpPr>
          <p:spPr>
            <a:xfrm>
              <a:off x="65151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56" name="node08.hatch.003"/>
            <p:cNvSpPr/>
            <p:nvPr/>
          </p:nvSpPr>
          <p:spPr>
            <a:xfrm>
              <a:off x="65151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57" name="node08.hatch.004"/>
            <p:cNvSpPr/>
            <p:nvPr/>
          </p:nvSpPr>
          <p:spPr>
            <a:xfrm>
              <a:off x="65151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58" name="node08.hatch.005"/>
            <p:cNvSpPr/>
            <p:nvPr/>
          </p:nvSpPr>
          <p:spPr>
            <a:xfrm>
              <a:off x="65151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59" name="node08.border"/>
            <p:cNvSpPr/>
            <p:nvPr/>
          </p:nvSpPr>
          <p:spPr>
            <a:xfrm>
              <a:off x="6515100" y="2514600"/>
              <a:ext cx="990600" cy="381000"/>
            </a:xfrm>
            <a:prstGeom prst="rect">
              <a:avLst/>
            </a:prstGeom>
            <a:ln w="12700">
              <a:solidFill>
                <a:srgbClr val="97A4BA"/>
              </a:solidFill>
              <a:prstDash val="solid"/>
            </a:ln>
          </p:spPr>
        </p:sp>
        <p:sp>
          <p:nvSpPr>
            <p:cNvPr id="60" name="node08.placeholder"/>
            <p:cNvSpPr/>
            <p:nvPr/>
          </p:nvSpPr>
          <p:spPr>
            <a:xfrm>
              <a:off x="6540500" y="2628900"/>
              <a:ext cx="939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MONITOR</a:t>
              </a:r>
              <a:endParaRPr lang="en-US" sz="900" spc="54" kern="0" b="0" i="0" dirty="0">
                <a:solidFill>
                  <a:srgbClr val="50658E"/>
                </a:solidFill>
                <a:latin typeface="IBM Plex Mono SemiBold"/>
                <a:ea typeface="IBM Plex Mono SemiBold"/>
                <a:cs typeface="IBM Plex Mono SemiBold"/>
              </a:endParaRPr>
            </a:p>
          </p:txBody>
        </p:sp>
      </p:grpSp>
      <p:grpSp>
        <p:nvGrpSpPr>
          <p:cNvPr id="203" name="node09"/>
          <p:cNvGrpSpPr/>
          <p:nvPr/>
        </p:nvGrpSpPr>
        <p:grpSpPr>
          <a:xfrm>
            <a:off x="7581900" y="2514600"/>
            <a:ext cx="990600" cy="381000"/>
            <a:chOff x="7581900" y="2514600"/>
            <a:chExt cx="990600" cy="381000"/>
          </a:xfrm>
        </p:grpSpPr>
        <p:sp>
          <p:nvSpPr>
            <p:cNvPr id="61" name="node09.background"/>
            <p:cNvSpPr/>
            <p:nvPr/>
          </p:nvSpPr>
          <p:spPr>
            <a:xfrm>
              <a:off x="7581900" y="2514600"/>
              <a:ext cx="990600" cy="381000"/>
            </a:xfrm>
            <a:prstGeom prst="rect">
              <a:avLst/>
            </a:prstGeom>
            <a:solidFill>
              <a:srgbClr val="FFFFFF"/>
            </a:solidFill>
            <a:ln>
              <a:noFill/>
            </a:ln>
          </p:spPr>
        </p:sp>
        <p:sp>
          <p:nvSpPr>
            <p:cNvPr id="62" name="node09.hatch.000"/>
            <p:cNvSpPr/>
            <p:nvPr/>
          </p:nvSpPr>
          <p:spPr>
            <a:xfrm>
              <a:off x="7581900" y="2514600"/>
              <a:ext cx="990600" cy="381000"/>
            </a:xfrm>
            <a:custGeom>
              <a:avLst/>
              <a:gdLst/>
              <a:ahLst/>
              <a:cxnLst/>
              <a:rect l="l" t="t" r="r" b="b"/>
              <a:pathLst>
                <a:path w="990600" h="381000">
                  <a:moveTo>
                    <a:pt x="0" y="215526"/>
                  </a:moveTo>
                  <a:lnTo>
                    <a:pt x="0" y="107763"/>
                  </a:lnTo>
                  <a:lnTo>
                    <a:pt x="107763" y="0"/>
                  </a:lnTo>
                  <a:lnTo>
                    <a:pt x="215526" y="0"/>
                  </a:lnTo>
                  <a:close/>
                </a:path>
              </a:pathLst>
            </a:custGeom>
            <a:solidFill>
              <a:srgbClr val="F3F6FC"/>
            </a:solidFill>
            <a:ln>
              <a:noFill/>
            </a:ln>
          </p:spPr>
        </p:sp>
        <p:sp>
          <p:nvSpPr>
            <p:cNvPr id="63" name="node09.hatch.001"/>
            <p:cNvSpPr/>
            <p:nvPr/>
          </p:nvSpPr>
          <p:spPr>
            <a:xfrm>
              <a:off x="7581900" y="2514600"/>
              <a:ext cx="990600" cy="381000"/>
            </a:xfrm>
            <a:custGeom>
              <a:avLst/>
              <a:gdLst/>
              <a:ahLst/>
              <a:cxnLst/>
              <a:rect l="l" t="t" r="r" b="b"/>
              <a:pathLst>
                <a:path w="990600" h="381000">
                  <a:moveTo>
                    <a:pt x="0" y="323289"/>
                  </a:moveTo>
                  <a:lnTo>
                    <a:pt x="323289" y="0"/>
                  </a:lnTo>
                  <a:lnTo>
                    <a:pt x="431052" y="0"/>
                  </a:lnTo>
                  <a:lnTo>
                    <a:pt x="50052" y="381000"/>
                  </a:lnTo>
                  <a:lnTo>
                    <a:pt x="0" y="381000"/>
                  </a:lnTo>
                  <a:close/>
                </a:path>
              </a:pathLst>
            </a:custGeom>
            <a:solidFill>
              <a:srgbClr val="F3F6FC"/>
            </a:solidFill>
            <a:ln>
              <a:noFill/>
            </a:ln>
          </p:spPr>
        </p:sp>
        <p:sp>
          <p:nvSpPr>
            <p:cNvPr id="64" name="node09.hatch.002"/>
            <p:cNvSpPr/>
            <p:nvPr/>
          </p:nvSpPr>
          <p:spPr>
            <a:xfrm>
              <a:off x="7581900" y="2514600"/>
              <a:ext cx="990600" cy="381000"/>
            </a:xfrm>
            <a:custGeom>
              <a:avLst/>
              <a:gdLst/>
              <a:ahLst/>
              <a:cxnLst/>
              <a:rect l="l" t="t" r="r" b="b"/>
              <a:pathLst>
                <a:path w="990600" h="381000">
                  <a:moveTo>
                    <a:pt x="538815" y="0"/>
                  </a:moveTo>
                  <a:lnTo>
                    <a:pt x="646578" y="0"/>
                  </a:lnTo>
                  <a:lnTo>
                    <a:pt x="265578" y="381000"/>
                  </a:lnTo>
                  <a:lnTo>
                    <a:pt x="157815" y="381000"/>
                  </a:lnTo>
                  <a:close/>
                </a:path>
              </a:pathLst>
            </a:custGeom>
            <a:solidFill>
              <a:srgbClr val="F3F6FC"/>
            </a:solidFill>
            <a:ln>
              <a:noFill/>
            </a:ln>
          </p:spPr>
        </p:sp>
        <p:sp>
          <p:nvSpPr>
            <p:cNvPr id="65" name="node09.hatch.003"/>
            <p:cNvSpPr/>
            <p:nvPr/>
          </p:nvSpPr>
          <p:spPr>
            <a:xfrm>
              <a:off x="7581900" y="2514600"/>
              <a:ext cx="990600" cy="381000"/>
            </a:xfrm>
            <a:custGeom>
              <a:avLst/>
              <a:gdLst/>
              <a:ahLst/>
              <a:cxnLst/>
              <a:rect l="l" t="t" r="r" b="b"/>
              <a:pathLst>
                <a:path w="990600" h="381000">
                  <a:moveTo>
                    <a:pt x="754342" y="0"/>
                  </a:moveTo>
                  <a:lnTo>
                    <a:pt x="862105" y="0"/>
                  </a:lnTo>
                  <a:lnTo>
                    <a:pt x="481105" y="381000"/>
                  </a:lnTo>
                  <a:lnTo>
                    <a:pt x="373342" y="381000"/>
                  </a:lnTo>
                  <a:close/>
                </a:path>
              </a:pathLst>
            </a:custGeom>
            <a:solidFill>
              <a:srgbClr val="F3F6FC"/>
            </a:solidFill>
            <a:ln>
              <a:noFill/>
            </a:ln>
          </p:spPr>
        </p:sp>
        <p:sp>
          <p:nvSpPr>
            <p:cNvPr id="66" name="node09.hatch.004"/>
            <p:cNvSpPr/>
            <p:nvPr/>
          </p:nvSpPr>
          <p:spPr>
            <a:xfrm>
              <a:off x="7581900" y="2514600"/>
              <a:ext cx="990600" cy="381000"/>
            </a:xfrm>
            <a:custGeom>
              <a:avLst/>
              <a:gdLst/>
              <a:ahLst/>
              <a:cxnLst/>
              <a:rect l="l" t="t" r="r" b="b"/>
              <a:pathLst>
                <a:path w="990600" h="381000">
                  <a:moveTo>
                    <a:pt x="969868" y="0"/>
                  </a:moveTo>
                  <a:lnTo>
                    <a:pt x="990600" y="0"/>
                  </a:lnTo>
                  <a:lnTo>
                    <a:pt x="990600" y="87031"/>
                  </a:lnTo>
                  <a:lnTo>
                    <a:pt x="696631" y="381000"/>
                  </a:lnTo>
                  <a:lnTo>
                    <a:pt x="588868" y="381000"/>
                  </a:lnTo>
                  <a:close/>
                </a:path>
              </a:pathLst>
            </a:custGeom>
            <a:solidFill>
              <a:srgbClr val="F3F6FC"/>
            </a:solidFill>
            <a:ln>
              <a:noFill/>
            </a:ln>
          </p:spPr>
        </p:sp>
        <p:sp>
          <p:nvSpPr>
            <p:cNvPr id="67" name="node09.hatch.005"/>
            <p:cNvSpPr/>
            <p:nvPr/>
          </p:nvSpPr>
          <p:spPr>
            <a:xfrm>
              <a:off x="7581900" y="2514600"/>
              <a:ext cx="990600" cy="381000"/>
            </a:xfrm>
            <a:custGeom>
              <a:avLst/>
              <a:gdLst/>
              <a:ahLst/>
              <a:cxnLst/>
              <a:rect l="l" t="t" r="r" b="b"/>
              <a:pathLst>
                <a:path w="990600" h="381000">
                  <a:moveTo>
                    <a:pt x="990600" y="194794"/>
                  </a:moveTo>
                  <a:lnTo>
                    <a:pt x="990600" y="302557"/>
                  </a:lnTo>
                  <a:lnTo>
                    <a:pt x="912157" y="381000"/>
                  </a:lnTo>
                  <a:lnTo>
                    <a:pt x="804394" y="381000"/>
                  </a:lnTo>
                  <a:close/>
                </a:path>
              </a:pathLst>
            </a:custGeom>
            <a:solidFill>
              <a:srgbClr val="F3F6FC"/>
            </a:solidFill>
            <a:ln>
              <a:noFill/>
            </a:ln>
          </p:spPr>
        </p:sp>
        <p:sp>
          <p:nvSpPr>
            <p:cNvPr id="68" name="node09.border"/>
            <p:cNvSpPr/>
            <p:nvPr/>
          </p:nvSpPr>
          <p:spPr>
            <a:xfrm>
              <a:off x="7581900" y="2514600"/>
              <a:ext cx="990600" cy="381000"/>
            </a:xfrm>
            <a:prstGeom prst="rect">
              <a:avLst/>
            </a:prstGeom>
            <a:ln w="12700">
              <a:solidFill>
                <a:srgbClr val="97A4BA"/>
              </a:solidFill>
              <a:prstDash val="solid"/>
            </a:ln>
          </p:spPr>
        </p:sp>
        <p:sp>
          <p:nvSpPr>
            <p:cNvPr id="69" name="node09.placeholder"/>
            <p:cNvSpPr/>
            <p:nvPr/>
          </p:nvSpPr>
          <p:spPr>
            <a:xfrm>
              <a:off x="7607300" y="2628900"/>
              <a:ext cx="939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BLOB STORAGE</a:t>
              </a:r>
              <a:endParaRPr lang="en-US" sz="900" spc="54" kern="0" b="0" i="0" dirty="0">
                <a:solidFill>
                  <a:srgbClr val="50658E"/>
                </a:solidFill>
                <a:latin typeface="IBM Plex Mono SemiBold"/>
                <a:ea typeface="IBM Plex Mono SemiBold"/>
                <a:cs typeface="IBM Plex Mono SemiBold"/>
              </a:endParaRPr>
            </a:p>
          </p:txBody>
        </p:sp>
      </p:grpSp>
      <p:grpSp>
        <p:nvGrpSpPr>
          <p:cNvPr id="204" name="node10"/>
          <p:cNvGrpSpPr/>
          <p:nvPr/>
        </p:nvGrpSpPr>
        <p:grpSpPr>
          <a:xfrm>
            <a:off x="8953500" y="2057400"/>
            <a:ext cx="2286000" cy="914400"/>
            <a:chOff x="8953500" y="2057400"/>
            <a:chExt cx="2286000" cy="914400"/>
          </a:xfrm>
        </p:grpSpPr>
        <p:sp>
          <p:nvSpPr>
            <p:cNvPr id="70" name="node10.surface"/>
            <p:cNvSpPr/>
            <p:nvPr/>
          </p:nvSpPr>
          <p:spPr>
            <a:xfrm>
              <a:off x="8953500" y="2057400"/>
              <a:ext cx="2286000" cy="914400"/>
            </a:xfrm>
            <a:prstGeom prst="rect">
              <a:avLst/>
            </a:prstGeom>
            <a:solidFill>
              <a:srgbClr val="FFFFFF"/>
            </a:solidFill>
            <a:ln w="12700">
              <a:solidFill>
                <a:srgbClr val="CED7E6"/>
              </a:solidFill>
              <a:prstDash val="solid"/>
            </a:ln>
          </p:spPr>
        </p:sp>
        <p:sp>
          <p:nvSpPr>
            <p:cNvPr id="71" name="node10.label"/>
            <p:cNvSpPr/>
            <p:nvPr/>
          </p:nvSpPr>
          <p:spPr>
            <a:xfrm>
              <a:off x="9105900" y="2171700"/>
              <a:ext cx="1981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Network hub</a:t>
              </a:r>
              <a:endParaRPr lang="en-US" sz="1400" spc="0" kern="0" b="0" i="0" dirty="0">
                <a:solidFill>
                  <a:srgbClr val="070154"/>
                </a:solidFill>
                <a:latin typeface="IBM Plex Sans SemiBold"/>
                <a:ea typeface="IBM Plex Sans SemiBold"/>
                <a:cs typeface="IBM Plex Sans SemiBold"/>
              </a:endParaRPr>
            </a:p>
          </p:txBody>
        </p:sp>
      </p:grpSp>
      <p:grpSp>
        <p:nvGrpSpPr>
          <p:cNvPr id="205" name="node11"/>
          <p:cNvGrpSpPr/>
          <p:nvPr/>
        </p:nvGrpSpPr>
        <p:grpSpPr>
          <a:xfrm>
            <a:off x="9105900" y="2514600"/>
            <a:ext cx="952500" cy="381000"/>
            <a:chOff x="9105900" y="2514600"/>
            <a:chExt cx="952500" cy="381000"/>
          </a:xfrm>
        </p:grpSpPr>
        <p:sp>
          <p:nvSpPr>
            <p:cNvPr id="72" name="node11.background"/>
            <p:cNvSpPr/>
            <p:nvPr/>
          </p:nvSpPr>
          <p:spPr>
            <a:xfrm>
              <a:off x="9105900" y="2514600"/>
              <a:ext cx="952500" cy="381000"/>
            </a:xfrm>
            <a:prstGeom prst="rect">
              <a:avLst/>
            </a:prstGeom>
            <a:solidFill>
              <a:srgbClr val="FFFFFF"/>
            </a:solidFill>
            <a:ln>
              <a:noFill/>
            </a:ln>
          </p:spPr>
        </p:sp>
        <p:sp>
          <p:nvSpPr>
            <p:cNvPr id="73" name="node11.hatch.000"/>
            <p:cNvSpPr/>
            <p:nvPr/>
          </p:nvSpPr>
          <p:spPr>
            <a:xfrm>
              <a:off x="9105900" y="2514600"/>
              <a:ext cx="952500" cy="381000"/>
            </a:xfrm>
            <a:custGeom>
              <a:avLst/>
              <a:gdLst/>
              <a:ahLst/>
              <a:cxnLst/>
              <a:rect l="l" t="t" r="r" b="b"/>
              <a:pathLst>
                <a:path w="952500" h="381000">
                  <a:moveTo>
                    <a:pt x="0" y="215526"/>
                  </a:moveTo>
                  <a:lnTo>
                    <a:pt x="0" y="107763"/>
                  </a:lnTo>
                  <a:lnTo>
                    <a:pt x="107763" y="0"/>
                  </a:lnTo>
                  <a:lnTo>
                    <a:pt x="215526" y="0"/>
                  </a:lnTo>
                  <a:close/>
                </a:path>
              </a:pathLst>
            </a:custGeom>
            <a:solidFill>
              <a:srgbClr val="F3F6FC"/>
            </a:solidFill>
            <a:ln>
              <a:noFill/>
            </a:ln>
          </p:spPr>
        </p:sp>
        <p:sp>
          <p:nvSpPr>
            <p:cNvPr id="74" name="node11.hatch.001"/>
            <p:cNvSpPr/>
            <p:nvPr/>
          </p:nvSpPr>
          <p:spPr>
            <a:xfrm>
              <a:off x="9105900" y="2514600"/>
              <a:ext cx="952500" cy="381000"/>
            </a:xfrm>
            <a:custGeom>
              <a:avLst/>
              <a:gdLst/>
              <a:ahLst/>
              <a:cxnLst/>
              <a:rect l="l" t="t" r="r" b="b"/>
              <a:pathLst>
                <a:path w="952500" h="381000">
                  <a:moveTo>
                    <a:pt x="0" y="323289"/>
                  </a:moveTo>
                  <a:lnTo>
                    <a:pt x="323289" y="0"/>
                  </a:lnTo>
                  <a:lnTo>
                    <a:pt x="431052" y="0"/>
                  </a:lnTo>
                  <a:lnTo>
                    <a:pt x="50052" y="381000"/>
                  </a:lnTo>
                  <a:lnTo>
                    <a:pt x="0" y="381000"/>
                  </a:lnTo>
                  <a:close/>
                </a:path>
              </a:pathLst>
            </a:custGeom>
            <a:solidFill>
              <a:srgbClr val="F3F6FC"/>
            </a:solidFill>
            <a:ln>
              <a:noFill/>
            </a:ln>
          </p:spPr>
        </p:sp>
        <p:sp>
          <p:nvSpPr>
            <p:cNvPr id="75" name="node11.hatch.002"/>
            <p:cNvSpPr/>
            <p:nvPr/>
          </p:nvSpPr>
          <p:spPr>
            <a:xfrm>
              <a:off x="9105900" y="2514600"/>
              <a:ext cx="952500" cy="381000"/>
            </a:xfrm>
            <a:custGeom>
              <a:avLst/>
              <a:gdLst/>
              <a:ahLst/>
              <a:cxnLst/>
              <a:rect l="l" t="t" r="r" b="b"/>
              <a:pathLst>
                <a:path w="952500" h="381000">
                  <a:moveTo>
                    <a:pt x="538815" y="0"/>
                  </a:moveTo>
                  <a:lnTo>
                    <a:pt x="646578" y="0"/>
                  </a:lnTo>
                  <a:lnTo>
                    <a:pt x="265578" y="381000"/>
                  </a:lnTo>
                  <a:lnTo>
                    <a:pt x="157815" y="381000"/>
                  </a:lnTo>
                  <a:close/>
                </a:path>
              </a:pathLst>
            </a:custGeom>
            <a:solidFill>
              <a:srgbClr val="F3F6FC"/>
            </a:solidFill>
            <a:ln>
              <a:noFill/>
            </a:ln>
          </p:spPr>
        </p:sp>
        <p:sp>
          <p:nvSpPr>
            <p:cNvPr id="76" name="node11.hatch.003"/>
            <p:cNvSpPr/>
            <p:nvPr/>
          </p:nvSpPr>
          <p:spPr>
            <a:xfrm>
              <a:off x="9105900" y="2514600"/>
              <a:ext cx="952500" cy="381000"/>
            </a:xfrm>
            <a:custGeom>
              <a:avLst/>
              <a:gdLst/>
              <a:ahLst/>
              <a:cxnLst/>
              <a:rect l="l" t="t" r="r" b="b"/>
              <a:pathLst>
                <a:path w="952500" h="381000">
                  <a:moveTo>
                    <a:pt x="754342" y="0"/>
                  </a:moveTo>
                  <a:lnTo>
                    <a:pt x="862105" y="0"/>
                  </a:lnTo>
                  <a:lnTo>
                    <a:pt x="481105" y="381000"/>
                  </a:lnTo>
                  <a:lnTo>
                    <a:pt x="373342" y="381000"/>
                  </a:lnTo>
                  <a:close/>
                </a:path>
              </a:pathLst>
            </a:custGeom>
            <a:solidFill>
              <a:srgbClr val="F3F6FC"/>
            </a:solidFill>
            <a:ln>
              <a:noFill/>
            </a:ln>
          </p:spPr>
        </p:sp>
        <p:sp>
          <p:nvSpPr>
            <p:cNvPr id="77" name="node11.hatch.004"/>
            <p:cNvSpPr/>
            <p:nvPr/>
          </p:nvSpPr>
          <p:spPr>
            <a:xfrm>
              <a:off x="9105900" y="2514600"/>
              <a:ext cx="952500" cy="381000"/>
            </a:xfrm>
            <a:custGeom>
              <a:avLst/>
              <a:gdLst/>
              <a:ahLst/>
              <a:cxnLst/>
              <a:rect l="l" t="t" r="r" b="b"/>
              <a:pathLst>
                <a:path w="952500" h="381000">
                  <a:moveTo>
                    <a:pt x="952500" y="17368"/>
                  </a:moveTo>
                  <a:lnTo>
                    <a:pt x="952500" y="125131"/>
                  </a:lnTo>
                  <a:lnTo>
                    <a:pt x="696631" y="381000"/>
                  </a:lnTo>
                  <a:lnTo>
                    <a:pt x="588868" y="381000"/>
                  </a:lnTo>
                  <a:close/>
                </a:path>
              </a:pathLst>
            </a:custGeom>
            <a:solidFill>
              <a:srgbClr val="F3F6FC"/>
            </a:solidFill>
            <a:ln>
              <a:noFill/>
            </a:ln>
          </p:spPr>
        </p:sp>
        <p:sp>
          <p:nvSpPr>
            <p:cNvPr id="78" name="node11.hatch.005"/>
            <p:cNvSpPr/>
            <p:nvPr/>
          </p:nvSpPr>
          <p:spPr>
            <a:xfrm>
              <a:off x="9105900" y="2514600"/>
              <a:ext cx="952500" cy="381000"/>
            </a:xfrm>
            <a:custGeom>
              <a:avLst/>
              <a:gdLst/>
              <a:ahLst/>
              <a:cxnLst/>
              <a:rect l="l" t="t" r="r" b="b"/>
              <a:pathLst>
                <a:path w="952500" h="381000">
                  <a:moveTo>
                    <a:pt x="952500" y="232894"/>
                  </a:moveTo>
                  <a:lnTo>
                    <a:pt x="952500" y="340657"/>
                  </a:lnTo>
                  <a:lnTo>
                    <a:pt x="912157" y="381000"/>
                  </a:lnTo>
                  <a:lnTo>
                    <a:pt x="804394" y="381000"/>
                  </a:lnTo>
                  <a:close/>
                </a:path>
              </a:pathLst>
            </a:custGeom>
            <a:solidFill>
              <a:srgbClr val="F3F6FC"/>
            </a:solidFill>
            <a:ln>
              <a:noFill/>
            </a:ln>
          </p:spPr>
        </p:sp>
        <p:sp>
          <p:nvSpPr>
            <p:cNvPr id="79" name="node11.border"/>
            <p:cNvSpPr/>
            <p:nvPr/>
          </p:nvSpPr>
          <p:spPr>
            <a:xfrm>
              <a:off x="9105900" y="2514600"/>
              <a:ext cx="952500" cy="381000"/>
            </a:xfrm>
            <a:prstGeom prst="rect">
              <a:avLst/>
            </a:prstGeom>
            <a:ln w="12700">
              <a:solidFill>
                <a:srgbClr val="97A4BA"/>
              </a:solidFill>
              <a:prstDash val="solid"/>
            </a:ln>
          </p:spPr>
        </p:sp>
        <p:sp>
          <p:nvSpPr>
            <p:cNvPr id="80" name="node11.placeholder"/>
            <p:cNvSpPr/>
            <p:nvPr/>
          </p:nvSpPr>
          <p:spPr>
            <a:xfrm>
              <a:off x="9131300" y="2628900"/>
              <a:ext cx="9017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VIRTUAL WAN</a:t>
              </a:r>
              <a:endParaRPr lang="en-US" sz="900" spc="54" kern="0" b="0" i="0" dirty="0">
                <a:solidFill>
                  <a:srgbClr val="50658E"/>
                </a:solidFill>
                <a:latin typeface="IBM Plex Mono SemiBold"/>
                <a:ea typeface="IBM Plex Mono SemiBold"/>
                <a:cs typeface="IBM Plex Mono SemiBold"/>
              </a:endParaRPr>
            </a:p>
          </p:txBody>
        </p:sp>
      </p:grpSp>
      <p:grpSp>
        <p:nvGrpSpPr>
          <p:cNvPr id="206" name="node12"/>
          <p:cNvGrpSpPr/>
          <p:nvPr/>
        </p:nvGrpSpPr>
        <p:grpSpPr>
          <a:xfrm>
            <a:off x="10134600" y="2514600"/>
            <a:ext cx="952500" cy="381000"/>
            <a:chOff x="10134600" y="2514600"/>
            <a:chExt cx="952500" cy="381000"/>
          </a:xfrm>
        </p:grpSpPr>
        <p:sp>
          <p:nvSpPr>
            <p:cNvPr id="81" name="node12.background"/>
            <p:cNvSpPr/>
            <p:nvPr/>
          </p:nvSpPr>
          <p:spPr>
            <a:xfrm>
              <a:off x="10134600" y="2514600"/>
              <a:ext cx="952500" cy="381000"/>
            </a:xfrm>
            <a:prstGeom prst="rect">
              <a:avLst/>
            </a:prstGeom>
            <a:solidFill>
              <a:srgbClr val="FFFFFF"/>
            </a:solidFill>
            <a:ln>
              <a:noFill/>
            </a:ln>
          </p:spPr>
        </p:sp>
        <p:sp>
          <p:nvSpPr>
            <p:cNvPr id="82" name="node12.hatch.000"/>
            <p:cNvSpPr/>
            <p:nvPr/>
          </p:nvSpPr>
          <p:spPr>
            <a:xfrm>
              <a:off x="10134600" y="2514600"/>
              <a:ext cx="952500" cy="381000"/>
            </a:xfrm>
            <a:custGeom>
              <a:avLst/>
              <a:gdLst/>
              <a:ahLst/>
              <a:cxnLst/>
              <a:rect l="l" t="t" r="r" b="b"/>
              <a:pathLst>
                <a:path w="952500" h="381000">
                  <a:moveTo>
                    <a:pt x="0" y="215526"/>
                  </a:moveTo>
                  <a:lnTo>
                    <a:pt x="0" y="107763"/>
                  </a:lnTo>
                  <a:lnTo>
                    <a:pt x="107763" y="0"/>
                  </a:lnTo>
                  <a:lnTo>
                    <a:pt x="215526" y="0"/>
                  </a:lnTo>
                  <a:close/>
                </a:path>
              </a:pathLst>
            </a:custGeom>
            <a:solidFill>
              <a:srgbClr val="F3F6FC"/>
            </a:solidFill>
            <a:ln>
              <a:noFill/>
            </a:ln>
          </p:spPr>
        </p:sp>
        <p:sp>
          <p:nvSpPr>
            <p:cNvPr id="83" name="node12.hatch.001"/>
            <p:cNvSpPr/>
            <p:nvPr/>
          </p:nvSpPr>
          <p:spPr>
            <a:xfrm>
              <a:off x="10134600" y="2514600"/>
              <a:ext cx="952500" cy="381000"/>
            </a:xfrm>
            <a:custGeom>
              <a:avLst/>
              <a:gdLst/>
              <a:ahLst/>
              <a:cxnLst/>
              <a:rect l="l" t="t" r="r" b="b"/>
              <a:pathLst>
                <a:path w="952500" h="381000">
                  <a:moveTo>
                    <a:pt x="0" y="323289"/>
                  </a:moveTo>
                  <a:lnTo>
                    <a:pt x="323289" y="0"/>
                  </a:lnTo>
                  <a:lnTo>
                    <a:pt x="431052" y="0"/>
                  </a:lnTo>
                  <a:lnTo>
                    <a:pt x="50052" y="381000"/>
                  </a:lnTo>
                  <a:lnTo>
                    <a:pt x="0" y="381000"/>
                  </a:lnTo>
                  <a:close/>
                </a:path>
              </a:pathLst>
            </a:custGeom>
            <a:solidFill>
              <a:srgbClr val="F3F6FC"/>
            </a:solidFill>
            <a:ln>
              <a:noFill/>
            </a:ln>
          </p:spPr>
        </p:sp>
        <p:sp>
          <p:nvSpPr>
            <p:cNvPr id="84" name="node12.hatch.002"/>
            <p:cNvSpPr/>
            <p:nvPr/>
          </p:nvSpPr>
          <p:spPr>
            <a:xfrm>
              <a:off x="10134600" y="2514600"/>
              <a:ext cx="952500" cy="381000"/>
            </a:xfrm>
            <a:custGeom>
              <a:avLst/>
              <a:gdLst/>
              <a:ahLst/>
              <a:cxnLst/>
              <a:rect l="l" t="t" r="r" b="b"/>
              <a:pathLst>
                <a:path w="952500" h="381000">
                  <a:moveTo>
                    <a:pt x="538815" y="0"/>
                  </a:moveTo>
                  <a:lnTo>
                    <a:pt x="646578" y="0"/>
                  </a:lnTo>
                  <a:lnTo>
                    <a:pt x="265578" y="381000"/>
                  </a:lnTo>
                  <a:lnTo>
                    <a:pt x="157815" y="381000"/>
                  </a:lnTo>
                  <a:close/>
                </a:path>
              </a:pathLst>
            </a:custGeom>
            <a:solidFill>
              <a:srgbClr val="F3F6FC"/>
            </a:solidFill>
            <a:ln>
              <a:noFill/>
            </a:ln>
          </p:spPr>
        </p:sp>
        <p:sp>
          <p:nvSpPr>
            <p:cNvPr id="85" name="node12.hatch.003"/>
            <p:cNvSpPr/>
            <p:nvPr/>
          </p:nvSpPr>
          <p:spPr>
            <a:xfrm>
              <a:off x="10134600" y="2514600"/>
              <a:ext cx="952500" cy="381000"/>
            </a:xfrm>
            <a:custGeom>
              <a:avLst/>
              <a:gdLst/>
              <a:ahLst/>
              <a:cxnLst/>
              <a:rect l="l" t="t" r="r" b="b"/>
              <a:pathLst>
                <a:path w="952500" h="381000">
                  <a:moveTo>
                    <a:pt x="754342" y="0"/>
                  </a:moveTo>
                  <a:lnTo>
                    <a:pt x="862105" y="0"/>
                  </a:lnTo>
                  <a:lnTo>
                    <a:pt x="481105" y="381000"/>
                  </a:lnTo>
                  <a:lnTo>
                    <a:pt x="373342" y="381000"/>
                  </a:lnTo>
                  <a:close/>
                </a:path>
              </a:pathLst>
            </a:custGeom>
            <a:solidFill>
              <a:srgbClr val="F3F6FC"/>
            </a:solidFill>
            <a:ln>
              <a:noFill/>
            </a:ln>
          </p:spPr>
        </p:sp>
        <p:sp>
          <p:nvSpPr>
            <p:cNvPr id="86" name="node12.hatch.004"/>
            <p:cNvSpPr/>
            <p:nvPr/>
          </p:nvSpPr>
          <p:spPr>
            <a:xfrm>
              <a:off x="10134600" y="2514600"/>
              <a:ext cx="952500" cy="381000"/>
            </a:xfrm>
            <a:custGeom>
              <a:avLst/>
              <a:gdLst/>
              <a:ahLst/>
              <a:cxnLst/>
              <a:rect l="l" t="t" r="r" b="b"/>
              <a:pathLst>
                <a:path w="952500" h="381000">
                  <a:moveTo>
                    <a:pt x="952500" y="17368"/>
                  </a:moveTo>
                  <a:lnTo>
                    <a:pt x="952500" y="125131"/>
                  </a:lnTo>
                  <a:lnTo>
                    <a:pt x="696631" y="381000"/>
                  </a:lnTo>
                  <a:lnTo>
                    <a:pt x="588868" y="381000"/>
                  </a:lnTo>
                  <a:close/>
                </a:path>
              </a:pathLst>
            </a:custGeom>
            <a:solidFill>
              <a:srgbClr val="F3F6FC"/>
            </a:solidFill>
            <a:ln>
              <a:noFill/>
            </a:ln>
          </p:spPr>
        </p:sp>
        <p:sp>
          <p:nvSpPr>
            <p:cNvPr id="87" name="node12.hatch.005"/>
            <p:cNvSpPr/>
            <p:nvPr/>
          </p:nvSpPr>
          <p:spPr>
            <a:xfrm>
              <a:off x="10134600" y="2514600"/>
              <a:ext cx="952500" cy="381000"/>
            </a:xfrm>
            <a:custGeom>
              <a:avLst/>
              <a:gdLst/>
              <a:ahLst/>
              <a:cxnLst/>
              <a:rect l="l" t="t" r="r" b="b"/>
              <a:pathLst>
                <a:path w="952500" h="381000">
                  <a:moveTo>
                    <a:pt x="952500" y="232894"/>
                  </a:moveTo>
                  <a:lnTo>
                    <a:pt x="952500" y="340657"/>
                  </a:lnTo>
                  <a:lnTo>
                    <a:pt x="912157" y="381000"/>
                  </a:lnTo>
                  <a:lnTo>
                    <a:pt x="804394" y="381000"/>
                  </a:lnTo>
                  <a:close/>
                </a:path>
              </a:pathLst>
            </a:custGeom>
            <a:solidFill>
              <a:srgbClr val="F3F6FC"/>
            </a:solidFill>
            <a:ln>
              <a:noFill/>
            </a:ln>
          </p:spPr>
        </p:sp>
        <p:sp>
          <p:nvSpPr>
            <p:cNvPr id="88" name="node12.border"/>
            <p:cNvSpPr/>
            <p:nvPr/>
          </p:nvSpPr>
          <p:spPr>
            <a:xfrm>
              <a:off x="10134600" y="2514600"/>
              <a:ext cx="952500" cy="381000"/>
            </a:xfrm>
            <a:prstGeom prst="rect">
              <a:avLst/>
            </a:prstGeom>
            <a:ln w="12700">
              <a:solidFill>
                <a:srgbClr val="97A4BA"/>
              </a:solidFill>
              <a:prstDash val="solid"/>
            </a:ln>
          </p:spPr>
        </p:sp>
        <p:sp>
          <p:nvSpPr>
            <p:cNvPr id="89" name="node12.placeholder"/>
            <p:cNvSpPr/>
            <p:nvPr/>
          </p:nvSpPr>
          <p:spPr>
            <a:xfrm>
              <a:off x="10160000" y="2628900"/>
              <a:ext cx="9017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PRIVATE DNS</a:t>
              </a:r>
              <a:endParaRPr lang="en-US" sz="900" spc="54" kern="0" b="0" i="0" dirty="0">
                <a:solidFill>
                  <a:srgbClr val="50658E"/>
                </a:solidFill>
                <a:latin typeface="IBM Plex Mono SemiBold"/>
                <a:ea typeface="IBM Plex Mono SemiBold"/>
                <a:cs typeface="IBM Plex Mono SemiBold"/>
              </a:endParaRPr>
            </a:p>
          </p:txBody>
        </p:sp>
      </p:grpSp>
      <p:grpSp>
        <p:nvGrpSpPr>
          <p:cNvPr id="207" name="node13"/>
          <p:cNvGrpSpPr/>
          <p:nvPr/>
        </p:nvGrpSpPr>
        <p:grpSpPr>
          <a:xfrm>
            <a:off x="952500" y="3200400"/>
            <a:ext cx="5029200" cy="2286000"/>
            <a:chOff x="952500" y="3200400"/>
            <a:chExt cx="5029200" cy="2286000"/>
          </a:xfrm>
        </p:grpSpPr>
        <p:sp>
          <p:nvSpPr>
            <p:cNvPr id="90" name="node13.surface"/>
            <p:cNvSpPr/>
            <p:nvPr/>
          </p:nvSpPr>
          <p:spPr>
            <a:xfrm>
              <a:off x="952500" y="3200400"/>
              <a:ext cx="5029200" cy="2286000"/>
            </a:xfrm>
            <a:prstGeom prst="rect">
              <a:avLst/>
            </a:prstGeom>
            <a:solidFill>
              <a:srgbClr val="FFFFFF"/>
            </a:solidFill>
            <a:ln w="12700">
              <a:solidFill>
                <a:srgbClr val="CED7E6"/>
              </a:solidFill>
              <a:prstDash val="solid"/>
            </a:ln>
          </p:spPr>
        </p:sp>
        <p:sp>
          <p:nvSpPr>
            <p:cNvPr id="91" name="node13.label"/>
            <p:cNvSpPr/>
            <p:nvPr/>
          </p:nvSpPr>
          <p:spPr>
            <a:xfrm>
              <a:off x="1104900" y="3314700"/>
              <a:ext cx="4724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Workload subscription · Production</a:t>
              </a:r>
              <a:endParaRPr lang="en-US" sz="1400" spc="0" kern="0" b="0" i="0" dirty="0">
                <a:solidFill>
                  <a:srgbClr val="070154"/>
                </a:solidFill>
                <a:latin typeface="IBM Plex Sans SemiBold"/>
                <a:ea typeface="IBM Plex Sans SemiBold"/>
                <a:cs typeface="IBM Plex Sans SemiBold"/>
              </a:endParaRPr>
            </a:p>
          </p:txBody>
        </p:sp>
      </p:grpSp>
      <p:grpSp>
        <p:nvGrpSpPr>
          <p:cNvPr id="208" name="node14"/>
          <p:cNvGrpSpPr/>
          <p:nvPr/>
        </p:nvGrpSpPr>
        <p:grpSpPr>
          <a:xfrm>
            <a:off x="4914900" y="3276600"/>
            <a:ext cx="914400" cy="304800"/>
            <a:chOff x="4914900" y="3276600"/>
            <a:chExt cx="914400" cy="304800"/>
          </a:xfrm>
        </p:grpSpPr>
        <p:sp>
          <p:nvSpPr>
            <p:cNvPr id="92" name="node14.background"/>
            <p:cNvSpPr/>
            <p:nvPr/>
          </p:nvSpPr>
          <p:spPr>
            <a:xfrm>
              <a:off x="4914900" y="3276600"/>
              <a:ext cx="914400" cy="304800"/>
            </a:xfrm>
            <a:prstGeom prst="rect">
              <a:avLst/>
            </a:prstGeom>
            <a:solidFill>
              <a:srgbClr val="FFFFFF"/>
            </a:solidFill>
            <a:ln>
              <a:noFill/>
            </a:ln>
          </p:spPr>
        </p:sp>
        <p:sp>
          <p:nvSpPr>
            <p:cNvPr id="93" name="node14.hatch.000"/>
            <p:cNvSpPr/>
            <p:nvPr/>
          </p:nvSpPr>
          <p:spPr>
            <a:xfrm>
              <a:off x="4914900" y="3276600"/>
              <a:ext cx="914400" cy="304800"/>
            </a:xfrm>
            <a:custGeom>
              <a:avLst/>
              <a:gdLst/>
              <a:ahLst/>
              <a:cxnLst/>
              <a:rect l="l" t="t" r="r" b="b"/>
              <a:pathLst>
                <a:path w="914400" h="304800">
                  <a:moveTo>
                    <a:pt x="0" y="215526"/>
                  </a:moveTo>
                  <a:lnTo>
                    <a:pt x="0" y="107763"/>
                  </a:lnTo>
                  <a:lnTo>
                    <a:pt x="107763" y="0"/>
                  </a:lnTo>
                  <a:lnTo>
                    <a:pt x="215526" y="0"/>
                  </a:lnTo>
                  <a:close/>
                </a:path>
              </a:pathLst>
            </a:custGeom>
            <a:solidFill>
              <a:srgbClr val="F3F6FC"/>
            </a:solidFill>
            <a:ln>
              <a:noFill/>
            </a:ln>
          </p:spPr>
        </p:sp>
        <p:sp>
          <p:nvSpPr>
            <p:cNvPr id="94" name="node14.hatch.001"/>
            <p:cNvSpPr/>
            <p:nvPr/>
          </p:nvSpPr>
          <p:spPr>
            <a:xfrm>
              <a:off x="4914900" y="3276600"/>
              <a:ext cx="914400" cy="304800"/>
            </a:xfrm>
            <a:custGeom>
              <a:avLst/>
              <a:gdLst/>
              <a:ahLst/>
              <a:cxnLst/>
              <a:rect l="l" t="t" r="r" b="b"/>
              <a:pathLst>
                <a:path w="914400" h="304800">
                  <a:moveTo>
                    <a:pt x="323289" y="0"/>
                  </a:moveTo>
                  <a:lnTo>
                    <a:pt x="431052" y="0"/>
                  </a:lnTo>
                  <a:lnTo>
                    <a:pt x="126252" y="304800"/>
                  </a:lnTo>
                  <a:lnTo>
                    <a:pt x="18489" y="304800"/>
                  </a:lnTo>
                  <a:close/>
                </a:path>
              </a:pathLst>
            </a:custGeom>
            <a:solidFill>
              <a:srgbClr val="F3F6FC"/>
            </a:solidFill>
            <a:ln>
              <a:noFill/>
            </a:ln>
          </p:spPr>
        </p:sp>
        <p:sp>
          <p:nvSpPr>
            <p:cNvPr id="95" name="node14.hatch.002"/>
            <p:cNvSpPr/>
            <p:nvPr/>
          </p:nvSpPr>
          <p:spPr>
            <a:xfrm>
              <a:off x="4914900" y="3276600"/>
              <a:ext cx="914400" cy="304800"/>
            </a:xfrm>
            <a:custGeom>
              <a:avLst/>
              <a:gdLst/>
              <a:ahLst/>
              <a:cxnLst/>
              <a:rect l="l" t="t" r="r" b="b"/>
              <a:pathLst>
                <a:path w="914400" h="304800">
                  <a:moveTo>
                    <a:pt x="538815" y="0"/>
                  </a:moveTo>
                  <a:lnTo>
                    <a:pt x="646578" y="0"/>
                  </a:lnTo>
                  <a:lnTo>
                    <a:pt x="341778" y="304800"/>
                  </a:lnTo>
                  <a:lnTo>
                    <a:pt x="234015" y="304800"/>
                  </a:lnTo>
                  <a:close/>
                </a:path>
              </a:pathLst>
            </a:custGeom>
            <a:solidFill>
              <a:srgbClr val="F3F6FC"/>
            </a:solidFill>
            <a:ln>
              <a:noFill/>
            </a:ln>
          </p:spPr>
        </p:sp>
        <p:sp>
          <p:nvSpPr>
            <p:cNvPr id="96" name="node14.hatch.003"/>
            <p:cNvSpPr/>
            <p:nvPr/>
          </p:nvSpPr>
          <p:spPr>
            <a:xfrm>
              <a:off x="4914900" y="3276600"/>
              <a:ext cx="914400" cy="304800"/>
            </a:xfrm>
            <a:custGeom>
              <a:avLst/>
              <a:gdLst/>
              <a:ahLst/>
              <a:cxnLst/>
              <a:rect l="l" t="t" r="r" b="b"/>
              <a:pathLst>
                <a:path w="914400" h="304800">
                  <a:moveTo>
                    <a:pt x="754342" y="0"/>
                  </a:moveTo>
                  <a:lnTo>
                    <a:pt x="862105" y="0"/>
                  </a:lnTo>
                  <a:lnTo>
                    <a:pt x="557305" y="304800"/>
                  </a:lnTo>
                  <a:lnTo>
                    <a:pt x="449542" y="304800"/>
                  </a:lnTo>
                  <a:close/>
                </a:path>
              </a:pathLst>
            </a:custGeom>
            <a:solidFill>
              <a:srgbClr val="F3F6FC"/>
            </a:solidFill>
            <a:ln>
              <a:noFill/>
            </a:ln>
          </p:spPr>
        </p:sp>
        <p:sp>
          <p:nvSpPr>
            <p:cNvPr id="97" name="node14.hatch.004"/>
            <p:cNvSpPr/>
            <p:nvPr/>
          </p:nvSpPr>
          <p:spPr>
            <a:xfrm>
              <a:off x="4914900" y="3276600"/>
              <a:ext cx="914400" cy="304800"/>
            </a:xfrm>
            <a:custGeom>
              <a:avLst/>
              <a:gdLst/>
              <a:ahLst/>
              <a:cxnLst/>
              <a:rect l="l" t="t" r="r" b="b"/>
              <a:pathLst>
                <a:path w="914400" h="304800">
                  <a:moveTo>
                    <a:pt x="914400" y="55468"/>
                  </a:moveTo>
                  <a:lnTo>
                    <a:pt x="914400" y="163231"/>
                  </a:lnTo>
                  <a:lnTo>
                    <a:pt x="772831" y="304800"/>
                  </a:lnTo>
                  <a:lnTo>
                    <a:pt x="665068" y="304800"/>
                  </a:lnTo>
                  <a:close/>
                </a:path>
              </a:pathLst>
            </a:custGeom>
            <a:solidFill>
              <a:srgbClr val="F3F6FC"/>
            </a:solidFill>
            <a:ln>
              <a:noFill/>
            </a:ln>
          </p:spPr>
        </p:sp>
        <p:sp>
          <p:nvSpPr>
            <p:cNvPr id="98" name="node14.hatch.005"/>
            <p:cNvSpPr/>
            <p:nvPr/>
          </p:nvSpPr>
          <p:spPr>
            <a:xfrm>
              <a:off x="4914900" y="3276600"/>
              <a:ext cx="914400" cy="304800"/>
            </a:xfrm>
            <a:custGeom>
              <a:avLst/>
              <a:gdLst/>
              <a:ahLst/>
              <a:cxnLst/>
              <a:rect l="l" t="t" r="r" b="b"/>
              <a:pathLst>
                <a:path w="914400" h="304800">
                  <a:moveTo>
                    <a:pt x="914400" y="270994"/>
                  </a:moveTo>
                  <a:lnTo>
                    <a:pt x="914400" y="304800"/>
                  </a:lnTo>
                  <a:lnTo>
                    <a:pt x="880594" y="304800"/>
                  </a:lnTo>
                  <a:close/>
                </a:path>
              </a:pathLst>
            </a:custGeom>
            <a:solidFill>
              <a:srgbClr val="F3F6FC"/>
            </a:solidFill>
            <a:ln>
              <a:noFill/>
            </a:ln>
          </p:spPr>
        </p:sp>
        <p:sp>
          <p:nvSpPr>
            <p:cNvPr id="99" name="node14.border"/>
            <p:cNvSpPr/>
            <p:nvPr/>
          </p:nvSpPr>
          <p:spPr>
            <a:xfrm>
              <a:off x="4914900" y="3276600"/>
              <a:ext cx="914400" cy="304800"/>
            </a:xfrm>
            <a:prstGeom prst="rect">
              <a:avLst/>
            </a:prstGeom>
            <a:ln w="12700">
              <a:solidFill>
                <a:srgbClr val="97A4BA"/>
              </a:solidFill>
              <a:prstDash val="solid"/>
            </a:ln>
          </p:spPr>
        </p:sp>
        <p:sp>
          <p:nvSpPr>
            <p:cNvPr id="100" name="node14.placeholder"/>
            <p:cNvSpPr/>
            <p:nvPr/>
          </p:nvSpPr>
          <p:spPr>
            <a:xfrm>
              <a:off x="4940300" y="3352800"/>
              <a:ext cx="863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KEY VAULT</a:t>
              </a:r>
              <a:endParaRPr lang="en-US" sz="900" spc="54" kern="0" b="0" i="0" dirty="0">
                <a:solidFill>
                  <a:srgbClr val="50658E"/>
                </a:solidFill>
                <a:latin typeface="IBM Plex Mono SemiBold"/>
                <a:ea typeface="IBM Plex Mono SemiBold"/>
                <a:cs typeface="IBM Plex Mono SemiBold"/>
              </a:endParaRPr>
            </a:p>
          </p:txBody>
        </p:sp>
      </p:grpSp>
      <p:grpSp>
        <p:nvGrpSpPr>
          <p:cNvPr id="209" name="node15"/>
          <p:cNvGrpSpPr/>
          <p:nvPr/>
        </p:nvGrpSpPr>
        <p:grpSpPr>
          <a:xfrm>
            <a:off x="1181100" y="3657600"/>
            <a:ext cx="4495800" cy="1600200"/>
            <a:chOff x="1181100" y="3657600"/>
            <a:chExt cx="4495800" cy="1600200"/>
          </a:xfrm>
        </p:grpSpPr>
        <p:sp>
          <p:nvSpPr>
            <p:cNvPr id="101" name="node15.surface"/>
            <p:cNvSpPr/>
            <p:nvPr/>
          </p:nvSpPr>
          <p:spPr>
            <a:xfrm>
              <a:off x="1181100" y="3657600"/>
              <a:ext cx="4495800" cy="1600200"/>
            </a:xfrm>
            <a:prstGeom prst="rect">
              <a:avLst/>
            </a:prstGeom>
            <a:ln w="12700">
              <a:solidFill>
                <a:srgbClr val="070154"/>
              </a:solidFill>
              <a:prstDash val="dash"/>
            </a:ln>
          </p:spPr>
        </p:sp>
        <p:sp>
          <p:nvSpPr>
            <p:cNvPr id="102" name="node15.label"/>
            <p:cNvSpPr/>
            <p:nvPr/>
          </p:nvSpPr>
          <p:spPr>
            <a:xfrm>
              <a:off x="1333500" y="3771900"/>
              <a:ext cx="419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VNet · production</a:t>
              </a:r>
              <a:endParaRPr lang="en-US" sz="1400" spc="0" kern="0" b="0" i="0" dirty="0">
                <a:solidFill>
                  <a:srgbClr val="070154"/>
                </a:solidFill>
                <a:latin typeface="IBM Plex Sans SemiBold"/>
                <a:ea typeface="IBM Plex Sans SemiBold"/>
                <a:cs typeface="IBM Plex Sans SemiBold"/>
              </a:endParaRPr>
            </a:p>
          </p:txBody>
        </p:sp>
      </p:grpSp>
      <p:grpSp>
        <p:nvGrpSpPr>
          <p:cNvPr id="210" name="node16"/>
          <p:cNvGrpSpPr/>
          <p:nvPr/>
        </p:nvGrpSpPr>
        <p:grpSpPr>
          <a:xfrm>
            <a:off x="1409700" y="4114800"/>
            <a:ext cx="1295400" cy="914400"/>
            <a:chOff x="1409700" y="4114800"/>
            <a:chExt cx="1295400" cy="914400"/>
          </a:xfrm>
        </p:grpSpPr>
        <p:sp>
          <p:nvSpPr>
            <p:cNvPr id="103" name="node16.surface"/>
            <p:cNvSpPr/>
            <p:nvPr/>
          </p:nvSpPr>
          <p:spPr>
            <a:xfrm>
              <a:off x="1409700" y="4114800"/>
              <a:ext cx="1295400" cy="914400"/>
            </a:xfrm>
            <a:prstGeom prst="rect">
              <a:avLst/>
            </a:prstGeom>
            <a:solidFill>
              <a:srgbClr val="FFFFFF"/>
            </a:solidFill>
            <a:ln w="12700">
              <a:solidFill>
                <a:srgbClr val="CED7E6"/>
              </a:solidFill>
              <a:prstDash val="solid"/>
            </a:ln>
          </p:spPr>
        </p:sp>
      </p:grpSp>
      <p:grpSp>
        <p:nvGrpSpPr>
          <p:cNvPr id="211" name="node17"/>
          <p:cNvGrpSpPr/>
          <p:nvPr/>
        </p:nvGrpSpPr>
        <p:grpSpPr>
          <a:xfrm>
            <a:off x="1485900" y="4152900"/>
            <a:ext cx="1143000" cy="228600"/>
            <a:chOff x="1485900" y="4152900"/>
            <a:chExt cx="1143000" cy="228600"/>
          </a:xfrm>
        </p:grpSpPr>
        <p:sp>
          <p:nvSpPr>
            <p:cNvPr id="104" name="node17.text"/>
            <p:cNvSpPr/>
            <p:nvPr/>
          </p:nvSpPr>
          <p:spPr>
            <a:xfrm>
              <a:off x="14859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Public</a:t>
              </a:r>
              <a:endParaRPr lang="en-US" sz="1200" spc="0" kern="0" b="0" i="0" dirty="0">
                <a:solidFill>
                  <a:srgbClr val="070154"/>
                </a:solidFill>
                <a:latin typeface="IBM Plex Sans"/>
                <a:ea typeface="IBM Plex Sans"/>
                <a:cs typeface="IBM Plex Sans"/>
              </a:endParaRPr>
            </a:p>
          </p:txBody>
        </p:sp>
      </p:grpSp>
      <p:grpSp>
        <p:nvGrpSpPr>
          <p:cNvPr id="212" name="node18"/>
          <p:cNvGrpSpPr/>
          <p:nvPr/>
        </p:nvGrpSpPr>
        <p:grpSpPr>
          <a:xfrm>
            <a:off x="1485900" y="4457700"/>
            <a:ext cx="1143000" cy="457200"/>
            <a:chOff x="1485900" y="4457700"/>
            <a:chExt cx="1143000" cy="457200"/>
          </a:xfrm>
        </p:grpSpPr>
        <p:sp>
          <p:nvSpPr>
            <p:cNvPr id="105" name="node18.background"/>
            <p:cNvSpPr/>
            <p:nvPr/>
          </p:nvSpPr>
          <p:spPr>
            <a:xfrm>
              <a:off x="1485900" y="4457700"/>
              <a:ext cx="1143000" cy="457200"/>
            </a:xfrm>
            <a:prstGeom prst="rect">
              <a:avLst/>
            </a:prstGeom>
            <a:solidFill>
              <a:srgbClr val="FFFFFF"/>
            </a:solidFill>
            <a:ln>
              <a:noFill/>
            </a:ln>
          </p:spPr>
        </p:sp>
        <p:sp>
          <p:nvSpPr>
            <p:cNvPr id="106" name="node18.hatch.000"/>
            <p:cNvSpPr/>
            <p:nvPr/>
          </p:nvSpPr>
          <p:spPr>
            <a:xfrm>
              <a:off x="14859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07" name="node18.hatch.001"/>
            <p:cNvSpPr/>
            <p:nvPr/>
          </p:nvSpPr>
          <p:spPr>
            <a:xfrm>
              <a:off x="14859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08" name="node18.hatch.002"/>
            <p:cNvSpPr/>
            <p:nvPr/>
          </p:nvSpPr>
          <p:spPr>
            <a:xfrm>
              <a:off x="14859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09" name="node18.hatch.003"/>
            <p:cNvSpPr/>
            <p:nvPr/>
          </p:nvSpPr>
          <p:spPr>
            <a:xfrm>
              <a:off x="14859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10" name="node18.hatch.004"/>
            <p:cNvSpPr/>
            <p:nvPr/>
          </p:nvSpPr>
          <p:spPr>
            <a:xfrm>
              <a:off x="14859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11" name="node18.hatch.005"/>
            <p:cNvSpPr/>
            <p:nvPr/>
          </p:nvSpPr>
          <p:spPr>
            <a:xfrm>
              <a:off x="14859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12" name="node18.hatch.006"/>
            <p:cNvSpPr/>
            <p:nvPr/>
          </p:nvSpPr>
          <p:spPr>
            <a:xfrm>
              <a:off x="14859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13" name="node18.border"/>
            <p:cNvSpPr/>
            <p:nvPr/>
          </p:nvSpPr>
          <p:spPr>
            <a:xfrm>
              <a:off x="1485900" y="4457700"/>
              <a:ext cx="1143000" cy="457200"/>
            </a:xfrm>
            <a:prstGeom prst="rect">
              <a:avLst/>
            </a:prstGeom>
            <a:ln w="12700">
              <a:solidFill>
                <a:srgbClr val="97A4BA"/>
              </a:solidFill>
              <a:prstDash val="solid"/>
            </a:ln>
          </p:spPr>
        </p:sp>
        <p:sp>
          <p:nvSpPr>
            <p:cNvPr id="114" name="node18.placeholder"/>
            <p:cNvSpPr/>
            <p:nvPr/>
          </p:nvSpPr>
          <p:spPr>
            <a:xfrm>
              <a:off x="15113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APPLICATION GATEWAY</a:t>
              </a:r>
              <a:endParaRPr lang="en-US" sz="900" spc="54" kern="0" b="0" i="0" dirty="0">
                <a:solidFill>
                  <a:srgbClr val="50658E"/>
                </a:solidFill>
                <a:latin typeface="IBM Plex Mono SemiBold"/>
                <a:ea typeface="IBM Plex Mono SemiBold"/>
                <a:cs typeface="IBM Plex Mono SemiBold"/>
              </a:endParaRPr>
            </a:p>
          </p:txBody>
        </p:sp>
      </p:grpSp>
      <p:grpSp>
        <p:nvGrpSpPr>
          <p:cNvPr id="213" name="node19"/>
          <p:cNvGrpSpPr/>
          <p:nvPr/>
        </p:nvGrpSpPr>
        <p:grpSpPr>
          <a:xfrm>
            <a:off x="2781300" y="4114800"/>
            <a:ext cx="1295400" cy="914400"/>
            <a:chOff x="2781300" y="4114800"/>
            <a:chExt cx="1295400" cy="914400"/>
          </a:xfrm>
        </p:grpSpPr>
        <p:sp>
          <p:nvSpPr>
            <p:cNvPr id="115" name="node19.surface"/>
            <p:cNvSpPr/>
            <p:nvPr/>
          </p:nvSpPr>
          <p:spPr>
            <a:xfrm>
              <a:off x="2781300" y="4114800"/>
              <a:ext cx="1295400" cy="914400"/>
            </a:xfrm>
            <a:prstGeom prst="rect">
              <a:avLst/>
            </a:prstGeom>
            <a:solidFill>
              <a:srgbClr val="FFFFFF"/>
            </a:solidFill>
            <a:ln w="12700">
              <a:solidFill>
                <a:srgbClr val="CED7E6"/>
              </a:solidFill>
              <a:prstDash val="solid"/>
            </a:ln>
          </p:spPr>
        </p:sp>
      </p:grpSp>
      <p:grpSp>
        <p:nvGrpSpPr>
          <p:cNvPr id="214" name="node20"/>
          <p:cNvGrpSpPr/>
          <p:nvPr/>
        </p:nvGrpSpPr>
        <p:grpSpPr>
          <a:xfrm>
            <a:off x="2857500" y="4152900"/>
            <a:ext cx="1143000" cy="228600"/>
            <a:chOff x="2857500" y="4152900"/>
            <a:chExt cx="1143000" cy="228600"/>
          </a:xfrm>
        </p:grpSpPr>
        <p:sp>
          <p:nvSpPr>
            <p:cNvPr id="116" name="node20.text"/>
            <p:cNvSpPr/>
            <p:nvPr/>
          </p:nvSpPr>
          <p:spPr>
            <a:xfrm>
              <a:off x="28575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app</a:t>
              </a:r>
              <a:endParaRPr lang="en-US" sz="1200" spc="0" kern="0" b="0" i="0" dirty="0">
                <a:solidFill>
                  <a:srgbClr val="070154"/>
                </a:solidFill>
                <a:latin typeface="IBM Plex Sans"/>
                <a:ea typeface="IBM Plex Sans"/>
                <a:cs typeface="IBM Plex Sans"/>
              </a:endParaRPr>
            </a:p>
          </p:txBody>
        </p:sp>
      </p:grpSp>
      <p:grpSp>
        <p:nvGrpSpPr>
          <p:cNvPr id="215" name="node21"/>
          <p:cNvGrpSpPr/>
          <p:nvPr/>
        </p:nvGrpSpPr>
        <p:grpSpPr>
          <a:xfrm>
            <a:off x="2857500" y="4457700"/>
            <a:ext cx="1143000" cy="457200"/>
            <a:chOff x="2857500" y="4457700"/>
            <a:chExt cx="1143000" cy="457200"/>
          </a:xfrm>
        </p:grpSpPr>
        <p:sp>
          <p:nvSpPr>
            <p:cNvPr id="117" name="node21.background"/>
            <p:cNvSpPr/>
            <p:nvPr/>
          </p:nvSpPr>
          <p:spPr>
            <a:xfrm>
              <a:off x="2857500" y="4457700"/>
              <a:ext cx="1143000" cy="457200"/>
            </a:xfrm>
            <a:prstGeom prst="rect">
              <a:avLst/>
            </a:prstGeom>
            <a:solidFill>
              <a:srgbClr val="FFFFFF"/>
            </a:solidFill>
            <a:ln>
              <a:noFill/>
            </a:ln>
          </p:spPr>
        </p:sp>
        <p:sp>
          <p:nvSpPr>
            <p:cNvPr id="118" name="node21.hatch.000"/>
            <p:cNvSpPr/>
            <p:nvPr/>
          </p:nvSpPr>
          <p:spPr>
            <a:xfrm>
              <a:off x="28575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19" name="node21.hatch.001"/>
            <p:cNvSpPr/>
            <p:nvPr/>
          </p:nvSpPr>
          <p:spPr>
            <a:xfrm>
              <a:off x="28575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20" name="node21.hatch.002"/>
            <p:cNvSpPr/>
            <p:nvPr/>
          </p:nvSpPr>
          <p:spPr>
            <a:xfrm>
              <a:off x="28575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21" name="node21.hatch.003"/>
            <p:cNvSpPr/>
            <p:nvPr/>
          </p:nvSpPr>
          <p:spPr>
            <a:xfrm>
              <a:off x="28575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22" name="node21.hatch.004"/>
            <p:cNvSpPr/>
            <p:nvPr/>
          </p:nvSpPr>
          <p:spPr>
            <a:xfrm>
              <a:off x="28575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23" name="node21.hatch.005"/>
            <p:cNvSpPr/>
            <p:nvPr/>
          </p:nvSpPr>
          <p:spPr>
            <a:xfrm>
              <a:off x="28575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24" name="node21.hatch.006"/>
            <p:cNvSpPr/>
            <p:nvPr/>
          </p:nvSpPr>
          <p:spPr>
            <a:xfrm>
              <a:off x="28575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25" name="node21.border"/>
            <p:cNvSpPr/>
            <p:nvPr/>
          </p:nvSpPr>
          <p:spPr>
            <a:xfrm>
              <a:off x="2857500" y="4457700"/>
              <a:ext cx="1143000" cy="457200"/>
            </a:xfrm>
            <a:prstGeom prst="rect">
              <a:avLst/>
            </a:prstGeom>
            <a:ln w="12700">
              <a:solidFill>
                <a:srgbClr val="97A4BA"/>
              </a:solidFill>
              <a:prstDash val="solid"/>
            </a:ln>
          </p:spPr>
        </p:sp>
        <p:sp>
          <p:nvSpPr>
            <p:cNvPr id="126" name="node21.placeholder"/>
            <p:cNvSpPr/>
            <p:nvPr/>
          </p:nvSpPr>
          <p:spPr>
            <a:xfrm>
              <a:off x="2882900" y="4610100"/>
              <a:ext cx="1092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AKS</a:t>
              </a:r>
              <a:endParaRPr lang="en-US" sz="900" spc="54" kern="0" b="0" i="0" dirty="0">
                <a:solidFill>
                  <a:srgbClr val="50658E"/>
                </a:solidFill>
                <a:latin typeface="IBM Plex Mono SemiBold"/>
                <a:ea typeface="IBM Plex Mono SemiBold"/>
                <a:cs typeface="IBM Plex Mono SemiBold"/>
              </a:endParaRPr>
            </a:p>
          </p:txBody>
        </p:sp>
      </p:grpSp>
      <p:grpSp>
        <p:nvGrpSpPr>
          <p:cNvPr id="216" name="node22"/>
          <p:cNvGrpSpPr/>
          <p:nvPr/>
        </p:nvGrpSpPr>
        <p:grpSpPr>
          <a:xfrm>
            <a:off x="4152900" y="4114800"/>
            <a:ext cx="1295400" cy="914400"/>
            <a:chOff x="4152900" y="4114800"/>
            <a:chExt cx="1295400" cy="914400"/>
          </a:xfrm>
        </p:grpSpPr>
        <p:sp>
          <p:nvSpPr>
            <p:cNvPr id="127" name="node22.surface"/>
            <p:cNvSpPr/>
            <p:nvPr/>
          </p:nvSpPr>
          <p:spPr>
            <a:xfrm>
              <a:off x="4152900" y="4114800"/>
              <a:ext cx="1295400" cy="914400"/>
            </a:xfrm>
            <a:prstGeom prst="rect">
              <a:avLst/>
            </a:prstGeom>
            <a:solidFill>
              <a:srgbClr val="FFFFFF"/>
            </a:solidFill>
            <a:ln w="12700">
              <a:solidFill>
                <a:srgbClr val="CED7E6"/>
              </a:solidFill>
              <a:prstDash val="solid"/>
            </a:ln>
          </p:spPr>
        </p:sp>
      </p:grpSp>
      <p:grpSp>
        <p:nvGrpSpPr>
          <p:cNvPr id="217" name="node23"/>
          <p:cNvGrpSpPr/>
          <p:nvPr/>
        </p:nvGrpSpPr>
        <p:grpSpPr>
          <a:xfrm>
            <a:off x="4229100" y="4152900"/>
            <a:ext cx="1143000" cy="228600"/>
            <a:chOff x="4229100" y="4152900"/>
            <a:chExt cx="1143000" cy="228600"/>
          </a:xfrm>
        </p:grpSpPr>
        <p:sp>
          <p:nvSpPr>
            <p:cNvPr id="128" name="node23.text"/>
            <p:cNvSpPr/>
            <p:nvPr/>
          </p:nvSpPr>
          <p:spPr>
            <a:xfrm>
              <a:off x="42291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data</a:t>
              </a:r>
              <a:endParaRPr lang="en-US" sz="1200" spc="0" kern="0" b="0" i="0" dirty="0">
                <a:solidFill>
                  <a:srgbClr val="070154"/>
                </a:solidFill>
                <a:latin typeface="IBM Plex Sans"/>
                <a:ea typeface="IBM Plex Sans"/>
                <a:cs typeface="IBM Plex Sans"/>
              </a:endParaRPr>
            </a:p>
          </p:txBody>
        </p:sp>
      </p:grpSp>
      <p:grpSp>
        <p:nvGrpSpPr>
          <p:cNvPr id="218" name="node24"/>
          <p:cNvGrpSpPr/>
          <p:nvPr/>
        </p:nvGrpSpPr>
        <p:grpSpPr>
          <a:xfrm>
            <a:off x="4229100" y="4457700"/>
            <a:ext cx="1143000" cy="457200"/>
            <a:chOff x="4229100" y="4457700"/>
            <a:chExt cx="1143000" cy="457200"/>
          </a:xfrm>
        </p:grpSpPr>
        <p:sp>
          <p:nvSpPr>
            <p:cNvPr id="129" name="node24.background"/>
            <p:cNvSpPr/>
            <p:nvPr/>
          </p:nvSpPr>
          <p:spPr>
            <a:xfrm>
              <a:off x="4229100" y="4457700"/>
              <a:ext cx="1143000" cy="457200"/>
            </a:xfrm>
            <a:prstGeom prst="rect">
              <a:avLst/>
            </a:prstGeom>
            <a:solidFill>
              <a:srgbClr val="FFFFFF"/>
            </a:solidFill>
            <a:ln>
              <a:noFill/>
            </a:ln>
          </p:spPr>
        </p:sp>
        <p:sp>
          <p:nvSpPr>
            <p:cNvPr id="130" name="node24.hatch.000"/>
            <p:cNvSpPr/>
            <p:nvPr/>
          </p:nvSpPr>
          <p:spPr>
            <a:xfrm>
              <a:off x="42291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31" name="node24.hatch.001"/>
            <p:cNvSpPr/>
            <p:nvPr/>
          </p:nvSpPr>
          <p:spPr>
            <a:xfrm>
              <a:off x="42291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32" name="node24.hatch.002"/>
            <p:cNvSpPr/>
            <p:nvPr/>
          </p:nvSpPr>
          <p:spPr>
            <a:xfrm>
              <a:off x="42291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33" name="node24.hatch.003"/>
            <p:cNvSpPr/>
            <p:nvPr/>
          </p:nvSpPr>
          <p:spPr>
            <a:xfrm>
              <a:off x="42291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34" name="node24.hatch.004"/>
            <p:cNvSpPr/>
            <p:nvPr/>
          </p:nvSpPr>
          <p:spPr>
            <a:xfrm>
              <a:off x="42291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35" name="node24.hatch.005"/>
            <p:cNvSpPr/>
            <p:nvPr/>
          </p:nvSpPr>
          <p:spPr>
            <a:xfrm>
              <a:off x="42291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36" name="node24.hatch.006"/>
            <p:cNvSpPr/>
            <p:nvPr/>
          </p:nvSpPr>
          <p:spPr>
            <a:xfrm>
              <a:off x="42291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37" name="node24.border"/>
            <p:cNvSpPr/>
            <p:nvPr/>
          </p:nvSpPr>
          <p:spPr>
            <a:xfrm>
              <a:off x="4229100" y="4457700"/>
              <a:ext cx="1143000" cy="457200"/>
            </a:xfrm>
            <a:prstGeom prst="rect">
              <a:avLst/>
            </a:prstGeom>
            <a:ln w="12700">
              <a:solidFill>
                <a:srgbClr val="97A4BA"/>
              </a:solidFill>
              <a:prstDash val="solid"/>
            </a:ln>
          </p:spPr>
        </p:sp>
        <p:sp>
          <p:nvSpPr>
            <p:cNvPr id="138" name="node24.placeholder"/>
            <p:cNvSpPr/>
            <p:nvPr/>
          </p:nvSpPr>
          <p:spPr>
            <a:xfrm>
              <a:off x="42545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DATABASE FOR POSTGRESQL</a:t>
              </a:r>
              <a:endParaRPr lang="en-US" sz="900" spc="54" kern="0" b="0" i="0" dirty="0">
                <a:solidFill>
                  <a:srgbClr val="50658E"/>
                </a:solidFill>
                <a:latin typeface="IBM Plex Mono SemiBold"/>
                <a:ea typeface="IBM Plex Mono SemiBold"/>
                <a:cs typeface="IBM Plex Mono SemiBold"/>
              </a:endParaRPr>
            </a:p>
          </p:txBody>
        </p:sp>
      </p:grpSp>
      <p:grpSp>
        <p:nvGrpSpPr>
          <p:cNvPr id="219" name="node25"/>
          <p:cNvGrpSpPr/>
          <p:nvPr/>
        </p:nvGrpSpPr>
        <p:grpSpPr>
          <a:xfrm>
            <a:off x="6210300" y="3200400"/>
            <a:ext cx="5029200" cy="2286000"/>
            <a:chOff x="6210300" y="3200400"/>
            <a:chExt cx="5029200" cy="2286000"/>
          </a:xfrm>
        </p:grpSpPr>
        <p:sp>
          <p:nvSpPr>
            <p:cNvPr id="139" name="node25.surface"/>
            <p:cNvSpPr/>
            <p:nvPr/>
          </p:nvSpPr>
          <p:spPr>
            <a:xfrm>
              <a:off x="6210300" y="3200400"/>
              <a:ext cx="5029200" cy="2286000"/>
            </a:xfrm>
            <a:prstGeom prst="rect">
              <a:avLst/>
            </a:prstGeom>
            <a:solidFill>
              <a:srgbClr val="FFFFFF"/>
            </a:solidFill>
            <a:ln w="12700">
              <a:solidFill>
                <a:srgbClr val="CED7E6"/>
              </a:solidFill>
              <a:prstDash val="solid"/>
            </a:ln>
          </p:spPr>
        </p:sp>
        <p:sp>
          <p:nvSpPr>
            <p:cNvPr id="140" name="node25.label"/>
            <p:cNvSpPr/>
            <p:nvPr/>
          </p:nvSpPr>
          <p:spPr>
            <a:xfrm>
              <a:off x="6362700" y="3314700"/>
              <a:ext cx="4724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Workload subscription · Non-production</a:t>
              </a:r>
              <a:endParaRPr lang="en-US" sz="1400" spc="0" kern="0" b="0" i="0" dirty="0">
                <a:solidFill>
                  <a:srgbClr val="070154"/>
                </a:solidFill>
                <a:latin typeface="IBM Plex Sans SemiBold"/>
                <a:ea typeface="IBM Plex Sans SemiBold"/>
                <a:cs typeface="IBM Plex Sans SemiBold"/>
              </a:endParaRPr>
            </a:p>
          </p:txBody>
        </p:sp>
      </p:grpSp>
      <p:grpSp>
        <p:nvGrpSpPr>
          <p:cNvPr id="220" name="node26"/>
          <p:cNvGrpSpPr/>
          <p:nvPr/>
        </p:nvGrpSpPr>
        <p:grpSpPr>
          <a:xfrm>
            <a:off x="10172700" y="3276600"/>
            <a:ext cx="914400" cy="304800"/>
            <a:chOff x="10172700" y="3276600"/>
            <a:chExt cx="914400" cy="304800"/>
          </a:xfrm>
        </p:grpSpPr>
        <p:sp>
          <p:nvSpPr>
            <p:cNvPr id="141" name="node26.background"/>
            <p:cNvSpPr/>
            <p:nvPr/>
          </p:nvSpPr>
          <p:spPr>
            <a:xfrm>
              <a:off x="10172700" y="3276600"/>
              <a:ext cx="914400" cy="304800"/>
            </a:xfrm>
            <a:prstGeom prst="rect">
              <a:avLst/>
            </a:prstGeom>
            <a:solidFill>
              <a:srgbClr val="FFFFFF"/>
            </a:solidFill>
            <a:ln>
              <a:noFill/>
            </a:ln>
          </p:spPr>
        </p:sp>
        <p:sp>
          <p:nvSpPr>
            <p:cNvPr id="142" name="node26.hatch.000"/>
            <p:cNvSpPr/>
            <p:nvPr/>
          </p:nvSpPr>
          <p:spPr>
            <a:xfrm>
              <a:off x="10172700" y="3276600"/>
              <a:ext cx="914400" cy="304800"/>
            </a:xfrm>
            <a:custGeom>
              <a:avLst/>
              <a:gdLst/>
              <a:ahLst/>
              <a:cxnLst/>
              <a:rect l="l" t="t" r="r" b="b"/>
              <a:pathLst>
                <a:path w="914400" h="304800">
                  <a:moveTo>
                    <a:pt x="0" y="215526"/>
                  </a:moveTo>
                  <a:lnTo>
                    <a:pt x="0" y="107763"/>
                  </a:lnTo>
                  <a:lnTo>
                    <a:pt x="107763" y="0"/>
                  </a:lnTo>
                  <a:lnTo>
                    <a:pt x="215526" y="0"/>
                  </a:lnTo>
                  <a:close/>
                </a:path>
              </a:pathLst>
            </a:custGeom>
            <a:solidFill>
              <a:srgbClr val="F3F6FC"/>
            </a:solidFill>
            <a:ln>
              <a:noFill/>
            </a:ln>
          </p:spPr>
        </p:sp>
        <p:sp>
          <p:nvSpPr>
            <p:cNvPr id="143" name="node26.hatch.001"/>
            <p:cNvSpPr/>
            <p:nvPr/>
          </p:nvSpPr>
          <p:spPr>
            <a:xfrm>
              <a:off x="10172700" y="3276600"/>
              <a:ext cx="914400" cy="304800"/>
            </a:xfrm>
            <a:custGeom>
              <a:avLst/>
              <a:gdLst/>
              <a:ahLst/>
              <a:cxnLst/>
              <a:rect l="l" t="t" r="r" b="b"/>
              <a:pathLst>
                <a:path w="914400" h="304800">
                  <a:moveTo>
                    <a:pt x="323289" y="0"/>
                  </a:moveTo>
                  <a:lnTo>
                    <a:pt x="431052" y="0"/>
                  </a:lnTo>
                  <a:lnTo>
                    <a:pt x="126252" y="304800"/>
                  </a:lnTo>
                  <a:lnTo>
                    <a:pt x="18489" y="304800"/>
                  </a:lnTo>
                  <a:close/>
                </a:path>
              </a:pathLst>
            </a:custGeom>
            <a:solidFill>
              <a:srgbClr val="F3F6FC"/>
            </a:solidFill>
            <a:ln>
              <a:noFill/>
            </a:ln>
          </p:spPr>
        </p:sp>
        <p:sp>
          <p:nvSpPr>
            <p:cNvPr id="144" name="node26.hatch.002"/>
            <p:cNvSpPr/>
            <p:nvPr/>
          </p:nvSpPr>
          <p:spPr>
            <a:xfrm>
              <a:off x="10172700" y="3276600"/>
              <a:ext cx="914400" cy="304800"/>
            </a:xfrm>
            <a:custGeom>
              <a:avLst/>
              <a:gdLst/>
              <a:ahLst/>
              <a:cxnLst/>
              <a:rect l="l" t="t" r="r" b="b"/>
              <a:pathLst>
                <a:path w="914400" h="304800">
                  <a:moveTo>
                    <a:pt x="538815" y="0"/>
                  </a:moveTo>
                  <a:lnTo>
                    <a:pt x="646578" y="0"/>
                  </a:lnTo>
                  <a:lnTo>
                    <a:pt x="341778" y="304800"/>
                  </a:lnTo>
                  <a:lnTo>
                    <a:pt x="234015" y="304800"/>
                  </a:lnTo>
                  <a:close/>
                </a:path>
              </a:pathLst>
            </a:custGeom>
            <a:solidFill>
              <a:srgbClr val="F3F6FC"/>
            </a:solidFill>
            <a:ln>
              <a:noFill/>
            </a:ln>
          </p:spPr>
        </p:sp>
        <p:sp>
          <p:nvSpPr>
            <p:cNvPr id="145" name="node26.hatch.003"/>
            <p:cNvSpPr/>
            <p:nvPr/>
          </p:nvSpPr>
          <p:spPr>
            <a:xfrm>
              <a:off x="10172700" y="3276600"/>
              <a:ext cx="914400" cy="304800"/>
            </a:xfrm>
            <a:custGeom>
              <a:avLst/>
              <a:gdLst/>
              <a:ahLst/>
              <a:cxnLst/>
              <a:rect l="l" t="t" r="r" b="b"/>
              <a:pathLst>
                <a:path w="914400" h="304800">
                  <a:moveTo>
                    <a:pt x="754342" y="0"/>
                  </a:moveTo>
                  <a:lnTo>
                    <a:pt x="862105" y="0"/>
                  </a:lnTo>
                  <a:lnTo>
                    <a:pt x="557305" y="304800"/>
                  </a:lnTo>
                  <a:lnTo>
                    <a:pt x="449542" y="304800"/>
                  </a:lnTo>
                  <a:close/>
                </a:path>
              </a:pathLst>
            </a:custGeom>
            <a:solidFill>
              <a:srgbClr val="F3F6FC"/>
            </a:solidFill>
            <a:ln>
              <a:noFill/>
            </a:ln>
          </p:spPr>
        </p:sp>
        <p:sp>
          <p:nvSpPr>
            <p:cNvPr id="146" name="node26.hatch.004"/>
            <p:cNvSpPr/>
            <p:nvPr/>
          </p:nvSpPr>
          <p:spPr>
            <a:xfrm>
              <a:off x="10172700" y="3276600"/>
              <a:ext cx="914400" cy="304800"/>
            </a:xfrm>
            <a:custGeom>
              <a:avLst/>
              <a:gdLst/>
              <a:ahLst/>
              <a:cxnLst/>
              <a:rect l="l" t="t" r="r" b="b"/>
              <a:pathLst>
                <a:path w="914400" h="304800">
                  <a:moveTo>
                    <a:pt x="914400" y="55468"/>
                  </a:moveTo>
                  <a:lnTo>
                    <a:pt x="914400" y="163231"/>
                  </a:lnTo>
                  <a:lnTo>
                    <a:pt x="772831" y="304800"/>
                  </a:lnTo>
                  <a:lnTo>
                    <a:pt x="665068" y="304800"/>
                  </a:lnTo>
                  <a:close/>
                </a:path>
              </a:pathLst>
            </a:custGeom>
            <a:solidFill>
              <a:srgbClr val="F3F6FC"/>
            </a:solidFill>
            <a:ln>
              <a:noFill/>
            </a:ln>
          </p:spPr>
        </p:sp>
        <p:sp>
          <p:nvSpPr>
            <p:cNvPr id="147" name="node26.hatch.005"/>
            <p:cNvSpPr/>
            <p:nvPr/>
          </p:nvSpPr>
          <p:spPr>
            <a:xfrm>
              <a:off x="10172700" y="3276600"/>
              <a:ext cx="914400" cy="304800"/>
            </a:xfrm>
            <a:custGeom>
              <a:avLst/>
              <a:gdLst/>
              <a:ahLst/>
              <a:cxnLst/>
              <a:rect l="l" t="t" r="r" b="b"/>
              <a:pathLst>
                <a:path w="914400" h="304800">
                  <a:moveTo>
                    <a:pt x="914400" y="270994"/>
                  </a:moveTo>
                  <a:lnTo>
                    <a:pt x="914400" y="304800"/>
                  </a:lnTo>
                  <a:lnTo>
                    <a:pt x="880594" y="304800"/>
                  </a:lnTo>
                  <a:close/>
                </a:path>
              </a:pathLst>
            </a:custGeom>
            <a:solidFill>
              <a:srgbClr val="F3F6FC"/>
            </a:solidFill>
            <a:ln>
              <a:noFill/>
            </a:ln>
          </p:spPr>
        </p:sp>
        <p:sp>
          <p:nvSpPr>
            <p:cNvPr id="148" name="node26.border"/>
            <p:cNvSpPr/>
            <p:nvPr/>
          </p:nvSpPr>
          <p:spPr>
            <a:xfrm>
              <a:off x="10172700" y="3276600"/>
              <a:ext cx="914400" cy="304800"/>
            </a:xfrm>
            <a:prstGeom prst="rect">
              <a:avLst/>
            </a:prstGeom>
            <a:ln w="12700">
              <a:solidFill>
                <a:srgbClr val="97A4BA"/>
              </a:solidFill>
              <a:prstDash val="solid"/>
            </a:ln>
          </p:spPr>
        </p:sp>
        <p:sp>
          <p:nvSpPr>
            <p:cNvPr id="149" name="node26.placeholder"/>
            <p:cNvSpPr/>
            <p:nvPr/>
          </p:nvSpPr>
          <p:spPr>
            <a:xfrm>
              <a:off x="10198100" y="3352800"/>
              <a:ext cx="863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KEY VAULT</a:t>
              </a:r>
              <a:endParaRPr lang="en-US" sz="900" spc="54" kern="0" b="0" i="0" dirty="0">
                <a:solidFill>
                  <a:srgbClr val="50658E"/>
                </a:solidFill>
                <a:latin typeface="IBM Plex Mono SemiBold"/>
                <a:ea typeface="IBM Plex Mono SemiBold"/>
                <a:cs typeface="IBM Plex Mono SemiBold"/>
              </a:endParaRPr>
            </a:p>
          </p:txBody>
        </p:sp>
      </p:grpSp>
      <p:grpSp>
        <p:nvGrpSpPr>
          <p:cNvPr id="221" name="node27"/>
          <p:cNvGrpSpPr/>
          <p:nvPr/>
        </p:nvGrpSpPr>
        <p:grpSpPr>
          <a:xfrm>
            <a:off x="6438900" y="3657600"/>
            <a:ext cx="4495800" cy="1600200"/>
            <a:chOff x="6438900" y="3657600"/>
            <a:chExt cx="4495800" cy="1600200"/>
          </a:xfrm>
        </p:grpSpPr>
        <p:sp>
          <p:nvSpPr>
            <p:cNvPr id="150" name="node27.surface"/>
            <p:cNvSpPr/>
            <p:nvPr/>
          </p:nvSpPr>
          <p:spPr>
            <a:xfrm>
              <a:off x="6438900" y="3657600"/>
              <a:ext cx="4495800" cy="1600200"/>
            </a:xfrm>
            <a:prstGeom prst="rect">
              <a:avLst/>
            </a:prstGeom>
            <a:ln w="12700">
              <a:solidFill>
                <a:srgbClr val="070154"/>
              </a:solidFill>
              <a:prstDash val="dash"/>
            </a:ln>
          </p:spPr>
        </p:sp>
        <p:sp>
          <p:nvSpPr>
            <p:cNvPr id="151" name="node27.label"/>
            <p:cNvSpPr/>
            <p:nvPr/>
          </p:nvSpPr>
          <p:spPr>
            <a:xfrm>
              <a:off x="6591300" y="3771900"/>
              <a:ext cx="419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VNet · non-production</a:t>
              </a:r>
              <a:endParaRPr lang="en-US" sz="1400" spc="0" kern="0" b="0" i="0" dirty="0">
                <a:solidFill>
                  <a:srgbClr val="070154"/>
                </a:solidFill>
                <a:latin typeface="IBM Plex Sans SemiBold"/>
                <a:ea typeface="IBM Plex Sans SemiBold"/>
                <a:cs typeface="IBM Plex Sans SemiBold"/>
              </a:endParaRPr>
            </a:p>
          </p:txBody>
        </p:sp>
      </p:grpSp>
      <p:grpSp>
        <p:nvGrpSpPr>
          <p:cNvPr id="222" name="node28"/>
          <p:cNvGrpSpPr/>
          <p:nvPr/>
        </p:nvGrpSpPr>
        <p:grpSpPr>
          <a:xfrm>
            <a:off x="6667500" y="4114800"/>
            <a:ext cx="1295400" cy="914400"/>
            <a:chOff x="6667500" y="4114800"/>
            <a:chExt cx="1295400" cy="914400"/>
          </a:xfrm>
        </p:grpSpPr>
        <p:sp>
          <p:nvSpPr>
            <p:cNvPr id="152" name="node28.surface"/>
            <p:cNvSpPr/>
            <p:nvPr/>
          </p:nvSpPr>
          <p:spPr>
            <a:xfrm>
              <a:off x="6667500" y="4114800"/>
              <a:ext cx="1295400" cy="914400"/>
            </a:xfrm>
            <a:prstGeom prst="rect">
              <a:avLst/>
            </a:prstGeom>
            <a:solidFill>
              <a:srgbClr val="FFFFFF"/>
            </a:solidFill>
            <a:ln w="12700">
              <a:solidFill>
                <a:srgbClr val="CED7E6"/>
              </a:solidFill>
              <a:prstDash val="solid"/>
            </a:ln>
          </p:spPr>
        </p:sp>
      </p:grpSp>
      <p:grpSp>
        <p:nvGrpSpPr>
          <p:cNvPr id="223" name="node29"/>
          <p:cNvGrpSpPr/>
          <p:nvPr/>
        </p:nvGrpSpPr>
        <p:grpSpPr>
          <a:xfrm>
            <a:off x="6743700" y="4152900"/>
            <a:ext cx="1143000" cy="228600"/>
            <a:chOff x="6743700" y="4152900"/>
            <a:chExt cx="1143000" cy="228600"/>
          </a:xfrm>
        </p:grpSpPr>
        <p:sp>
          <p:nvSpPr>
            <p:cNvPr id="153" name="node29.text"/>
            <p:cNvSpPr/>
            <p:nvPr/>
          </p:nvSpPr>
          <p:spPr>
            <a:xfrm>
              <a:off x="67437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Public</a:t>
              </a:r>
              <a:endParaRPr lang="en-US" sz="1200" spc="0" kern="0" b="0" i="0" dirty="0">
                <a:solidFill>
                  <a:srgbClr val="070154"/>
                </a:solidFill>
                <a:latin typeface="IBM Plex Sans"/>
                <a:ea typeface="IBM Plex Sans"/>
                <a:cs typeface="IBM Plex Sans"/>
              </a:endParaRPr>
            </a:p>
          </p:txBody>
        </p:sp>
      </p:grpSp>
      <p:grpSp>
        <p:nvGrpSpPr>
          <p:cNvPr id="224" name="node30"/>
          <p:cNvGrpSpPr/>
          <p:nvPr/>
        </p:nvGrpSpPr>
        <p:grpSpPr>
          <a:xfrm>
            <a:off x="6743700" y="4457700"/>
            <a:ext cx="1143000" cy="457200"/>
            <a:chOff x="6743700" y="4457700"/>
            <a:chExt cx="1143000" cy="457200"/>
          </a:xfrm>
        </p:grpSpPr>
        <p:sp>
          <p:nvSpPr>
            <p:cNvPr id="154" name="node30.background"/>
            <p:cNvSpPr/>
            <p:nvPr/>
          </p:nvSpPr>
          <p:spPr>
            <a:xfrm>
              <a:off x="6743700" y="4457700"/>
              <a:ext cx="1143000" cy="457200"/>
            </a:xfrm>
            <a:prstGeom prst="rect">
              <a:avLst/>
            </a:prstGeom>
            <a:solidFill>
              <a:srgbClr val="FFFFFF"/>
            </a:solidFill>
            <a:ln>
              <a:noFill/>
            </a:ln>
          </p:spPr>
        </p:sp>
        <p:sp>
          <p:nvSpPr>
            <p:cNvPr id="155" name="node30.hatch.000"/>
            <p:cNvSpPr/>
            <p:nvPr/>
          </p:nvSpPr>
          <p:spPr>
            <a:xfrm>
              <a:off x="67437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56" name="node30.hatch.001"/>
            <p:cNvSpPr/>
            <p:nvPr/>
          </p:nvSpPr>
          <p:spPr>
            <a:xfrm>
              <a:off x="67437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57" name="node30.hatch.002"/>
            <p:cNvSpPr/>
            <p:nvPr/>
          </p:nvSpPr>
          <p:spPr>
            <a:xfrm>
              <a:off x="67437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58" name="node30.hatch.003"/>
            <p:cNvSpPr/>
            <p:nvPr/>
          </p:nvSpPr>
          <p:spPr>
            <a:xfrm>
              <a:off x="67437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59" name="node30.hatch.004"/>
            <p:cNvSpPr/>
            <p:nvPr/>
          </p:nvSpPr>
          <p:spPr>
            <a:xfrm>
              <a:off x="67437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60" name="node30.hatch.005"/>
            <p:cNvSpPr/>
            <p:nvPr/>
          </p:nvSpPr>
          <p:spPr>
            <a:xfrm>
              <a:off x="67437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61" name="node30.hatch.006"/>
            <p:cNvSpPr/>
            <p:nvPr/>
          </p:nvSpPr>
          <p:spPr>
            <a:xfrm>
              <a:off x="67437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62" name="node30.border"/>
            <p:cNvSpPr/>
            <p:nvPr/>
          </p:nvSpPr>
          <p:spPr>
            <a:xfrm>
              <a:off x="6743700" y="4457700"/>
              <a:ext cx="1143000" cy="457200"/>
            </a:xfrm>
            <a:prstGeom prst="rect">
              <a:avLst/>
            </a:prstGeom>
            <a:ln w="12700">
              <a:solidFill>
                <a:srgbClr val="97A4BA"/>
              </a:solidFill>
              <a:prstDash val="solid"/>
            </a:ln>
          </p:spPr>
        </p:sp>
        <p:sp>
          <p:nvSpPr>
            <p:cNvPr id="163" name="node30.placeholder"/>
            <p:cNvSpPr/>
            <p:nvPr/>
          </p:nvSpPr>
          <p:spPr>
            <a:xfrm>
              <a:off x="67691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APPLICATION GATEWAY</a:t>
              </a:r>
              <a:endParaRPr lang="en-US" sz="900" spc="54" kern="0" b="0" i="0" dirty="0">
                <a:solidFill>
                  <a:srgbClr val="50658E"/>
                </a:solidFill>
                <a:latin typeface="IBM Plex Mono SemiBold"/>
                <a:ea typeface="IBM Plex Mono SemiBold"/>
                <a:cs typeface="IBM Plex Mono SemiBold"/>
              </a:endParaRPr>
            </a:p>
          </p:txBody>
        </p:sp>
      </p:grpSp>
      <p:grpSp>
        <p:nvGrpSpPr>
          <p:cNvPr id="225" name="node31"/>
          <p:cNvGrpSpPr/>
          <p:nvPr/>
        </p:nvGrpSpPr>
        <p:grpSpPr>
          <a:xfrm>
            <a:off x="8039100" y="4114800"/>
            <a:ext cx="1295400" cy="914400"/>
            <a:chOff x="8039100" y="4114800"/>
            <a:chExt cx="1295400" cy="914400"/>
          </a:xfrm>
        </p:grpSpPr>
        <p:sp>
          <p:nvSpPr>
            <p:cNvPr id="164" name="node31.surface"/>
            <p:cNvSpPr/>
            <p:nvPr/>
          </p:nvSpPr>
          <p:spPr>
            <a:xfrm>
              <a:off x="8039100" y="4114800"/>
              <a:ext cx="1295400" cy="914400"/>
            </a:xfrm>
            <a:prstGeom prst="rect">
              <a:avLst/>
            </a:prstGeom>
            <a:solidFill>
              <a:srgbClr val="FFFFFF"/>
            </a:solidFill>
            <a:ln w="12700">
              <a:solidFill>
                <a:srgbClr val="CED7E6"/>
              </a:solidFill>
              <a:prstDash val="solid"/>
            </a:ln>
          </p:spPr>
        </p:sp>
      </p:grpSp>
      <p:grpSp>
        <p:nvGrpSpPr>
          <p:cNvPr id="226" name="node32"/>
          <p:cNvGrpSpPr/>
          <p:nvPr/>
        </p:nvGrpSpPr>
        <p:grpSpPr>
          <a:xfrm>
            <a:off x="8115300" y="4152900"/>
            <a:ext cx="1143000" cy="228600"/>
            <a:chOff x="8115300" y="4152900"/>
            <a:chExt cx="1143000" cy="228600"/>
          </a:xfrm>
        </p:grpSpPr>
        <p:sp>
          <p:nvSpPr>
            <p:cNvPr id="165" name="node32.text"/>
            <p:cNvSpPr/>
            <p:nvPr/>
          </p:nvSpPr>
          <p:spPr>
            <a:xfrm>
              <a:off x="81153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app</a:t>
              </a:r>
              <a:endParaRPr lang="en-US" sz="1200" spc="0" kern="0" b="0" i="0" dirty="0">
                <a:solidFill>
                  <a:srgbClr val="070154"/>
                </a:solidFill>
                <a:latin typeface="IBM Plex Sans"/>
                <a:ea typeface="IBM Plex Sans"/>
                <a:cs typeface="IBM Plex Sans"/>
              </a:endParaRPr>
            </a:p>
          </p:txBody>
        </p:sp>
      </p:grpSp>
      <p:grpSp>
        <p:nvGrpSpPr>
          <p:cNvPr id="227" name="node33"/>
          <p:cNvGrpSpPr/>
          <p:nvPr/>
        </p:nvGrpSpPr>
        <p:grpSpPr>
          <a:xfrm>
            <a:off x="8115300" y="4457700"/>
            <a:ext cx="1143000" cy="457200"/>
            <a:chOff x="8115300" y="4457700"/>
            <a:chExt cx="1143000" cy="457200"/>
          </a:xfrm>
        </p:grpSpPr>
        <p:sp>
          <p:nvSpPr>
            <p:cNvPr id="166" name="node33.background"/>
            <p:cNvSpPr/>
            <p:nvPr/>
          </p:nvSpPr>
          <p:spPr>
            <a:xfrm>
              <a:off x="8115300" y="4457700"/>
              <a:ext cx="1143000" cy="457200"/>
            </a:xfrm>
            <a:prstGeom prst="rect">
              <a:avLst/>
            </a:prstGeom>
            <a:solidFill>
              <a:srgbClr val="FFFFFF"/>
            </a:solidFill>
            <a:ln>
              <a:noFill/>
            </a:ln>
          </p:spPr>
        </p:sp>
        <p:sp>
          <p:nvSpPr>
            <p:cNvPr id="167" name="node33.hatch.000"/>
            <p:cNvSpPr/>
            <p:nvPr/>
          </p:nvSpPr>
          <p:spPr>
            <a:xfrm>
              <a:off x="81153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68" name="node33.hatch.001"/>
            <p:cNvSpPr/>
            <p:nvPr/>
          </p:nvSpPr>
          <p:spPr>
            <a:xfrm>
              <a:off x="81153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69" name="node33.hatch.002"/>
            <p:cNvSpPr/>
            <p:nvPr/>
          </p:nvSpPr>
          <p:spPr>
            <a:xfrm>
              <a:off x="81153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70" name="node33.hatch.003"/>
            <p:cNvSpPr/>
            <p:nvPr/>
          </p:nvSpPr>
          <p:spPr>
            <a:xfrm>
              <a:off x="81153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71" name="node33.hatch.004"/>
            <p:cNvSpPr/>
            <p:nvPr/>
          </p:nvSpPr>
          <p:spPr>
            <a:xfrm>
              <a:off x="81153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72" name="node33.hatch.005"/>
            <p:cNvSpPr/>
            <p:nvPr/>
          </p:nvSpPr>
          <p:spPr>
            <a:xfrm>
              <a:off x="81153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73" name="node33.hatch.006"/>
            <p:cNvSpPr/>
            <p:nvPr/>
          </p:nvSpPr>
          <p:spPr>
            <a:xfrm>
              <a:off x="81153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74" name="node33.border"/>
            <p:cNvSpPr/>
            <p:nvPr/>
          </p:nvSpPr>
          <p:spPr>
            <a:xfrm>
              <a:off x="8115300" y="4457700"/>
              <a:ext cx="1143000" cy="457200"/>
            </a:xfrm>
            <a:prstGeom prst="rect">
              <a:avLst/>
            </a:prstGeom>
            <a:ln w="12700">
              <a:solidFill>
                <a:srgbClr val="97A4BA"/>
              </a:solidFill>
              <a:prstDash val="solid"/>
            </a:ln>
          </p:spPr>
        </p:sp>
        <p:sp>
          <p:nvSpPr>
            <p:cNvPr id="175" name="node33.placeholder"/>
            <p:cNvSpPr/>
            <p:nvPr/>
          </p:nvSpPr>
          <p:spPr>
            <a:xfrm>
              <a:off x="8140700" y="4610100"/>
              <a:ext cx="1092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AKS</a:t>
              </a:r>
              <a:endParaRPr lang="en-US" sz="900" spc="54" kern="0" b="0" i="0" dirty="0">
                <a:solidFill>
                  <a:srgbClr val="50658E"/>
                </a:solidFill>
                <a:latin typeface="IBM Plex Mono SemiBold"/>
                <a:ea typeface="IBM Plex Mono SemiBold"/>
                <a:cs typeface="IBM Plex Mono SemiBold"/>
              </a:endParaRPr>
            </a:p>
          </p:txBody>
        </p:sp>
      </p:grpSp>
      <p:grpSp>
        <p:nvGrpSpPr>
          <p:cNvPr id="228" name="node34"/>
          <p:cNvGrpSpPr/>
          <p:nvPr/>
        </p:nvGrpSpPr>
        <p:grpSpPr>
          <a:xfrm>
            <a:off x="9410700" y="4114800"/>
            <a:ext cx="1295400" cy="914400"/>
            <a:chOff x="9410700" y="4114800"/>
            <a:chExt cx="1295400" cy="914400"/>
          </a:xfrm>
        </p:grpSpPr>
        <p:sp>
          <p:nvSpPr>
            <p:cNvPr id="176" name="node34.surface"/>
            <p:cNvSpPr/>
            <p:nvPr/>
          </p:nvSpPr>
          <p:spPr>
            <a:xfrm>
              <a:off x="9410700" y="4114800"/>
              <a:ext cx="1295400" cy="914400"/>
            </a:xfrm>
            <a:prstGeom prst="rect">
              <a:avLst/>
            </a:prstGeom>
            <a:solidFill>
              <a:srgbClr val="FFFFFF"/>
            </a:solidFill>
            <a:ln w="12700">
              <a:solidFill>
                <a:srgbClr val="CED7E6"/>
              </a:solidFill>
              <a:prstDash val="solid"/>
            </a:ln>
          </p:spPr>
        </p:sp>
      </p:grpSp>
      <p:grpSp>
        <p:nvGrpSpPr>
          <p:cNvPr id="229" name="node35"/>
          <p:cNvGrpSpPr/>
          <p:nvPr/>
        </p:nvGrpSpPr>
        <p:grpSpPr>
          <a:xfrm>
            <a:off x="9486900" y="4152900"/>
            <a:ext cx="1143000" cy="228600"/>
            <a:chOff x="9486900" y="4152900"/>
            <a:chExt cx="1143000" cy="228600"/>
          </a:xfrm>
        </p:grpSpPr>
        <p:sp>
          <p:nvSpPr>
            <p:cNvPr id="177" name="node35.text"/>
            <p:cNvSpPr/>
            <p:nvPr/>
          </p:nvSpPr>
          <p:spPr>
            <a:xfrm>
              <a:off x="94869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data</a:t>
              </a:r>
              <a:endParaRPr lang="en-US" sz="1200" spc="0" kern="0" b="0" i="0" dirty="0">
                <a:solidFill>
                  <a:srgbClr val="070154"/>
                </a:solidFill>
                <a:latin typeface="IBM Plex Sans"/>
                <a:ea typeface="IBM Plex Sans"/>
                <a:cs typeface="IBM Plex Sans"/>
              </a:endParaRPr>
            </a:p>
          </p:txBody>
        </p:sp>
      </p:grpSp>
      <p:grpSp>
        <p:nvGrpSpPr>
          <p:cNvPr id="230" name="node36"/>
          <p:cNvGrpSpPr/>
          <p:nvPr/>
        </p:nvGrpSpPr>
        <p:grpSpPr>
          <a:xfrm>
            <a:off x="9486900" y="4457700"/>
            <a:ext cx="1143000" cy="457200"/>
            <a:chOff x="9486900" y="4457700"/>
            <a:chExt cx="1143000" cy="457200"/>
          </a:xfrm>
        </p:grpSpPr>
        <p:sp>
          <p:nvSpPr>
            <p:cNvPr id="178" name="node36.background"/>
            <p:cNvSpPr/>
            <p:nvPr/>
          </p:nvSpPr>
          <p:spPr>
            <a:xfrm>
              <a:off x="9486900" y="4457700"/>
              <a:ext cx="1143000" cy="457200"/>
            </a:xfrm>
            <a:prstGeom prst="rect">
              <a:avLst/>
            </a:prstGeom>
            <a:solidFill>
              <a:srgbClr val="FFFFFF"/>
            </a:solidFill>
            <a:ln>
              <a:noFill/>
            </a:ln>
          </p:spPr>
        </p:sp>
        <p:sp>
          <p:nvSpPr>
            <p:cNvPr id="179" name="node36.hatch.000"/>
            <p:cNvSpPr/>
            <p:nvPr/>
          </p:nvSpPr>
          <p:spPr>
            <a:xfrm>
              <a:off x="94869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80" name="node36.hatch.001"/>
            <p:cNvSpPr/>
            <p:nvPr/>
          </p:nvSpPr>
          <p:spPr>
            <a:xfrm>
              <a:off x="94869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81" name="node36.hatch.002"/>
            <p:cNvSpPr/>
            <p:nvPr/>
          </p:nvSpPr>
          <p:spPr>
            <a:xfrm>
              <a:off x="94869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82" name="node36.hatch.003"/>
            <p:cNvSpPr/>
            <p:nvPr/>
          </p:nvSpPr>
          <p:spPr>
            <a:xfrm>
              <a:off x="94869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83" name="node36.hatch.004"/>
            <p:cNvSpPr/>
            <p:nvPr/>
          </p:nvSpPr>
          <p:spPr>
            <a:xfrm>
              <a:off x="94869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84" name="node36.hatch.005"/>
            <p:cNvSpPr/>
            <p:nvPr/>
          </p:nvSpPr>
          <p:spPr>
            <a:xfrm>
              <a:off x="94869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85" name="node36.hatch.006"/>
            <p:cNvSpPr/>
            <p:nvPr/>
          </p:nvSpPr>
          <p:spPr>
            <a:xfrm>
              <a:off x="94869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86" name="node36.border"/>
            <p:cNvSpPr/>
            <p:nvPr/>
          </p:nvSpPr>
          <p:spPr>
            <a:xfrm>
              <a:off x="9486900" y="4457700"/>
              <a:ext cx="1143000" cy="457200"/>
            </a:xfrm>
            <a:prstGeom prst="rect">
              <a:avLst/>
            </a:prstGeom>
            <a:ln w="12700">
              <a:solidFill>
                <a:srgbClr val="97A4BA"/>
              </a:solidFill>
              <a:prstDash val="solid"/>
            </a:ln>
          </p:spPr>
        </p:sp>
        <p:sp>
          <p:nvSpPr>
            <p:cNvPr id="187" name="node36.placeholder"/>
            <p:cNvSpPr/>
            <p:nvPr/>
          </p:nvSpPr>
          <p:spPr>
            <a:xfrm>
              <a:off x="95123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DATABASE FOR POSTGRESQL</a:t>
              </a:r>
              <a:endParaRPr lang="en-US" sz="900" spc="54" kern="0" b="0" i="0" dirty="0">
                <a:solidFill>
                  <a:srgbClr val="50658E"/>
                </a:solidFill>
                <a:latin typeface="IBM Plex Mono SemiBold"/>
                <a:ea typeface="IBM Plex Mono SemiBold"/>
                <a:cs typeface="IBM Plex Mono SemiBold"/>
              </a:endParaRPr>
            </a:p>
          </p:txBody>
        </p:sp>
      </p:grpSp>
      <p:grpSp>
        <p:nvGrpSpPr>
          <p:cNvPr id="231" name="node37"/>
          <p:cNvGrpSpPr/>
          <p:nvPr/>
        </p:nvGrpSpPr>
        <p:grpSpPr>
          <a:xfrm>
            <a:off x="10053879" y="2971800"/>
            <a:ext cx="85242" cy="228600"/>
            <a:chOff x="10053879" y="2971800"/>
            <a:chExt cx="85242" cy="228600"/>
          </a:xfrm>
        </p:grpSpPr>
        <p:sp>
          <p:nvSpPr>
            <p:cNvPr id="188" name="node37.segment-1"/>
            <p:cNvSpPr/>
            <p:nvPr/>
          </p:nvSpPr>
          <p:spPr>
            <a:xfrm>
              <a:off x="100965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189" name="node37.head-end.0"/>
            <p:cNvSpPr/>
            <p:nvPr/>
          </p:nvSpPr>
          <p:spPr>
            <a:xfrm>
              <a:off x="100538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90" name="node37.head-end.1"/>
            <p:cNvSpPr/>
            <p:nvPr/>
          </p:nvSpPr>
          <p:spPr>
            <a:xfrm>
              <a:off x="100965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232" name="node38"/>
          <p:cNvGrpSpPr/>
          <p:nvPr/>
        </p:nvGrpSpPr>
        <p:grpSpPr>
          <a:xfrm>
            <a:off x="3424479" y="3086100"/>
            <a:ext cx="6672021" cy="114300"/>
            <a:chOff x="3424479" y="3086100"/>
            <a:chExt cx="6672021" cy="114300"/>
          </a:xfrm>
        </p:grpSpPr>
        <p:sp>
          <p:nvSpPr>
            <p:cNvPr id="191" name="node38.segment-1"/>
            <p:cNvSpPr/>
            <p:nvPr/>
          </p:nvSpPr>
          <p:spPr>
            <a:xfrm>
              <a:off x="3467100" y="3086100"/>
              <a:ext cx="6629400" cy="0"/>
            </a:xfrm>
            <a:custGeom>
              <a:avLst/>
              <a:gdLst/>
              <a:ahLst/>
              <a:cxnLst/>
              <a:rect l="l" t="t" r="r" b="b"/>
              <a:pathLst>
                <a:path w="6629400">
                  <a:moveTo>
                    <a:pt x="6629400" y="0"/>
                  </a:moveTo>
                  <a:lnTo>
                    <a:pt x="0" y="0"/>
                  </a:lnTo>
                </a:path>
              </a:pathLst>
            </a:custGeom>
            <a:ln w="12700">
              <a:solidFill>
                <a:srgbClr val="070154"/>
              </a:solidFill>
              <a:prstDash val="solid"/>
            </a:ln>
          </p:spPr>
        </p:sp>
        <p:sp>
          <p:nvSpPr>
            <p:cNvPr id="192" name="node38.segment-2"/>
            <p:cNvSpPr/>
            <p:nvPr/>
          </p:nvSpPr>
          <p:spPr>
            <a:xfrm>
              <a:off x="3467100" y="30861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193" name="node38.head-end.0"/>
            <p:cNvSpPr/>
            <p:nvPr/>
          </p:nvSpPr>
          <p:spPr>
            <a:xfrm>
              <a:off x="34244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94" name="node38.head-end.1"/>
            <p:cNvSpPr/>
            <p:nvPr/>
          </p:nvSpPr>
          <p:spPr>
            <a:xfrm>
              <a:off x="34671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ource-03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CLOUD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Workloads land in a governed project foundation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Google Cloud services; logos and services swap per provider, and the structure stays the same for AWS or Azure.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28</a:t>
            </a:fld>
            <a:endParaRPr lang="en-US" sz="700" spc="0" kern="0" b="0" i="0" dirty="0">
              <a:solidFill>
                <a:srgbClr val="070154"/>
              </a:solidFill>
              <a:latin typeface="IBM Plex Mono SemiBold"/>
              <a:ea typeface="IBM Plex Mono SemiBold"/>
              <a:cs typeface="IBM Plex Mono SemiBold"/>
            </a:endParaRPr>
          </a:p>
        </p:txBody>
      </p:sp>
      <p:grpSp>
        <p:nvGrpSpPr>
          <p:cNvPr id="198" name="node01"/>
          <p:cNvGrpSpPr/>
          <p:nvPr/>
        </p:nvGrpSpPr>
        <p:grpSpPr>
          <a:xfrm>
            <a:off x="723900" y="1600200"/>
            <a:ext cx="10744200" cy="4114800"/>
            <a:chOff x="723900" y="1600200"/>
            <a:chExt cx="10744200" cy="4114800"/>
          </a:xfrm>
        </p:grpSpPr>
        <p:sp>
          <p:nvSpPr>
            <p:cNvPr id="7" name="node01.surface"/>
            <p:cNvSpPr/>
            <p:nvPr/>
          </p:nvSpPr>
          <p:spPr>
            <a:xfrm>
              <a:off x="723900" y="1600200"/>
              <a:ext cx="10744200" cy="4114800"/>
            </a:xfrm>
            <a:prstGeom prst="rect">
              <a:avLst/>
            </a:prstGeom>
            <a:ln w="12700">
              <a:solidFill>
                <a:srgbClr val="070154"/>
              </a:solidFill>
              <a:prstDash val="dash"/>
            </a:ln>
          </p:spPr>
        </p:sp>
        <p:sp>
          <p:nvSpPr>
            <p:cNvPr id="8" name="node01.label"/>
            <p:cNvSpPr/>
            <p:nvPr/>
          </p:nvSpPr>
          <p:spPr>
            <a:xfrm>
              <a:off x="876300" y="1714500"/>
              <a:ext cx="1043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Northfield Google Cloud organization</a:t>
              </a:r>
              <a:endParaRPr lang="en-US" sz="1400" spc="0" kern="0" b="0" i="0" dirty="0">
                <a:solidFill>
                  <a:srgbClr val="070154"/>
                </a:solidFill>
                <a:latin typeface="IBM Plex Sans SemiBold"/>
                <a:ea typeface="IBM Plex Sans SemiBold"/>
                <a:cs typeface="IBM Plex Sans SemiBold"/>
              </a:endParaRPr>
            </a:p>
          </p:txBody>
        </p:sp>
      </p:grpSp>
      <p:grpSp>
        <p:nvGrpSpPr>
          <p:cNvPr id="199" name="node02"/>
          <p:cNvGrpSpPr/>
          <p:nvPr/>
        </p:nvGrpSpPr>
        <p:grpSpPr>
          <a:xfrm>
            <a:off x="952500" y="2057400"/>
            <a:ext cx="4343400" cy="914400"/>
            <a:chOff x="952500" y="2057400"/>
            <a:chExt cx="4343400" cy="914400"/>
          </a:xfrm>
        </p:grpSpPr>
        <p:sp>
          <p:nvSpPr>
            <p:cNvPr id="9" name="node02.surface"/>
            <p:cNvSpPr/>
            <p:nvPr/>
          </p:nvSpPr>
          <p:spPr>
            <a:xfrm>
              <a:off x="952500" y="2057400"/>
              <a:ext cx="4343400" cy="914400"/>
            </a:xfrm>
            <a:prstGeom prst="rect">
              <a:avLst/>
            </a:prstGeom>
            <a:solidFill>
              <a:srgbClr val="FFFFFF"/>
            </a:solidFill>
            <a:ln w="12700">
              <a:solidFill>
                <a:srgbClr val="CED7E6"/>
              </a:solidFill>
              <a:prstDash val="solid"/>
            </a:ln>
          </p:spPr>
        </p:sp>
        <p:sp>
          <p:nvSpPr>
            <p:cNvPr id="10" name="node02.label"/>
            <p:cNvSpPr/>
            <p:nvPr/>
          </p:nvSpPr>
          <p:spPr>
            <a:xfrm>
              <a:off x="1104900" y="2171700"/>
              <a:ext cx="403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Governance project</a:t>
              </a:r>
              <a:endParaRPr lang="en-US" sz="1400" spc="0" kern="0" b="0" i="0" dirty="0">
                <a:solidFill>
                  <a:srgbClr val="070154"/>
                </a:solidFill>
                <a:latin typeface="IBM Plex Sans SemiBold"/>
                <a:ea typeface="IBM Plex Sans SemiBold"/>
                <a:cs typeface="IBM Plex Sans SemiBold"/>
              </a:endParaRPr>
            </a:p>
          </p:txBody>
        </p:sp>
      </p:grpSp>
      <p:grpSp>
        <p:nvGrpSpPr>
          <p:cNvPr id="200" name="node03"/>
          <p:cNvGrpSpPr/>
          <p:nvPr/>
        </p:nvGrpSpPr>
        <p:grpSpPr>
          <a:xfrm>
            <a:off x="1104900" y="2514600"/>
            <a:ext cx="1295400" cy="381000"/>
            <a:chOff x="1104900" y="2514600"/>
            <a:chExt cx="1295400" cy="381000"/>
          </a:xfrm>
        </p:grpSpPr>
        <p:sp>
          <p:nvSpPr>
            <p:cNvPr id="11" name="node03.background"/>
            <p:cNvSpPr/>
            <p:nvPr/>
          </p:nvSpPr>
          <p:spPr>
            <a:xfrm>
              <a:off x="1104900" y="2514600"/>
              <a:ext cx="1295400" cy="381000"/>
            </a:xfrm>
            <a:prstGeom prst="rect">
              <a:avLst/>
            </a:prstGeom>
            <a:solidFill>
              <a:srgbClr val="FFFFFF"/>
            </a:solidFill>
            <a:ln>
              <a:noFill/>
            </a:ln>
          </p:spPr>
        </p:sp>
        <p:sp>
          <p:nvSpPr>
            <p:cNvPr id="12" name="node03.hatch.000"/>
            <p:cNvSpPr/>
            <p:nvPr/>
          </p:nvSpPr>
          <p:spPr>
            <a:xfrm>
              <a:off x="1104900" y="2514600"/>
              <a:ext cx="1295400" cy="381000"/>
            </a:xfrm>
            <a:custGeom>
              <a:avLst/>
              <a:gdLst/>
              <a:ahLst/>
              <a:cxnLst/>
              <a:rect l="l" t="t" r="r" b="b"/>
              <a:pathLst>
                <a:path w="1295400" h="381000">
                  <a:moveTo>
                    <a:pt x="0" y="215526"/>
                  </a:moveTo>
                  <a:lnTo>
                    <a:pt x="0" y="107763"/>
                  </a:lnTo>
                  <a:lnTo>
                    <a:pt x="107763" y="0"/>
                  </a:lnTo>
                  <a:lnTo>
                    <a:pt x="215526" y="0"/>
                  </a:lnTo>
                  <a:close/>
                </a:path>
              </a:pathLst>
            </a:custGeom>
            <a:solidFill>
              <a:srgbClr val="F3F6FC"/>
            </a:solidFill>
            <a:ln>
              <a:noFill/>
            </a:ln>
          </p:spPr>
        </p:sp>
        <p:sp>
          <p:nvSpPr>
            <p:cNvPr id="13" name="node03.hatch.001"/>
            <p:cNvSpPr/>
            <p:nvPr/>
          </p:nvSpPr>
          <p:spPr>
            <a:xfrm>
              <a:off x="1104900" y="2514600"/>
              <a:ext cx="1295400" cy="381000"/>
            </a:xfrm>
            <a:custGeom>
              <a:avLst/>
              <a:gdLst/>
              <a:ahLst/>
              <a:cxnLst/>
              <a:rect l="l" t="t" r="r" b="b"/>
              <a:pathLst>
                <a:path w="1295400" h="381000">
                  <a:moveTo>
                    <a:pt x="0" y="323289"/>
                  </a:moveTo>
                  <a:lnTo>
                    <a:pt x="323289" y="0"/>
                  </a:lnTo>
                  <a:lnTo>
                    <a:pt x="431052" y="0"/>
                  </a:lnTo>
                  <a:lnTo>
                    <a:pt x="50052" y="381000"/>
                  </a:lnTo>
                  <a:lnTo>
                    <a:pt x="0" y="381000"/>
                  </a:lnTo>
                  <a:close/>
                </a:path>
              </a:pathLst>
            </a:custGeom>
            <a:solidFill>
              <a:srgbClr val="F3F6FC"/>
            </a:solidFill>
            <a:ln>
              <a:noFill/>
            </a:ln>
          </p:spPr>
        </p:sp>
        <p:sp>
          <p:nvSpPr>
            <p:cNvPr id="14" name="node03.hatch.002"/>
            <p:cNvSpPr/>
            <p:nvPr/>
          </p:nvSpPr>
          <p:spPr>
            <a:xfrm>
              <a:off x="1104900" y="2514600"/>
              <a:ext cx="1295400" cy="381000"/>
            </a:xfrm>
            <a:custGeom>
              <a:avLst/>
              <a:gdLst/>
              <a:ahLst/>
              <a:cxnLst/>
              <a:rect l="l" t="t" r="r" b="b"/>
              <a:pathLst>
                <a:path w="1295400" h="381000">
                  <a:moveTo>
                    <a:pt x="538815" y="0"/>
                  </a:moveTo>
                  <a:lnTo>
                    <a:pt x="646578" y="0"/>
                  </a:lnTo>
                  <a:lnTo>
                    <a:pt x="265578" y="381000"/>
                  </a:lnTo>
                  <a:lnTo>
                    <a:pt x="157815" y="381000"/>
                  </a:lnTo>
                  <a:close/>
                </a:path>
              </a:pathLst>
            </a:custGeom>
            <a:solidFill>
              <a:srgbClr val="F3F6FC"/>
            </a:solidFill>
            <a:ln>
              <a:noFill/>
            </a:ln>
          </p:spPr>
        </p:sp>
        <p:sp>
          <p:nvSpPr>
            <p:cNvPr id="15" name="node03.hatch.003"/>
            <p:cNvSpPr/>
            <p:nvPr/>
          </p:nvSpPr>
          <p:spPr>
            <a:xfrm>
              <a:off x="1104900" y="2514600"/>
              <a:ext cx="1295400" cy="381000"/>
            </a:xfrm>
            <a:custGeom>
              <a:avLst/>
              <a:gdLst/>
              <a:ahLst/>
              <a:cxnLst/>
              <a:rect l="l" t="t" r="r" b="b"/>
              <a:pathLst>
                <a:path w="1295400" h="381000">
                  <a:moveTo>
                    <a:pt x="754342" y="0"/>
                  </a:moveTo>
                  <a:lnTo>
                    <a:pt x="862105" y="0"/>
                  </a:lnTo>
                  <a:lnTo>
                    <a:pt x="481105" y="381000"/>
                  </a:lnTo>
                  <a:lnTo>
                    <a:pt x="373342" y="381000"/>
                  </a:lnTo>
                  <a:close/>
                </a:path>
              </a:pathLst>
            </a:custGeom>
            <a:solidFill>
              <a:srgbClr val="F3F6FC"/>
            </a:solidFill>
            <a:ln>
              <a:noFill/>
            </a:ln>
          </p:spPr>
        </p:sp>
        <p:sp>
          <p:nvSpPr>
            <p:cNvPr id="16" name="node03.hatch.004"/>
            <p:cNvSpPr/>
            <p:nvPr/>
          </p:nvSpPr>
          <p:spPr>
            <a:xfrm>
              <a:off x="1104900" y="2514600"/>
              <a:ext cx="1295400" cy="381000"/>
            </a:xfrm>
            <a:custGeom>
              <a:avLst/>
              <a:gdLst/>
              <a:ahLst/>
              <a:cxnLst/>
              <a:rect l="l" t="t" r="r" b="b"/>
              <a:pathLst>
                <a:path w="1295400" h="381000">
                  <a:moveTo>
                    <a:pt x="969868" y="0"/>
                  </a:moveTo>
                  <a:lnTo>
                    <a:pt x="1077631" y="0"/>
                  </a:lnTo>
                  <a:lnTo>
                    <a:pt x="696631" y="381000"/>
                  </a:lnTo>
                  <a:lnTo>
                    <a:pt x="588868" y="381000"/>
                  </a:lnTo>
                  <a:close/>
                </a:path>
              </a:pathLst>
            </a:custGeom>
            <a:solidFill>
              <a:srgbClr val="F3F6FC"/>
            </a:solidFill>
            <a:ln>
              <a:noFill/>
            </a:ln>
          </p:spPr>
        </p:sp>
        <p:sp>
          <p:nvSpPr>
            <p:cNvPr id="17" name="node03.hatch.005"/>
            <p:cNvSpPr/>
            <p:nvPr/>
          </p:nvSpPr>
          <p:spPr>
            <a:xfrm>
              <a:off x="1104900" y="2514600"/>
              <a:ext cx="1295400" cy="381000"/>
            </a:xfrm>
            <a:custGeom>
              <a:avLst/>
              <a:gdLst/>
              <a:ahLst/>
              <a:cxnLst/>
              <a:rect l="l" t="t" r="r" b="b"/>
              <a:pathLst>
                <a:path w="1295400" h="381000">
                  <a:moveTo>
                    <a:pt x="1185394" y="0"/>
                  </a:moveTo>
                  <a:lnTo>
                    <a:pt x="1293157" y="0"/>
                  </a:lnTo>
                  <a:lnTo>
                    <a:pt x="912157" y="381000"/>
                  </a:lnTo>
                  <a:lnTo>
                    <a:pt x="804394" y="381000"/>
                  </a:lnTo>
                  <a:close/>
                </a:path>
              </a:pathLst>
            </a:custGeom>
            <a:solidFill>
              <a:srgbClr val="F3F6FC"/>
            </a:solidFill>
            <a:ln>
              <a:noFill/>
            </a:ln>
          </p:spPr>
        </p:sp>
        <p:sp>
          <p:nvSpPr>
            <p:cNvPr id="18" name="node03.hatch.006"/>
            <p:cNvSpPr/>
            <p:nvPr/>
          </p:nvSpPr>
          <p:spPr>
            <a:xfrm>
              <a:off x="1104900" y="2514600"/>
              <a:ext cx="1295400" cy="381000"/>
            </a:xfrm>
            <a:custGeom>
              <a:avLst/>
              <a:gdLst/>
              <a:ahLst/>
              <a:cxnLst/>
              <a:rect l="l" t="t" r="r" b="b"/>
              <a:pathLst>
                <a:path w="1295400" h="381000">
                  <a:moveTo>
                    <a:pt x="1295400" y="105520"/>
                  </a:moveTo>
                  <a:lnTo>
                    <a:pt x="1295400" y="213283"/>
                  </a:lnTo>
                  <a:lnTo>
                    <a:pt x="1127683" y="381000"/>
                  </a:lnTo>
                  <a:lnTo>
                    <a:pt x="1019920" y="381000"/>
                  </a:lnTo>
                  <a:close/>
                </a:path>
              </a:pathLst>
            </a:custGeom>
            <a:solidFill>
              <a:srgbClr val="F3F6FC"/>
            </a:solidFill>
            <a:ln>
              <a:noFill/>
            </a:ln>
          </p:spPr>
        </p:sp>
        <p:sp>
          <p:nvSpPr>
            <p:cNvPr id="19" name="node03.hatch.007"/>
            <p:cNvSpPr/>
            <p:nvPr/>
          </p:nvSpPr>
          <p:spPr>
            <a:xfrm>
              <a:off x="1104900" y="2514600"/>
              <a:ext cx="1295400" cy="381000"/>
            </a:xfrm>
            <a:custGeom>
              <a:avLst/>
              <a:gdLst/>
              <a:ahLst/>
              <a:cxnLst/>
              <a:rect l="l" t="t" r="r" b="b"/>
              <a:pathLst>
                <a:path w="1295400" h="381000">
                  <a:moveTo>
                    <a:pt x="1295400" y="321046"/>
                  </a:moveTo>
                  <a:lnTo>
                    <a:pt x="1295400" y="381000"/>
                  </a:lnTo>
                  <a:lnTo>
                    <a:pt x="1235446" y="381000"/>
                  </a:lnTo>
                  <a:close/>
                </a:path>
              </a:pathLst>
            </a:custGeom>
            <a:solidFill>
              <a:srgbClr val="F3F6FC"/>
            </a:solidFill>
            <a:ln>
              <a:noFill/>
            </a:ln>
          </p:spPr>
        </p:sp>
        <p:sp>
          <p:nvSpPr>
            <p:cNvPr id="20" name="node03.border"/>
            <p:cNvSpPr/>
            <p:nvPr/>
          </p:nvSpPr>
          <p:spPr>
            <a:xfrm>
              <a:off x="1104900" y="2514600"/>
              <a:ext cx="1295400" cy="381000"/>
            </a:xfrm>
            <a:prstGeom prst="rect">
              <a:avLst/>
            </a:prstGeom>
            <a:ln w="12700">
              <a:solidFill>
                <a:srgbClr val="97A4BA"/>
              </a:solidFill>
              <a:prstDash val="solid"/>
            </a:ln>
          </p:spPr>
        </p:sp>
        <p:sp>
          <p:nvSpPr>
            <p:cNvPr id="21" name="node03.placeholder"/>
            <p:cNvSpPr/>
            <p:nvPr/>
          </p:nvSpPr>
          <p:spPr>
            <a:xfrm>
              <a:off x="1130300" y="2552700"/>
              <a:ext cx="12446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ORGANIZATION POLICIES</a:t>
              </a:r>
              <a:endParaRPr lang="en-US" sz="900" spc="54" kern="0" b="0" i="0" dirty="0">
                <a:solidFill>
                  <a:srgbClr val="50658E"/>
                </a:solidFill>
                <a:latin typeface="IBM Plex Mono SemiBold"/>
                <a:ea typeface="IBM Plex Mono SemiBold"/>
                <a:cs typeface="IBM Plex Mono SemiBold"/>
              </a:endParaRPr>
            </a:p>
          </p:txBody>
        </p:sp>
      </p:grpSp>
      <p:grpSp>
        <p:nvGrpSpPr>
          <p:cNvPr id="201" name="node04"/>
          <p:cNvGrpSpPr/>
          <p:nvPr/>
        </p:nvGrpSpPr>
        <p:grpSpPr>
          <a:xfrm>
            <a:off x="2476500" y="2514600"/>
            <a:ext cx="1295400" cy="381000"/>
            <a:chOff x="2476500" y="2514600"/>
            <a:chExt cx="1295400" cy="381000"/>
          </a:xfrm>
        </p:grpSpPr>
        <p:sp>
          <p:nvSpPr>
            <p:cNvPr id="22" name="node04.background"/>
            <p:cNvSpPr/>
            <p:nvPr/>
          </p:nvSpPr>
          <p:spPr>
            <a:xfrm>
              <a:off x="2476500" y="2514600"/>
              <a:ext cx="1295400" cy="381000"/>
            </a:xfrm>
            <a:prstGeom prst="rect">
              <a:avLst/>
            </a:prstGeom>
            <a:solidFill>
              <a:srgbClr val="FFFFFF"/>
            </a:solidFill>
            <a:ln>
              <a:noFill/>
            </a:ln>
          </p:spPr>
        </p:sp>
        <p:sp>
          <p:nvSpPr>
            <p:cNvPr id="23" name="node04.hatch.000"/>
            <p:cNvSpPr/>
            <p:nvPr/>
          </p:nvSpPr>
          <p:spPr>
            <a:xfrm>
              <a:off x="2476500" y="2514600"/>
              <a:ext cx="1295400" cy="381000"/>
            </a:xfrm>
            <a:custGeom>
              <a:avLst/>
              <a:gdLst/>
              <a:ahLst/>
              <a:cxnLst/>
              <a:rect l="l" t="t" r="r" b="b"/>
              <a:pathLst>
                <a:path w="1295400" h="381000">
                  <a:moveTo>
                    <a:pt x="0" y="215526"/>
                  </a:moveTo>
                  <a:lnTo>
                    <a:pt x="0" y="107763"/>
                  </a:lnTo>
                  <a:lnTo>
                    <a:pt x="107763" y="0"/>
                  </a:lnTo>
                  <a:lnTo>
                    <a:pt x="215526" y="0"/>
                  </a:lnTo>
                  <a:close/>
                </a:path>
              </a:pathLst>
            </a:custGeom>
            <a:solidFill>
              <a:srgbClr val="F3F6FC"/>
            </a:solidFill>
            <a:ln>
              <a:noFill/>
            </a:ln>
          </p:spPr>
        </p:sp>
        <p:sp>
          <p:nvSpPr>
            <p:cNvPr id="24" name="node04.hatch.001"/>
            <p:cNvSpPr/>
            <p:nvPr/>
          </p:nvSpPr>
          <p:spPr>
            <a:xfrm>
              <a:off x="2476500" y="2514600"/>
              <a:ext cx="1295400" cy="381000"/>
            </a:xfrm>
            <a:custGeom>
              <a:avLst/>
              <a:gdLst/>
              <a:ahLst/>
              <a:cxnLst/>
              <a:rect l="l" t="t" r="r" b="b"/>
              <a:pathLst>
                <a:path w="1295400" h="381000">
                  <a:moveTo>
                    <a:pt x="0" y="323289"/>
                  </a:moveTo>
                  <a:lnTo>
                    <a:pt x="323289" y="0"/>
                  </a:lnTo>
                  <a:lnTo>
                    <a:pt x="431052" y="0"/>
                  </a:lnTo>
                  <a:lnTo>
                    <a:pt x="50052" y="381000"/>
                  </a:lnTo>
                  <a:lnTo>
                    <a:pt x="0" y="381000"/>
                  </a:lnTo>
                  <a:close/>
                </a:path>
              </a:pathLst>
            </a:custGeom>
            <a:solidFill>
              <a:srgbClr val="F3F6FC"/>
            </a:solidFill>
            <a:ln>
              <a:noFill/>
            </a:ln>
          </p:spPr>
        </p:sp>
        <p:sp>
          <p:nvSpPr>
            <p:cNvPr id="25" name="node04.hatch.002"/>
            <p:cNvSpPr/>
            <p:nvPr/>
          </p:nvSpPr>
          <p:spPr>
            <a:xfrm>
              <a:off x="2476500" y="2514600"/>
              <a:ext cx="1295400" cy="381000"/>
            </a:xfrm>
            <a:custGeom>
              <a:avLst/>
              <a:gdLst/>
              <a:ahLst/>
              <a:cxnLst/>
              <a:rect l="l" t="t" r="r" b="b"/>
              <a:pathLst>
                <a:path w="1295400" h="381000">
                  <a:moveTo>
                    <a:pt x="538815" y="0"/>
                  </a:moveTo>
                  <a:lnTo>
                    <a:pt x="646578" y="0"/>
                  </a:lnTo>
                  <a:lnTo>
                    <a:pt x="265578" y="381000"/>
                  </a:lnTo>
                  <a:lnTo>
                    <a:pt x="157815" y="381000"/>
                  </a:lnTo>
                  <a:close/>
                </a:path>
              </a:pathLst>
            </a:custGeom>
            <a:solidFill>
              <a:srgbClr val="F3F6FC"/>
            </a:solidFill>
            <a:ln>
              <a:noFill/>
            </a:ln>
          </p:spPr>
        </p:sp>
        <p:sp>
          <p:nvSpPr>
            <p:cNvPr id="26" name="node04.hatch.003"/>
            <p:cNvSpPr/>
            <p:nvPr/>
          </p:nvSpPr>
          <p:spPr>
            <a:xfrm>
              <a:off x="2476500" y="2514600"/>
              <a:ext cx="1295400" cy="381000"/>
            </a:xfrm>
            <a:custGeom>
              <a:avLst/>
              <a:gdLst/>
              <a:ahLst/>
              <a:cxnLst/>
              <a:rect l="l" t="t" r="r" b="b"/>
              <a:pathLst>
                <a:path w="1295400" h="381000">
                  <a:moveTo>
                    <a:pt x="754342" y="0"/>
                  </a:moveTo>
                  <a:lnTo>
                    <a:pt x="862105" y="0"/>
                  </a:lnTo>
                  <a:lnTo>
                    <a:pt x="481105" y="381000"/>
                  </a:lnTo>
                  <a:lnTo>
                    <a:pt x="373342" y="381000"/>
                  </a:lnTo>
                  <a:close/>
                </a:path>
              </a:pathLst>
            </a:custGeom>
            <a:solidFill>
              <a:srgbClr val="F3F6FC"/>
            </a:solidFill>
            <a:ln>
              <a:noFill/>
            </a:ln>
          </p:spPr>
        </p:sp>
        <p:sp>
          <p:nvSpPr>
            <p:cNvPr id="27" name="node04.hatch.004"/>
            <p:cNvSpPr/>
            <p:nvPr/>
          </p:nvSpPr>
          <p:spPr>
            <a:xfrm>
              <a:off x="2476500" y="2514600"/>
              <a:ext cx="1295400" cy="381000"/>
            </a:xfrm>
            <a:custGeom>
              <a:avLst/>
              <a:gdLst/>
              <a:ahLst/>
              <a:cxnLst/>
              <a:rect l="l" t="t" r="r" b="b"/>
              <a:pathLst>
                <a:path w="1295400" h="381000">
                  <a:moveTo>
                    <a:pt x="969868" y="0"/>
                  </a:moveTo>
                  <a:lnTo>
                    <a:pt x="1077631" y="0"/>
                  </a:lnTo>
                  <a:lnTo>
                    <a:pt x="696631" y="381000"/>
                  </a:lnTo>
                  <a:lnTo>
                    <a:pt x="588868" y="381000"/>
                  </a:lnTo>
                  <a:close/>
                </a:path>
              </a:pathLst>
            </a:custGeom>
            <a:solidFill>
              <a:srgbClr val="F3F6FC"/>
            </a:solidFill>
            <a:ln>
              <a:noFill/>
            </a:ln>
          </p:spPr>
        </p:sp>
        <p:sp>
          <p:nvSpPr>
            <p:cNvPr id="28" name="node04.hatch.005"/>
            <p:cNvSpPr/>
            <p:nvPr/>
          </p:nvSpPr>
          <p:spPr>
            <a:xfrm>
              <a:off x="2476500" y="2514600"/>
              <a:ext cx="1295400" cy="381000"/>
            </a:xfrm>
            <a:custGeom>
              <a:avLst/>
              <a:gdLst/>
              <a:ahLst/>
              <a:cxnLst/>
              <a:rect l="l" t="t" r="r" b="b"/>
              <a:pathLst>
                <a:path w="1295400" h="381000">
                  <a:moveTo>
                    <a:pt x="1185394" y="0"/>
                  </a:moveTo>
                  <a:lnTo>
                    <a:pt x="1293157" y="0"/>
                  </a:lnTo>
                  <a:lnTo>
                    <a:pt x="912157" y="381000"/>
                  </a:lnTo>
                  <a:lnTo>
                    <a:pt x="804394" y="381000"/>
                  </a:lnTo>
                  <a:close/>
                </a:path>
              </a:pathLst>
            </a:custGeom>
            <a:solidFill>
              <a:srgbClr val="F3F6FC"/>
            </a:solidFill>
            <a:ln>
              <a:noFill/>
            </a:ln>
          </p:spPr>
        </p:sp>
        <p:sp>
          <p:nvSpPr>
            <p:cNvPr id="29" name="node04.hatch.006"/>
            <p:cNvSpPr/>
            <p:nvPr/>
          </p:nvSpPr>
          <p:spPr>
            <a:xfrm>
              <a:off x="2476500" y="2514600"/>
              <a:ext cx="1295400" cy="381000"/>
            </a:xfrm>
            <a:custGeom>
              <a:avLst/>
              <a:gdLst/>
              <a:ahLst/>
              <a:cxnLst/>
              <a:rect l="l" t="t" r="r" b="b"/>
              <a:pathLst>
                <a:path w="1295400" h="381000">
                  <a:moveTo>
                    <a:pt x="1295400" y="105520"/>
                  </a:moveTo>
                  <a:lnTo>
                    <a:pt x="1295400" y="213283"/>
                  </a:lnTo>
                  <a:lnTo>
                    <a:pt x="1127683" y="381000"/>
                  </a:lnTo>
                  <a:lnTo>
                    <a:pt x="1019920" y="381000"/>
                  </a:lnTo>
                  <a:close/>
                </a:path>
              </a:pathLst>
            </a:custGeom>
            <a:solidFill>
              <a:srgbClr val="F3F6FC"/>
            </a:solidFill>
            <a:ln>
              <a:noFill/>
            </a:ln>
          </p:spPr>
        </p:sp>
        <p:sp>
          <p:nvSpPr>
            <p:cNvPr id="30" name="node04.hatch.007"/>
            <p:cNvSpPr/>
            <p:nvPr/>
          </p:nvSpPr>
          <p:spPr>
            <a:xfrm>
              <a:off x="2476500" y="2514600"/>
              <a:ext cx="1295400" cy="381000"/>
            </a:xfrm>
            <a:custGeom>
              <a:avLst/>
              <a:gdLst/>
              <a:ahLst/>
              <a:cxnLst/>
              <a:rect l="l" t="t" r="r" b="b"/>
              <a:pathLst>
                <a:path w="1295400" h="381000">
                  <a:moveTo>
                    <a:pt x="1295400" y="321046"/>
                  </a:moveTo>
                  <a:lnTo>
                    <a:pt x="1295400" y="381000"/>
                  </a:lnTo>
                  <a:lnTo>
                    <a:pt x="1235446" y="381000"/>
                  </a:lnTo>
                  <a:close/>
                </a:path>
              </a:pathLst>
            </a:custGeom>
            <a:solidFill>
              <a:srgbClr val="F3F6FC"/>
            </a:solidFill>
            <a:ln>
              <a:noFill/>
            </a:ln>
          </p:spPr>
        </p:sp>
        <p:sp>
          <p:nvSpPr>
            <p:cNvPr id="31" name="node04.border"/>
            <p:cNvSpPr/>
            <p:nvPr/>
          </p:nvSpPr>
          <p:spPr>
            <a:xfrm>
              <a:off x="2476500" y="2514600"/>
              <a:ext cx="1295400" cy="381000"/>
            </a:xfrm>
            <a:prstGeom prst="rect">
              <a:avLst/>
            </a:prstGeom>
            <a:ln w="12700">
              <a:solidFill>
                <a:srgbClr val="97A4BA"/>
              </a:solidFill>
              <a:prstDash val="solid"/>
            </a:ln>
          </p:spPr>
        </p:sp>
        <p:sp>
          <p:nvSpPr>
            <p:cNvPr id="32" name="node04.placeholder"/>
            <p:cNvSpPr/>
            <p:nvPr/>
          </p:nvSpPr>
          <p:spPr>
            <a:xfrm>
              <a:off x="2501900" y="2552700"/>
              <a:ext cx="12446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FOUNDATION TOOLKIT</a:t>
              </a:r>
              <a:endParaRPr lang="en-US" sz="900" spc="54" kern="0" b="0" i="0" dirty="0">
                <a:solidFill>
                  <a:srgbClr val="50658E"/>
                </a:solidFill>
                <a:latin typeface="IBM Plex Mono SemiBold"/>
                <a:ea typeface="IBM Plex Mono SemiBold"/>
                <a:cs typeface="IBM Plex Mono SemiBold"/>
              </a:endParaRPr>
            </a:p>
          </p:txBody>
        </p:sp>
      </p:grpSp>
      <p:grpSp>
        <p:nvGrpSpPr>
          <p:cNvPr id="202" name="node05"/>
          <p:cNvGrpSpPr/>
          <p:nvPr/>
        </p:nvGrpSpPr>
        <p:grpSpPr>
          <a:xfrm>
            <a:off x="3848100" y="2514600"/>
            <a:ext cx="1295400" cy="381000"/>
            <a:chOff x="3848100" y="2514600"/>
            <a:chExt cx="1295400" cy="381000"/>
          </a:xfrm>
        </p:grpSpPr>
        <p:sp>
          <p:nvSpPr>
            <p:cNvPr id="33" name="node05.background"/>
            <p:cNvSpPr/>
            <p:nvPr/>
          </p:nvSpPr>
          <p:spPr>
            <a:xfrm>
              <a:off x="3848100" y="2514600"/>
              <a:ext cx="1295400" cy="381000"/>
            </a:xfrm>
            <a:prstGeom prst="rect">
              <a:avLst/>
            </a:prstGeom>
            <a:solidFill>
              <a:srgbClr val="FFFFFF"/>
            </a:solidFill>
            <a:ln>
              <a:noFill/>
            </a:ln>
          </p:spPr>
        </p:sp>
        <p:sp>
          <p:nvSpPr>
            <p:cNvPr id="34" name="node05.hatch.000"/>
            <p:cNvSpPr/>
            <p:nvPr/>
          </p:nvSpPr>
          <p:spPr>
            <a:xfrm>
              <a:off x="3848100" y="2514600"/>
              <a:ext cx="1295400" cy="381000"/>
            </a:xfrm>
            <a:custGeom>
              <a:avLst/>
              <a:gdLst/>
              <a:ahLst/>
              <a:cxnLst/>
              <a:rect l="l" t="t" r="r" b="b"/>
              <a:pathLst>
                <a:path w="1295400" h="381000">
                  <a:moveTo>
                    <a:pt x="0" y="215526"/>
                  </a:moveTo>
                  <a:lnTo>
                    <a:pt x="0" y="107763"/>
                  </a:lnTo>
                  <a:lnTo>
                    <a:pt x="107763" y="0"/>
                  </a:lnTo>
                  <a:lnTo>
                    <a:pt x="215526" y="0"/>
                  </a:lnTo>
                  <a:close/>
                </a:path>
              </a:pathLst>
            </a:custGeom>
            <a:solidFill>
              <a:srgbClr val="F3F6FC"/>
            </a:solidFill>
            <a:ln>
              <a:noFill/>
            </a:ln>
          </p:spPr>
        </p:sp>
        <p:sp>
          <p:nvSpPr>
            <p:cNvPr id="35" name="node05.hatch.001"/>
            <p:cNvSpPr/>
            <p:nvPr/>
          </p:nvSpPr>
          <p:spPr>
            <a:xfrm>
              <a:off x="3848100" y="2514600"/>
              <a:ext cx="1295400" cy="381000"/>
            </a:xfrm>
            <a:custGeom>
              <a:avLst/>
              <a:gdLst/>
              <a:ahLst/>
              <a:cxnLst/>
              <a:rect l="l" t="t" r="r" b="b"/>
              <a:pathLst>
                <a:path w="1295400" h="381000">
                  <a:moveTo>
                    <a:pt x="0" y="323289"/>
                  </a:moveTo>
                  <a:lnTo>
                    <a:pt x="323289" y="0"/>
                  </a:lnTo>
                  <a:lnTo>
                    <a:pt x="431052" y="0"/>
                  </a:lnTo>
                  <a:lnTo>
                    <a:pt x="50052" y="381000"/>
                  </a:lnTo>
                  <a:lnTo>
                    <a:pt x="0" y="381000"/>
                  </a:lnTo>
                  <a:close/>
                </a:path>
              </a:pathLst>
            </a:custGeom>
            <a:solidFill>
              <a:srgbClr val="F3F6FC"/>
            </a:solidFill>
            <a:ln>
              <a:noFill/>
            </a:ln>
          </p:spPr>
        </p:sp>
        <p:sp>
          <p:nvSpPr>
            <p:cNvPr id="36" name="node05.hatch.002"/>
            <p:cNvSpPr/>
            <p:nvPr/>
          </p:nvSpPr>
          <p:spPr>
            <a:xfrm>
              <a:off x="3848100" y="2514600"/>
              <a:ext cx="1295400" cy="381000"/>
            </a:xfrm>
            <a:custGeom>
              <a:avLst/>
              <a:gdLst/>
              <a:ahLst/>
              <a:cxnLst/>
              <a:rect l="l" t="t" r="r" b="b"/>
              <a:pathLst>
                <a:path w="1295400" h="381000">
                  <a:moveTo>
                    <a:pt x="538815" y="0"/>
                  </a:moveTo>
                  <a:lnTo>
                    <a:pt x="646578" y="0"/>
                  </a:lnTo>
                  <a:lnTo>
                    <a:pt x="265578" y="381000"/>
                  </a:lnTo>
                  <a:lnTo>
                    <a:pt x="157815" y="381000"/>
                  </a:lnTo>
                  <a:close/>
                </a:path>
              </a:pathLst>
            </a:custGeom>
            <a:solidFill>
              <a:srgbClr val="F3F6FC"/>
            </a:solidFill>
            <a:ln>
              <a:noFill/>
            </a:ln>
          </p:spPr>
        </p:sp>
        <p:sp>
          <p:nvSpPr>
            <p:cNvPr id="37" name="node05.hatch.003"/>
            <p:cNvSpPr/>
            <p:nvPr/>
          </p:nvSpPr>
          <p:spPr>
            <a:xfrm>
              <a:off x="3848100" y="2514600"/>
              <a:ext cx="1295400" cy="381000"/>
            </a:xfrm>
            <a:custGeom>
              <a:avLst/>
              <a:gdLst/>
              <a:ahLst/>
              <a:cxnLst/>
              <a:rect l="l" t="t" r="r" b="b"/>
              <a:pathLst>
                <a:path w="1295400" h="381000">
                  <a:moveTo>
                    <a:pt x="754342" y="0"/>
                  </a:moveTo>
                  <a:lnTo>
                    <a:pt x="862105" y="0"/>
                  </a:lnTo>
                  <a:lnTo>
                    <a:pt x="481105" y="381000"/>
                  </a:lnTo>
                  <a:lnTo>
                    <a:pt x="373342" y="381000"/>
                  </a:lnTo>
                  <a:close/>
                </a:path>
              </a:pathLst>
            </a:custGeom>
            <a:solidFill>
              <a:srgbClr val="F3F6FC"/>
            </a:solidFill>
            <a:ln>
              <a:noFill/>
            </a:ln>
          </p:spPr>
        </p:sp>
        <p:sp>
          <p:nvSpPr>
            <p:cNvPr id="38" name="node05.hatch.004"/>
            <p:cNvSpPr/>
            <p:nvPr/>
          </p:nvSpPr>
          <p:spPr>
            <a:xfrm>
              <a:off x="3848100" y="2514600"/>
              <a:ext cx="1295400" cy="381000"/>
            </a:xfrm>
            <a:custGeom>
              <a:avLst/>
              <a:gdLst/>
              <a:ahLst/>
              <a:cxnLst/>
              <a:rect l="l" t="t" r="r" b="b"/>
              <a:pathLst>
                <a:path w="1295400" h="381000">
                  <a:moveTo>
                    <a:pt x="969868" y="0"/>
                  </a:moveTo>
                  <a:lnTo>
                    <a:pt x="1077631" y="0"/>
                  </a:lnTo>
                  <a:lnTo>
                    <a:pt x="696631" y="381000"/>
                  </a:lnTo>
                  <a:lnTo>
                    <a:pt x="588868" y="381000"/>
                  </a:lnTo>
                  <a:close/>
                </a:path>
              </a:pathLst>
            </a:custGeom>
            <a:solidFill>
              <a:srgbClr val="F3F6FC"/>
            </a:solidFill>
            <a:ln>
              <a:noFill/>
            </a:ln>
          </p:spPr>
        </p:sp>
        <p:sp>
          <p:nvSpPr>
            <p:cNvPr id="39" name="node05.hatch.005"/>
            <p:cNvSpPr/>
            <p:nvPr/>
          </p:nvSpPr>
          <p:spPr>
            <a:xfrm>
              <a:off x="3848100" y="2514600"/>
              <a:ext cx="1295400" cy="381000"/>
            </a:xfrm>
            <a:custGeom>
              <a:avLst/>
              <a:gdLst/>
              <a:ahLst/>
              <a:cxnLst/>
              <a:rect l="l" t="t" r="r" b="b"/>
              <a:pathLst>
                <a:path w="1295400" h="381000">
                  <a:moveTo>
                    <a:pt x="1185394" y="0"/>
                  </a:moveTo>
                  <a:lnTo>
                    <a:pt x="1293157" y="0"/>
                  </a:lnTo>
                  <a:lnTo>
                    <a:pt x="912157" y="381000"/>
                  </a:lnTo>
                  <a:lnTo>
                    <a:pt x="804394" y="381000"/>
                  </a:lnTo>
                  <a:close/>
                </a:path>
              </a:pathLst>
            </a:custGeom>
            <a:solidFill>
              <a:srgbClr val="F3F6FC"/>
            </a:solidFill>
            <a:ln>
              <a:noFill/>
            </a:ln>
          </p:spPr>
        </p:sp>
        <p:sp>
          <p:nvSpPr>
            <p:cNvPr id="40" name="node05.hatch.006"/>
            <p:cNvSpPr/>
            <p:nvPr/>
          </p:nvSpPr>
          <p:spPr>
            <a:xfrm>
              <a:off x="3848100" y="2514600"/>
              <a:ext cx="1295400" cy="381000"/>
            </a:xfrm>
            <a:custGeom>
              <a:avLst/>
              <a:gdLst/>
              <a:ahLst/>
              <a:cxnLst/>
              <a:rect l="l" t="t" r="r" b="b"/>
              <a:pathLst>
                <a:path w="1295400" h="381000">
                  <a:moveTo>
                    <a:pt x="1295400" y="105520"/>
                  </a:moveTo>
                  <a:lnTo>
                    <a:pt x="1295400" y="213283"/>
                  </a:lnTo>
                  <a:lnTo>
                    <a:pt x="1127683" y="381000"/>
                  </a:lnTo>
                  <a:lnTo>
                    <a:pt x="1019920" y="381000"/>
                  </a:lnTo>
                  <a:close/>
                </a:path>
              </a:pathLst>
            </a:custGeom>
            <a:solidFill>
              <a:srgbClr val="F3F6FC"/>
            </a:solidFill>
            <a:ln>
              <a:noFill/>
            </a:ln>
          </p:spPr>
        </p:sp>
        <p:sp>
          <p:nvSpPr>
            <p:cNvPr id="41" name="node05.hatch.007"/>
            <p:cNvSpPr/>
            <p:nvPr/>
          </p:nvSpPr>
          <p:spPr>
            <a:xfrm>
              <a:off x="3848100" y="2514600"/>
              <a:ext cx="1295400" cy="381000"/>
            </a:xfrm>
            <a:custGeom>
              <a:avLst/>
              <a:gdLst/>
              <a:ahLst/>
              <a:cxnLst/>
              <a:rect l="l" t="t" r="r" b="b"/>
              <a:pathLst>
                <a:path w="1295400" h="381000">
                  <a:moveTo>
                    <a:pt x="1295400" y="321046"/>
                  </a:moveTo>
                  <a:lnTo>
                    <a:pt x="1295400" y="381000"/>
                  </a:lnTo>
                  <a:lnTo>
                    <a:pt x="1235446" y="381000"/>
                  </a:lnTo>
                  <a:close/>
                </a:path>
              </a:pathLst>
            </a:custGeom>
            <a:solidFill>
              <a:srgbClr val="F3F6FC"/>
            </a:solidFill>
            <a:ln>
              <a:noFill/>
            </a:ln>
          </p:spPr>
        </p:sp>
        <p:sp>
          <p:nvSpPr>
            <p:cNvPr id="42" name="node05.border"/>
            <p:cNvSpPr/>
            <p:nvPr/>
          </p:nvSpPr>
          <p:spPr>
            <a:xfrm>
              <a:off x="3848100" y="2514600"/>
              <a:ext cx="1295400" cy="381000"/>
            </a:xfrm>
            <a:prstGeom prst="rect">
              <a:avLst/>
            </a:prstGeom>
            <a:ln w="12700">
              <a:solidFill>
                <a:srgbClr val="97A4BA"/>
              </a:solidFill>
              <a:prstDash val="solid"/>
            </a:ln>
          </p:spPr>
        </p:sp>
        <p:sp>
          <p:nvSpPr>
            <p:cNvPr id="43" name="node05.placeholder"/>
            <p:cNvSpPr/>
            <p:nvPr/>
          </p:nvSpPr>
          <p:spPr>
            <a:xfrm>
              <a:off x="3873500" y="2628900"/>
              <a:ext cx="1244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IDENTITY</a:t>
              </a:r>
              <a:endParaRPr lang="en-US" sz="900" spc="54" kern="0" b="0" i="0" dirty="0">
                <a:solidFill>
                  <a:srgbClr val="50658E"/>
                </a:solidFill>
                <a:latin typeface="IBM Plex Mono SemiBold"/>
                <a:ea typeface="IBM Plex Mono SemiBold"/>
                <a:cs typeface="IBM Plex Mono SemiBold"/>
              </a:endParaRPr>
            </a:p>
          </p:txBody>
        </p:sp>
      </p:grpSp>
      <p:grpSp>
        <p:nvGrpSpPr>
          <p:cNvPr id="203" name="node06"/>
          <p:cNvGrpSpPr/>
          <p:nvPr/>
        </p:nvGrpSpPr>
        <p:grpSpPr>
          <a:xfrm>
            <a:off x="5524500" y="2057400"/>
            <a:ext cx="3657600" cy="914400"/>
            <a:chOff x="5524500" y="2057400"/>
            <a:chExt cx="3657600" cy="914400"/>
          </a:xfrm>
        </p:grpSpPr>
        <p:sp>
          <p:nvSpPr>
            <p:cNvPr id="44" name="node06.surface"/>
            <p:cNvSpPr/>
            <p:nvPr/>
          </p:nvSpPr>
          <p:spPr>
            <a:xfrm>
              <a:off x="5524500" y="2057400"/>
              <a:ext cx="3657600" cy="914400"/>
            </a:xfrm>
            <a:prstGeom prst="rect">
              <a:avLst/>
            </a:prstGeom>
            <a:solidFill>
              <a:srgbClr val="FFFFFF"/>
            </a:solidFill>
            <a:ln w="12700">
              <a:solidFill>
                <a:srgbClr val="CED7E6"/>
              </a:solidFill>
              <a:prstDash val="solid"/>
            </a:ln>
          </p:spPr>
        </p:sp>
        <p:sp>
          <p:nvSpPr>
            <p:cNvPr id="45" name="node06.label"/>
            <p:cNvSpPr/>
            <p:nvPr/>
          </p:nvSpPr>
          <p:spPr>
            <a:xfrm>
              <a:off x="5676900" y="2171700"/>
              <a:ext cx="3352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Security and logging project</a:t>
              </a:r>
              <a:endParaRPr lang="en-US" sz="1400" spc="0" kern="0" b="0" i="0" dirty="0">
                <a:solidFill>
                  <a:srgbClr val="070154"/>
                </a:solidFill>
                <a:latin typeface="IBM Plex Sans SemiBold"/>
                <a:ea typeface="IBM Plex Sans SemiBold"/>
                <a:cs typeface="IBM Plex Sans SemiBold"/>
              </a:endParaRPr>
            </a:p>
          </p:txBody>
        </p:sp>
      </p:grpSp>
      <p:grpSp>
        <p:nvGrpSpPr>
          <p:cNvPr id="204" name="node07"/>
          <p:cNvGrpSpPr/>
          <p:nvPr/>
        </p:nvGrpSpPr>
        <p:grpSpPr>
          <a:xfrm>
            <a:off x="5676900" y="2514600"/>
            <a:ext cx="1371600" cy="381000"/>
            <a:chOff x="5676900" y="2514600"/>
            <a:chExt cx="1371600" cy="381000"/>
          </a:xfrm>
        </p:grpSpPr>
        <p:sp>
          <p:nvSpPr>
            <p:cNvPr id="46" name="node07.background"/>
            <p:cNvSpPr/>
            <p:nvPr/>
          </p:nvSpPr>
          <p:spPr>
            <a:xfrm>
              <a:off x="5676900" y="2514600"/>
              <a:ext cx="1371600" cy="381000"/>
            </a:xfrm>
            <a:prstGeom prst="rect">
              <a:avLst/>
            </a:prstGeom>
            <a:solidFill>
              <a:srgbClr val="FFFFFF"/>
            </a:solidFill>
            <a:ln>
              <a:noFill/>
            </a:ln>
          </p:spPr>
        </p:sp>
        <p:sp>
          <p:nvSpPr>
            <p:cNvPr id="47" name="node07.hatch.000"/>
            <p:cNvSpPr/>
            <p:nvPr/>
          </p:nvSpPr>
          <p:spPr>
            <a:xfrm>
              <a:off x="5676900" y="2514600"/>
              <a:ext cx="1371600" cy="381000"/>
            </a:xfrm>
            <a:custGeom>
              <a:avLst/>
              <a:gdLst/>
              <a:ahLst/>
              <a:cxnLst/>
              <a:rect l="l" t="t" r="r" b="b"/>
              <a:pathLst>
                <a:path w="1371600" h="381000">
                  <a:moveTo>
                    <a:pt x="0" y="215526"/>
                  </a:moveTo>
                  <a:lnTo>
                    <a:pt x="0" y="107763"/>
                  </a:lnTo>
                  <a:lnTo>
                    <a:pt x="107763" y="0"/>
                  </a:lnTo>
                  <a:lnTo>
                    <a:pt x="215526" y="0"/>
                  </a:lnTo>
                  <a:close/>
                </a:path>
              </a:pathLst>
            </a:custGeom>
            <a:solidFill>
              <a:srgbClr val="F3F6FC"/>
            </a:solidFill>
            <a:ln>
              <a:noFill/>
            </a:ln>
          </p:spPr>
        </p:sp>
        <p:sp>
          <p:nvSpPr>
            <p:cNvPr id="48" name="node07.hatch.001"/>
            <p:cNvSpPr/>
            <p:nvPr/>
          </p:nvSpPr>
          <p:spPr>
            <a:xfrm>
              <a:off x="5676900" y="2514600"/>
              <a:ext cx="1371600" cy="381000"/>
            </a:xfrm>
            <a:custGeom>
              <a:avLst/>
              <a:gdLst/>
              <a:ahLst/>
              <a:cxnLst/>
              <a:rect l="l" t="t" r="r" b="b"/>
              <a:pathLst>
                <a:path w="1371600" h="381000">
                  <a:moveTo>
                    <a:pt x="0" y="323289"/>
                  </a:moveTo>
                  <a:lnTo>
                    <a:pt x="323289" y="0"/>
                  </a:lnTo>
                  <a:lnTo>
                    <a:pt x="431052" y="0"/>
                  </a:lnTo>
                  <a:lnTo>
                    <a:pt x="50052" y="381000"/>
                  </a:lnTo>
                  <a:lnTo>
                    <a:pt x="0" y="381000"/>
                  </a:lnTo>
                  <a:close/>
                </a:path>
              </a:pathLst>
            </a:custGeom>
            <a:solidFill>
              <a:srgbClr val="F3F6FC"/>
            </a:solidFill>
            <a:ln>
              <a:noFill/>
            </a:ln>
          </p:spPr>
        </p:sp>
        <p:sp>
          <p:nvSpPr>
            <p:cNvPr id="49" name="node07.hatch.002"/>
            <p:cNvSpPr/>
            <p:nvPr/>
          </p:nvSpPr>
          <p:spPr>
            <a:xfrm>
              <a:off x="5676900" y="2514600"/>
              <a:ext cx="1371600" cy="381000"/>
            </a:xfrm>
            <a:custGeom>
              <a:avLst/>
              <a:gdLst/>
              <a:ahLst/>
              <a:cxnLst/>
              <a:rect l="l" t="t" r="r" b="b"/>
              <a:pathLst>
                <a:path w="1371600" h="381000">
                  <a:moveTo>
                    <a:pt x="538815" y="0"/>
                  </a:moveTo>
                  <a:lnTo>
                    <a:pt x="646578" y="0"/>
                  </a:lnTo>
                  <a:lnTo>
                    <a:pt x="265578" y="381000"/>
                  </a:lnTo>
                  <a:lnTo>
                    <a:pt x="157815" y="381000"/>
                  </a:lnTo>
                  <a:close/>
                </a:path>
              </a:pathLst>
            </a:custGeom>
            <a:solidFill>
              <a:srgbClr val="F3F6FC"/>
            </a:solidFill>
            <a:ln>
              <a:noFill/>
            </a:ln>
          </p:spPr>
        </p:sp>
        <p:sp>
          <p:nvSpPr>
            <p:cNvPr id="50" name="node07.hatch.003"/>
            <p:cNvSpPr/>
            <p:nvPr/>
          </p:nvSpPr>
          <p:spPr>
            <a:xfrm>
              <a:off x="5676900" y="2514600"/>
              <a:ext cx="1371600" cy="381000"/>
            </a:xfrm>
            <a:custGeom>
              <a:avLst/>
              <a:gdLst/>
              <a:ahLst/>
              <a:cxnLst/>
              <a:rect l="l" t="t" r="r" b="b"/>
              <a:pathLst>
                <a:path w="1371600" h="381000">
                  <a:moveTo>
                    <a:pt x="754342" y="0"/>
                  </a:moveTo>
                  <a:lnTo>
                    <a:pt x="862105" y="0"/>
                  </a:lnTo>
                  <a:lnTo>
                    <a:pt x="481105" y="381000"/>
                  </a:lnTo>
                  <a:lnTo>
                    <a:pt x="373342" y="381000"/>
                  </a:lnTo>
                  <a:close/>
                </a:path>
              </a:pathLst>
            </a:custGeom>
            <a:solidFill>
              <a:srgbClr val="F3F6FC"/>
            </a:solidFill>
            <a:ln>
              <a:noFill/>
            </a:ln>
          </p:spPr>
        </p:sp>
        <p:sp>
          <p:nvSpPr>
            <p:cNvPr id="51" name="node07.hatch.004"/>
            <p:cNvSpPr/>
            <p:nvPr/>
          </p:nvSpPr>
          <p:spPr>
            <a:xfrm>
              <a:off x="5676900" y="2514600"/>
              <a:ext cx="1371600" cy="381000"/>
            </a:xfrm>
            <a:custGeom>
              <a:avLst/>
              <a:gdLst/>
              <a:ahLst/>
              <a:cxnLst/>
              <a:rect l="l" t="t" r="r" b="b"/>
              <a:pathLst>
                <a:path w="1371600" h="381000">
                  <a:moveTo>
                    <a:pt x="969868" y="0"/>
                  </a:moveTo>
                  <a:lnTo>
                    <a:pt x="1077631" y="0"/>
                  </a:lnTo>
                  <a:lnTo>
                    <a:pt x="696631" y="381000"/>
                  </a:lnTo>
                  <a:lnTo>
                    <a:pt x="588868" y="381000"/>
                  </a:lnTo>
                  <a:close/>
                </a:path>
              </a:pathLst>
            </a:custGeom>
            <a:solidFill>
              <a:srgbClr val="F3F6FC"/>
            </a:solidFill>
            <a:ln>
              <a:noFill/>
            </a:ln>
          </p:spPr>
        </p:sp>
        <p:sp>
          <p:nvSpPr>
            <p:cNvPr id="52" name="node07.hatch.005"/>
            <p:cNvSpPr/>
            <p:nvPr/>
          </p:nvSpPr>
          <p:spPr>
            <a:xfrm>
              <a:off x="5676900" y="2514600"/>
              <a:ext cx="1371600" cy="381000"/>
            </a:xfrm>
            <a:custGeom>
              <a:avLst/>
              <a:gdLst/>
              <a:ahLst/>
              <a:cxnLst/>
              <a:rect l="l" t="t" r="r" b="b"/>
              <a:pathLst>
                <a:path w="1371600" h="381000">
                  <a:moveTo>
                    <a:pt x="1185394" y="0"/>
                  </a:moveTo>
                  <a:lnTo>
                    <a:pt x="1293157" y="0"/>
                  </a:lnTo>
                  <a:lnTo>
                    <a:pt x="912157" y="381000"/>
                  </a:lnTo>
                  <a:lnTo>
                    <a:pt x="804394" y="381000"/>
                  </a:lnTo>
                  <a:close/>
                </a:path>
              </a:pathLst>
            </a:custGeom>
            <a:solidFill>
              <a:srgbClr val="F3F6FC"/>
            </a:solidFill>
            <a:ln>
              <a:noFill/>
            </a:ln>
          </p:spPr>
        </p:sp>
        <p:sp>
          <p:nvSpPr>
            <p:cNvPr id="53" name="node07.hatch.006"/>
            <p:cNvSpPr/>
            <p:nvPr/>
          </p:nvSpPr>
          <p:spPr>
            <a:xfrm>
              <a:off x="5676900" y="2514600"/>
              <a:ext cx="1371600" cy="381000"/>
            </a:xfrm>
            <a:custGeom>
              <a:avLst/>
              <a:gdLst/>
              <a:ahLst/>
              <a:cxnLst/>
              <a:rect l="l" t="t" r="r" b="b"/>
              <a:pathLst>
                <a:path w="1371600" h="381000">
                  <a:moveTo>
                    <a:pt x="1371600" y="29320"/>
                  </a:moveTo>
                  <a:lnTo>
                    <a:pt x="1371600" y="137083"/>
                  </a:lnTo>
                  <a:lnTo>
                    <a:pt x="1127683" y="381000"/>
                  </a:lnTo>
                  <a:lnTo>
                    <a:pt x="1019920" y="381000"/>
                  </a:lnTo>
                  <a:close/>
                </a:path>
              </a:pathLst>
            </a:custGeom>
            <a:solidFill>
              <a:srgbClr val="F3F6FC"/>
            </a:solidFill>
            <a:ln>
              <a:noFill/>
            </a:ln>
          </p:spPr>
        </p:sp>
        <p:sp>
          <p:nvSpPr>
            <p:cNvPr id="54" name="node07.hatch.007"/>
            <p:cNvSpPr/>
            <p:nvPr/>
          </p:nvSpPr>
          <p:spPr>
            <a:xfrm>
              <a:off x="5676900" y="2514600"/>
              <a:ext cx="1371600" cy="381000"/>
            </a:xfrm>
            <a:custGeom>
              <a:avLst/>
              <a:gdLst/>
              <a:ahLst/>
              <a:cxnLst/>
              <a:rect l="l" t="t" r="r" b="b"/>
              <a:pathLst>
                <a:path w="1371600" h="381000">
                  <a:moveTo>
                    <a:pt x="1371600" y="244846"/>
                  </a:moveTo>
                  <a:lnTo>
                    <a:pt x="1371600" y="352609"/>
                  </a:lnTo>
                  <a:lnTo>
                    <a:pt x="1343209" y="381000"/>
                  </a:lnTo>
                  <a:lnTo>
                    <a:pt x="1235446" y="381000"/>
                  </a:lnTo>
                  <a:close/>
                </a:path>
              </a:pathLst>
            </a:custGeom>
            <a:solidFill>
              <a:srgbClr val="F3F6FC"/>
            </a:solidFill>
            <a:ln>
              <a:noFill/>
            </a:ln>
          </p:spPr>
        </p:sp>
        <p:sp>
          <p:nvSpPr>
            <p:cNvPr id="55" name="node07.border"/>
            <p:cNvSpPr/>
            <p:nvPr/>
          </p:nvSpPr>
          <p:spPr>
            <a:xfrm>
              <a:off x="5676900" y="2514600"/>
              <a:ext cx="1371600" cy="381000"/>
            </a:xfrm>
            <a:prstGeom prst="rect">
              <a:avLst/>
            </a:prstGeom>
            <a:ln w="12700">
              <a:solidFill>
                <a:srgbClr val="97A4BA"/>
              </a:solidFill>
              <a:prstDash val="solid"/>
            </a:ln>
          </p:spPr>
        </p:sp>
        <p:sp>
          <p:nvSpPr>
            <p:cNvPr id="56" name="node07.placeholder"/>
            <p:cNvSpPr/>
            <p:nvPr/>
          </p:nvSpPr>
          <p:spPr>
            <a:xfrm>
              <a:off x="5702300" y="2552700"/>
              <a:ext cx="13208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SECURITY COMMAND CENTER</a:t>
              </a:r>
              <a:endParaRPr lang="en-US" sz="900" spc="54" kern="0" b="0" i="0" dirty="0">
                <a:solidFill>
                  <a:srgbClr val="50658E"/>
                </a:solidFill>
                <a:latin typeface="IBM Plex Mono SemiBold"/>
                <a:ea typeface="IBM Plex Mono SemiBold"/>
                <a:cs typeface="IBM Plex Mono SemiBold"/>
              </a:endParaRPr>
            </a:p>
          </p:txBody>
        </p:sp>
      </p:grpSp>
      <p:grpSp>
        <p:nvGrpSpPr>
          <p:cNvPr id="205" name="node08"/>
          <p:cNvGrpSpPr/>
          <p:nvPr/>
        </p:nvGrpSpPr>
        <p:grpSpPr>
          <a:xfrm>
            <a:off x="7124700" y="2514600"/>
            <a:ext cx="1066800" cy="381000"/>
            <a:chOff x="7124700" y="2514600"/>
            <a:chExt cx="1066800" cy="381000"/>
          </a:xfrm>
        </p:grpSpPr>
        <p:sp>
          <p:nvSpPr>
            <p:cNvPr id="57" name="node08.background"/>
            <p:cNvSpPr/>
            <p:nvPr/>
          </p:nvSpPr>
          <p:spPr>
            <a:xfrm>
              <a:off x="7124700" y="2514600"/>
              <a:ext cx="1066800" cy="381000"/>
            </a:xfrm>
            <a:prstGeom prst="rect">
              <a:avLst/>
            </a:prstGeom>
            <a:solidFill>
              <a:srgbClr val="FFFFFF"/>
            </a:solidFill>
            <a:ln>
              <a:noFill/>
            </a:ln>
          </p:spPr>
        </p:sp>
        <p:sp>
          <p:nvSpPr>
            <p:cNvPr id="58" name="node08.hatch.000"/>
            <p:cNvSpPr/>
            <p:nvPr/>
          </p:nvSpPr>
          <p:spPr>
            <a:xfrm>
              <a:off x="7124700" y="2514600"/>
              <a:ext cx="1066800" cy="381000"/>
            </a:xfrm>
            <a:custGeom>
              <a:avLst/>
              <a:gdLst/>
              <a:ahLst/>
              <a:cxnLst/>
              <a:rect l="l" t="t" r="r" b="b"/>
              <a:pathLst>
                <a:path w="1066800" h="381000">
                  <a:moveTo>
                    <a:pt x="0" y="215526"/>
                  </a:moveTo>
                  <a:lnTo>
                    <a:pt x="0" y="107763"/>
                  </a:lnTo>
                  <a:lnTo>
                    <a:pt x="107763" y="0"/>
                  </a:lnTo>
                  <a:lnTo>
                    <a:pt x="215526" y="0"/>
                  </a:lnTo>
                  <a:close/>
                </a:path>
              </a:pathLst>
            </a:custGeom>
            <a:solidFill>
              <a:srgbClr val="F3F6FC"/>
            </a:solidFill>
            <a:ln>
              <a:noFill/>
            </a:ln>
          </p:spPr>
        </p:sp>
        <p:sp>
          <p:nvSpPr>
            <p:cNvPr id="59" name="node08.hatch.001"/>
            <p:cNvSpPr/>
            <p:nvPr/>
          </p:nvSpPr>
          <p:spPr>
            <a:xfrm>
              <a:off x="7124700" y="2514600"/>
              <a:ext cx="1066800" cy="381000"/>
            </a:xfrm>
            <a:custGeom>
              <a:avLst/>
              <a:gdLst/>
              <a:ahLst/>
              <a:cxnLst/>
              <a:rect l="l" t="t" r="r" b="b"/>
              <a:pathLst>
                <a:path w="1066800" h="381000">
                  <a:moveTo>
                    <a:pt x="0" y="323289"/>
                  </a:moveTo>
                  <a:lnTo>
                    <a:pt x="323289" y="0"/>
                  </a:lnTo>
                  <a:lnTo>
                    <a:pt x="431052" y="0"/>
                  </a:lnTo>
                  <a:lnTo>
                    <a:pt x="50052" y="381000"/>
                  </a:lnTo>
                  <a:lnTo>
                    <a:pt x="0" y="381000"/>
                  </a:lnTo>
                  <a:close/>
                </a:path>
              </a:pathLst>
            </a:custGeom>
            <a:solidFill>
              <a:srgbClr val="F3F6FC"/>
            </a:solidFill>
            <a:ln>
              <a:noFill/>
            </a:ln>
          </p:spPr>
        </p:sp>
        <p:sp>
          <p:nvSpPr>
            <p:cNvPr id="60" name="node08.hatch.002"/>
            <p:cNvSpPr/>
            <p:nvPr/>
          </p:nvSpPr>
          <p:spPr>
            <a:xfrm>
              <a:off x="7124700" y="2514600"/>
              <a:ext cx="1066800" cy="381000"/>
            </a:xfrm>
            <a:custGeom>
              <a:avLst/>
              <a:gdLst/>
              <a:ahLst/>
              <a:cxnLst/>
              <a:rect l="l" t="t" r="r" b="b"/>
              <a:pathLst>
                <a:path w="1066800" h="381000">
                  <a:moveTo>
                    <a:pt x="538815" y="0"/>
                  </a:moveTo>
                  <a:lnTo>
                    <a:pt x="646578" y="0"/>
                  </a:lnTo>
                  <a:lnTo>
                    <a:pt x="265578" y="381000"/>
                  </a:lnTo>
                  <a:lnTo>
                    <a:pt x="157815" y="381000"/>
                  </a:lnTo>
                  <a:close/>
                </a:path>
              </a:pathLst>
            </a:custGeom>
            <a:solidFill>
              <a:srgbClr val="F3F6FC"/>
            </a:solidFill>
            <a:ln>
              <a:noFill/>
            </a:ln>
          </p:spPr>
        </p:sp>
        <p:sp>
          <p:nvSpPr>
            <p:cNvPr id="61" name="node08.hatch.003"/>
            <p:cNvSpPr/>
            <p:nvPr/>
          </p:nvSpPr>
          <p:spPr>
            <a:xfrm>
              <a:off x="7124700" y="2514600"/>
              <a:ext cx="1066800" cy="381000"/>
            </a:xfrm>
            <a:custGeom>
              <a:avLst/>
              <a:gdLst/>
              <a:ahLst/>
              <a:cxnLst/>
              <a:rect l="l" t="t" r="r" b="b"/>
              <a:pathLst>
                <a:path w="1066800" h="381000">
                  <a:moveTo>
                    <a:pt x="754342" y="0"/>
                  </a:moveTo>
                  <a:lnTo>
                    <a:pt x="862105" y="0"/>
                  </a:lnTo>
                  <a:lnTo>
                    <a:pt x="481105" y="381000"/>
                  </a:lnTo>
                  <a:lnTo>
                    <a:pt x="373342" y="381000"/>
                  </a:lnTo>
                  <a:close/>
                </a:path>
              </a:pathLst>
            </a:custGeom>
            <a:solidFill>
              <a:srgbClr val="F3F6FC"/>
            </a:solidFill>
            <a:ln>
              <a:noFill/>
            </a:ln>
          </p:spPr>
        </p:sp>
        <p:sp>
          <p:nvSpPr>
            <p:cNvPr id="62" name="node08.hatch.004"/>
            <p:cNvSpPr/>
            <p:nvPr/>
          </p:nvSpPr>
          <p:spPr>
            <a:xfrm>
              <a:off x="7124700" y="2514600"/>
              <a:ext cx="1066800" cy="381000"/>
            </a:xfrm>
            <a:custGeom>
              <a:avLst/>
              <a:gdLst/>
              <a:ahLst/>
              <a:cxnLst/>
              <a:rect l="l" t="t" r="r" b="b"/>
              <a:pathLst>
                <a:path w="1066800" h="381000">
                  <a:moveTo>
                    <a:pt x="969868" y="0"/>
                  </a:moveTo>
                  <a:lnTo>
                    <a:pt x="1066800" y="0"/>
                  </a:lnTo>
                  <a:lnTo>
                    <a:pt x="1066800" y="10831"/>
                  </a:lnTo>
                  <a:lnTo>
                    <a:pt x="696631" y="381000"/>
                  </a:lnTo>
                  <a:lnTo>
                    <a:pt x="588868" y="381000"/>
                  </a:lnTo>
                  <a:close/>
                </a:path>
              </a:pathLst>
            </a:custGeom>
            <a:solidFill>
              <a:srgbClr val="F3F6FC"/>
            </a:solidFill>
            <a:ln>
              <a:noFill/>
            </a:ln>
          </p:spPr>
        </p:sp>
        <p:sp>
          <p:nvSpPr>
            <p:cNvPr id="63" name="node08.hatch.005"/>
            <p:cNvSpPr/>
            <p:nvPr/>
          </p:nvSpPr>
          <p:spPr>
            <a:xfrm>
              <a:off x="7124700" y="2514600"/>
              <a:ext cx="1066800" cy="381000"/>
            </a:xfrm>
            <a:custGeom>
              <a:avLst/>
              <a:gdLst/>
              <a:ahLst/>
              <a:cxnLst/>
              <a:rect l="l" t="t" r="r" b="b"/>
              <a:pathLst>
                <a:path w="1066800" h="381000">
                  <a:moveTo>
                    <a:pt x="1066800" y="118594"/>
                  </a:moveTo>
                  <a:lnTo>
                    <a:pt x="1066800" y="226357"/>
                  </a:lnTo>
                  <a:lnTo>
                    <a:pt x="912157" y="381000"/>
                  </a:lnTo>
                  <a:lnTo>
                    <a:pt x="804394" y="381000"/>
                  </a:lnTo>
                  <a:close/>
                </a:path>
              </a:pathLst>
            </a:custGeom>
            <a:solidFill>
              <a:srgbClr val="F3F6FC"/>
            </a:solidFill>
            <a:ln>
              <a:noFill/>
            </a:ln>
          </p:spPr>
        </p:sp>
        <p:sp>
          <p:nvSpPr>
            <p:cNvPr id="64" name="node08.hatch.006"/>
            <p:cNvSpPr/>
            <p:nvPr/>
          </p:nvSpPr>
          <p:spPr>
            <a:xfrm>
              <a:off x="7124700" y="2514600"/>
              <a:ext cx="1066800" cy="381000"/>
            </a:xfrm>
            <a:custGeom>
              <a:avLst/>
              <a:gdLst/>
              <a:ahLst/>
              <a:cxnLst/>
              <a:rect l="l" t="t" r="r" b="b"/>
              <a:pathLst>
                <a:path w="1066800" h="381000">
                  <a:moveTo>
                    <a:pt x="1066800" y="334120"/>
                  </a:moveTo>
                  <a:lnTo>
                    <a:pt x="1066800" y="381000"/>
                  </a:lnTo>
                  <a:lnTo>
                    <a:pt x="1019920" y="381000"/>
                  </a:lnTo>
                  <a:close/>
                </a:path>
              </a:pathLst>
            </a:custGeom>
            <a:solidFill>
              <a:srgbClr val="F3F6FC"/>
            </a:solidFill>
            <a:ln>
              <a:noFill/>
            </a:ln>
          </p:spPr>
        </p:sp>
        <p:sp>
          <p:nvSpPr>
            <p:cNvPr id="65" name="node08.border"/>
            <p:cNvSpPr/>
            <p:nvPr/>
          </p:nvSpPr>
          <p:spPr>
            <a:xfrm>
              <a:off x="7124700" y="2514600"/>
              <a:ext cx="1066800" cy="381000"/>
            </a:xfrm>
            <a:prstGeom prst="rect">
              <a:avLst/>
            </a:prstGeom>
            <a:ln w="12700">
              <a:solidFill>
                <a:srgbClr val="97A4BA"/>
              </a:solidFill>
              <a:prstDash val="solid"/>
            </a:ln>
          </p:spPr>
        </p:sp>
        <p:sp>
          <p:nvSpPr>
            <p:cNvPr id="66" name="node08.placeholder"/>
            <p:cNvSpPr/>
            <p:nvPr/>
          </p:nvSpPr>
          <p:spPr>
            <a:xfrm>
              <a:off x="7150100" y="2552700"/>
              <a:ext cx="10160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LOGGING AND MONITORING</a:t>
              </a:r>
              <a:endParaRPr lang="en-US" sz="900" spc="54" kern="0" b="0" i="0" dirty="0">
                <a:solidFill>
                  <a:srgbClr val="50658E"/>
                </a:solidFill>
                <a:latin typeface="IBM Plex Mono SemiBold"/>
                <a:ea typeface="IBM Plex Mono SemiBold"/>
                <a:cs typeface="IBM Plex Mono SemiBold"/>
              </a:endParaRPr>
            </a:p>
          </p:txBody>
        </p:sp>
      </p:grpSp>
      <p:grpSp>
        <p:nvGrpSpPr>
          <p:cNvPr id="206" name="node09"/>
          <p:cNvGrpSpPr/>
          <p:nvPr/>
        </p:nvGrpSpPr>
        <p:grpSpPr>
          <a:xfrm>
            <a:off x="8267700" y="2514600"/>
            <a:ext cx="762000" cy="381000"/>
            <a:chOff x="8267700" y="2514600"/>
            <a:chExt cx="762000" cy="381000"/>
          </a:xfrm>
        </p:grpSpPr>
        <p:sp>
          <p:nvSpPr>
            <p:cNvPr id="67" name="node09.background"/>
            <p:cNvSpPr/>
            <p:nvPr/>
          </p:nvSpPr>
          <p:spPr>
            <a:xfrm>
              <a:off x="8267700" y="2514600"/>
              <a:ext cx="762000" cy="381000"/>
            </a:xfrm>
            <a:prstGeom prst="rect">
              <a:avLst/>
            </a:prstGeom>
            <a:solidFill>
              <a:srgbClr val="FFFFFF"/>
            </a:solidFill>
            <a:ln>
              <a:noFill/>
            </a:ln>
          </p:spPr>
        </p:sp>
        <p:sp>
          <p:nvSpPr>
            <p:cNvPr id="68" name="node09.hatch.000"/>
            <p:cNvSpPr/>
            <p:nvPr/>
          </p:nvSpPr>
          <p:spPr>
            <a:xfrm>
              <a:off x="8267700" y="2514600"/>
              <a:ext cx="762000" cy="381000"/>
            </a:xfrm>
            <a:custGeom>
              <a:avLst/>
              <a:gdLst/>
              <a:ahLst/>
              <a:cxnLst/>
              <a:rect l="l" t="t" r="r" b="b"/>
              <a:pathLst>
                <a:path w="762000" h="381000">
                  <a:moveTo>
                    <a:pt x="0" y="215526"/>
                  </a:moveTo>
                  <a:lnTo>
                    <a:pt x="0" y="107763"/>
                  </a:lnTo>
                  <a:lnTo>
                    <a:pt x="107763" y="0"/>
                  </a:lnTo>
                  <a:lnTo>
                    <a:pt x="215526" y="0"/>
                  </a:lnTo>
                  <a:close/>
                </a:path>
              </a:pathLst>
            </a:custGeom>
            <a:solidFill>
              <a:srgbClr val="F3F6FC"/>
            </a:solidFill>
            <a:ln>
              <a:noFill/>
            </a:ln>
          </p:spPr>
        </p:sp>
        <p:sp>
          <p:nvSpPr>
            <p:cNvPr id="69" name="node09.hatch.001"/>
            <p:cNvSpPr/>
            <p:nvPr/>
          </p:nvSpPr>
          <p:spPr>
            <a:xfrm>
              <a:off x="8267700" y="2514600"/>
              <a:ext cx="762000" cy="381000"/>
            </a:xfrm>
            <a:custGeom>
              <a:avLst/>
              <a:gdLst/>
              <a:ahLst/>
              <a:cxnLst/>
              <a:rect l="l" t="t" r="r" b="b"/>
              <a:pathLst>
                <a:path w="762000" h="381000">
                  <a:moveTo>
                    <a:pt x="0" y="323289"/>
                  </a:moveTo>
                  <a:lnTo>
                    <a:pt x="323289" y="0"/>
                  </a:lnTo>
                  <a:lnTo>
                    <a:pt x="431052" y="0"/>
                  </a:lnTo>
                  <a:lnTo>
                    <a:pt x="50052" y="381000"/>
                  </a:lnTo>
                  <a:lnTo>
                    <a:pt x="0" y="381000"/>
                  </a:lnTo>
                  <a:close/>
                </a:path>
              </a:pathLst>
            </a:custGeom>
            <a:solidFill>
              <a:srgbClr val="F3F6FC"/>
            </a:solidFill>
            <a:ln>
              <a:noFill/>
            </a:ln>
          </p:spPr>
        </p:sp>
        <p:sp>
          <p:nvSpPr>
            <p:cNvPr id="70" name="node09.hatch.002"/>
            <p:cNvSpPr/>
            <p:nvPr/>
          </p:nvSpPr>
          <p:spPr>
            <a:xfrm>
              <a:off x="8267700" y="2514600"/>
              <a:ext cx="762000" cy="381000"/>
            </a:xfrm>
            <a:custGeom>
              <a:avLst/>
              <a:gdLst/>
              <a:ahLst/>
              <a:cxnLst/>
              <a:rect l="l" t="t" r="r" b="b"/>
              <a:pathLst>
                <a:path w="762000" h="381000">
                  <a:moveTo>
                    <a:pt x="538815" y="0"/>
                  </a:moveTo>
                  <a:lnTo>
                    <a:pt x="646578" y="0"/>
                  </a:lnTo>
                  <a:lnTo>
                    <a:pt x="265578" y="381000"/>
                  </a:lnTo>
                  <a:lnTo>
                    <a:pt x="157815" y="381000"/>
                  </a:lnTo>
                  <a:close/>
                </a:path>
              </a:pathLst>
            </a:custGeom>
            <a:solidFill>
              <a:srgbClr val="F3F6FC"/>
            </a:solidFill>
            <a:ln>
              <a:noFill/>
            </a:ln>
          </p:spPr>
        </p:sp>
        <p:sp>
          <p:nvSpPr>
            <p:cNvPr id="71" name="node09.hatch.003"/>
            <p:cNvSpPr/>
            <p:nvPr/>
          </p:nvSpPr>
          <p:spPr>
            <a:xfrm>
              <a:off x="8267700" y="2514600"/>
              <a:ext cx="762000" cy="381000"/>
            </a:xfrm>
            <a:custGeom>
              <a:avLst/>
              <a:gdLst/>
              <a:ahLst/>
              <a:cxnLst/>
              <a:rect l="l" t="t" r="r" b="b"/>
              <a:pathLst>
                <a:path w="762000" h="381000">
                  <a:moveTo>
                    <a:pt x="754342" y="0"/>
                  </a:moveTo>
                  <a:lnTo>
                    <a:pt x="762000" y="0"/>
                  </a:lnTo>
                  <a:lnTo>
                    <a:pt x="762000" y="100105"/>
                  </a:lnTo>
                  <a:lnTo>
                    <a:pt x="481105" y="381000"/>
                  </a:lnTo>
                  <a:lnTo>
                    <a:pt x="373342" y="381000"/>
                  </a:lnTo>
                  <a:close/>
                </a:path>
              </a:pathLst>
            </a:custGeom>
            <a:solidFill>
              <a:srgbClr val="F3F6FC"/>
            </a:solidFill>
            <a:ln>
              <a:noFill/>
            </a:ln>
          </p:spPr>
        </p:sp>
        <p:sp>
          <p:nvSpPr>
            <p:cNvPr id="72" name="node09.hatch.004"/>
            <p:cNvSpPr/>
            <p:nvPr/>
          </p:nvSpPr>
          <p:spPr>
            <a:xfrm>
              <a:off x="8267700" y="2514600"/>
              <a:ext cx="762000" cy="381000"/>
            </a:xfrm>
            <a:custGeom>
              <a:avLst/>
              <a:gdLst/>
              <a:ahLst/>
              <a:cxnLst/>
              <a:rect l="l" t="t" r="r" b="b"/>
              <a:pathLst>
                <a:path w="762000" h="381000">
                  <a:moveTo>
                    <a:pt x="762000" y="207868"/>
                  </a:moveTo>
                  <a:lnTo>
                    <a:pt x="762000" y="315631"/>
                  </a:lnTo>
                  <a:lnTo>
                    <a:pt x="696631" y="381000"/>
                  </a:lnTo>
                  <a:lnTo>
                    <a:pt x="588868" y="381000"/>
                  </a:lnTo>
                  <a:close/>
                </a:path>
              </a:pathLst>
            </a:custGeom>
            <a:solidFill>
              <a:srgbClr val="F3F6FC"/>
            </a:solidFill>
            <a:ln>
              <a:noFill/>
            </a:ln>
          </p:spPr>
        </p:sp>
        <p:sp>
          <p:nvSpPr>
            <p:cNvPr id="73" name="node09.border"/>
            <p:cNvSpPr/>
            <p:nvPr/>
          </p:nvSpPr>
          <p:spPr>
            <a:xfrm>
              <a:off x="8267700" y="2514600"/>
              <a:ext cx="762000" cy="381000"/>
            </a:xfrm>
            <a:prstGeom prst="rect">
              <a:avLst/>
            </a:prstGeom>
            <a:ln w="12700">
              <a:solidFill>
                <a:srgbClr val="97A4BA"/>
              </a:solidFill>
              <a:prstDash val="solid"/>
            </a:ln>
          </p:spPr>
        </p:sp>
        <p:sp>
          <p:nvSpPr>
            <p:cNvPr id="74" name="node09.placeholder"/>
            <p:cNvSpPr/>
            <p:nvPr/>
          </p:nvSpPr>
          <p:spPr>
            <a:xfrm>
              <a:off x="8293100" y="2552700"/>
              <a:ext cx="711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STORAGE</a:t>
              </a:r>
              <a:endParaRPr lang="en-US" sz="900" spc="54" kern="0" b="0" i="0" dirty="0">
                <a:solidFill>
                  <a:srgbClr val="50658E"/>
                </a:solidFill>
                <a:latin typeface="IBM Plex Mono SemiBold"/>
                <a:ea typeface="IBM Plex Mono SemiBold"/>
                <a:cs typeface="IBM Plex Mono SemiBold"/>
              </a:endParaRPr>
            </a:p>
          </p:txBody>
        </p:sp>
      </p:grpSp>
      <p:grpSp>
        <p:nvGrpSpPr>
          <p:cNvPr id="207" name="node10"/>
          <p:cNvGrpSpPr/>
          <p:nvPr/>
        </p:nvGrpSpPr>
        <p:grpSpPr>
          <a:xfrm>
            <a:off x="9410700" y="2057400"/>
            <a:ext cx="1828800" cy="914400"/>
            <a:chOff x="9410700" y="2057400"/>
            <a:chExt cx="1828800" cy="914400"/>
          </a:xfrm>
        </p:grpSpPr>
        <p:sp>
          <p:nvSpPr>
            <p:cNvPr id="75" name="node10.surface"/>
            <p:cNvSpPr/>
            <p:nvPr/>
          </p:nvSpPr>
          <p:spPr>
            <a:xfrm>
              <a:off x="9410700" y="2057400"/>
              <a:ext cx="1828800" cy="914400"/>
            </a:xfrm>
            <a:prstGeom prst="rect">
              <a:avLst/>
            </a:prstGeom>
            <a:solidFill>
              <a:srgbClr val="FFFFFF"/>
            </a:solidFill>
            <a:ln w="12700">
              <a:solidFill>
                <a:srgbClr val="CED7E6"/>
              </a:solidFill>
              <a:prstDash val="solid"/>
            </a:ln>
          </p:spPr>
        </p:sp>
        <p:sp>
          <p:nvSpPr>
            <p:cNvPr id="76" name="node10.label"/>
            <p:cNvSpPr/>
            <p:nvPr/>
          </p:nvSpPr>
          <p:spPr>
            <a:xfrm>
              <a:off x="9563100" y="2171700"/>
              <a:ext cx="1524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Shared VPC host</a:t>
              </a:r>
              <a:endParaRPr lang="en-US" sz="1400" spc="0" kern="0" b="0" i="0" dirty="0">
                <a:solidFill>
                  <a:srgbClr val="070154"/>
                </a:solidFill>
                <a:latin typeface="IBM Plex Sans SemiBold"/>
                <a:ea typeface="IBM Plex Sans SemiBold"/>
                <a:cs typeface="IBM Plex Sans SemiBold"/>
              </a:endParaRPr>
            </a:p>
          </p:txBody>
        </p:sp>
      </p:grpSp>
      <p:grpSp>
        <p:nvGrpSpPr>
          <p:cNvPr id="208" name="node11"/>
          <p:cNvGrpSpPr/>
          <p:nvPr/>
        </p:nvGrpSpPr>
        <p:grpSpPr>
          <a:xfrm>
            <a:off x="9563100" y="2514600"/>
            <a:ext cx="723900" cy="381000"/>
            <a:chOff x="9563100" y="2514600"/>
            <a:chExt cx="723900" cy="381000"/>
          </a:xfrm>
        </p:grpSpPr>
        <p:sp>
          <p:nvSpPr>
            <p:cNvPr id="77" name="node11.background"/>
            <p:cNvSpPr/>
            <p:nvPr/>
          </p:nvSpPr>
          <p:spPr>
            <a:xfrm>
              <a:off x="9563100" y="2514600"/>
              <a:ext cx="723900" cy="381000"/>
            </a:xfrm>
            <a:prstGeom prst="rect">
              <a:avLst/>
            </a:prstGeom>
            <a:solidFill>
              <a:srgbClr val="FFFFFF"/>
            </a:solidFill>
            <a:ln>
              <a:noFill/>
            </a:ln>
          </p:spPr>
        </p:sp>
        <p:sp>
          <p:nvSpPr>
            <p:cNvPr id="78" name="node11.hatch.000"/>
            <p:cNvSpPr/>
            <p:nvPr/>
          </p:nvSpPr>
          <p:spPr>
            <a:xfrm>
              <a:off x="9563100" y="2514600"/>
              <a:ext cx="723900" cy="381000"/>
            </a:xfrm>
            <a:custGeom>
              <a:avLst/>
              <a:gdLst/>
              <a:ahLst/>
              <a:cxnLst/>
              <a:rect l="l" t="t" r="r" b="b"/>
              <a:pathLst>
                <a:path w="723900" h="381000">
                  <a:moveTo>
                    <a:pt x="0" y="215526"/>
                  </a:moveTo>
                  <a:lnTo>
                    <a:pt x="0" y="107763"/>
                  </a:lnTo>
                  <a:lnTo>
                    <a:pt x="107763" y="0"/>
                  </a:lnTo>
                  <a:lnTo>
                    <a:pt x="215526" y="0"/>
                  </a:lnTo>
                  <a:close/>
                </a:path>
              </a:pathLst>
            </a:custGeom>
            <a:solidFill>
              <a:srgbClr val="F3F6FC"/>
            </a:solidFill>
            <a:ln>
              <a:noFill/>
            </a:ln>
          </p:spPr>
        </p:sp>
        <p:sp>
          <p:nvSpPr>
            <p:cNvPr id="79" name="node11.hatch.001"/>
            <p:cNvSpPr/>
            <p:nvPr/>
          </p:nvSpPr>
          <p:spPr>
            <a:xfrm>
              <a:off x="9563100" y="2514600"/>
              <a:ext cx="723900" cy="381000"/>
            </a:xfrm>
            <a:custGeom>
              <a:avLst/>
              <a:gdLst/>
              <a:ahLst/>
              <a:cxnLst/>
              <a:rect l="l" t="t" r="r" b="b"/>
              <a:pathLst>
                <a:path w="723900" h="381000">
                  <a:moveTo>
                    <a:pt x="0" y="323289"/>
                  </a:moveTo>
                  <a:lnTo>
                    <a:pt x="323289" y="0"/>
                  </a:lnTo>
                  <a:lnTo>
                    <a:pt x="431052" y="0"/>
                  </a:lnTo>
                  <a:lnTo>
                    <a:pt x="50052" y="381000"/>
                  </a:lnTo>
                  <a:lnTo>
                    <a:pt x="0" y="381000"/>
                  </a:lnTo>
                  <a:close/>
                </a:path>
              </a:pathLst>
            </a:custGeom>
            <a:solidFill>
              <a:srgbClr val="F3F6FC"/>
            </a:solidFill>
            <a:ln>
              <a:noFill/>
            </a:ln>
          </p:spPr>
        </p:sp>
        <p:sp>
          <p:nvSpPr>
            <p:cNvPr id="80" name="node11.hatch.002"/>
            <p:cNvSpPr/>
            <p:nvPr/>
          </p:nvSpPr>
          <p:spPr>
            <a:xfrm>
              <a:off x="9563100" y="2514600"/>
              <a:ext cx="723900" cy="381000"/>
            </a:xfrm>
            <a:custGeom>
              <a:avLst/>
              <a:gdLst/>
              <a:ahLst/>
              <a:cxnLst/>
              <a:rect l="l" t="t" r="r" b="b"/>
              <a:pathLst>
                <a:path w="723900" h="381000">
                  <a:moveTo>
                    <a:pt x="538815" y="0"/>
                  </a:moveTo>
                  <a:lnTo>
                    <a:pt x="646578" y="0"/>
                  </a:lnTo>
                  <a:lnTo>
                    <a:pt x="265578" y="381000"/>
                  </a:lnTo>
                  <a:lnTo>
                    <a:pt x="157815" y="381000"/>
                  </a:lnTo>
                  <a:close/>
                </a:path>
              </a:pathLst>
            </a:custGeom>
            <a:solidFill>
              <a:srgbClr val="F3F6FC"/>
            </a:solidFill>
            <a:ln>
              <a:noFill/>
            </a:ln>
          </p:spPr>
        </p:sp>
        <p:sp>
          <p:nvSpPr>
            <p:cNvPr id="81" name="node11.hatch.003"/>
            <p:cNvSpPr/>
            <p:nvPr/>
          </p:nvSpPr>
          <p:spPr>
            <a:xfrm>
              <a:off x="9563100" y="2514600"/>
              <a:ext cx="723900" cy="381000"/>
            </a:xfrm>
            <a:custGeom>
              <a:avLst/>
              <a:gdLst/>
              <a:ahLst/>
              <a:cxnLst/>
              <a:rect l="l" t="t" r="r" b="b"/>
              <a:pathLst>
                <a:path w="723900" h="381000">
                  <a:moveTo>
                    <a:pt x="723900" y="30442"/>
                  </a:moveTo>
                  <a:lnTo>
                    <a:pt x="723900" y="138205"/>
                  </a:lnTo>
                  <a:lnTo>
                    <a:pt x="481105" y="381000"/>
                  </a:lnTo>
                  <a:lnTo>
                    <a:pt x="373342" y="381000"/>
                  </a:lnTo>
                  <a:close/>
                </a:path>
              </a:pathLst>
            </a:custGeom>
            <a:solidFill>
              <a:srgbClr val="F3F6FC"/>
            </a:solidFill>
            <a:ln>
              <a:noFill/>
            </a:ln>
          </p:spPr>
        </p:sp>
        <p:sp>
          <p:nvSpPr>
            <p:cNvPr id="82" name="node11.hatch.004"/>
            <p:cNvSpPr/>
            <p:nvPr/>
          </p:nvSpPr>
          <p:spPr>
            <a:xfrm>
              <a:off x="9563100" y="2514600"/>
              <a:ext cx="723900" cy="381000"/>
            </a:xfrm>
            <a:custGeom>
              <a:avLst/>
              <a:gdLst/>
              <a:ahLst/>
              <a:cxnLst/>
              <a:rect l="l" t="t" r="r" b="b"/>
              <a:pathLst>
                <a:path w="723900" h="381000">
                  <a:moveTo>
                    <a:pt x="723900" y="245968"/>
                  </a:moveTo>
                  <a:lnTo>
                    <a:pt x="723900" y="353731"/>
                  </a:lnTo>
                  <a:lnTo>
                    <a:pt x="696631" y="381000"/>
                  </a:lnTo>
                  <a:lnTo>
                    <a:pt x="588868" y="381000"/>
                  </a:lnTo>
                  <a:close/>
                </a:path>
              </a:pathLst>
            </a:custGeom>
            <a:solidFill>
              <a:srgbClr val="F3F6FC"/>
            </a:solidFill>
            <a:ln>
              <a:noFill/>
            </a:ln>
          </p:spPr>
        </p:sp>
        <p:sp>
          <p:nvSpPr>
            <p:cNvPr id="83" name="node11.border"/>
            <p:cNvSpPr/>
            <p:nvPr/>
          </p:nvSpPr>
          <p:spPr>
            <a:xfrm>
              <a:off x="9563100" y="2514600"/>
              <a:ext cx="723900" cy="381000"/>
            </a:xfrm>
            <a:prstGeom prst="rect">
              <a:avLst/>
            </a:prstGeom>
            <a:ln w="12700">
              <a:solidFill>
                <a:srgbClr val="97A4BA"/>
              </a:solidFill>
              <a:prstDash val="solid"/>
            </a:ln>
          </p:spPr>
        </p:sp>
        <p:sp>
          <p:nvSpPr>
            <p:cNvPr id="84" name="node11.placeholder"/>
            <p:cNvSpPr/>
            <p:nvPr/>
          </p:nvSpPr>
          <p:spPr>
            <a:xfrm>
              <a:off x="9588500" y="2552700"/>
              <a:ext cx="6731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SHARED VPC</a:t>
              </a:r>
              <a:endParaRPr lang="en-US" sz="900" spc="54" kern="0" b="0" i="0" dirty="0">
                <a:solidFill>
                  <a:srgbClr val="50658E"/>
                </a:solidFill>
                <a:latin typeface="IBM Plex Mono SemiBold"/>
                <a:ea typeface="IBM Plex Mono SemiBold"/>
                <a:cs typeface="IBM Plex Mono SemiBold"/>
              </a:endParaRPr>
            </a:p>
          </p:txBody>
        </p:sp>
      </p:grpSp>
      <p:grpSp>
        <p:nvGrpSpPr>
          <p:cNvPr id="209" name="node12"/>
          <p:cNvGrpSpPr/>
          <p:nvPr/>
        </p:nvGrpSpPr>
        <p:grpSpPr>
          <a:xfrm>
            <a:off x="10363200" y="2514600"/>
            <a:ext cx="723900" cy="381000"/>
            <a:chOff x="10363200" y="2514600"/>
            <a:chExt cx="723900" cy="381000"/>
          </a:xfrm>
        </p:grpSpPr>
        <p:sp>
          <p:nvSpPr>
            <p:cNvPr id="85" name="node12.background"/>
            <p:cNvSpPr/>
            <p:nvPr/>
          </p:nvSpPr>
          <p:spPr>
            <a:xfrm>
              <a:off x="10363200" y="2514600"/>
              <a:ext cx="723900" cy="381000"/>
            </a:xfrm>
            <a:prstGeom prst="rect">
              <a:avLst/>
            </a:prstGeom>
            <a:solidFill>
              <a:srgbClr val="FFFFFF"/>
            </a:solidFill>
            <a:ln>
              <a:noFill/>
            </a:ln>
          </p:spPr>
        </p:sp>
        <p:sp>
          <p:nvSpPr>
            <p:cNvPr id="86" name="node12.hatch.000"/>
            <p:cNvSpPr/>
            <p:nvPr/>
          </p:nvSpPr>
          <p:spPr>
            <a:xfrm>
              <a:off x="10363200" y="2514600"/>
              <a:ext cx="723900" cy="381000"/>
            </a:xfrm>
            <a:custGeom>
              <a:avLst/>
              <a:gdLst/>
              <a:ahLst/>
              <a:cxnLst/>
              <a:rect l="l" t="t" r="r" b="b"/>
              <a:pathLst>
                <a:path w="723900" h="381000">
                  <a:moveTo>
                    <a:pt x="0" y="215526"/>
                  </a:moveTo>
                  <a:lnTo>
                    <a:pt x="0" y="107763"/>
                  </a:lnTo>
                  <a:lnTo>
                    <a:pt x="107763" y="0"/>
                  </a:lnTo>
                  <a:lnTo>
                    <a:pt x="215526" y="0"/>
                  </a:lnTo>
                  <a:close/>
                </a:path>
              </a:pathLst>
            </a:custGeom>
            <a:solidFill>
              <a:srgbClr val="F3F6FC"/>
            </a:solidFill>
            <a:ln>
              <a:noFill/>
            </a:ln>
          </p:spPr>
        </p:sp>
        <p:sp>
          <p:nvSpPr>
            <p:cNvPr id="87" name="node12.hatch.001"/>
            <p:cNvSpPr/>
            <p:nvPr/>
          </p:nvSpPr>
          <p:spPr>
            <a:xfrm>
              <a:off x="10363200" y="2514600"/>
              <a:ext cx="723900" cy="381000"/>
            </a:xfrm>
            <a:custGeom>
              <a:avLst/>
              <a:gdLst/>
              <a:ahLst/>
              <a:cxnLst/>
              <a:rect l="l" t="t" r="r" b="b"/>
              <a:pathLst>
                <a:path w="723900" h="381000">
                  <a:moveTo>
                    <a:pt x="0" y="323289"/>
                  </a:moveTo>
                  <a:lnTo>
                    <a:pt x="323289" y="0"/>
                  </a:lnTo>
                  <a:lnTo>
                    <a:pt x="431052" y="0"/>
                  </a:lnTo>
                  <a:lnTo>
                    <a:pt x="50052" y="381000"/>
                  </a:lnTo>
                  <a:lnTo>
                    <a:pt x="0" y="381000"/>
                  </a:lnTo>
                  <a:close/>
                </a:path>
              </a:pathLst>
            </a:custGeom>
            <a:solidFill>
              <a:srgbClr val="F3F6FC"/>
            </a:solidFill>
            <a:ln>
              <a:noFill/>
            </a:ln>
          </p:spPr>
        </p:sp>
        <p:sp>
          <p:nvSpPr>
            <p:cNvPr id="88" name="node12.hatch.002"/>
            <p:cNvSpPr/>
            <p:nvPr/>
          </p:nvSpPr>
          <p:spPr>
            <a:xfrm>
              <a:off x="10363200" y="2514600"/>
              <a:ext cx="723900" cy="381000"/>
            </a:xfrm>
            <a:custGeom>
              <a:avLst/>
              <a:gdLst/>
              <a:ahLst/>
              <a:cxnLst/>
              <a:rect l="l" t="t" r="r" b="b"/>
              <a:pathLst>
                <a:path w="723900" h="381000">
                  <a:moveTo>
                    <a:pt x="538815" y="0"/>
                  </a:moveTo>
                  <a:lnTo>
                    <a:pt x="646578" y="0"/>
                  </a:lnTo>
                  <a:lnTo>
                    <a:pt x="265578" y="381000"/>
                  </a:lnTo>
                  <a:lnTo>
                    <a:pt x="157815" y="381000"/>
                  </a:lnTo>
                  <a:close/>
                </a:path>
              </a:pathLst>
            </a:custGeom>
            <a:solidFill>
              <a:srgbClr val="F3F6FC"/>
            </a:solidFill>
            <a:ln>
              <a:noFill/>
            </a:ln>
          </p:spPr>
        </p:sp>
        <p:sp>
          <p:nvSpPr>
            <p:cNvPr id="89" name="node12.hatch.003"/>
            <p:cNvSpPr/>
            <p:nvPr/>
          </p:nvSpPr>
          <p:spPr>
            <a:xfrm>
              <a:off x="10363200" y="2514600"/>
              <a:ext cx="723900" cy="381000"/>
            </a:xfrm>
            <a:custGeom>
              <a:avLst/>
              <a:gdLst/>
              <a:ahLst/>
              <a:cxnLst/>
              <a:rect l="l" t="t" r="r" b="b"/>
              <a:pathLst>
                <a:path w="723900" h="381000">
                  <a:moveTo>
                    <a:pt x="723900" y="30442"/>
                  </a:moveTo>
                  <a:lnTo>
                    <a:pt x="723900" y="138205"/>
                  </a:lnTo>
                  <a:lnTo>
                    <a:pt x="481105" y="381000"/>
                  </a:lnTo>
                  <a:lnTo>
                    <a:pt x="373342" y="381000"/>
                  </a:lnTo>
                  <a:close/>
                </a:path>
              </a:pathLst>
            </a:custGeom>
            <a:solidFill>
              <a:srgbClr val="F3F6FC"/>
            </a:solidFill>
            <a:ln>
              <a:noFill/>
            </a:ln>
          </p:spPr>
        </p:sp>
        <p:sp>
          <p:nvSpPr>
            <p:cNvPr id="90" name="node12.hatch.004"/>
            <p:cNvSpPr/>
            <p:nvPr/>
          </p:nvSpPr>
          <p:spPr>
            <a:xfrm>
              <a:off x="10363200" y="2514600"/>
              <a:ext cx="723900" cy="381000"/>
            </a:xfrm>
            <a:custGeom>
              <a:avLst/>
              <a:gdLst/>
              <a:ahLst/>
              <a:cxnLst/>
              <a:rect l="l" t="t" r="r" b="b"/>
              <a:pathLst>
                <a:path w="723900" h="381000">
                  <a:moveTo>
                    <a:pt x="723900" y="245968"/>
                  </a:moveTo>
                  <a:lnTo>
                    <a:pt x="723900" y="353731"/>
                  </a:lnTo>
                  <a:lnTo>
                    <a:pt x="696631" y="381000"/>
                  </a:lnTo>
                  <a:lnTo>
                    <a:pt x="588868" y="381000"/>
                  </a:lnTo>
                  <a:close/>
                </a:path>
              </a:pathLst>
            </a:custGeom>
            <a:solidFill>
              <a:srgbClr val="F3F6FC"/>
            </a:solidFill>
            <a:ln>
              <a:noFill/>
            </a:ln>
          </p:spPr>
        </p:sp>
        <p:sp>
          <p:nvSpPr>
            <p:cNvPr id="91" name="node12.border"/>
            <p:cNvSpPr/>
            <p:nvPr/>
          </p:nvSpPr>
          <p:spPr>
            <a:xfrm>
              <a:off x="10363200" y="2514600"/>
              <a:ext cx="723900" cy="381000"/>
            </a:xfrm>
            <a:prstGeom prst="rect">
              <a:avLst/>
            </a:prstGeom>
            <a:ln w="12700">
              <a:solidFill>
                <a:srgbClr val="97A4BA"/>
              </a:solidFill>
              <a:prstDash val="solid"/>
            </a:ln>
          </p:spPr>
        </p:sp>
        <p:sp>
          <p:nvSpPr>
            <p:cNvPr id="92" name="node12.placeholder"/>
            <p:cNvSpPr/>
            <p:nvPr/>
          </p:nvSpPr>
          <p:spPr>
            <a:xfrm>
              <a:off x="10388600" y="2552700"/>
              <a:ext cx="6731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ROUTER</a:t>
              </a:r>
              <a:endParaRPr lang="en-US" sz="900" spc="54" kern="0" b="0" i="0" dirty="0">
                <a:solidFill>
                  <a:srgbClr val="50658E"/>
                </a:solidFill>
                <a:latin typeface="IBM Plex Mono SemiBold"/>
                <a:ea typeface="IBM Plex Mono SemiBold"/>
                <a:cs typeface="IBM Plex Mono SemiBold"/>
              </a:endParaRPr>
            </a:p>
          </p:txBody>
        </p:sp>
      </p:grpSp>
      <p:grpSp>
        <p:nvGrpSpPr>
          <p:cNvPr id="210" name="node13"/>
          <p:cNvGrpSpPr/>
          <p:nvPr/>
        </p:nvGrpSpPr>
        <p:grpSpPr>
          <a:xfrm>
            <a:off x="952500" y="3200400"/>
            <a:ext cx="5029200" cy="2286000"/>
            <a:chOff x="952500" y="3200400"/>
            <a:chExt cx="5029200" cy="2286000"/>
          </a:xfrm>
        </p:grpSpPr>
        <p:sp>
          <p:nvSpPr>
            <p:cNvPr id="93" name="node13.surface"/>
            <p:cNvSpPr/>
            <p:nvPr/>
          </p:nvSpPr>
          <p:spPr>
            <a:xfrm>
              <a:off x="952500" y="3200400"/>
              <a:ext cx="5029200" cy="2286000"/>
            </a:xfrm>
            <a:prstGeom prst="rect">
              <a:avLst/>
            </a:prstGeom>
            <a:solidFill>
              <a:srgbClr val="FFFFFF"/>
            </a:solidFill>
            <a:ln w="12700">
              <a:solidFill>
                <a:srgbClr val="CED7E6"/>
              </a:solidFill>
              <a:prstDash val="solid"/>
            </a:ln>
          </p:spPr>
        </p:sp>
        <p:sp>
          <p:nvSpPr>
            <p:cNvPr id="94" name="node13.label"/>
            <p:cNvSpPr/>
            <p:nvPr/>
          </p:nvSpPr>
          <p:spPr>
            <a:xfrm>
              <a:off x="1104900" y="3314700"/>
              <a:ext cx="4724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Production folder · service project</a:t>
              </a:r>
              <a:endParaRPr lang="en-US" sz="1400" spc="0" kern="0" b="0" i="0" dirty="0">
                <a:solidFill>
                  <a:srgbClr val="070154"/>
                </a:solidFill>
                <a:latin typeface="IBM Plex Sans SemiBold"/>
                <a:ea typeface="IBM Plex Sans SemiBold"/>
                <a:cs typeface="IBM Plex Sans SemiBold"/>
              </a:endParaRPr>
            </a:p>
          </p:txBody>
        </p:sp>
      </p:grpSp>
      <p:grpSp>
        <p:nvGrpSpPr>
          <p:cNvPr id="211" name="node14"/>
          <p:cNvGrpSpPr/>
          <p:nvPr/>
        </p:nvGrpSpPr>
        <p:grpSpPr>
          <a:xfrm>
            <a:off x="4914900" y="3276600"/>
            <a:ext cx="914400" cy="304800"/>
            <a:chOff x="4914900" y="3276600"/>
            <a:chExt cx="914400" cy="304800"/>
          </a:xfrm>
        </p:grpSpPr>
        <p:sp>
          <p:nvSpPr>
            <p:cNvPr id="95" name="node14.background"/>
            <p:cNvSpPr/>
            <p:nvPr/>
          </p:nvSpPr>
          <p:spPr>
            <a:xfrm>
              <a:off x="4914900" y="3276600"/>
              <a:ext cx="914400" cy="304800"/>
            </a:xfrm>
            <a:prstGeom prst="rect">
              <a:avLst/>
            </a:prstGeom>
            <a:solidFill>
              <a:srgbClr val="FFFFFF"/>
            </a:solidFill>
            <a:ln>
              <a:noFill/>
            </a:ln>
          </p:spPr>
        </p:sp>
        <p:sp>
          <p:nvSpPr>
            <p:cNvPr id="96" name="node14.hatch.000"/>
            <p:cNvSpPr/>
            <p:nvPr/>
          </p:nvSpPr>
          <p:spPr>
            <a:xfrm>
              <a:off x="4914900" y="3276600"/>
              <a:ext cx="914400" cy="304800"/>
            </a:xfrm>
            <a:custGeom>
              <a:avLst/>
              <a:gdLst/>
              <a:ahLst/>
              <a:cxnLst/>
              <a:rect l="l" t="t" r="r" b="b"/>
              <a:pathLst>
                <a:path w="914400" h="304800">
                  <a:moveTo>
                    <a:pt x="0" y="215526"/>
                  </a:moveTo>
                  <a:lnTo>
                    <a:pt x="0" y="107763"/>
                  </a:lnTo>
                  <a:lnTo>
                    <a:pt x="107763" y="0"/>
                  </a:lnTo>
                  <a:lnTo>
                    <a:pt x="215526" y="0"/>
                  </a:lnTo>
                  <a:close/>
                </a:path>
              </a:pathLst>
            </a:custGeom>
            <a:solidFill>
              <a:srgbClr val="F3F6FC"/>
            </a:solidFill>
            <a:ln>
              <a:noFill/>
            </a:ln>
          </p:spPr>
        </p:sp>
        <p:sp>
          <p:nvSpPr>
            <p:cNvPr id="97" name="node14.hatch.001"/>
            <p:cNvSpPr/>
            <p:nvPr/>
          </p:nvSpPr>
          <p:spPr>
            <a:xfrm>
              <a:off x="4914900" y="3276600"/>
              <a:ext cx="914400" cy="304800"/>
            </a:xfrm>
            <a:custGeom>
              <a:avLst/>
              <a:gdLst/>
              <a:ahLst/>
              <a:cxnLst/>
              <a:rect l="l" t="t" r="r" b="b"/>
              <a:pathLst>
                <a:path w="914400" h="304800">
                  <a:moveTo>
                    <a:pt x="323289" y="0"/>
                  </a:moveTo>
                  <a:lnTo>
                    <a:pt x="431052" y="0"/>
                  </a:lnTo>
                  <a:lnTo>
                    <a:pt x="126252" y="304800"/>
                  </a:lnTo>
                  <a:lnTo>
                    <a:pt x="18489" y="304800"/>
                  </a:lnTo>
                  <a:close/>
                </a:path>
              </a:pathLst>
            </a:custGeom>
            <a:solidFill>
              <a:srgbClr val="F3F6FC"/>
            </a:solidFill>
            <a:ln>
              <a:noFill/>
            </a:ln>
          </p:spPr>
        </p:sp>
        <p:sp>
          <p:nvSpPr>
            <p:cNvPr id="98" name="node14.hatch.002"/>
            <p:cNvSpPr/>
            <p:nvPr/>
          </p:nvSpPr>
          <p:spPr>
            <a:xfrm>
              <a:off x="4914900" y="3276600"/>
              <a:ext cx="914400" cy="304800"/>
            </a:xfrm>
            <a:custGeom>
              <a:avLst/>
              <a:gdLst/>
              <a:ahLst/>
              <a:cxnLst/>
              <a:rect l="l" t="t" r="r" b="b"/>
              <a:pathLst>
                <a:path w="914400" h="304800">
                  <a:moveTo>
                    <a:pt x="538815" y="0"/>
                  </a:moveTo>
                  <a:lnTo>
                    <a:pt x="646578" y="0"/>
                  </a:lnTo>
                  <a:lnTo>
                    <a:pt x="341778" y="304800"/>
                  </a:lnTo>
                  <a:lnTo>
                    <a:pt x="234015" y="304800"/>
                  </a:lnTo>
                  <a:close/>
                </a:path>
              </a:pathLst>
            </a:custGeom>
            <a:solidFill>
              <a:srgbClr val="F3F6FC"/>
            </a:solidFill>
            <a:ln>
              <a:noFill/>
            </a:ln>
          </p:spPr>
        </p:sp>
        <p:sp>
          <p:nvSpPr>
            <p:cNvPr id="99" name="node14.hatch.003"/>
            <p:cNvSpPr/>
            <p:nvPr/>
          </p:nvSpPr>
          <p:spPr>
            <a:xfrm>
              <a:off x="4914900" y="3276600"/>
              <a:ext cx="914400" cy="304800"/>
            </a:xfrm>
            <a:custGeom>
              <a:avLst/>
              <a:gdLst/>
              <a:ahLst/>
              <a:cxnLst/>
              <a:rect l="l" t="t" r="r" b="b"/>
              <a:pathLst>
                <a:path w="914400" h="304800">
                  <a:moveTo>
                    <a:pt x="754342" y="0"/>
                  </a:moveTo>
                  <a:lnTo>
                    <a:pt x="862105" y="0"/>
                  </a:lnTo>
                  <a:lnTo>
                    <a:pt x="557305" y="304800"/>
                  </a:lnTo>
                  <a:lnTo>
                    <a:pt x="449542" y="304800"/>
                  </a:lnTo>
                  <a:close/>
                </a:path>
              </a:pathLst>
            </a:custGeom>
            <a:solidFill>
              <a:srgbClr val="F3F6FC"/>
            </a:solidFill>
            <a:ln>
              <a:noFill/>
            </a:ln>
          </p:spPr>
        </p:sp>
        <p:sp>
          <p:nvSpPr>
            <p:cNvPr id="100" name="node14.hatch.004"/>
            <p:cNvSpPr/>
            <p:nvPr/>
          </p:nvSpPr>
          <p:spPr>
            <a:xfrm>
              <a:off x="4914900" y="3276600"/>
              <a:ext cx="914400" cy="304800"/>
            </a:xfrm>
            <a:custGeom>
              <a:avLst/>
              <a:gdLst/>
              <a:ahLst/>
              <a:cxnLst/>
              <a:rect l="l" t="t" r="r" b="b"/>
              <a:pathLst>
                <a:path w="914400" h="304800">
                  <a:moveTo>
                    <a:pt x="914400" y="55468"/>
                  </a:moveTo>
                  <a:lnTo>
                    <a:pt x="914400" y="163231"/>
                  </a:lnTo>
                  <a:lnTo>
                    <a:pt x="772831" y="304800"/>
                  </a:lnTo>
                  <a:lnTo>
                    <a:pt x="665068" y="304800"/>
                  </a:lnTo>
                  <a:close/>
                </a:path>
              </a:pathLst>
            </a:custGeom>
            <a:solidFill>
              <a:srgbClr val="F3F6FC"/>
            </a:solidFill>
            <a:ln>
              <a:noFill/>
            </a:ln>
          </p:spPr>
        </p:sp>
        <p:sp>
          <p:nvSpPr>
            <p:cNvPr id="101" name="node14.hatch.005"/>
            <p:cNvSpPr/>
            <p:nvPr/>
          </p:nvSpPr>
          <p:spPr>
            <a:xfrm>
              <a:off x="4914900" y="3276600"/>
              <a:ext cx="914400" cy="304800"/>
            </a:xfrm>
            <a:custGeom>
              <a:avLst/>
              <a:gdLst/>
              <a:ahLst/>
              <a:cxnLst/>
              <a:rect l="l" t="t" r="r" b="b"/>
              <a:pathLst>
                <a:path w="914400" h="304800">
                  <a:moveTo>
                    <a:pt x="914400" y="270994"/>
                  </a:moveTo>
                  <a:lnTo>
                    <a:pt x="914400" y="304800"/>
                  </a:lnTo>
                  <a:lnTo>
                    <a:pt x="880594" y="304800"/>
                  </a:lnTo>
                  <a:close/>
                </a:path>
              </a:pathLst>
            </a:custGeom>
            <a:solidFill>
              <a:srgbClr val="F3F6FC"/>
            </a:solidFill>
            <a:ln>
              <a:noFill/>
            </a:ln>
          </p:spPr>
        </p:sp>
        <p:sp>
          <p:nvSpPr>
            <p:cNvPr id="102" name="node14.border"/>
            <p:cNvSpPr/>
            <p:nvPr/>
          </p:nvSpPr>
          <p:spPr>
            <a:xfrm>
              <a:off x="4914900" y="3276600"/>
              <a:ext cx="914400" cy="304800"/>
            </a:xfrm>
            <a:prstGeom prst="rect">
              <a:avLst/>
            </a:prstGeom>
            <a:ln w="12700">
              <a:solidFill>
                <a:srgbClr val="97A4BA"/>
              </a:solidFill>
              <a:prstDash val="solid"/>
            </a:ln>
          </p:spPr>
        </p:sp>
        <p:sp>
          <p:nvSpPr>
            <p:cNvPr id="103" name="node14.placeholder"/>
            <p:cNvSpPr/>
            <p:nvPr/>
          </p:nvSpPr>
          <p:spPr>
            <a:xfrm>
              <a:off x="4940300" y="3352800"/>
              <a:ext cx="863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KMS</a:t>
              </a:r>
              <a:endParaRPr lang="en-US" sz="900" spc="54" kern="0" b="0" i="0" dirty="0">
                <a:solidFill>
                  <a:srgbClr val="50658E"/>
                </a:solidFill>
                <a:latin typeface="IBM Plex Mono SemiBold"/>
                <a:ea typeface="IBM Plex Mono SemiBold"/>
                <a:cs typeface="IBM Plex Mono SemiBold"/>
              </a:endParaRPr>
            </a:p>
          </p:txBody>
        </p:sp>
      </p:grpSp>
      <p:grpSp>
        <p:nvGrpSpPr>
          <p:cNvPr id="212" name="node15"/>
          <p:cNvGrpSpPr/>
          <p:nvPr/>
        </p:nvGrpSpPr>
        <p:grpSpPr>
          <a:xfrm>
            <a:off x="1181100" y="3657600"/>
            <a:ext cx="4495800" cy="1600200"/>
            <a:chOff x="1181100" y="3657600"/>
            <a:chExt cx="4495800" cy="1600200"/>
          </a:xfrm>
        </p:grpSpPr>
        <p:sp>
          <p:nvSpPr>
            <p:cNvPr id="104" name="node15.surface"/>
            <p:cNvSpPr/>
            <p:nvPr/>
          </p:nvSpPr>
          <p:spPr>
            <a:xfrm>
              <a:off x="1181100" y="3657600"/>
              <a:ext cx="4495800" cy="1600200"/>
            </a:xfrm>
            <a:prstGeom prst="rect">
              <a:avLst/>
            </a:prstGeom>
            <a:ln w="12700">
              <a:solidFill>
                <a:srgbClr val="070154"/>
              </a:solidFill>
              <a:prstDash val="dash"/>
            </a:ln>
          </p:spPr>
        </p:sp>
        <p:sp>
          <p:nvSpPr>
            <p:cNvPr id="105" name="node15.label"/>
            <p:cNvSpPr/>
            <p:nvPr/>
          </p:nvSpPr>
          <p:spPr>
            <a:xfrm>
              <a:off x="1333500" y="3771900"/>
              <a:ext cx="419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Shared VPC subnets · production</a:t>
              </a:r>
              <a:endParaRPr lang="en-US" sz="1400" spc="0" kern="0" b="0" i="0" dirty="0">
                <a:solidFill>
                  <a:srgbClr val="070154"/>
                </a:solidFill>
                <a:latin typeface="IBM Plex Sans SemiBold"/>
                <a:ea typeface="IBM Plex Sans SemiBold"/>
                <a:cs typeface="IBM Plex Sans SemiBold"/>
              </a:endParaRPr>
            </a:p>
          </p:txBody>
        </p:sp>
      </p:grpSp>
      <p:grpSp>
        <p:nvGrpSpPr>
          <p:cNvPr id="213" name="node16"/>
          <p:cNvGrpSpPr/>
          <p:nvPr/>
        </p:nvGrpSpPr>
        <p:grpSpPr>
          <a:xfrm>
            <a:off x="1409700" y="4114800"/>
            <a:ext cx="1295400" cy="914400"/>
            <a:chOff x="1409700" y="4114800"/>
            <a:chExt cx="1295400" cy="914400"/>
          </a:xfrm>
        </p:grpSpPr>
        <p:sp>
          <p:nvSpPr>
            <p:cNvPr id="106" name="node16.surface"/>
            <p:cNvSpPr/>
            <p:nvPr/>
          </p:nvSpPr>
          <p:spPr>
            <a:xfrm>
              <a:off x="1409700" y="4114800"/>
              <a:ext cx="1295400" cy="914400"/>
            </a:xfrm>
            <a:prstGeom prst="rect">
              <a:avLst/>
            </a:prstGeom>
            <a:solidFill>
              <a:srgbClr val="FFFFFF"/>
            </a:solidFill>
            <a:ln w="12700">
              <a:solidFill>
                <a:srgbClr val="CED7E6"/>
              </a:solidFill>
              <a:prstDash val="solid"/>
            </a:ln>
          </p:spPr>
        </p:sp>
      </p:grpSp>
      <p:grpSp>
        <p:nvGrpSpPr>
          <p:cNvPr id="214" name="node17"/>
          <p:cNvGrpSpPr/>
          <p:nvPr/>
        </p:nvGrpSpPr>
        <p:grpSpPr>
          <a:xfrm>
            <a:off x="1485900" y="4152900"/>
            <a:ext cx="1143000" cy="228600"/>
            <a:chOff x="1485900" y="4152900"/>
            <a:chExt cx="1143000" cy="228600"/>
          </a:xfrm>
        </p:grpSpPr>
        <p:sp>
          <p:nvSpPr>
            <p:cNvPr id="107" name="node17.text"/>
            <p:cNvSpPr/>
            <p:nvPr/>
          </p:nvSpPr>
          <p:spPr>
            <a:xfrm>
              <a:off x="14859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Public</a:t>
              </a:r>
              <a:endParaRPr lang="en-US" sz="1200" spc="0" kern="0" b="0" i="0" dirty="0">
                <a:solidFill>
                  <a:srgbClr val="070154"/>
                </a:solidFill>
                <a:latin typeface="IBM Plex Sans"/>
                <a:ea typeface="IBM Plex Sans"/>
                <a:cs typeface="IBM Plex Sans"/>
              </a:endParaRPr>
            </a:p>
          </p:txBody>
        </p:sp>
      </p:grpSp>
      <p:grpSp>
        <p:nvGrpSpPr>
          <p:cNvPr id="215" name="node18"/>
          <p:cNvGrpSpPr/>
          <p:nvPr/>
        </p:nvGrpSpPr>
        <p:grpSpPr>
          <a:xfrm>
            <a:off x="1485900" y="4457700"/>
            <a:ext cx="1143000" cy="457200"/>
            <a:chOff x="1485900" y="4457700"/>
            <a:chExt cx="1143000" cy="457200"/>
          </a:xfrm>
        </p:grpSpPr>
        <p:sp>
          <p:nvSpPr>
            <p:cNvPr id="108" name="node18.background"/>
            <p:cNvSpPr/>
            <p:nvPr/>
          </p:nvSpPr>
          <p:spPr>
            <a:xfrm>
              <a:off x="1485900" y="4457700"/>
              <a:ext cx="1143000" cy="457200"/>
            </a:xfrm>
            <a:prstGeom prst="rect">
              <a:avLst/>
            </a:prstGeom>
            <a:solidFill>
              <a:srgbClr val="FFFFFF"/>
            </a:solidFill>
            <a:ln>
              <a:noFill/>
            </a:ln>
          </p:spPr>
        </p:sp>
        <p:sp>
          <p:nvSpPr>
            <p:cNvPr id="109" name="node18.hatch.000"/>
            <p:cNvSpPr/>
            <p:nvPr/>
          </p:nvSpPr>
          <p:spPr>
            <a:xfrm>
              <a:off x="14859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10" name="node18.hatch.001"/>
            <p:cNvSpPr/>
            <p:nvPr/>
          </p:nvSpPr>
          <p:spPr>
            <a:xfrm>
              <a:off x="14859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11" name="node18.hatch.002"/>
            <p:cNvSpPr/>
            <p:nvPr/>
          </p:nvSpPr>
          <p:spPr>
            <a:xfrm>
              <a:off x="14859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12" name="node18.hatch.003"/>
            <p:cNvSpPr/>
            <p:nvPr/>
          </p:nvSpPr>
          <p:spPr>
            <a:xfrm>
              <a:off x="14859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13" name="node18.hatch.004"/>
            <p:cNvSpPr/>
            <p:nvPr/>
          </p:nvSpPr>
          <p:spPr>
            <a:xfrm>
              <a:off x="14859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14" name="node18.hatch.005"/>
            <p:cNvSpPr/>
            <p:nvPr/>
          </p:nvSpPr>
          <p:spPr>
            <a:xfrm>
              <a:off x="14859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15" name="node18.hatch.006"/>
            <p:cNvSpPr/>
            <p:nvPr/>
          </p:nvSpPr>
          <p:spPr>
            <a:xfrm>
              <a:off x="14859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16" name="node18.border"/>
            <p:cNvSpPr/>
            <p:nvPr/>
          </p:nvSpPr>
          <p:spPr>
            <a:xfrm>
              <a:off x="1485900" y="4457700"/>
              <a:ext cx="1143000" cy="457200"/>
            </a:xfrm>
            <a:prstGeom prst="rect">
              <a:avLst/>
            </a:prstGeom>
            <a:ln w="12700">
              <a:solidFill>
                <a:srgbClr val="97A4BA"/>
              </a:solidFill>
              <a:prstDash val="solid"/>
            </a:ln>
          </p:spPr>
        </p:sp>
        <p:sp>
          <p:nvSpPr>
            <p:cNvPr id="117" name="node18.placeholder"/>
            <p:cNvSpPr/>
            <p:nvPr/>
          </p:nvSpPr>
          <p:spPr>
            <a:xfrm>
              <a:off x="15113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LOAD BALANCING</a:t>
              </a:r>
              <a:endParaRPr lang="en-US" sz="900" spc="54" kern="0" b="0" i="0" dirty="0">
                <a:solidFill>
                  <a:srgbClr val="50658E"/>
                </a:solidFill>
                <a:latin typeface="IBM Plex Mono SemiBold"/>
                <a:ea typeface="IBM Plex Mono SemiBold"/>
                <a:cs typeface="IBM Plex Mono SemiBold"/>
              </a:endParaRPr>
            </a:p>
          </p:txBody>
        </p:sp>
      </p:grpSp>
      <p:grpSp>
        <p:nvGrpSpPr>
          <p:cNvPr id="216" name="node19"/>
          <p:cNvGrpSpPr/>
          <p:nvPr/>
        </p:nvGrpSpPr>
        <p:grpSpPr>
          <a:xfrm>
            <a:off x="2781300" y="4114800"/>
            <a:ext cx="1295400" cy="914400"/>
            <a:chOff x="2781300" y="4114800"/>
            <a:chExt cx="1295400" cy="914400"/>
          </a:xfrm>
        </p:grpSpPr>
        <p:sp>
          <p:nvSpPr>
            <p:cNvPr id="118" name="node19.surface"/>
            <p:cNvSpPr/>
            <p:nvPr/>
          </p:nvSpPr>
          <p:spPr>
            <a:xfrm>
              <a:off x="2781300" y="4114800"/>
              <a:ext cx="1295400" cy="914400"/>
            </a:xfrm>
            <a:prstGeom prst="rect">
              <a:avLst/>
            </a:prstGeom>
            <a:solidFill>
              <a:srgbClr val="FFFFFF"/>
            </a:solidFill>
            <a:ln w="12700">
              <a:solidFill>
                <a:srgbClr val="CED7E6"/>
              </a:solidFill>
              <a:prstDash val="solid"/>
            </a:ln>
          </p:spPr>
        </p:sp>
      </p:grpSp>
      <p:grpSp>
        <p:nvGrpSpPr>
          <p:cNvPr id="217" name="node20"/>
          <p:cNvGrpSpPr/>
          <p:nvPr/>
        </p:nvGrpSpPr>
        <p:grpSpPr>
          <a:xfrm>
            <a:off x="2857500" y="4152900"/>
            <a:ext cx="1143000" cy="228600"/>
            <a:chOff x="2857500" y="4152900"/>
            <a:chExt cx="1143000" cy="228600"/>
          </a:xfrm>
        </p:grpSpPr>
        <p:sp>
          <p:nvSpPr>
            <p:cNvPr id="119" name="node20.text"/>
            <p:cNvSpPr/>
            <p:nvPr/>
          </p:nvSpPr>
          <p:spPr>
            <a:xfrm>
              <a:off x="28575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app</a:t>
              </a:r>
              <a:endParaRPr lang="en-US" sz="1200" spc="0" kern="0" b="0" i="0" dirty="0">
                <a:solidFill>
                  <a:srgbClr val="070154"/>
                </a:solidFill>
                <a:latin typeface="IBM Plex Sans"/>
                <a:ea typeface="IBM Plex Sans"/>
                <a:cs typeface="IBM Plex Sans"/>
              </a:endParaRPr>
            </a:p>
          </p:txBody>
        </p:sp>
      </p:grpSp>
      <p:grpSp>
        <p:nvGrpSpPr>
          <p:cNvPr id="218" name="node21"/>
          <p:cNvGrpSpPr/>
          <p:nvPr/>
        </p:nvGrpSpPr>
        <p:grpSpPr>
          <a:xfrm>
            <a:off x="2857500" y="4457700"/>
            <a:ext cx="1143000" cy="457200"/>
            <a:chOff x="2857500" y="4457700"/>
            <a:chExt cx="1143000" cy="457200"/>
          </a:xfrm>
        </p:grpSpPr>
        <p:sp>
          <p:nvSpPr>
            <p:cNvPr id="120" name="node21.background"/>
            <p:cNvSpPr/>
            <p:nvPr/>
          </p:nvSpPr>
          <p:spPr>
            <a:xfrm>
              <a:off x="2857500" y="4457700"/>
              <a:ext cx="1143000" cy="457200"/>
            </a:xfrm>
            <a:prstGeom prst="rect">
              <a:avLst/>
            </a:prstGeom>
            <a:solidFill>
              <a:srgbClr val="FFFFFF"/>
            </a:solidFill>
            <a:ln>
              <a:noFill/>
            </a:ln>
          </p:spPr>
        </p:sp>
        <p:sp>
          <p:nvSpPr>
            <p:cNvPr id="121" name="node21.hatch.000"/>
            <p:cNvSpPr/>
            <p:nvPr/>
          </p:nvSpPr>
          <p:spPr>
            <a:xfrm>
              <a:off x="28575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22" name="node21.hatch.001"/>
            <p:cNvSpPr/>
            <p:nvPr/>
          </p:nvSpPr>
          <p:spPr>
            <a:xfrm>
              <a:off x="28575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23" name="node21.hatch.002"/>
            <p:cNvSpPr/>
            <p:nvPr/>
          </p:nvSpPr>
          <p:spPr>
            <a:xfrm>
              <a:off x="28575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24" name="node21.hatch.003"/>
            <p:cNvSpPr/>
            <p:nvPr/>
          </p:nvSpPr>
          <p:spPr>
            <a:xfrm>
              <a:off x="28575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25" name="node21.hatch.004"/>
            <p:cNvSpPr/>
            <p:nvPr/>
          </p:nvSpPr>
          <p:spPr>
            <a:xfrm>
              <a:off x="28575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26" name="node21.hatch.005"/>
            <p:cNvSpPr/>
            <p:nvPr/>
          </p:nvSpPr>
          <p:spPr>
            <a:xfrm>
              <a:off x="28575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27" name="node21.hatch.006"/>
            <p:cNvSpPr/>
            <p:nvPr/>
          </p:nvSpPr>
          <p:spPr>
            <a:xfrm>
              <a:off x="28575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28" name="node21.border"/>
            <p:cNvSpPr/>
            <p:nvPr/>
          </p:nvSpPr>
          <p:spPr>
            <a:xfrm>
              <a:off x="2857500" y="4457700"/>
              <a:ext cx="1143000" cy="457200"/>
            </a:xfrm>
            <a:prstGeom prst="rect">
              <a:avLst/>
            </a:prstGeom>
            <a:ln w="12700">
              <a:solidFill>
                <a:srgbClr val="97A4BA"/>
              </a:solidFill>
              <a:prstDash val="solid"/>
            </a:ln>
          </p:spPr>
        </p:sp>
        <p:sp>
          <p:nvSpPr>
            <p:cNvPr id="129" name="node21.placeholder"/>
            <p:cNvSpPr/>
            <p:nvPr/>
          </p:nvSpPr>
          <p:spPr>
            <a:xfrm>
              <a:off x="28829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RUN OR GKE</a:t>
              </a:r>
              <a:endParaRPr lang="en-US" sz="900" spc="54" kern="0" b="0" i="0" dirty="0">
                <a:solidFill>
                  <a:srgbClr val="50658E"/>
                </a:solidFill>
                <a:latin typeface="IBM Plex Mono SemiBold"/>
                <a:ea typeface="IBM Plex Mono SemiBold"/>
                <a:cs typeface="IBM Plex Mono SemiBold"/>
              </a:endParaRPr>
            </a:p>
          </p:txBody>
        </p:sp>
      </p:grpSp>
      <p:grpSp>
        <p:nvGrpSpPr>
          <p:cNvPr id="219" name="node22"/>
          <p:cNvGrpSpPr/>
          <p:nvPr/>
        </p:nvGrpSpPr>
        <p:grpSpPr>
          <a:xfrm>
            <a:off x="4152900" y="4114800"/>
            <a:ext cx="1295400" cy="914400"/>
            <a:chOff x="4152900" y="4114800"/>
            <a:chExt cx="1295400" cy="914400"/>
          </a:xfrm>
        </p:grpSpPr>
        <p:sp>
          <p:nvSpPr>
            <p:cNvPr id="130" name="node22.surface"/>
            <p:cNvSpPr/>
            <p:nvPr/>
          </p:nvSpPr>
          <p:spPr>
            <a:xfrm>
              <a:off x="4152900" y="4114800"/>
              <a:ext cx="1295400" cy="914400"/>
            </a:xfrm>
            <a:prstGeom prst="rect">
              <a:avLst/>
            </a:prstGeom>
            <a:solidFill>
              <a:srgbClr val="FFFFFF"/>
            </a:solidFill>
            <a:ln w="12700">
              <a:solidFill>
                <a:srgbClr val="CED7E6"/>
              </a:solidFill>
              <a:prstDash val="solid"/>
            </a:ln>
          </p:spPr>
        </p:sp>
      </p:grpSp>
      <p:grpSp>
        <p:nvGrpSpPr>
          <p:cNvPr id="220" name="node23"/>
          <p:cNvGrpSpPr/>
          <p:nvPr/>
        </p:nvGrpSpPr>
        <p:grpSpPr>
          <a:xfrm>
            <a:off x="4229100" y="4152900"/>
            <a:ext cx="1143000" cy="228600"/>
            <a:chOff x="4229100" y="4152900"/>
            <a:chExt cx="1143000" cy="228600"/>
          </a:xfrm>
        </p:grpSpPr>
        <p:sp>
          <p:nvSpPr>
            <p:cNvPr id="131" name="node23.text"/>
            <p:cNvSpPr/>
            <p:nvPr/>
          </p:nvSpPr>
          <p:spPr>
            <a:xfrm>
              <a:off x="42291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data</a:t>
              </a:r>
              <a:endParaRPr lang="en-US" sz="1200" spc="0" kern="0" b="0" i="0" dirty="0">
                <a:solidFill>
                  <a:srgbClr val="070154"/>
                </a:solidFill>
                <a:latin typeface="IBM Plex Sans"/>
                <a:ea typeface="IBM Plex Sans"/>
                <a:cs typeface="IBM Plex Sans"/>
              </a:endParaRPr>
            </a:p>
          </p:txBody>
        </p:sp>
      </p:grpSp>
      <p:grpSp>
        <p:nvGrpSpPr>
          <p:cNvPr id="221" name="node24"/>
          <p:cNvGrpSpPr/>
          <p:nvPr/>
        </p:nvGrpSpPr>
        <p:grpSpPr>
          <a:xfrm>
            <a:off x="4229100" y="4457700"/>
            <a:ext cx="1143000" cy="457200"/>
            <a:chOff x="4229100" y="4457700"/>
            <a:chExt cx="1143000" cy="457200"/>
          </a:xfrm>
        </p:grpSpPr>
        <p:sp>
          <p:nvSpPr>
            <p:cNvPr id="132" name="node24.background"/>
            <p:cNvSpPr/>
            <p:nvPr/>
          </p:nvSpPr>
          <p:spPr>
            <a:xfrm>
              <a:off x="4229100" y="4457700"/>
              <a:ext cx="1143000" cy="457200"/>
            </a:xfrm>
            <a:prstGeom prst="rect">
              <a:avLst/>
            </a:prstGeom>
            <a:solidFill>
              <a:srgbClr val="FFFFFF"/>
            </a:solidFill>
            <a:ln>
              <a:noFill/>
            </a:ln>
          </p:spPr>
        </p:sp>
        <p:sp>
          <p:nvSpPr>
            <p:cNvPr id="133" name="node24.hatch.000"/>
            <p:cNvSpPr/>
            <p:nvPr/>
          </p:nvSpPr>
          <p:spPr>
            <a:xfrm>
              <a:off x="42291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34" name="node24.hatch.001"/>
            <p:cNvSpPr/>
            <p:nvPr/>
          </p:nvSpPr>
          <p:spPr>
            <a:xfrm>
              <a:off x="42291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35" name="node24.hatch.002"/>
            <p:cNvSpPr/>
            <p:nvPr/>
          </p:nvSpPr>
          <p:spPr>
            <a:xfrm>
              <a:off x="42291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36" name="node24.hatch.003"/>
            <p:cNvSpPr/>
            <p:nvPr/>
          </p:nvSpPr>
          <p:spPr>
            <a:xfrm>
              <a:off x="42291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37" name="node24.hatch.004"/>
            <p:cNvSpPr/>
            <p:nvPr/>
          </p:nvSpPr>
          <p:spPr>
            <a:xfrm>
              <a:off x="42291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38" name="node24.hatch.005"/>
            <p:cNvSpPr/>
            <p:nvPr/>
          </p:nvSpPr>
          <p:spPr>
            <a:xfrm>
              <a:off x="42291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39" name="node24.hatch.006"/>
            <p:cNvSpPr/>
            <p:nvPr/>
          </p:nvSpPr>
          <p:spPr>
            <a:xfrm>
              <a:off x="42291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40" name="node24.border"/>
            <p:cNvSpPr/>
            <p:nvPr/>
          </p:nvSpPr>
          <p:spPr>
            <a:xfrm>
              <a:off x="4229100" y="4457700"/>
              <a:ext cx="1143000" cy="457200"/>
            </a:xfrm>
            <a:prstGeom prst="rect">
              <a:avLst/>
            </a:prstGeom>
            <a:ln w="12700">
              <a:solidFill>
                <a:srgbClr val="97A4BA"/>
              </a:solidFill>
              <a:prstDash val="solid"/>
            </a:ln>
          </p:spPr>
        </p:sp>
        <p:sp>
          <p:nvSpPr>
            <p:cNvPr id="141" name="node24.placeholder"/>
            <p:cNvSpPr/>
            <p:nvPr/>
          </p:nvSpPr>
          <p:spPr>
            <a:xfrm>
              <a:off x="42545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SQL FOR POSTGRESQL</a:t>
              </a:r>
              <a:endParaRPr lang="en-US" sz="900" spc="54" kern="0" b="0" i="0" dirty="0">
                <a:solidFill>
                  <a:srgbClr val="50658E"/>
                </a:solidFill>
                <a:latin typeface="IBM Plex Mono SemiBold"/>
                <a:ea typeface="IBM Plex Mono SemiBold"/>
                <a:cs typeface="IBM Plex Mono SemiBold"/>
              </a:endParaRPr>
            </a:p>
          </p:txBody>
        </p:sp>
      </p:grpSp>
      <p:grpSp>
        <p:nvGrpSpPr>
          <p:cNvPr id="222" name="node25"/>
          <p:cNvGrpSpPr/>
          <p:nvPr/>
        </p:nvGrpSpPr>
        <p:grpSpPr>
          <a:xfrm>
            <a:off x="6210300" y="3200400"/>
            <a:ext cx="5029200" cy="2286000"/>
            <a:chOff x="6210300" y="3200400"/>
            <a:chExt cx="5029200" cy="2286000"/>
          </a:xfrm>
        </p:grpSpPr>
        <p:sp>
          <p:nvSpPr>
            <p:cNvPr id="142" name="node25.surface"/>
            <p:cNvSpPr/>
            <p:nvPr/>
          </p:nvSpPr>
          <p:spPr>
            <a:xfrm>
              <a:off x="6210300" y="3200400"/>
              <a:ext cx="5029200" cy="2286000"/>
            </a:xfrm>
            <a:prstGeom prst="rect">
              <a:avLst/>
            </a:prstGeom>
            <a:solidFill>
              <a:srgbClr val="FFFFFF"/>
            </a:solidFill>
            <a:ln w="12700">
              <a:solidFill>
                <a:srgbClr val="CED7E6"/>
              </a:solidFill>
              <a:prstDash val="solid"/>
            </a:ln>
          </p:spPr>
        </p:sp>
        <p:sp>
          <p:nvSpPr>
            <p:cNvPr id="143" name="node25.label"/>
            <p:cNvSpPr/>
            <p:nvPr/>
          </p:nvSpPr>
          <p:spPr>
            <a:xfrm>
              <a:off x="6362700" y="3314700"/>
              <a:ext cx="4724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Non-production folder · service project</a:t>
              </a:r>
              <a:endParaRPr lang="en-US" sz="1400" spc="0" kern="0" b="0" i="0" dirty="0">
                <a:solidFill>
                  <a:srgbClr val="070154"/>
                </a:solidFill>
                <a:latin typeface="IBM Plex Sans SemiBold"/>
                <a:ea typeface="IBM Plex Sans SemiBold"/>
                <a:cs typeface="IBM Plex Sans SemiBold"/>
              </a:endParaRPr>
            </a:p>
          </p:txBody>
        </p:sp>
      </p:grpSp>
      <p:grpSp>
        <p:nvGrpSpPr>
          <p:cNvPr id="223" name="node26"/>
          <p:cNvGrpSpPr/>
          <p:nvPr/>
        </p:nvGrpSpPr>
        <p:grpSpPr>
          <a:xfrm>
            <a:off x="10172700" y="3276600"/>
            <a:ext cx="914400" cy="304800"/>
            <a:chOff x="10172700" y="3276600"/>
            <a:chExt cx="914400" cy="304800"/>
          </a:xfrm>
        </p:grpSpPr>
        <p:sp>
          <p:nvSpPr>
            <p:cNvPr id="144" name="node26.background"/>
            <p:cNvSpPr/>
            <p:nvPr/>
          </p:nvSpPr>
          <p:spPr>
            <a:xfrm>
              <a:off x="10172700" y="3276600"/>
              <a:ext cx="914400" cy="304800"/>
            </a:xfrm>
            <a:prstGeom prst="rect">
              <a:avLst/>
            </a:prstGeom>
            <a:solidFill>
              <a:srgbClr val="FFFFFF"/>
            </a:solidFill>
            <a:ln>
              <a:noFill/>
            </a:ln>
          </p:spPr>
        </p:sp>
        <p:sp>
          <p:nvSpPr>
            <p:cNvPr id="145" name="node26.hatch.000"/>
            <p:cNvSpPr/>
            <p:nvPr/>
          </p:nvSpPr>
          <p:spPr>
            <a:xfrm>
              <a:off x="10172700" y="3276600"/>
              <a:ext cx="914400" cy="304800"/>
            </a:xfrm>
            <a:custGeom>
              <a:avLst/>
              <a:gdLst/>
              <a:ahLst/>
              <a:cxnLst/>
              <a:rect l="l" t="t" r="r" b="b"/>
              <a:pathLst>
                <a:path w="914400" h="304800">
                  <a:moveTo>
                    <a:pt x="0" y="215526"/>
                  </a:moveTo>
                  <a:lnTo>
                    <a:pt x="0" y="107763"/>
                  </a:lnTo>
                  <a:lnTo>
                    <a:pt x="107763" y="0"/>
                  </a:lnTo>
                  <a:lnTo>
                    <a:pt x="215526" y="0"/>
                  </a:lnTo>
                  <a:close/>
                </a:path>
              </a:pathLst>
            </a:custGeom>
            <a:solidFill>
              <a:srgbClr val="F3F6FC"/>
            </a:solidFill>
            <a:ln>
              <a:noFill/>
            </a:ln>
          </p:spPr>
        </p:sp>
        <p:sp>
          <p:nvSpPr>
            <p:cNvPr id="146" name="node26.hatch.001"/>
            <p:cNvSpPr/>
            <p:nvPr/>
          </p:nvSpPr>
          <p:spPr>
            <a:xfrm>
              <a:off x="10172700" y="3276600"/>
              <a:ext cx="914400" cy="304800"/>
            </a:xfrm>
            <a:custGeom>
              <a:avLst/>
              <a:gdLst/>
              <a:ahLst/>
              <a:cxnLst/>
              <a:rect l="l" t="t" r="r" b="b"/>
              <a:pathLst>
                <a:path w="914400" h="304800">
                  <a:moveTo>
                    <a:pt x="323289" y="0"/>
                  </a:moveTo>
                  <a:lnTo>
                    <a:pt x="431052" y="0"/>
                  </a:lnTo>
                  <a:lnTo>
                    <a:pt x="126252" y="304800"/>
                  </a:lnTo>
                  <a:lnTo>
                    <a:pt x="18489" y="304800"/>
                  </a:lnTo>
                  <a:close/>
                </a:path>
              </a:pathLst>
            </a:custGeom>
            <a:solidFill>
              <a:srgbClr val="F3F6FC"/>
            </a:solidFill>
            <a:ln>
              <a:noFill/>
            </a:ln>
          </p:spPr>
        </p:sp>
        <p:sp>
          <p:nvSpPr>
            <p:cNvPr id="147" name="node26.hatch.002"/>
            <p:cNvSpPr/>
            <p:nvPr/>
          </p:nvSpPr>
          <p:spPr>
            <a:xfrm>
              <a:off x="10172700" y="3276600"/>
              <a:ext cx="914400" cy="304800"/>
            </a:xfrm>
            <a:custGeom>
              <a:avLst/>
              <a:gdLst/>
              <a:ahLst/>
              <a:cxnLst/>
              <a:rect l="l" t="t" r="r" b="b"/>
              <a:pathLst>
                <a:path w="914400" h="304800">
                  <a:moveTo>
                    <a:pt x="538815" y="0"/>
                  </a:moveTo>
                  <a:lnTo>
                    <a:pt x="646578" y="0"/>
                  </a:lnTo>
                  <a:lnTo>
                    <a:pt x="341778" y="304800"/>
                  </a:lnTo>
                  <a:lnTo>
                    <a:pt x="234015" y="304800"/>
                  </a:lnTo>
                  <a:close/>
                </a:path>
              </a:pathLst>
            </a:custGeom>
            <a:solidFill>
              <a:srgbClr val="F3F6FC"/>
            </a:solidFill>
            <a:ln>
              <a:noFill/>
            </a:ln>
          </p:spPr>
        </p:sp>
        <p:sp>
          <p:nvSpPr>
            <p:cNvPr id="148" name="node26.hatch.003"/>
            <p:cNvSpPr/>
            <p:nvPr/>
          </p:nvSpPr>
          <p:spPr>
            <a:xfrm>
              <a:off x="10172700" y="3276600"/>
              <a:ext cx="914400" cy="304800"/>
            </a:xfrm>
            <a:custGeom>
              <a:avLst/>
              <a:gdLst/>
              <a:ahLst/>
              <a:cxnLst/>
              <a:rect l="l" t="t" r="r" b="b"/>
              <a:pathLst>
                <a:path w="914400" h="304800">
                  <a:moveTo>
                    <a:pt x="754342" y="0"/>
                  </a:moveTo>
                  <a:lnTo>
                    <a:pt x="862105" y="0"/>
                  </a:lnTo>
                  <a:lnTo>
                    <a:pt x="557305" y="304800"/>
                  </a:lnTo>
                  <a:lnTo>
                    <a:pt x="449542" y="304800"/>
                  </a:lnTo>
                  <a:close/>
                </a:path>
              </a:pathLst>
            </a:custGeom>
            <a:solidFill>
              <a:srgbClr val="F3F6FC"/>
            </a:solidFill>
            <a:ln>
              <a:noFill/>
            </a:ln>
          </p:spPr>
        </p:sp>
        <p:sp>
          <p:nvSpPr>
            <p:cNvPr id="149" name="node26.hatch.004"/>
            <p:cNvSpPr/>
            <p:nvPr/>
          </p:nvSpPr>
          <p:spPr>
            <a:xfrm>
              <a:off x="10172700" y="3276600"/>
              <a:ext cx="914400" cy="304800"/>
            </a:xfrm>
            <a:custGeom>
              <a:avLst/>
              <a:gdLst/>
              <a:ahLst/>
              <a:cxnLst/>
              <a:rect l="l" t="t" r="r" b="b"/>
              <a:pathLst>
                <a:path w="914400" h="304800">
                  <a:moveTo>
                    <a:pt x="914400" y="55468"/>
                  </a:moveTo>
                  <a:lnTo>
                    <a:pt x="914400" y="163231"/>
                  </a:lnTo>
                  <a:lnTo>
                    <a:pt x="772831" y="304800"/>
                  </a:lnTo>
                  <a:lnTo>
                    <a:pt x="665068" y="304800"/>
                  </a:lnTo>
                  <a:close/>
                </a:path>
              </a:pathLst>
            </a:custGeom>
            <a:solidFill>
              <a:srgbClr val="F3F6FC"/>
            </a:solidFill>
            <a:ln>
              <a:noFill/>
            </a:ln>
          </p:spPr>
        </p:sp>
        <p:sp>
          <p:nvSpPr>
            <p:cNvPr id="150" name="node26.hatch.005"/>
            <p:cNvSpPr/>
            <p:nvPr/>
          </p:nvSpPr>
          <p:spPr>
            <a:xfrm>
              <a:off x="10172700" y="3276600"/>
              <a:ext cx="914400" cy="304800"/>
            </a:xfrm>
            <a:custGeom>
              <a:avLst/>
              <a:gdLst/>
              <a:ahLst/>
              <a:cxnLst/>
              <a:rect l="l" t="t" r="r" b="b"/>
              <a:pathLst>
                <a:path w="914400" h="304800">
                  <a:moveTo>
                    <a:pt x="914400" y="270994"/>
                  </a:moveTo>
                  <a:lnTo>
                    <a:pt x="914400" y="304800"/>
                  </a:lnTo>
                  <a:lnTo>
                    <a:pt x="880594" y="304800"/>
                  </a:lnTo>
                  <a:close/>
                </a:path>
              </a:pathLst>
            </a:custGeom>
            <a:solidFill>
              <a:srgbClr val="F3F6FC"/>
            </a:solidFill>
            <a:ln>
              <a:noFill/>
            </a:ln>
          </p:spPr>
        </p:sp>
        <p:sp>
          <p:nvSpPr>
            <p:cNvPr id="151" name="node26.border"/>
            <p:cNvSpPr/>
            <p:nvPr/>
          </p:nvSpPr>
          <p:spPr>
            <a:xfrm>
              <a:off x="10172700" y="3276600"/>
              <a:ext cx="914400" cy="304800"/>
            </a:xfrm>
            <a:prstGeom prst="rect">
              <a:avLst/>
            </a:prstGeom>
            <a:ln w="12700">
              <a:solidFill>
                <a:srgbClr val="97A4BA"/>
              </a:solidFill>
              <a:prstDash val="solid"/>
            </a:ln>
          </p:spPr>
        </p:sp>
        <p:sp>
          <p:nvSpPr>
            <p:cNvPr id="152" name="node26.placeholder"/>
            <p:cNvSpPr/>
            <p:nvPr/>
          </p:nvSpPr>
          <p:spPr>
            <a:xfrm>
              <a:off x="10198100" y="3352800"/>
              <a:ext cx="863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KMS</a:t>
              </a:r>
              <a:endParaRPr lang="en-US" sz="900" spc="54" kern="0" b="0" i="0" dirty="0">
                <a:solidFill>
                  <a:srgbClr val="50658E"/>
                </a:solidFill>
                <a:latin typeface="IBM Plex Mono SemiBold"/>
                <a:ea typeface="IBM Plex Mono SemiBold"/>
                <a:cs typeface="IBM Plex Mono SemiBold"/>
              </a:endParaRPr>
            </a:p>
          </p:txBody>
        </p:sp>
      </p:grpSp>
      <p:grpSp>
        <p:nvGrpSpPr>
          <p:cNvPr id="224" name="node27"/>
          <p:cNvGrpSpPr/>
          <p:nvPr/>
        </p:nvGrpSpPr>
        <p:grpSpPr>
          <a:xfrm>
            <a:off x="6438900" y="3657600"/>
            <a:ext cx="4495800" cy="1600200"/>
            <a:chOff x="6438900" y="3657600"/>
            <a:chExt cx="4495800" cy="1600200"/>
          </a:xfrm>
        </p:grpSpPr>
        <p:sp>
          <p:nvSpPr>
            <p:cNvPr id="153" name="node27.surface"/>
            <p:cNvSpPr/>
            <p:nvPr/>
          </p:nvSpPr>
          <p:spPr>
            <a:xfrm>
              <a:off x="6438900" y="3657600"/>
              <a:ext cx="4495800" cy="1600200"/>
            </a:xfrm>
            <a:prstGeom prst="rect">
              <a:avLst/>
            </a:prstGeom>
            <a:ln w="12700">
              <a:solidFill>
                <a:srgbClr val="070154"/>
              </a:solidFill>
              <a:prstDash val="dash"/>
            </a:ln>
          </p:spPr>
        </p:sp>
        <p:sp>
          <p:nvSpPr>
            <p:cNvPr id="154" name="node27.label"/>
            <p:cNvSpPr/>
            <p:nvPr/>
          </p:nvSpPr>
          <p:spPr>
            <a:xfrm>
              <a:off x="6591300" y="3771900"/>
              <a:ext cx="419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Shared VPC subnets · non-production</a:t>
              </a:r>
              <a:endParaRPr lang="en-US" sz="1400" spc="0" kern="0" b="0" i="0" dirty="0">
                <a:solidFill>
                  <a:srgbClr val="070154"/>
                </a:solidFill>
                <a:latin typeface="IBM Plex Sans SemiBold"/>
                <a:ea typeface="IBM Plex Sans SemiBold"/>
                <a:cs typeface="IBM Plex Sans SemiBold"/>
              </a:endParaRPr>
            </a:p>
          </p:txBody>
        </p:sp>
      </p:grpSp>
      <p:grpSp>
        <p:nvGrpSpPr>
          <p:cNvPr id="225" name="node28"/>
          <p:cNvGrpSpPr/>
          <p:nvPr/>
        </p:nvGrpSpPr>
        <p:grpSpPr>
          <a:xfrm>
            <a:off x="6667500" y="4114800"/>
            <a:ext cx="1295400" cy="914400"/>
            <a:chOff x="6667500" y="4114800"/>
            <a:chExt cx="1295400" cy="914400"/>
          </a:xfrm>
        </p:grpSpPr>
        <p:sp>
          <p:nvSpPr>
            <p:cNvPr id="155" name="node28.surface"/>
            <p:cNvSpPr/>
            <p:nvPr/>
          </p:nvSpPr>
          <p:spPr>
            <a:xfrm>
              <a:off x="6667500" y="4114800"/>
              <a:ext cx="1295400" cy="914400"/>
            </a:xfrm>
            <a:prstGeom prst="rect">
              <a:avLst/>
            </a:prstGeom>
            <a:solidFill>
              <a:srgbClr val="FFFFFF"/>
            </a:solidFill>
            <a:ln w="12700">
              <a:solidFill>
                <a:srgbClr val="CED7E6"/>
              </a:solidFill>
              <a:prstDash val="solid"/>
            </a:ln>
          </p:spPr>
        </p:sp>
      </p:grpSp>
      <p:grpSp>
        <p:nvGrpSpPr>
          <p:cNvPr id="226" name="node29"/>
          <p:cNvGrpSpPr/>
          <p:nvPr/>
        </p:nvGrpSpPr>
        <p:grpSpPr>
          <a:xfrm>
            <a:off x="6743700" y="4152900"/>
            <a:ext cx="1143000" cy="228600"/>
            <a:chOff x="6743700" y="4152900"/>
            <a:chExt cx="1143000" cy="228600"/>
          </a:xfrm>
        </p:grpSpPr>
        <p:sp>
          <p:nvSpPr>
            <p:cNvPr id="156" name="node29.text"/>
            <p:cNvSpPr/>
            <p:nvPr/>
          </p:nvSpPr>
          <p:spPr>
            <a:xfrm>
              <a:off x="67437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Public</a:t>
              </a:r>
              <a:endParaRPr lang="en-US" sz="1200" spc="0" kern="0" b="0" i="0" dirty="0">
                <a:solidFill>
                  <a:srgbClr val="070154"/>
                </a:solidFill>
                <a:latin typeface="IBM Plex Sans"/>
                <a:ea typeface="IBM Plex Sans"/>
                <a:cs typeface="IBM Plex Sans"/>
              </a:endParaRPr>
            </a:p>
          </p:txBody>
        </p:sp>
      </p:grpSp>
      <p:grpSp>
        <p:nvGrpSpPr>
          <p:cNvPr id="227" name="node30"/>
          <p:cNvGrpSpPr/>
          <p:nvPr/>
        </p:nvGrpSpPr>
        <p:grpSpPr>
          <a:xfrm>
            <a:off x="6743700" y="4457700"/>
            <a:ext cx="1143000" cy="457200"/>
            <a:chOff x="6743700" y="4457700"/>
            <a:chExt cx="1143000" cy="457200"/>
          </a:xfrm>
        </p:grpSpPr>
        <p:sp>
          <p:nvSpPr>
            <p:cNvPr id="157" name="node30.background"/>
            <p:cNvSpPr/>
            <p:nvPr/>
          </p:nvSpPr>
          <p:spPr>
            <a:xfrm>
              <a:off x="6743700" y="4457700"/>
              <a:ext cx="1143000" cy="457200"/>
            </a:xfrm>
            <a:prstGeom prst="rect">
              <a:avLst/>
            </a:prstGeom>
            <a:solidFill>
              <a:srgbClr val="FFFFFF"/>
            </a:solidFill>
            <a:ln>
              <a:noFill/>
            </a:ln>
          </p:spPr>
        </p:sp>
        <p:sp>
          <p:nvSpPr>
            <p:cNvPr id="158" name="node30.hatch.000"/>
            <p:cNvSpPr/>
            <p:nvPr/>
          </p:nvSpPr>
          <p:spPr>
            <a:xfrm>
              <a:off x="67437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59" name="node30.hatch.001"/>
            <p:cNvSpPr/>
            <p:nvPr/>
          </p:nvSpPr>
          <p:spPr>
            <a:xfrm>
              <a:off x="67437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60" name="node30.hatch.002"/>
            <p:cNvSpPr/>
            <p:nvPr/>
          </p:nvSpPr>
          <p:spPr>
            <a:xfrm>
              <a:off x="67437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61" name="node30.hatch.003"/>
            <p:cNvSpPr/>
            <p:nvPr/>
          </p:nvSpPr>
          <p:spPr>
            <a:xfrm>
              <a:off x="67437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62" name="node30.hatch.004"/>
            <p:cNvSpPr/>
            <p:nvPr/>
          </p:nvSpPr>
          <p:spPr>
            <a:xfrm>
              <a:off x="67437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63" name="node30.hatch.005"/>
            <p:cNvSpPr/>
            <p:nvPr/>
          </p:nvSpPr>
          <p:spPr>
            <a:xfrm>
              <a:off x="67437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64" name="node30.hatch.006"/>
            <p:cNvSpPr/>
            <p:nvPr/>
          </p:nvSpPr>
          <p:spPr>
            <a:xfrm>
              <a:off x="67437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65" name="node30.border"/>
            <p:cNvSpPr/>
            <p:nvPr/>
          </p:nvSpPr>
          <p:spPr>
            <a:xfrm>
              <a:off x="6743700" y="4457700"/>
              <a:ext cx="1143000" cy="457200"/>
            </a:xfrm>
            <a:prstGeom prst="rect">
              <a:avLst/>
            </a:prstGeom>
            <a:ln w="12700">
              <a:solidFill>
                <a:srgbClr val="97A4BA"/>
              </a:solidFill>
              <a:prstDash val="solid"/>
            </a:ln>
          </p:spPr>
        </p:sp>
        <p:sp>
          <p:nvSpPr>
            <p:cNvPr id="166" name="node30.placeholder"/>
            <p:cNvSpPr/>
            <p:nvPr/>
          </p:nvSpPr>
          <p:spPr>
            <a:xfrm>
              <a:off x="67691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LOAD BALANCING</a:t>
              </a:r>
              <a:endParaRPr lang="en-US" sz="900" spc="54" kern="0" b="0" i="0" dirty="0">
                <a:solidFill>
                  <a:srgbClr val="50658E"/>
                </a:solidFill>
                <a:latin typeface="IBM Plex Mono SemiBold"/>
                <a:ea typeface="IBM Plex Mono SemiBold"/>
                <a:cs typeface="IBM Plex Mono SemiBold"/>
              </a:endParaRPr>
            </a:p>
          </p:txBody>
        </p:sp>
      </p:grpSp>
      <p:grpSp>
        <p:nvGrpSpPr>
          <p:cNvPr id="228" name="node31"/>
          <p:cNvGrpSpPr/>
          <p:nvPr/>
        </p:nvGrpSpPr>
        <p:grpSpPr>
          <a:xfrm>
            <a:off x="8039100" y="4114800"/>
            <a:ext cx="1295400" cy="914400"/>
            <a:chOff x="8039100" y="4114800"/>
            <a:chExt cx="1295400" cy="914400"/>
          </a:xfrm>
        </p:grpSpPr>
        <p:sp>
          <p:nvSpPr>
            <p:cNvPr id="167" name="node31.surface"/>
            <p:cNvSpPr/>
            <p:nvPr/>
          </p:nvSpPr>
          <p:spPr>
            <a:xfrm>
              <a:off x="8039100" y="4114800"/>
              <a:ext cx="1295400" cy="914400"/>
            </a:xfrm>
            <a:prstGeom prst="rect">
              <a:avLst/>
            </a:prstGeom>
            <a:solidFill>
              <a:srgbClr val="FFFFFF"/>
            </a:solidFill>
            <a:ln w="12700">
              <a:solidFill>
                <a:srgbClr val="CED7E6"/>
              </a:solidFill>
              <a:prstDash val="solid"/>
            </a:ln>
          </p:spPr>
        </p:sp>
      </p:grpSp>
      <p:grpSp>
        <p:nvGrpSpPr>
          <p:cNvPr id="229" name="node32"/>
          <p:cNvGrpSpPr/>
          <p:nvPr/>
        </p:nvGrpSpPr>
        <p:grpSpPr>
          <a:xfrm>
            <a:off x="8115300" y="4152900"/>
            <a:ext cx="1143000" cy="228600"/>
            <a:chOff x="8115300" y="4152900"/>
            <a:chExt cx="1143000" cy="228600"/>
          </a:xfrm>
        </p:grpSpPr>
        <p:sp>
          <p:nvSpPr>
            <p:cNvPr id="168" name="node32.text"/>
            <p:cNvSpPr/>
            <p:nvPr/>
          </p:nvSpPr>
          <p:spPr>
            <a:xfrm>
              <a:off x="81153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app</a:t>
              </a:r>
              <a:endParaRPr lang="en-US" sz="1200" spc="0" kern="0" b="0" i="0" dirty="0">
                <a:solidFill>
                  <a:srgbClr val="070154"/>
                </a:solidFill>
                <a:latin typeface="IBM Plex Sans"/>
                <a:ea typeface="IBM Plex Sans"/>
                <a:cs typeface="IBM Plex Sans"/>
              </a:endParaRPr>
            </a:p>
          </p:txBody>
        </p:sp>
      </p:grpSp>
      <p:grpSp>
        <p:nvGrpSpPr>
          <p:cNvPr id="230" name="node33"/>
          <p:cNvGrpSpPr/>
          <p:nvPr/>
        </p:nvGrpSpPr>
        <p:grpSpPr>
          <a:xfrm>
            <a:off x="8115300" y="4457700"/>
            <a:ext cx="1143000" cy="457200"/>
            <a:chOff x="8115300" y="4457700"/>
            <a:chExt cx="1143000" cy="457200"/>
          </a:xfrm>
        </p:grpSpPr>
        <p:sp>
          <p:nvSpPr>
            <p:cNvPr id="169" name="node33.background"/>
            <p:cNvSpPr/>
            <p:nvPr/>
          </p:nvSpPr>
          <p:spPr>
            <a:xfrm>
              <a:off x="8115300" y="4457700"/>
              <a:ext cx="1143000" cy="457200"/>
            </a:xfrm>
            <a:prstGeom prst="rect">
              <a:avLst/>
            </a:prstGeom>
            <a:solidFill>
              <a:srgbClr val="FFFFFF"/>
            </a:solidFill>
            <a:ln>
              <a:noFill/>
            </a:ln>
          </p:spPr>
        </p:sp>
        <p:sp>
          <p:nvSpPr>
            <p:cNvPr id="170" name="node33.hatch.000"/>
            <p:cNvSpPr/>
            <p:nvPr/>
          </p:nvSpPr>
          <p:spPr>
            <a:xfrm>
              <a:off x="81153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71" name="node33.hatch.001"/>
            <p:cNvSpPr/>
            <p:nvPr/>
          </p:nvSpPr>
          <p:spPr>
            <a:xfrm>
              <a:off x="81153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72" name="node33.hatch.002"/>
            <p:cNvSpPr/>
            <p:nvPr/>
          </p:nvSpPr>
          <p:spPr>
            <a:xfrm>
              <a:off x="81153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73" name="node33.hatch.003"/>
            <p:cNvSpPr/>
            <p:nvPr/>
          </p:nvSpPr>
          <p:spPr>
            <a:xfrm>
              <a:off x="81153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74" name="node33.hatch.004"/>
            <p:cNvSpPr/>
            <p:nvPr/>
          </p:nvSpPr>
          <p:spPr>
            <a:xfrm>
              <a:off x="81153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75" name="node33.hatch.005"/>
            <p:cNvSpPr/>
            <p:nvPr/>
          </p:nvSpPr>
          <p:spPr>
            <a:xfrm>
              <a:off x="81153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76" name="node33.hatch.006"/>
            <p:cNvSpPr/>
            <p:nvPr/>
          </p:nvSpPr>
          <p:spPr>
            <a:xfrm>
              <a:off x="81153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77" name="node33.border"/>
            <p:cNvSpPr/>
            <p:nvPr/>
          </p:nvSpPr>
          <p:spPr>
            <a:xfrm>
              <a:off x="8115300" y="4457700"/>
              <a:ext cx="1143000" cy="457200"/>
            </a:xfrm>
            <a:prstGeom prst="rect">
              <a:avLst/>
            </a:prstGeom>
            <a:ln w="12700">
              <a:solidFill>
                <a:srgbClr val="97A4BA"/>
              </a:solidFill>
              <a:prstDash val="solid"/>
            </a:ln>
          </p:spPr>
        </p:sp>
        <p:sp>
          <p:nvSpPr>
            <p:cNvPr id="178" name="node33.placeholder"/>
            <p:cNvSpPr/>
            <p:nvPr/>
          </p:nvSpPr>
          <p:spPr>
            <a:xfrm>
              <a:off x="81407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RUN OR GKE</a:t>
              </a:r>
              <a:endParaRPr lang="en-US" sz="900" spc="54" kern="0" b="0" i="0" dirty="0">
                <a:solidFill>
                  <a:srgbClr val="50658E"/>
                </a:solidFill>
                <a:latin typeface="IBM Plex Mono SemiBold"/>
                <a:ea typeface="IBM Plex Mono SemiBold"/>
                <a:cs typeface="IBM Plex Mono SemiBold"/>
              </a:endParaRPr>
            </a:p>
          </p:txBody>
        </p:sp>
      </p:grpSp>
      <p:grpSp>
        <p:nvGrpSpPr>
          <p:cNvPr id="231" name="node34"/>
          <p:cNvGrpSpPr/>
          <p:nvPr/>
        </p:nvGrpSpPr>
        <p:grpSpPr>
          <a:xfrm>
            <a:off x="9410700" y="4114800"/>
            <a:ext cx="1295400" cy="914400"/>
            <a:chOff x="9410700" y="4114800"/>
            <a:chExt cx="1295400" cy="914400"/>
          </a:xfrm>
        </p:grpSpPr>
        <p:sp>
          <p:nvSpPr>
            <p:cNvPr id="179" name="node34.surface"/>
            <p:cNvSpPr/>
            <p:nvPr/>
          </p:nvSpPr>
          <p:spPr>
            <a:xfrm>
              <a:off x="9410700" y="4114800"/>
              <a:ext cx="1295400" cy="914400"/>
            </a:xfrm>
            <a:prstGeom prst="rect">
              <a:avLst/>
            </a:prstGeom>
            <a:solidFill>
              <a:srgbClr val="FFFFFF"/>
            </a:solidFill>
            <a:ln w="12700">
              <a:solidFill>
                <a:srgbClr val="CED7E6"/>
              </a:solidFill>
              <a:prstDash val="solid"/>
            </a:ln>
          </p:spPr>
        </p:sp>
      </p:grpSp>
      <p:grpSp>
        <p:nvGrpSpPr>
          <p:cNvPr id="232" name="node35"/>
          <p:cNvGrpSpPr/>
          <p:nvPr/>
        </p:nvGrpSpPr>
        <p:grpSpPr>
          <a:xfrm>
            <a:off x="9486900" y="4152900"/>
            <a:ext cx="1143000" cy="228600"/>
            <a:chOff x="9486900" y="4152900"/>
            <a:chExt cx="1143000" cy="228600"/>
          </a:xfrm>
        </p:grpSpPr>
        <p:sp>
          <p:nvSpPr>
            <p:cNvPr id="180" name="node35.text"/>
            <p:cNvSpPr/>
            <p:nvPr/>
          </p:nvSpPr>
          <p:spPr>
            <a:xfrm>
              <a:off x="9486900" y="41529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Private data</a:t>
              </a:r>
              <a:endParaRPr lang="en-US" sz="1200" spc="0" kern="0" b="0" i="0" dirty="0">
                <a:solidFill>
                  <a:srgbClr val="070154"/>
                </a:solidFill>
                <a:latin typeface="IBM Plex Sans"/>
                <a:ea typeface="IBM Plex Sans"/>
                <a:cs typeface="IBM Plex Sans"/>
              </a:endParaRPr>
            </a:p>
          </p:txBody>
        </p:sp>
      </p:grpSp>
      <p:grpSp>
        <p:nvGrpSpPr>
          <p:cNvPr id="233" name="node36"/>
          <p:cNvGrpSpPr/>
          <p:nvPr/>
        </p:nvGrpSpPr>
        <p:grpSpPr>
          <a:xfrm>
            <a:off x="9486900" y="4457700"/>
            <a:ext cx="1143000" cy="457200"/>
            <a:chOff x="9486900" y="4457700"/>
            <a:chExt cx="1143000" cy="457200"/>
          </a:xfrm>
        </p:grpSpPr>
        <p:sp>
          <p:nvSpPr>
            <p:cNvPr id="181" name="node36.background"/>
            <p:cNvSpPr/>
            <p:nvPr/>
          </p:nvSpPr>
          <p:spPr>
            <a:xfrm>
              <a:off x="9486900" y="4457700"/>
              <a:ext cx="1143000" cy="457200"/>
            </a:xfrm>
            <a:prstGeom prst="rect">
              <a:avLst/>
            </a:prstGeom>
            <a:solidFill>
              <a:srgbClr val="FFFFFF"/>
            </a:solidFill>
            <a:ln>
              <a:noFill/>
            </a:ln>
          </p:spPr>
        </p:sp>
        <p:sp>
          <p:nvSpPr>
            <p:cNvPr id="182" name="node36.hatch.000"/>
            <p:cNvSpPr/>
            <p:nvPr/>
          </p:nvSpPr>
          <p:spPr>
            <a:xfrm>
              <a:off x="9486900" y="4457700"/>
              <a:ext cx="1143000" cy="457200"/>
            </a:xfrm>
            <a:custGeom>
              <a:avLst/>
              <a:gdLst/>
              <a:ahLst/>
              <a:cxnLst/>
              <a:rect l="l" t="t" r="r" b="b"/>
              <a:pathLst>
                <a:path w="1143000" h="457200">
                  <a:moveTo>
                    <a:pt x="0" y="215526"/>
                  </a:moveTo>
                  <a:lnTo>
                    <a:pt x="0" y="107763"/>
                  </a:lnTo>
                  <a:lnTo>
                    <a:pt x="107763" y="0"/>
                  </a:lnTo>
                  <a:lnTo>
                    <a:pt x="215526" y="0"/>
                  </a:lnTo>
                  <a:close/>
                </a:path>
              </a:pathLst>
            </a:custGeom>
            <a:solidFill>
              <a:srgbClr val="F3F6FC"/>
            </a:solidFill>
            <a:ln>
              <a:noFill/>
            </a:ln>
          </p:spPr>
        </p:sp>
        <p:sp>
          <p:nvSpPr>
            <p:cNvPr id="183" name="node36.hatch.001"/>
            <p:cNvSpPr/>
            <p:nvPr/>
          </p:nvSpPr>
          <p:spPr>
            <a:xfrm>
              <a:off x="9486900" y="4457700"/>
              <a:ext cx="1143000" cy="457200"/>
            </a:xfrm>
            <a:custGeom>
              <a:avLst/>
              <a:gdLst/>
              <a:ahLst/>
              <a:cxnLst/>
              <a:rect l="l" t="t" r="r" b="b"/>
              <a:pathLst>
                <a:path w="1143000" h="457200">
                  <a:moveTo>
                    <a:pt x="0" y="431052"/>
                  </a:moveTo>
                  <a:lnTo>
                    <a:pt x="0" y="323289"/>
                  </a:lnTo>
                  <a:lnTo>
                    <a:pt x="323289" y="0"/>
                  </a:lnTo>
                  <a:lnTo>
                    <a:pt x="431052" y="0"/>
                  </a:lnTo>
                  <a:close/>
                </a:path>
              </a:pathLst>
            </a:custGeom>
            <a:solidFill>
              <a:srgbClr val="F3F6FC"/>
            </a:solidFill>
            <a:ln>
              <a:noFill/>
            </a:ln>
          </p:spPr>
        </p:sp>
        <p:sp>
          <p:nvSpPr>
            <p:cNvPr id="184" name="node36.hatch.002"/>
            <p:cNvSpPr/>
            <p:nvPr/>
          </p:nvSpPr>
          <p:spPr>
            <a:xfrm>
              <a:off x="9486900" y="4457700"/>
              <a:ext cx="1143000" cy="457200"/>
            </a:xfrm>
            <a:custGeom>
              <a:avLst/>
              <a:gdLst/>
              <a:ahLst/>
              <a:cxnLst/>
              <a:rect l="l" t="t" r="r" b="b"/>
              <a:pathLst>
                <a:path w="1143000" h="457200">
                  <a:moveTo>
                    <a:pt x="538815" y="0"/>
                  </a:moveTo>
                  <a:lnTo>
                    <a:pt x="646578" y="0"/>
                  </a:lnTo>
                  <a:lnTo>
                    <a:pt x="189378" y="457200"/>
                  </a:lnTo>
                  <a:lnTo>
                    <a:pt x="81615" y="457200"/>
                  </a:lnTo>
                  <a:close/>
                </a:path>
              </a:pathLst>
            </a:custGeom>
            <a:solidFill>
              <a:srgbClr val="F3F6FC"/>
            </a:solidFill>
            <a:ln>
              <a:noFill/>
            </a:ln>
          </p:spPr>
        </p:sp>
        <p:sp>
          <p:nvSpPr>
            <p:cNvPr id="185" name="node36.hatch.003"/>
            <p:cNvSpPr/>
            <p:nvPr/>
          </p:nvSpPr>
          <p:spPr>
            <a:xfrm>
              <a:off x="9486900" y="4457700"/>
              <a:ext cx="1143000" cy="457200"/>
            </a:xfrm>
            <a:custGeom>
              <a:avLst/>
              <a:gdLst/>
              <a:ahLst/>
              <a:cxnLst/>
              <a:rect l="l" t="t" r="r" b="b"/>
              <a:pathLst>
                <a:path w="1143000" h="457200">
                  <a:moveTo>
                    <a:pt x="754342" y="0"/>
                  </a:moveTo>
                  <a:lnTo>
                    <a:pt x="862105" y="0"/>
                  </a:lnTo>
                  <a:lnTo>
                    <a:pt x="404905" y="457200"/>
                  </a:lnTo>
                  <a:lnTo>
                    <a:pt x="297142" y="457200"/>
                  </a:lnTo>
                  <a:close/>
                </a:path>
              </a:pathLst>
            </a:custGeom>
            <a:solidFill>
              <a:srgbClr val="F3F6FC"/>
            </a:solidFill>
            <a:ln>
              <a:noFill/>
            </a:ln>
          </p:spPr>
        </p:sp>
        <p:sp>
          <p:nvSpPr>
            <p:cNvPr id="186" name="node36.hatch.004"/>
            <p:cNvSpPr/>
            <p:nvPr/>
          </p:nvSpPr>
          <p:spPr>
            <a:xfrm>
              <a:off x="9486900" y="4457700"/>
              <a:ext cx="1143000" cy="457200"/>
            </a:xfrm>
            <a:custGeom>
              <a:avLst/>
              <a:gdLst/>
              <a:ahLst/>
              <a:cxnLst/>
              <a:rect l="l" t="t" r="r" b="b"/>
              <a:pathLst>
                <a:path w="1143000" h="457200">
                  <a:moveTo>
                    <a:pt x="969868" y="0"/>
                  </a:moveTo>
                  <a:lnTo>
                    <a:pt x="1077631" y="0"/>
                  </a:lnTo>
                  <a:lnTo>
                    <a:pt x="620431" y="457200"/>
                  </a:lnTo>
                  <a:lnTo>
                    <a:pt x="512668" y="457200"/>
                  </a:lnTo>
                  <a:close/>
                </a:path>
              </a:pathLst>
            </a:custGeom>
            <a:solidFill>
              <a:srgbClr val="F3F6FC"/>
            </a:solidFill>
            <a:ln>
              <a:noFill/>
            </a:ln>
          </p:spPr>
        </p:sp>
        <p:sp>
          <p:nvSpPr>
            <p:cNvPr id="187" name="node36.hatch.005"/>
            <p:cNvSpPr/>
            <p:nvPr/>
          </p:nvSpPr>
          <p:spPr>
            <a:xfrm>
              <a:off x="9486900" y="4457700"/>
              <a:ext cx="1143000" cy="457200"/>
            </a:xfrm>
            <a:custGeom>
              <a:avLst/>
              <a:gdLst/>
              <a:ahLst/>
              <a:cxnLst/>
              <a:rect l="l" t="t" r="r" b="b"/>
              <a:pathLst>
                <a:path w="1143000" h="457200">
                  <a:moveTo>
                    <a:pt x="1143000" y="42394"/>
                  </a:moveTo>
                  <a:lnTo>
                    <a:pt x="1143000" y="150157"/>
                  </a:lnTo>
                  <a:lnTo>
                    <a:pt x="835957" y="457200"/>
                  </a:lnTo>
                  <a:lnTo>
                    <a:pt x="728194" y="457200"/>
                  </a:lnTo>
                  <a:close/>
                </a:path>
              </a:pathLst>
            </a:custGeom>
            <a:solidFill>
              <a:srgbClr val="F3F6FC"/>
            </a:solidFill>
            <a:ln>
              <a:noFill/>
            </a:ln>
          </p:spPr>
        </p:sp>
        <p:sp>
          <p:nvSpPr>
            <p:cNvPr id="188" name="node36.hatch.006"/>
            <p:cNvSpPr/>
            <p:nvPr/>
          </p:nvSpPr>
          <p:spPr>
            <a:xfrm>
              <a:off x="9486900" y="4457700"/>
              <a:ext cx="1143000" cy="457200"/>
            </a:xfrm>
            <a:custGeom>
              <a:avLst/>
              <a:gdLst/>
              <a:ahLst/>
              <a:cxnLst/>
              <a:rect l="l" t="t" r="r" b="b"/>
              <a:pathLst>
                <a:path w="1143000" h="457200">
                  <a:moveTo>
                    <a:pt x="1143000" y="257920"/>
                  </a:moveTo>
                  <a:lnTo>
                    <a:pt x="1143000" y="365683"/>
                  </a:lnTo>
                  <a:lnTo>
                    <a:pt x="1051483" y="457200"/>
                  </a:lnTo>
                  <a:lnTo>
                    <a:pt x="943720" y="457200"/>
                  </a:lnTo>
                  <a:close/>
                </a:path>
              </a:pathLst>
            </a:custGeom>
            <a:solidFill>
              <a:srgbClr val="F3F6FC"/>
            </a:solidFill>
            <a:ln>
              <a:noFill/>
            </a:ln>
          </p:spPr>
        </p:sp>
        <p:sp>
          <p:nvSpPr>
            <p:cNvPr id="189" name="node36.border"/>
            <p:cNvSpPr/>
            <p:nvPr/>
          </p:nvSpPr>
          <p:spPr>
            <a:xfrm>
              <a:off x="9486900" y="4457700"/>
              <a:ext cx="1143000" cy="457200"/>
            </a:xfrm>
            <a:prstGeom prst="rect">
              <a:avLst/>
            </a:prstGeom>
            <a:ln w="12700">
              <a:solidFill>
                <a:srgbClr val="97A4BA"/>
              </a:solidFill>
              <a:prstDash val="solid"/>
            </a:ln>
          </p:spPr>
        </p:sp>
        <p:sp>
          <p:nvSpPr>
            <p:cNvPr id="190" name="node36.placeholder"/>
            <p:cNvSpPr/>
            <p:nvPr/>
          </p:nvSpPr>
          <p:spPr>
            <a:xfrm>
              <a:off x="9512300" y="4533900"/>
              <a:ext cx="10922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CLOUD SQL FOR POSTGRESQL</a:t>
              </a:r>
              <a:endParaRPr lang="en-US" sz="900" spc="54" kern="0" b="0" i="0" dirty="0">
                <a:solidFill>
                  <a:srgbClr val="50658E"/>
                </a:solidFill>
                <a:latin typeface="IBM Plex Mono SemiBold"/>
                <a:ea typeface="IBM Plex Mono SemiBold"/>
                <a:cs typeface="IBM Plex Mono SemiBold"/>
              </a:endParaRPr>
            </a:p>
          </p:txBody>
        </p:sp>
      </p:grpSp>
      <p:grpSp>
        <p:nvGrpSpPr>
          <p:cNvPr id="234" name="node37"/>
          <p:cNvGrpSpPr/>
          <p:nvPr/>
        </p:nvGrpSpPr>
        <p:grpSpPr>
          <a:xfrm>
            <a:off x="10282479" y="2971800"/>
            <a:ext cx="85242" cy="228600"/>
            <a:chOff x="10282479" y="2971800"/>
            <a:chExt cx="85242" cy="228600"/>
          </a:xfrm>
        </p:grpSpPr>
        <p:sp>
          <p:nvSpPr>
            <p:cNvPr id="191" name="node37.segment-1"/>
            <p:cNvSpPr/>
            <p:nvPr/>
          </p:nvSpPr>
          <p:spPr>
            <a:xfrm>
              <a:off x="103251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192" name="node37.head-end.0"/>
            <p:cNvSpPr/>
            <p:nvPr/>
          </p:nvSpPr>
          <p:spPr>
            <a:xfrm>
              <a:off x="102824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93" name="node37.head-end.1"/>
            <p:cNvSpPr/>
            <p:nvPr/>
          </p:nvSpPr>
          <p:spPr>
            <a:xfrm>
              <a:off x="103251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235" name="node38"/>
          <p:cNvGrpSpPr/>
          <p:nvPr/>
        </p:nvGrpSpPr>
        <p:grpSpPr>
          <a:xfrm>
            <a:off x="3424479" y="3086100"/>
            <a:ext cx="6900621" cy="114300"/>
            <a:chOff x="3424479" y="3086100"/>
            <a:chExt cx="6900621" cy="114300"/>
          </a:xfrm>
        </p:grpSpPr>
        <p:sp>
          <p:nvSpPr>
            <p:cNvPr id="194" name="node38.segment-1"/>
            <p:cNvSpPr/>
            <p:nvPr/>
          </p:nvSpPr>
          <p:spPr>
            <a:xfrm>
              <a:off x="3467100" y="3086100"/>
              <a:ext cx="6858000" cy="0"/>
            </a:xfrm>
            <a:custGeom>
              <a:avLst/>
              <a:gdLst/>
              <a:ahLst/>
              <a:cxnLst/>
              <a:rect l="l" t="t" r="r" b="b"/>
              <a:pathLst>
                <a:path w="6858000">
                  <a:moveTo>
                    <a:pt x="6858000" y="0"/>
                  </a:moveTo>
                  <a:lnTo>
                    <a:pt x="0" y="0"/>
                  </a:lnTo>
                </a:path>
              </a:pathLst>
            </a:custGeom>
            <a:ln w="12700">
              <a:solidFill>
                <a:srgbClr val="070154"/>
              </a:solidFill>
              <a:prstDash val="solid"/>
            </a:ln>
          </p:spPr>
        </p:sp>
        <p:sp>
          <p:nvSpPr>
            <p:cNvPr id="195" name="node38.segment-2"/>
            <p:cNvSpPr/>
            <p:nvPr/>
          </p:nvSpPr>
          <p:spPr>
            <a:xfrm>
              <a:off x="3467100" y="30861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196" name="node38.head-end.0"/>
            <p:cNvSpPr/>
            <p:nvPr/>
          </p:nvSpPr>
          <p:spPr>
            <a:xfrm>
              <a:off x="34244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97" name="node38.head-end.1"/>
            <p:cNvSpPr/>
            <p:nvPr/>
          </p:nvSpPr>
          <p:spPr>
            <a:xfrm>
              <a:off x="34671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ource-05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steps take each site from local to cloud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29</a:t>
            </a:fld>
            <a:endParaRPr lang="en-US" sz="700" spc="0" kern="0" b="0" i="0" dirty="0">
              <a:solidFill>
                <a:srgbClr val="070154"/>
              </a:solidFill>
              <a:latin typeface="IBM Plex Mono SemiBold"/>
              <a:ea typeface="IBM Plex Mono SemiBold"/>
              <a:cs typeface="IBM Plex Mono SemiBold"/>
            </a:endParaRPr>
          </a:p>
        </p:txBody>
      </p:sp>
      <p:grpSp>
        <p:nvGrpSpPr>
          <p:cNvPr id="149" name="node01"/>
          <p:cNvGrpSpPr/>
          <p:nvPr/>
        </p:nvGrpSpPr>
        <p:grpSpPr>
          <a:xfrm>
            <a:off x="723900" y="1828800"/>
            <a:ext cx="10744200" cy="1600200"/>
            <a:chOff x="723900" y="1828800"/>
            <a:chExt cx="10744200" cy="1600200"/>
          </a:xfrm>
        </p:grpSpPr>
        <p:sp>
          <p:nvSpPr>
            <p:cNvPr id="6" name="node01.surface"/>
            <p:cNvSpPr/>
            <p:nvPr/>
          </p:nvSpPr>
          <p:spPr>
            <a:xfrm>
              <a:off x="723900" y="1828800"/>
              <a:ext cx="10744200" cy="1600200"/>
            </a:xfrm>
            <a:prstGeom prst="rect">
              <a:avLst/>
            </a:prstGeom>
            <a:solidFill>
              <a:srgbClr val="E8EEF8"/>
            </a:solidFill>
            <a:ln>
              <a:noFill/>
            </a:ln>
          </p:spPr>
        </p:sp>
      </p:grpSp>
      <p:grpSp>
        <p:nvGrpSpPr>
          <p:cNvPr id="150" name="node02"/>
          <p:cNvGrpSpPr/>
          <p:nvPr/>
        </p:nvGrpSpPr>
        <p:grpSpPr>
          <a:xfrm>
            <a:off x="723900" y="3657600"/>
            <a:ext cx="10744200" cy="1600200"/>
            <a:chOff x="723900" y="3657600"/>
            <a:chExt cx="10744200" cy="1600200"/>
          </a:xfrm>
        </p:grpSpPr>
        <p:sp>
          <p:nvSpPr>
            <p:cNvPr id="7" name="node02.surface"/>
            <p:cNvSpPr/>
            <p:nvPr/>
          </p:nvSpPr>
          <p:spPr>
            <a:xfrm>
              <a:off x="723900" y="3657600"/>
              <a:ext cx="10744200" cy="1600200"/>
            </a:xfrm>
            <a:prstGeom prst="rect">
              <a:avLst/>
            </a:prstGeom>
            <a:solidFill>
              <a:srgbClr val="E8EEF8"/>
            </a:solidFill>
            <a:ln>
              <a:noFill/>
            </a:ln>
          </p:spPr>
        </p:sp>
      </p:grpSp>
      <p:grpSp>
        <p:nvGrpSpPr>
          <p:cNvPr id="151" name="node03"/>
          <p:cNvGrpSpPr/>
          <p:nvPr/>
        </p:nvGrpSpPr>
        <p:grpSpPr>
          <a:xfrm>
            <a:off x="723900" y="3543300"/>
            <a:ext cx="10744200" cy="1"/>
            <a:chOff x="723900" y="3543300"/>
            <a:chExt cx="10744200" cy="1"/>
          </a:xfrm>
        </p:grpSpPr>
        <p:sp>
          <p:nvSpPr>
            <p:cNvPr id="8" name="node03.segment-1"/>
            <p:cNvSpPr/>
            <p:nvPr/>
          </p:nvSpPr>
          <p:spPr>
            <a:xfrm>
              <a:off x="723900" y="3543300"/>
              <a:ext cx="10744200" cy="0"/>
            </a:xfrm>
            <a:custGeom>
              <a:avLst/>
              <a:gdLst/>
              <a:ahLst/>
              <a:cxnLst/>
              <a:rect l="l" t="t" r="r" b="b"/>
              <a:pathLst>
                <a:path w="10744200">
                  <a:moveTo>
                    <a:pt x="0" y="0"/>
                  </a:moveTo>
                  <a:lnTo>
                    <a:pt x="10744200" y="0"/>
                  </a:lnTo>
                </a:path>
              </a:pathLst>
            </a:custGeom>
            <a:ln w="12700">
              <a:solidFill>
                <a:srgbClr val="070154"/>
              </a:solidFill>
              <a:prstDash val="dash"/>
            </a:ln>
          </p:spPr>
        </p:sp>
      </p:grpSp>
      <p:grpSp>
        <p:nvGrpSpPr>
          <p:cNvPr id="152" name="node04"/>
          <p:cNvGrpSpPr/>
          <p:nvPr/>
        </p:nvGrpSpPr>
        <p:grpSpPr>
          <a:xfrm>
            <a:off x="800100" y="2514600"/>
            <a:ext cx="762000" cy="457200"/>
            <a:chOff x="800100" y="2514600"/>
            <a:chExt cx="762000" cy="457200"/>
          </a:xfrm>
        </p:grpSpPr>
        <p:sp>
          <p:nvSpPr>
            <p:cNvPr id="9" name="node04.text"/>
            <p:cNvSpPr/>
            <p:nvPr/>
          </p:nvSpPr>
          <p:spPr>
            <a:xfrm>
              <a:off x="800100" y="2514600"/>
              <a:ext cx="762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On-prem sites</a:t>
              </a:r>
              <a:endParaRPr lang="en-US" sz="1200" spc="0" kern="0" b="0" i="0" dirty="0">
                <a:solidFill>
                  <a:srgbClr val="070154"/>
                </a:solidFill>
                <a:latin typeface="IBM Plex Sans"/>
                <a:ea typeface="IBM Plex Sans"/>
                <a:cs typeface="IBM Plex Sans"/>
              </a:endParaRPr>
            </a:p>
          </p:txBody>
        </p:sp>
      </p:grpSp>
      <p:grpSp>
        <p:nvGrpSpPr>
          <p:cNvPr id="153" name="node05"/>
          <p:cNvGrpSpPr/>
          <p:nvPr/>
        </p:nvGrpSpPr>
        <p:grpSpPr>
          <a:xfrm>
            <a:off x="800100" y="4343400"/>
            <a:ext cx="762000" cy="228600"/>
            <a:chOff x="800100" y="4343400"/>
            <a:chExt cx="762000" cy="228600"/>
          </a:xfrm>
        </p:grpSpPr>
        <p:sp>
          <p:nvSpPr>
            <p:cNvPr id="10" name="node05.text"/>
            <p:cNvSpPr/>
            <p:nvPr/>
          </p:nvSpPr>
          <p:spPr>
            <a:xfrm>
              <a:off x="800100" y="43434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Cloud</a:t>
              </a:r>
              <a:endParaRPr lang="en-US" sz="1200" spc="0" kern="0" b="0" i="0" dirty="0">
                <a:solidFill>
                  <a:srgbClr val="070154"/>
                </a:solidFill>
                <a:latin typeface="IBM Plex Sans"/>
                <a:ea typeface="IBM Plex Sans"/>
                <a:cs typeface="IBM Plex Sans"/>
              </a:endParaRPr>
            </a:p>
          </p:txBody>
        </p:sp>
      </p:grpSp>
      <p:grpSp>
        <p:nvGrpSpPr>
          <p:cNvPr id="154" name="node06"/>
          <p:cNvGrpSpPr/>
          <p:nvPr/>
        </p:nvGrpSpPr>
        <p:grpSpPr>
          <a:xfrm>
            <a:off x="1638300" y="1600200"/>
            <a:ext cx="2286000" cy="228600"/>
            <a:chOff x="1638300" y="1600200"/>
            <a:chExt cx="2286000" cy="228600"/>
          </a:xfrm>
        </p:grpSpPr>
        <p:sp>
          <p:nvSpPr>
            <p:cNvPr id="11" name="node06.surface"/>
            <p:cNvSpPr/>
            <p:nvPr/>
          </p:nvSpPr>
          <p:spPr>
            <a:xfrm>
              <a:off x="1638300" y="1600200"/>
              <a:ext cx="2286000" cy="228600"/>
            </a:xfrm>
            <a:prstGeom prst="rect">
              <a:avLst/>
            </a:prstGeom>
            <a:solidFill>
              <a:srgbClr val="070154"/>
            </a:solidFill>
            <a:ln>
              <a:noFill/>
            </a:ln>
          </p:spPr>
        </p:sp>
        <p:sp>
          <p:nvSpPr>
            <p:cNvPr id="12" name="node06.text"/>
            <p:cNvSpPr/>
            <p:nvPr/>
          </p:nvSpPr>
          <p:spPr>
            <a:xfrm>
              <a:off x="1714500" y="16002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1 · Current</a:t>
              </a:r>
              <a:endParaRPr lang="en-US" sz="1200" spc="0" kern="0" b="0" i="0" dirty="0">
                <a:solidFill>
                  <a:srgbClr val="FFFFFF"/>
                </a:solidFill>
                <a:latin typeface="IBM Plex Sans"/>
                <a:ea typeface="IBM Plex Sans"/>
                <a:cs typeface="IBM Plex Sans"/>
              </a:endParaRPr>
            </a:p>
          </p:txBody>
        </p:sp>
      </p:grpSp>
      <p:grpSp>
        <p:nvGrpSpPr>
          <p:cNvPr id="155" name="node07"/>
          <p:cNvGrpSpPr/>
          <p:nvPr/>
        </p:nvGrpSpPr>
        <p:grpSpPr>
          <a:xfrm>
            <a:off x="1866900" y="2057400"/>
            <a:ext cx="1371600" cy="457200"/>
            <a:chOff x="1866900" y="2057400"/>
            <a:chExt cx="1371600" cy="457200"/>
          </a:xfrm>
        </p:grpSpPr>
        <p:sp>
          <p:nvSpPr>
            <p:cNvPr id="13" name="node07.surface"/>
            <p:cNvSpPr/>
            <p:nvPr/>
          </p:nvSpPr>
          <p:spPr>
            <a:xfrm>
              <a:off x="1873250" y="2063750"/>
              <a:ext cx="1358900" cy="444500"/>
            </a:xfrm>
            <a:prstGeom prst="rect">
              <a:avLst/>
            </a:prstGeom>
            <a:solidFill>
              <a:srgbClr val="FFFFFF"/>
            </a:solidFill>
            <a:ln w="12700">
              <a:solidFill>
                <a:srgbClr val="CED7E6"/>
              </a:solidFill>
              <a:prstDash val="solid"/>
            </a:ln>
          </p:spPr>
        </p:sp>
        <p:sp>
          <p:nvSpPr>
            <p:cNvPr id="14" name="node07.text"/>
            <p:cNvSpPr/>
            <p:nvPr/>
          </p:nvSpPr>
          <p:spPr>
            <a:xfrm>
              <a:off x="2019300" y="21717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UI</a:t>
              </a:r>
              <a:endParaRPr lang="en-US" sz="1200" spc="0" kern="0" b="0" i="0" dirty="0">
                <a:solidFill>
                  <a:srgbClr val="070154"/>
                </a:solidFill>
                <a:latin typeface="IBM Plex Sans"/>
                <a:ea typeface="IBM Plex Sans"/>
                <a:cs typeface="IBM Plex Sans"/>
              </a:endParaRPr>
            </a:p>
          </p:txBody>
        </p:sp>
      </p:grpSp>
      <p:grpSp>
        <p:nvGrpSpPr>
          <p:cNvPr id="156" name="node08"/>
          <p:cNvGrpSpPr/>
          <p:nvPr/>
        </p:nvGrpSpPr>
        <p:grpSpPr>
          <a:xfrm>
            <a:off x="3238500" y="2057400"/>
            <a:ext cx="457200" cy="457200"/>
            <a:chOff x="3238500" y="2057400"/>
            <a:chExt cx="457200" cy="457200"/>
          </a:xfrm>
        </p:grpSpPr>
        <p:sp>
          <p:nvSpPr>
            <p:cNvPr id="15" name="node08.surface"/>
            <p:cNvSpPr/>
            <p:nvPr/>
          </p:nvSpPr>
          <p:spPr>
            <a:xfrm>
              <a:off x="3238500" y="2057400"/>
              <a:ext cx="457200" cy="457200"/>
            </a:xfrm>
            <a:prstGeom prst="rect">
              <a:avLst/>
            </a:prstGeom>
            <a:solidFill>
              <a:srgbClr val="CED7E6"/>
            </a:solidFill>
            <a:ln>
              <a:noFill/>
            </a:ln>
          </p:spPr>
        </p:sp>
        <p:sp>
          <p:nvSpPr>
            <p:cNvPr id="16" name="node08.text"/>
            <p:cNvSpPr/>
            <p:nvPr/>
          </p:nvSpPr>
          <p:spPr>
            <a:xfrm>
              <a:off x="3314700" y="2171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57" name="node09"/>
          <p:cNvGrpSpPr/>
          <p:nvPr/>
        </p:nvGrpSpPr>
        <p:grpSpPr>
          <a:xfrm>
            <a:off x="1866900" y="2743200"/>
            <a:ext cx="1371600" cy="457200"/>
            <a:chOff x="1866900" y="2743200"/>
            <a:chExt cx="1371600" cy="457200"/>
          </a:xfrm>
        </p:grpSpPr>
        <p:sp>
          <p:nvSpPr>
            <p:cNvPr id="17" name="node09.surface"/>
            <p:cNvSpPr/>
            <p:nvPr/>
          </p:nvSpPr>
          <p:spPr>
            <a:xfrm>
              <a:off x="1873250" y="2749550"/>
              <a:ext cx="1358900" cy="444500"/>
            </a:xfrm>
            <a:prstGeom prst="rect">
              <a:avLst/>
            </a:prstGeom>
            <a:solidFill>
              <a:srgbClr val="FFFFFF"/>
            </a:solidFill>
            <a:ln w="12700">
              <a:solidFill>
                <a:srgbClr val="CED7E6"/>
              </a:solidFill>
              <a:prstDash val="solid"/>
            </a:ln>
          </p:spPr>
        </p:sp>
        <p:sp>
          <p:nvSpPr>
            <p:cNvPr id="18" name="node09.text"/>
            <p:cNvSpPr/>
            <p:nvPr/>
          </p:nvSpPr>
          <p:spPr>
            <a:xfrm>
              <a:off x="2019300" y="28575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DB</a:t>
              </a:r>
              <a:endParaRPr lang="en-US" sz="1200" spc="0" kern="0" b="0" i="0" dirty="0">
                <a:solidFill>
                  <a:srgbClr val="070154"/>
                </a:solidFill>
                <a:latin typeface="IBM Plex Sans"/>
                <a:ea typeface="IBM Plex Sans"/>
                <a:cs typeface="IBM Plex Sans"/>
              </a:endParaRPr>
            </a:p>
          </p:txBody>
        </p:sp>
      </p:grpSp>
      <p:grpSp>
        <p:nvGrpSpPr>
          <p:cNvPr id="158" name="node10"/>
          <p:cNvGrpSpPr/>
          <p:nvPr/>
        </p:nvGrpSpPr>
        <p:grpSpPr>
          <a:xfrm>
            <a:off x="3238500" y="2743200"/>
            <a:ext cx="457200" cy="457200"/>
            <a:chOff x="3238500" y="2743200"/>
            <a:chExt cx="457200" cy="457200"/>
          </a:xfrm>
        </p:grpSpPr>
        <p:sp>
          <p:nvSpPr>
            <p:cNvPr id="19" name="node10.surface"/>
            <p:cNvSpPr/>
            <p:nvPr/>
          </p:nvSpPr>
          <p:spPr>
            <a:xfrm>
              <a:off x="3238500" y="2743200"/>
              <a:ext cx="457200" cy="457200"/>
            </a:xfrm>
            <a:prstGeom prst="rect">
              <a:avLst/>
            </a:prstGeom>
            <a:solidFill>
              <a:srgbClr val="CED7E6"/>
            </a:solidFill>
            <a:ln>
              <a:noFill/>
            </a:ln>
          </p:spPr>
        </p:sp>
        <p:sp>
          <p:nvSpPr>
            <p:cNvPr id="20" name="node10.text"/>
            <p:cNvSpPr/>
            <p:nvPr/>
          </p:nvSpPr>
          <p:spPr>
            <a:xfrm>
              <a:off x="3314700" y="2857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59" name="node11"/>
          <p:cNvGrpSpPr/>
          <p:nvPr/>
        </p:nvGrpSpPr>
        <p:grpSpPr>
          <a:xfrm>
            <a:off x="1866900" y="3771900"/>
            <a:ext cx="1828800" cy="571500"/>
            <a:chOff x="1866900" y="3771900"/>
            <a:chExt cx="1828800" cy="571500"/>
          </a:xfrm>
        </p:grpSpPr>
        <p:sp>
          <p:nvSpPr>
            <p:cNvPr id="21" name="node11.surface"/>
            <p:cNvSpPr/>
            <p:nvPr/>
          </p:nvSpPr>
          <p:spPr>
            <a:xfrm>
              <a:off x="1866900" y="3886200"/>
              <a:ext cx="1828800" cy="457200"/>
            </a:xfrm>
            <a:prstGeom prst="rect">
              <a:avLst/>
            </a:prstGeom>
            <a:ln w="12700">
              <a:solidFill>
                <a:srgbClr val="50658E"/>
              </a:solidFill>
              <a:prstDash val="dash"/>
            </a:ln>
          </p:spPr>
        </p:sp>
        <p:sp>
          <p:nvSpPr>
            <p:cNvPr id="22" name="node11.label-patch"/>
            <p:cNvSpPr/>
            <p:nvPr/>
          </p:nvSpPr>
          <p:spPr>
            <a:xfrm>
              <a:off x="1981200" y="3771900"/>
              <a:ext cx="602047" cy="152400"/>
            </a:xfrm>
            <a:prstGeom prst="rect">
              <a:avLst/>
            </a:prstGeom>
            <a:solidFill>
              <a:srgbClr val="FFFFFF"/>
            </a:solidFill>
            <a:ln>
              <a:noFill/>
            </a:ln>
          </p:spPr>
        </p:sp>
        <p:sp>
          <p:nvSpPr>
            <p:cNvPr id="23" name="node11.label"/>
            <p:cNvSpPr/>
            <p:nvPr/>
          </p:nvSpPr>
          <p:spPr>
            <a:xfrm>
              <a:off x="2019300" y="37719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PLANNED</a:t>
              </a:r>
              <a:endParaRPr lang="en-US" sz="900" spc="54" kern="0" b="0" i="0" dirty="0">
                <a:solidFill>
                  <a:srgbClr val="070154"/>
                </a:solidFill>
                <a:latin typeface="IBM Plex Mono SemiBold"/>
                <a:ea typeface="IBM Plex Mono SemiBold"/>
                <a:cs typeface="IBM Plex Mono SemiBold"/>
              </a:endParaRPr>
            </a:p>
          </p:txBody>
        </p:sp>
      </p:grpSp>
      <p:grpSp>
        <p:nvGrpSpPr>
          <p:cNvPr id="160" name="node12"/>
          <p:cNvGrpSpPr/>
          <p:nvPr/>
        </p:nvGrpSpPr>
        <p:grpSpPr>
          <a:xfrm>
            <a:off x="2019300" y="4000500"/>
            <a:ext cx="1219200" cy="228600"/>
            <a:chOff x="2019300" y="4000500"/>
            <a:chExt cx="1219200" cy="228600"/>
          </a:xfrm>
        </p:grpSpPr>
        <p:sp>
          <p:nvSpPr>
            <p:cNvPr id="24" name="node12.text"/>
            <p:cNvSpPr/>
            <p:nvPr/>
          </p:nvSpPr>
          <p:spPr>
            <a:xfrm>
              <a:off x="2019300" y="40005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Cloud API</a:t>
              </a:r>
              <a:endParaRPr lang="en-US" sz="1200" spc="0" kern="0" b="0" i="0" dirty="0">
                <a:solidFill>
                  <a:srgbClr val="50658E"/>
                </a:solidFill>
                <a:latin typeface="IBM Plex Sans"/>
                <a:ea typeface="IBM Plex Sans"/>
                <a:cs typeface="IBM Plex Sans"/>
              </a:endParaRPr>
            </a:p>
          </p:txBody>
        </p:sp>
      </p:grpSp>
      <p:grpSp>
        <p:nvGrpSpPr>
          <p:cNvPr id="161" name="node13"/>
          <p:cNvGrpSpPr/>
          <p:nvPr/>
        </p:nvGrpSpPr>
        <p:grpSpPr>
          <a:xfrm>
            <a:off x="3238500" y="3886200"/>
            <a:ext cx="457200" cy="457200"/>
            <a:chOff x="3238500" y="3886200"/>
            <a:chExt cx="457200" cy="457200"/>
          </a:xfrm>
        </p:grpSpPr>
        <p:sp>
          <p:nvSpPr>
            <p:cNvPr id="25" name="node13.surface"/>
            <p:cNvSpPr/>
            <p:nvPr/>
          </p:nvSpPr>
          <p:spPr>
            <a:xfrm>
              <a:off x="3238500" y="3886200"/>
              <a:ext cx="457200" cy="457200"/>
            </a:xfrm>
            <a:prstGeom prst="rect">
              <a:avLst/>
            </a:prstGeom>
            <a:solidFill>
              <a:srgbClr val="CED7E6"/>
            </a:solidFill>
            <a:ln>
              <a:noFill/>
            </a:ln>
          </p:spPr>
        </p:sp>
        <p:sp>
          <p:nvSpPr>
            <p:cNvPr id="26" name="node13.text"/>
            <p:cNvSpPr/>
            <p:nvPr/>
          </p:nvSpPr>
          <p:spPr>
            <a:xfrm>
              <a:off x="3314700" y="4000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62" name="node14"/>
          <p:cNvGrpSpPr/>
          <p:nvPr/>
        </p:nvGrpSpPr>
        <p:grpSpPr>
          <a:xfrm>
            <a:off x="1866900" y="4457700"/>
            <a:ext cx="1828800" cy="571500"/>
            <a:chOff x="1866900" y="4457700"/>
            <a:chExt cx="1828800" cy="571500"/>
          </a:xfrm>
        </p:grpSpPr>
        <p:sp>
          <p:nvSpPr>
            <p:cNvPr id="27" name="node14.surface"/>
            <p:cNvSpPr/>
            <p:nvPr/>
          </p:nvSpPr>
          <p:spPr>
            <a:xfrm>
              <a:off x="1866900" y="4572000"/>
              <a:ext cx="1828800" cy="457200"/>
            </a:xfrm>
            <a:prstGeom prst="rect">
              <a:avLst/>
            </a:prstGeom>
            <a:ln w="12700">
              <a:solidFill>
                <a:srgbClr val="50658E"/>
              </a:solidFill>
              <a:prstDash val="dash"/>
            </a:ln>
          </p:spPr>
        </p:sp>
        <p:sp>
          <p:nvSpPr>
            <p:cNvPr id="28" name="node14.label-patch"/>
            <p:cNvSpPr/>
            <p:nvPr/>
          </p:nvSpPr>
          <p:spPr>
            <a:xfrm>
              <a:off x="1981200" y="4457700"/>
              <a:ext cx="602047" cy="152400"/>
            </a:xfrm>
            <a:prstGeom prst="rect">
              <a:avLst/>
            </a:prstGeom>
            <a:solidFill>
              <a:srgbClr val="FFFFFF"/>
            </a:solidFill>
            <a:ln>
              <a:noFill/>
            </a:ln>
          </p:spPr>
        </p:sp>
        <p:sp>
          <p:nvSpPr>
            <p:cNvPr id="29" name="node14.label"/>
            <p:cNvSpPr/>
            <p:nvPr/>
          </p:nvSpPr>
          <p:spPr>
            <a:xfrm>
              <a:off x="2019300" y="44577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PLANNED</a:t>
              </a:r>
              <a:endParaRPr lang="en-US" sz="900" spc="54" kern="0" b="0" i="0" dirty="0">
                <a:solidFill>
                  <a:srgbClr val="070154"/>
                </a:solidFill>
                <a:latin typeface="IBM Plex Mono SemiBold"/>
                <a:ea typeface="IBM Plex Mono SemiBold"/>
                <a:cs typeface="IBM Plex Mono SemiBold"/>
              </a:endParaRPr>
            </a:p>
          </p:txBody>
        </p:sp>
      </p:grpSp>
      <p:grpSp>
        <p:nvGrpSpPr>
          <p:cNvPr id="163" name="node15"/>
          <p:cNvGrpSpPr/>
          <p:nvPr/>
        </p:nvGrpSpPr>
        <p:grpSpPr>
          <a:xfrm>
            <a:off x="2019300" y="4686300"/>
            <a:ext cx="1219200" cy="228600"/>
            <a:chOff x="2019300" y="4686300"/>
            <a:chExt cx="1219200" cy="228600"/>
          </a:xfrm>
        </p:grpSpPr>
        <p:sp>
          <p:nvSpPr>
            <p:cNvPr id="30" name="node15.text"/>
            <p:cNvSpPr/>
            <p:nvPr/>
          </p:nvSpPr>
          <p:spPr>
            <a:xfrm>
              <a:off x="2019300" y="46863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Cloud DB</a:t>
              </a:r>
              <a:endParaRPr lang="en-US" sz="1200" spc="0" kern="0" b="0" i="0" dirty="0">
                <a:solidFill>
                  <a:srgbClr val="50658E"/>
                </a:solidFill>
                <a:latin typeface="IBM Plex Sans"/>
                <a:ea typeface="IBM Plex Sans"/>
                <a:cs typeface="IBM Plex Sans"/>
              </a:endParaRPr>
            </a:p>
          </p:txBody>
        </p:sp>
      </p:grpSp>
      <p:grpSp>
        <p:nvGrpSpPr>
          <p:cNvPr id="164" name="node16"/>
          <p:cNvGrpSpPr/>
          <p:nvPr/>
        </p:nvGrpSpPr>
        <p:grpSpPr>
          <a:xfrm>
            <a:off x="3238500" y="4572000"/>
            <a:ext cx="457200" cy="457200"/>
            <a:chOff x="3238500" y="4572000"/>
            <a:chExt cx="457200" cy="457200"/>
          </a:xfrm>
        </p:grpSpPr>
        <p:sp>
          <p:nvSpPr>
            <p:cNvPr id="31" name="node16.surface"/>
            <p:cNvSpPr/>
            <p:nvPr/>
          </p:nvSpPr>
          <p:spPr>
            <a:xfrm>
              <a:off x="3238500" y="4572000"/>
              <a:ext cx="457200" cy="457200"/>
            </a:xfrm>
            <a:prstGeom prst="rect">
              <a:avLst/>
            </a:prstGeom>
            <a:solidFill>
              <a:srgbClr val="CED7E6"/>
            </a:solidFill>
            <a:ln>
              <a:noFill/>
            </a:ln>
          </p:spPr>
        </p:sp>
        <p:sp>
          <p:nvSpPr>
            <p:cNvPr id="32" name="node16.text"/>
            <p:cNvSpPr/>
            <p:nvPr/>
          </p:nvSpPr>
          <p:spPr>
            <a:xfrm>
              <a:off x="3314700" y="4686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65" name="node17"/>
          <p:cNvGrpSpPr/>
          <p:nvPr/>
        </p:nvGrpSpPr>
        <p:grpSpPr>
          <a:xfrm>
            <a:off x="2738679" y="2514600"/>
            <a:ext cx="85242" cy="228600"/>
            <a:chOff x="2738679" y="2514600"/>
            <a:chExt cx="85242" cy="228600"/>
          </a:xfrm>
        </p:grpSpPr>
        <p:sp>
          <p:nvSpPr>
            <p:cNvPr id="33" name="node17.segment-1"/>
            <p:cNvSpPr/>
            <p:nvPr/>
          </p:nvSpPr>
          <p:spPr>
            <a:xfrm>
              <a:off x="2781300" y="25146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34" name="node17.head-end.0"/>
            <p:cNvSpPr/>
            <p:nvPr/>
          </p:nvSpPr>
          <p:spPr>
            <a:xfrm>
              <a:off x="2738679" y="2665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35" name="node17.head-end.1"/>
            <p:cNvSpPr/>
            <p:nvPr/>
          </p:nvSpPr>
          <p:spPr>
            <a:xfrm>
              <a:off x="2781300" y="2665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66" name="node18"/>
          <p:cNvGrpSpPr/>
          <p:nvPr/>
        </p:nvGrpSpPr>
        <p:grpSpPr>
          <a:xfrm>
            <a:off x="1638300" y="5334000"/>
            <a:ext cx="2286000" cy="228600"/>
            <a:chOff x="1638300" y="5334000"/>
            <a:chExt cx="2286000" cy="228600"/>
          </a:xfrm>
        </p:grpSpPr>
        <p:sp>
          <p:nvSpPr>
            <p:cNvPr id="36" name="node18.text"/>
            <p:cNvSpPr/>
            <p:nvPr/>
          </p:nvSpPr>
          <p:spPr>
            <a:xfrm>
              <a:off x="1638300" y="5334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All logic and data on site</a:t>
              </a:r>
              <a:endParaRPr lang="en-US" sz="1200" spc="0" kern="0" b="0" i="0" dirty="0">
                <a:solidFill>
                  <a:srgbClr val="070154"/>
                </a:solidFill>
                <a:latin typeface="IBM Plex Sans"/>
                <a:ea typeface="IBM Plex Sans"/>
                <a:cs typeface="IBM Plex Sans"/>
              </a:endParaRPr>
            </a:p>
          </p:txBody>
        </p:sp>
      </p:grpSp>
      <p:grpSp>
        <p:nvGrpSpPr>
          <p:cNvPr id="167" name="node19"/>
          <p:cNvGrpSpPr/>
          <p:nvPr/>
        </p:nvGrpSpPr>
        <p:grpSpPr>
          <a:xfrm>
            <a:off x="4152900" y="1600200"/>
            <a:ext cx="2286000" cy="228600"/>
            <a:chOff x="4152900" y="1600200"/>
            <a:chExt cx="2286000" cy="228600"/>
          </a:xfrm>
        </p:grpSpPr>
        <p:sp>
          <p:nvSpPr>
            <p:cNvPr id="37" name="node19.surface"/>
            <p:cNvSpPr/>
            <p:nvPr/>
          </p:nvSpPr>
          <p:spPr>
            <a:xfrm>
              <a:off x="4152900" y="1600200"/>
              <a:ext cx="2286000" cy="228600"/>
            </a:xfrm>
            <a:prstGeom prst="rect">
              <a:avLst/>
            </a:prstGeom>
            <a:solidFill>
              <a:srgbClr val="070154"/>
            </a:solidFill>
            <a:ln>
              <a:noFill/>
            </a:ln>
          </p:spPr>
        </p:sp>
        <p:sp>
          <p:nvSpPr>
            <p:cNvPr id="38" name="node19.text"/>
            <p:cNvSpPr/>
            <p:nvPr/>
          </p:nvSpPr>
          <p:spPr>
            <a:xfrm>
              <a:off x="4229100" y="16002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2 · Interim 1</a:t>
              </a:r>
              <a:endParaRPr lang="en-US" sz="1200" spc="0" kern="0" b="0" i="0" dirty="0">
                <a:solidFill>
                  <a:srgbClr val="FFFFFF"/>
                </a:solidFill>
                <a:latin typeface="IBM Plex Sans"/>
                <a:ea typeface="IBM Plex Sans"/>
                <a:cs typeface="IBM Plex Sans"/>
              </a:endParaRPr>
            </a:p>
          </p:txBody>
        </p:sp>
      </p:grpSp>
      <p:grpSp>
        <p:nvGrpSpPr>
          <p:cNvPr id="168" name="node20"/>
          <p:cNvGrpSpPr/>
          <p:nvPr/>
        </p:nvGrpSpPr>
        <p:grpSpPr>
          <a:xfrm>
            <a:off x="4381500" y="2057400"/>
            <a:ext cx="1371600" cy="457200"/>
            <a:chOff x="4381500" y="2057400"/>
            <a:chExt cx="1371600" cy="457200"/>
          </a:xfrm>
        </p:grpSpPr>
        <p:sp>
          <p:nvSpPr>
            <p:cNvPr id="39" name="node20.surface"/>
            <p:cNvSpPr/>
            <p:nvPr/>
          </p:nvSpPr>
          <p:spPr>
            <a:xfrm>
              <a:off x="4387850" y="2063750"/>
              <a:ext cx="1358900" cy="444500"/>
            </a:xfrm>
            <a:prstGeom prst="rect">
              <a:avLst/>
            </a:prstGeom>
            <a:solidFill>
              <a:srgbClr val="FFFFFF"/>
            </a:solidFill>
            <a:ln w="12700">
              <a:solidFill>
                <a:srgbClr val="CED7E6"/>
              </a:solidFill>
              <a:prstDash val="solid"/>
            </a:ln>
          </p:spPr>
        </p:sp>
        <p:sp>
          <p:nvSpPr>
            <p:cNvPr id="40" name="node20.text"/>
            <p:cNvSpPr/>
            <p:nvPr/>
          </p:nvSpPr>
          <p:spPr>
            <a:xfrm>
              <a:off x="4533900" y="21717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UI</a:t>
              </a:r>
              <a:endParaRPr lang="en-US" sz="1200" spc="0" kern="0" b="0" i="0" dirty="0">
                <a:solidFill>
                  <a:srgbClr val="070154"/>
                </a:solidFill>
                <a:latin typeface="IBM Plex Sans"/>
                <a:ea typeface="IBM Plex Sans"/>
                <a:cs typeface="IBM Plex Sans"/>
              </a:endParaRPr>
            </a:p>
          </p:txBody>
        </p:sp>
      </p:grpSp>
      <p:grpSp>
        <p:nvGrpSpPr>
          <p:cNvPr id="169" name="node21"/>
          <p:cNvGrpSpPr/>
          <p:nvPr/>
        </p:nvGrpSpPr>
        <p:grpSpPr>
          <a:xfrm>
            <a:off x="5753100" y="2057400"/>
            <a:ext cx="457200" cy="457200"/>
            <a:chOff x="5753100" y="2057400"/>
            <a:chExt cx="457200" cy="457200"/>
          </a:xfrm>
        </p:grpSpPr>
        <p:sp>
          <p:nvSpPr>
            <p:cNvPr id="41" name="node21.surface"/>
            <p:cNvSpPr/>
            <p:nvPr/>
          </p:nvSpPr>
          <p:spPr>
            <a:xfrm>
              <a:off x="5753100" y="2057400"/>
              <a:ext cx="457200" cy="457200"/>
            </a:xfrm>
            <a:prstGeom prst="rect">
              <a:avLst/>
            </a:prstGeom>
            <a:solidFill>
              <a:srgbClr val="CED7E6"/>
            </a:solidFill>
            <a:ln>
              <a:noFill/>
            </a:ln>
          </p:spPr>
        </p:sp>
        <p:sp>
          <p:nvSpPr>
            <p:cNvPr id="42" name="node21.text"/>
            <p:cNvSpPr/>
            <p:nvPr/>
          </p:nvSpPr>
          <p:spPr>
            <a:xfrm>
              <a:off x="5829300" y="2171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70" name="node22"/>
          <p:cNvGrpSpPr/>
          <p:nvPr/>
        </p:nvGrpSpPr>
        <p:grpSpPr>
          <a:xfrm>
            <a:off x="4381500" y="2743200"/>
            <a:ext cx="1371600" cy="457200"/>
            <a:chOff x="4381500" y="2743200"/>
            <a:chExt cx="1371600" cy="457200"/>
          </a:xfrm>
        </p:grpSpPr>
        <p:sp>
          <p:nvSpPr>
            <p:cNvPr id="43" name="node22.surface"/>
            <p:cNvSpPr/>
            <p:nvPr/>
          </p:nvSpPr>
          <p:spPr>
            <a:xfrm>
              <a:off x="4387850" y="2749550"/>
              <a:ext cx="1358900" cy="444500"/>
            </a:xfrm>
            <a:prstGeom prst="rect">
              <a:avLst/>
            </a:prstGeom>
            <a:solidFill>
              <a:srgbClr val="FFFFFF"/>
            </a:solidFill>
            <a:ln w="12700">
              <a:solidFill>
                <a:srgbClr val="CED7E6"/>
              </a:solidFill>
              <a:prstDash val="solid"/>
            </a:ln>
          </p:spPr>
        </p:sp>
        <p:sp>
          <p:nvSpPr>
            <p:cNvPr id="44" name="node22.text"/>
            <p:cNvSpPr/>
            <p:nvPr/>
          </p:nvSpPr>
          <p:spPr>
            <a:xfrm>
              <a:off x="4533900" y="28575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DB</a:t>
              </a:r>
              <a:endParaRPr lang="en-US" sz="1200" spc="0" kern="0" b="0" i="0" dirty="0">
                <a:solidFill>
                  <a:srgbClr val="070154"/>
                </a:solidFill>
                <a:latin typeface="IBM Plex Sans"/>
                <a:ea typeface="IBM Plex Sans"/>
                <a:cs typeface="IBM Plex Sans"/>
              </a:endParaRPr>
            </a:p>
          </p:txBody>
        </p:sp>
      </p:grpSp>
      <p:grpSp>
        <p:nvGrpSpPr>
          <p:cNvPr id="171" name="node23"/>
          <p:cNvGrpSpPr/>
          <p:nvPr/>
        </p:nvGrpSpPr>
        <p:grpSpPr>
          <a:xfrm>
            <a:off x="5753100" y="2743200"/>
            <a:ext cx="457200" cy="457200"/>
            <a:chOff x="5753100" y="2743200"/>
            <a:chExt cx="457200" cy="457200"/>
          </a:xfrm>
        </p:grpSpPr>
        <p:sp>
          <p:nvSpPr>
            <p:cNvPr id="45" name="node23.surface"/>
            <p:cNvSpPr/>
            <p:nvPr/>
          </p:nvSpPr>
          <p:spPr>
            <a:xfrm>
              <a:off x="5753100" y="2743200"/>
              <a:ext cx="457200" cy="457200"/>
            </a:xfrm>
            <a:prstGeom prst="rect">
              <a:avLst/>
            </a:prstGeom>
            <a:solidFill>
              <a:srgbClr val="CED7E6"/>
            </a:solidFill>
            <a:ln>
              <a:noFill/>
            </a:ln>
          </p:spPr>
        </p:sp>
        <p:sp>
          <p:nvSpPr>
            <p:cNvPr id="46" name="node23.text"/>
            <p:cNvSpPr/>
            <p:nvPr/>
          </p:nvSpPr>
          <p:spPr>
            <a:xfrm>
              <a:off x="5829300" y="2857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sp>
        <p:nvSpPr>
          <p:cNvPr id="47" name="node24"/>
          <p:cNvSpPr/>
          <p:nvPr/>
        </p:nvSpPr>
        <p:spPr>
          <a:xfrm>
            <a:off x="4381500" y="2743200"/>
            <a:ext cx="1828800" cy="38100"/>
          </a:xfrm>
          <a:prstGeom prst="rect">
            <a:avLst/>
          </a:prstGeom>
          <a:solidFill>
            <a:srgbClr val="0047FF"/>
          </a:solidFill>
          <a:ln>
            <a:noFill/>
          </a:ln>
        </p:spPr>
      </p:sp>
      <p:grpSp>
        <p:nvGrpSpPr>
          <p:cNvPr id="172" name="node25"/>
          <p:cNvGrpSpPr/>
          <p:nvPr/>
        </p:nvGrpSpPr>
        <p:grpSpPr>
          <a:xfrm>
            <a:off x="4381500" y="3771900"/>
            <a:ext cx="1828800" cy="571500"/>
            <a:chOff x="4381500" y="3771900"/>
            <a:chExt cx="1828800" cy="571500"/>
          </a:xfrm>
        </p:grpSpPr>
        <p:sp>
          <p:nvSpPr>
            <p:cNvPr id="48" name="node25.surface"/>
            <p:cNvSpPr/>
            <p:nvPr/>
          </p:nvSpPr>
          <p:spPr>
            <a:xfrm>
              <a:off x="4381500" y="3886200"/>
              <a:ext cx="1828800" cy="457200"/>
            </a:xfrm>
            <a:prstGeom prst="rect">
              <a:avLst/>
            </a:prstGeom>
            <a:ln w="12700">
              <a:solidFill>
                <a:srgbClr val="50658E"/>
              </a:solidFill>
              <a:prstDash val="dash"/>
            </a:ln>
          </p:spPr>
        </p:sp>
        <p:sp>
          <p:nvSpPr>
            <p:cNvPr id="49" name="node25.label-patch"/>
            <p:cNvSpPr/>
            <p:nvPr/>
          </p:nvSpPr>
          <p:spPr>
            <a:xfrm>
              <a:off x="4495800" y="3771900"/>
              <a:ext cx="602047" cy="152400"/>
            </a:xfrm>
            <a:prstGeom prst="rect">
              <a:avLst/>
            </a:prstGeom>
            <a:solidFill>
              <a:srgbClr val="FFFFFF"/>
            </a:solidFill>
            <a:ln>
              <a:noFill/>
            </a:ln>
          </p:spPr>
        </p:sp>
        <p:sp>
          <p:nvSpPr>
            <p:cNvPr id="50" name="node25.label"/>
            <p:cNvSpPr/>
            <p:nvPr/>
          </p:nvSpPr>
          <p:spPr>
            <a:xfrm>
              <a:off x="4533900" y="37719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PLANNED</a:t>
              </a:r>
              <a:endParaRPr lang="en-US" sz="900" spc="54" kern="0" b="0" i="0" dirty="0">
                <a:solidFill>
                  <a:srgbClr val="070154"/>
                </a:solidFill>
                <a:latin typeface="IBM Plex Mono SemiBold"/>
                <a:ea typeface="IBM Plex Mono SemiBold"/>
                <a:cs typeface="IBM Plex Mono SemiBold"/>
              </a:endParaRPr>
            </a:p>
          </p:txBody>
        </p:sp>
      </p:grpSp>
      <p:grpSp>
        <p:nvGrpSpPr>
          <p:cNvPr id="173" name="node26"/>
          <p:cNvGrpSpPr/>
          <p:nvPr/>
        </p:nvGrpSpPr>
        <p:grpSpPr>
          <a:xfrm>
            <a:off x="4533900" y="4000500"/>
            <a:ext cx="1219200" cy="228600"/>
            <a:chOff x="4533900" y="4000500"/>
            <a:chExt cx="1219200" cy="228600"/>
          </a:xfrm>
        </p:grpSpPr>
        <p:sp>
          <p:nvSpPr>
            <p:cNvPr id="51" name="node26.text"/>
            <p:cNvSpPr/>
            <p:nvPr/>
          </p:nvSpPr>
          <p:spPr>
            <a:xfrm>
              <a:off x="4533900" y="40005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Cloud API</a:t>
              </a:r>
              <a:endParaRPr lang="en-US" sz="1200" spc="0" kern="0" b="0" i="0" dirty="0">
                <a:solidFill>
                  <a:srgbClr val="50658E"/>
                </a:solidFill>
                <a:latin typeface="IBM Plex Sans"/>
                <a:ea typeface="IBM Plex Sans"/>
                <a:cs typeface="IBM Plex Sans"/>
              </a:endParaRPr>
            </a:p>
          </p:txBody>
        </p:sp>
      </p:grpSp>
      <p:grpSp>
        <p:nvGrpSpPr>
          <p:cNvPr id="174" name="node27"/>
          <p:cNvGrpSpPr/>
          <p:nvPr/>
        </p:nvGrpSpPr>
        <p:grpSpPr>
          <a:xfrm>
            <a:off x="5753100" y="3886200"/>
            <a:ext cx="457200" cy="457200"/>
            <a:chOff x="5753100" y="3886200"/>
            <a:chExt cx="457200" cy="457200"/>
          </a:xfrm>
        </p:grpSpPr>
        <p:sp>
          <p:nvSpPr>
            <p:cNvPr id="52" name="node27.surface"/>
            <p:cNvSpPr/>
            <p:nvPr/>
          </p:nvSpPr>
          <p:spPr>
            <a:xfrm>
              <a:off x="5753100" y="3886200"/>
              <a:ext cx="457200" cy="457200"/>
            </a:xfrm>
            <a:prstGeom prst="rect">
              <a:avLst/>
            </a:prstGeom>
            <a:solidFill>
              <a:srgbClr val="CED7E6"/>
            </a:solidFill>
            <a:ln>
              <a:noFill/>
            </a:ln>
          </p:spPr>
        </p:sp>
        <p:sp>
          <p:nvSpPr>
            <p:cNvPr id="53" name="node27.text"/>
            <p:cNvSpPr/>
            <p:nvPr/>
          </p:nvSpPr>
          <p:spPr>
            <a:xfrm>
              <a:off x="5829300" y="4000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75" name="node28"/>
          <p:cNvGrpSpPr/>
          <p:nvPr/>
        </p:nvGrpSpPr>
        <p:grpSpPr>
          <a:xfrm>
            <a:off x="4381500" y="4572000"/>
            <a:ext cx="1371600" cy="457200"/>
            <a:chOff x="4381500" y="4572000"/>
            <a:chExt cx="1371600" cy="457200"/>
          </a:xfrm>
        </p:grpSpPr>
        <p:sp>
          <p:nvSpPr>
            <p:cNvPr id="54" name="node28.surface"/>
            <p:cNvSpPr/>
            <p:nvPr/>
          </p:nvSpPr>
          <p:spPr>
            <a:xfrm>
              <a:off x="4387850" y="4578350"/>
              <a:ext cx="1358900" cy="444500"/>
            </a:xfrm>
            <a:prstGeom prst="rect">
              <a:avLst/>
            </a:prstGeom>
            <a:solidFill>
              <a:srgbClr val="FFFFFF"/>
            </a:solidFill>
            <a:ln w="12700">
              <a:solidFill>
                <a:srgbClr val="CED7E6"/>
              </a:solidFill>
              <a:prstDash val="solid"/>
            </a:ln>
          </p:spPr>
        </p:sp>
        <p:sp>
          <p:nvSpPr>
            <p:cNvPr id="55" name="node28.text"/>
            <p:cNvSpPr/>
            <p:nvPr/>
          </p:nvSpPr>
          <p:spPr>
            <a:xfrm>
              <a:off x="4533900" y="46863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Cloud DB</a:t>
              </a:r>
              <a:endParaRPr lang="en-US" sz="1200" spc="0" kern="0" b="0" i="0" dirty="0">
                <a:solidFill>
                  <a:srgbClr val="070154"/>
                </a:solidFill>
                <a:latin typeface="IBM Plex Sans"/>
                <a:ea typeface="IBM Plex Sans"/>
                <a:cs typeface="IBM Plex Sans"/>
              </a:endParaRPr>
            </a:p>
          </p:txBody>
        </p:sp>
      </p:grpSp>
      <p:grpSp>
        <p:nvGrpSpPr>
          <p:cNvPr id="176" name="node29"/>
          <p:cNvGrpSpPr/>
          <p:nvPr/>
        </p:nvGrpSpPr>
        <p:grpSpPr>
          <a:xfrm>
            <a:off x="5753100" y="4572000"/>
            <a:ext cx="457200" cy="457200"/>
            <a:chOff x="5753100" y="4572000"/>
            <a:chExt cx="457200" cy="457200"/>
          </a:xfrm>
        </p:grpSpPr>
        <p:sp>
          <p:nvSpPr>
            <p:cNvPr id="56" name="node29.surface"/>
            <p:cNvSpPr/>
            <p:nvPr/>
          </p:nvSpPr>
          <p:spPr>
            <a:xfrm>
              <a:off x="5753100" y="4572000"/>
              <a:ext cx="457200" cy="457200"/>
            </a:xfrm>
            <a:prstGeom prst="rect">
              <a:avLst/>
            </a:prstGeom>
            <a:solidFill>
              <a:srgbClr val="CED7E6"/>
            </a:solidFill>
            <a:ln>
              <a:noFill/>
            </a:ln>
          </p:spPr>
        </p:sp>
        <p:sp>
          <p:nvSpPr>
            <p:cNvPr id="57" name="node29.text"/>
            <p:cNvSpPr/>
            <p:nvPr/>
          </p:nvSpPr>
          <p:spPr>
            <a:xfrm>
              <a:off x="5829300" y="4686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sp>
        <p:nvSpPr>
          <p:cNvPr id="58" name="node30"/>
          <p:cNvSpPr/>
          <p:nvPr/>
        </p:nvSpPr>
        <p:spPr>
          <a:xfrm>
            <a:off x="4381500" y="4572000"/>
            <a:ext cx="1828800" cy="38100"/>
          </a:xfrm>
          <a:prstGeom prst="rect">
            <a:avLst/>
          </a:prstGeom>
          <a:solidFill>
            <a:srgbClr val="0047FF"/>
          </a:solidFill>
          <a:ln>
            <a:noFill/>
          </a:ln>
        </p:spPr>
      </p:sp>
      <p:grpSp>
        <p:nvGrpSpPr>
          <p:cNvPr id="177" name="node31"/>
          <p:cNvGrpSpPr/>
          <p:nvPr/>
        </p:nvGrpSpPr>
        <p:grpSpPr>
          <a:xfrm>
            <a:off x="5253279" y="2514600"/>
            <a:ext cx="85242" cy="228600"/>
            <a:chOff x="5253279" y="2514600"/>
            <a:chExt cx="85242" cy="228600"/>
          </a:xfrm>
        </p:grpSpPr>
        <p:sp>
          <p:nvSpPr>
            <p:cNvPr id="59" name="node31.segment-1"/>
            <p:cNvSpPr/>
            <p:nvPr/>
          </p:nvSpPr>
          <p:spPr>
            <a:xfrm>
              <a:off x="5295900" y="25146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60" name="node31.head-end.0"/>
            <p:cNvSpPr/>
            <p:nvPr/>
          </p:nvSpPr>
          <p:spPr>
            <a:xfrm>
              <a:off x="5253279" y="2665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1" name="node31.head-end.1"/>
            <p:cNvSpPr/>
            <p:nvPr/>
          </p:nvSpPr>
          <p:spPr>
            <a:xfrm>
              <a:off x="5295900" y="2665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78" name="node32"/>
          <p:cNvGrpSpPr/>
          <p:nvPr/>
        </p:nvGrpSpPr>
        <p:grpSpPr>
          <a:xfrm>
            <a:off x="6210300" y="2971800"/>
            <a:ext cx="114300" cy="1871421"/>
            <a:chOff x="6210300" y="2971800"/>
            <a:chExt cx="114300" cy="1871421"/>
          </a:xfrm>
        </p:grpSpPr>
        <p:sp>
          <p:nvSpPr>
            <p:cNvPr id="62" name="node32.segment-1"/>
            <p:cNvSpPr/>
            <p:nvPr/>
          </p:nvSpPr>
          <p:spPr>
            <a:xfrm>
              <a:off x="6210300" y="2971800"/>
              <a:ext cx="114300" cy="0"/>
            </a:xfrm>
            <a:custGeom>
              <a:avLst/>
              <a:gdLst/>
              <a:ahLst/>
              <a:cxnLst/>
              <a:rect l="l" t="t" r="r" b="b"/>
              <a:pathLst>
                <a:path w="114300">
                  <a:moveTo>
                    <a:pt x="0" y="0"/>
                  </a:moveTo>
                  <a:lnTo>
                    <a:pt x="114300" y="0"/>
                  </a:lnTo>
                </a:path>
              </a:pathLst>
            </a:custGeom>
            <a:ln w="12700">
              <a:solidFill>
                <a:srgbClr val="070154"/>
              </a:solidFill>
              <a:prstDash val="dash"/>
            </a:ln>
          </p:spPr>
        </p:sp>
        <p:sp>
          <p:nvSpPr>
            <p:cNvPr id="63" name="node32.segment-2"/>
            <p:cNvSpPr/>
            <p:nvPr/>
          </p:nvSpPr>
          <p:spPr>
            <a:xfrm>
              <a:off x="6324600" y="2971800"/>
              <a:ext cx="0" cy="1828800"/>
            </a:xfrm>
            <a:custGeom>
              <a:avLst/>
              <a:gdLst/>
              <a:ahLst/>
              <a:cxnLst/>
              <a:rect l="l" t="t" r="r" b="b"/>
              <a:pathLst>
                <a:path h="1828800">
                  <a:moveTo>
                    <a:pt x="0" y="0"/>
                  </a:moveTo>
                  <a:lnTo>
                    <a:pt x="0" y="1828800"/>
                  </a:lnTo>
                </a:path>
              </a:pathLst>
            </a:custGeom>
            <a:ln w="12700">
              <a:solidFill>
                <a:srgbClr val="070154"/>
              </a:solidFill>
              <a:prstDash val="dash"/>
            </a:ln>
          </p:spPr>
        </p:sp>
        <p:sp>
          <p:nvSpPr>
            <p:cNvPr id="64" name="node32.segment-3"/>
            <p:cNvSpPr/>
            <p:nvPr/>
          </p:nvSpPr>
          <p:spPr>
            <a:xfrm>
              <a:off x="6210300" y="4800600"/>
              <a:ext cx="114300" cy="0"/>
            </a:xfrm>
            <a:custGeom>
              <a:avLst/>
              <a:gdLst/>
              <a:ahLst/>
              <a:cxnLst/>
              <a:rect l="l" t="t" r="r" b="b"/>
              <a:pathLst>
                <a:path w="114300">
                  <a:moveTo>
                    <a:pt x="114300" y="0"/>
                  </a:moveTo>
                  <a:lnTo>
                    <a:pt x="0" y="0"/>
                  </a:lnTo>
                </a:path>
              </a:pathLst>
            </a:custGeom>
            <a:ln w="12700">
              <a:solidFill>
                <a:srgbClr val="070154"/>
              </a:solidFill>
              <a:prstDash val="dash"/>
            </a:ln>
          </p:spPr>
        </p:sp>
        <p:sp>
          <p:nvSpPr>
            <p:cNvPr id="65" name="node32.head-end.0"/>
            <p:cNvSpPr/>
            <p:nvPr/>
          </p:nvSpPr>
          <p:spPr>
            <a:xfrm>
              <a:off x="6210300" y="47579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66" name="node32.head-end.1"/>
            <p:cNvSpPr/>
            <p:nvPr/>
          </p:nvSpPr>
          <p:spPr>
            <a:xfrm>
              <a:off x="6210300" y="48006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79" name="node33"/>
          <p:cNvGrpSpPr/>
          <p:nvPr/>
        </p:nvGrpSpPr>
        <p:grpSpPr>
          <a:xfrm>
            <a:off x="4152900" y="5334000"/>
            <a:ext cx="2286000" cy="228600"/>
            <a:chOff x="4152900" y="5334000"/>
            <a:chExt cx="2286000" cy="228600"/>
          </a:xfrm>
        </p:grpSpPr>
        <p:sp>
          <p:nvSpPr>
            <p:cNvPr id="67" name="node33.text"/>
            <p:cNvSpPr/>
            <p:nvPr/>
          </p:nvSpPr>
          <p:spPr>
            <a:xfrm>
              <a:off x="4152900" y="5334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replicated to cloud</a:t>
              </a:r>
              <a:endParaRPr lang="en-US" sz="1200" spc="0" kern="0" b="0" i="0" dirty="0">
                <a:solidFill>
                  <a:srgbClr val="070154"/>
                </a:solidFill>
                <a:latin typeface="IBM Plex Sans"/>
                <a:ea typeface="IBM Plex Sans"/>
                <a:cs typeface="IBM Plex Sans"/>
              </a:endParaRPr>
            </a:p>
          </p:txBody>
        </p:sp>
      </p:grpSp>
      <p:grpSp>
        <p:nvGrpSpPr>
          <p:cNvPr id="180" name="node34"/>
          <p:cNvGrpSpPr/>
          <p:nvPr/>
        </p:nvGrpSpPr>
        <p:grpSpPr>
          <a:xfrm>
            <a:off x="6667500" y="1600200"/>
            <a:ext cx="2286000" cy="228600"/>
            <a:chOff x="6667500" y="1600200"/>
            <a:chExt cx="2286000" cy="228600"/>
          </a:xfrm>
        </p:grpSpPr>
        <p:sp>
          <p:nvSpPr>
            <p:cNvPr id="68" name="node34.surface"/>
            <p:cNvSpPr/>
            <p:nvPr/>
          </p:nvSpPr>
          <p:spPr>
            <a:xfrm>
              <a:off x="6667500" y="1600200"/>
              <a:ext cx="2286000" cy="228600"/>
            </a:xfrm>
            <a:prstGeom prst="rect">
              <a:avLst/>
            </a:prstGeom>
            <a:solidFill>
              <a:srgbClr val="070154"/>
            </a:solidFill>
            <a:ln>
              <a:noFill/>
            </a:ln>
          </p:spPr>
        </p:sp>
        <p:sp>
          <p:nvSpPr>
            <p:cNvPr id="69" name="node34.text"/>
            <p:cNvSpPr/>
            <p:nvPr/>
          </p:nvSpPr>
          <p:spPr>
            <a:xfrm>
              <a:off x="6743700" y="16002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3 · Interim 2</a:t>
              </a:r>
              <a:endParaRPr lang="en-US" sz="1200" spc="0" kern="0" b="0" i="0" dirty="0">
                <a:solidFill>
                  <a:srgbClr val="FFFFFF"/>
                </a:solidFill>
                <a:latin typeface="IBM Plex Sans"/>
                <a:ea typeface="IBM Plex Sans"/>
                <a:cs typeface="IBM Plex Sans"/>
              </a:endParaRPr>
            </a:p>
          </p:txBody>
        </p:sp>
      </p:grpSp>
      <p:grpSp>
        <p:nvGrpSpPr>
          <p:cNvPr id="181" name="node35"/>
          <p:cNvGrpSpPr/>
          <p:nvPr/>
        </p:nvGrpSpPr>
        <p:grpSpPr>
          <a:xfrm>
            <a:off x="6896100" y="2057400"/>
            <a:ext cx="1371600" cy="457200"/>
            <a:chOff x="6896100" y="2057400"/>
            <a:chExt cx="1371600" cy="457200"/>
          </a:xfrm>
        </p:grpSpPr>
        <p:sp>
          <p:nvSpPr>
            <p:cNvPr id="70" name="node35.surface"/>
            <p:cNvSpPr/>
            <p:nvPr/>
          </p:nvSpPr>
          <p:spPr>
            <a:xfrm>
              <a:off x="6902450" y="2063750"/>
              <a:ext cx="1358900" cy="444500"/>
            </a:xfrm>
            <a:prstGeom prst="rect">
              <a:avLst/>
            </a:prstGeom>
            <a:solidFill>
              <a:srgbClr val="FFFFFF"/>
            </a:solidFill>
            <a:ln w="12700">
              <a:solidFill>
                <a:srgbClr val="CED7E6"/>
              </a:solidFill>
              <a:prstDash val="solid"/>
            </a:ln>
          </p:spPr>
        </p:sp>
        <p:sp>
          <p:nvSpPr>
            <p:cNvPr id="71" name="node35.text"/>
            <p:cNvSpPr/>
            <p:nvPr/>
          </p:nvSpPr>
          <p:spPr>
            <a:xfrm>
              <a:off x="7048500" y="21717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UI</a:t>
              </a:r>
              <a:endParaRPr lang="en-US" sz="1200" spc="0" kern="0" b="0" i="0" dirty="0">
                <a:solidFill>
                  <a:srgbClr val="070154"/>
                </a:solidFill>
                <a:latin typeface="IBM Plex Sans"/>
                <a:ea typeface="IBM Plex Sans"/>
                <a:cs typeface="IBM Plex Sans"/>
              </a:endParaRPr>
            </a:p>
          </p:txBody>
        </p:sp>
      </p:grpSp>
      <p:grpSp>
        <p:nvGrpSpPr>
          <p:cNvPr id="182" name="node36"/>
          <p:cNvGrpSpPr/>
          <p:nvPr/>
        </p:nvGrpSpPr>
        <p:grpSpPr>
          <a:xfrm>
            <a:off x="8267700" y="2057400"/>
            <a:ext cx="457200" cy="457200"/>
            <a:chOff x="8267700" y="2057400"/>
            <a:chExt cx="457200" cy="457200"/>
          </a:xfrm>
        </p:grpSpPr>
        <p:sp>
          <p:nvSpPr>
            <p:cNvPr id="72" name="node36.surface"/>
            <p:cNvSpPr/>
            <p:nvPr/>
          </p:nvSpPr>
          <p:spPr>
            <a:xfrm>
              <a:off x="8267700" y="2057400"/>
              <a:ext cx="457200" cy="457200"/>
            </a:xfrm>
            <a:prstGeom prst="rect">
              <a:avLst/>
            </a:prstGeom>
            <a:solidFill>
              <a:srgbClr val="CED7E6"/>
            </a:solidFill>
            <a:ln>
              <a:noFill/>
            </a:ln>
          </p:spPr>
        </p:sp>
        <p:sp>
          <p:nvSpPr>
            <p:cNvPr id="73" name="node36.text"/>
            <p:cNvSpPr/>
            <p:nvPr/>
          </p:nvSpPr>
          <p:spPr>
            <a:xfrm>
              <a:off x="8343900" y="2171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sp>
        <p:nvSpPr>
          <p:cNvPr id="74" name="node37"/>
          <p:cNvSpPr/>
          <p:nvPr/>
        </p:nvSpPr>
        <p:spPr>
          <a:xfrm>
            <a:off x="6896100" y="2057400"/>
            <a:ext cx="1828800" cy="38100"/>
          </a:xfrm>
          <a:prstGeom prst="rect">
            <a:avLst/>
          </a:prstGeom>
          <a:solidFill>
            <a:srgbClr val="0047FF"/>
          </a:solidFill>
          <a:ln>
            <a:noFill/>
          </a:ln>
        </p:spPr>
      </p:sp>
      <p:grpSp>
        <p:nvGrpSpPr>
          <p:cNvPr id="183" name="node38"/>
          <p:cNvGrpSpPr/>
          <p:nvPr/>
        </p:nvGrpSpPr>
        <p:grpSpPr>
          <a:xfrm>
            <a:off x="6896100" y="2743200"/>
            <a:ext cx="1371600" cy="457200"/>
            <a:chOff x="6896100" y="2743200"/>
            <a:chExt cx="1371600" cy="457200"/>
          </a:xfrm>
        </p:grpSpPr>
        <p:sp>
          <p:nvSpPr>
            <p:cNvPr id="75" name="node38.surface"/>
            <p:cNvSpPr/>
            <p:nvPr/>
          </p:nvSpPr>
          <p:spPr>
            <a:xfrm>
              <a:off x="6902450" y="2749550"/>
              <a:ext cx="1358900" cy="444500"/>
            </a:xfrm>
            <a:prstGeom prst="rect">
              <a:avLst/>
            </a:prstGeom>
            <a:solidFill>
              <a:srgbClr val="FFFFFF"/>
            </a:solidFill>
            <a:ln w="12700">
              <a:solidFill>
                <a:srgbClr val="CED7E6"/>
              </a:solidFill>
              <a:prstDash val="solid"/>
            </a:ln>
          </p:spPr>
        </p:sp>
        <p:sp>
          <p:nvSpPr>
            <p:cNvPr id="76" name="node38.text"/>
            <p:cNvSpPr/>
            <p:nvPr/>
          </p:nvSpPr>
          <p:spPr>
            <a:xfrm>
              <a:off x="7048500" y="28575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DB</a:t>
              </a:r>
              <a:endParaRPr lang="en-US" sz="1200" spc="0" kern="0" b="0" i="0" dirty="0">
                <a:solidFill>
                  <a:srgbClr val="070154"/>
                </a:solidFill>
                <a:latin typeface="IBM Plex Sans"/>
                <a:ea typeface="IBM Plex Sans"/>
                <a:cs typeface="IBM Plex Sans"/>
              </a:endParaRPr>
            </a:p>
          </p:txBody>
        </p:sp>
      </p:grpSp>
      <p:grpSp>
        <p:nvGrpSpPr>
          <p:cNvPr id="184" name="node39"/>
          <p:cNvGrpSpPr/>
          <p:nvPr/>
        </p:nvGrpSpPr>
        <p:grpSpPr>
          <a:xfrm>
            <a:off x="8267700" y="2743200"/>
            <a:ext cx="457200" cy="457200"/>
            <a:chOff x="8267700" y="2743200"/>
            <a:chExt cx="457200" cy="457200"/>
          </a:xfrm>
        </p:grpSpPr>
        <p:sp>
          <p:nvSpPr>
            <p:cNvPr id="77" name="node39.surface"/>
            <p:cNvSpPr/>
            <p:nvPr/>
          </p:nvSpPr>
          <p:spPr>
            <a:xfrm>
              <a:off x="8267700" y="2743200"/>
              <a:ext cx="457200" cy="457200"/>
            </a:xfrm>
            <a:prstGeom prst="rect">
              <a:avLst/>
            </a:prstGeom>
            <a:solidFill>
              <a:srgbClr val="CED7E6"/>
            </a:solidFill>
            <a:ln>
              <a:noFill/>
            </a:ln>
          </p:spPr>
        </p:sp>
        <p:sp>
          <p:nvSpPr>
            <p:cNvPr id="78" name="node39.text"/>
            <p:cNvSpPr/>
            <p:nvPr/>
          </p:nvSpPr>
          <p:spPr>
            <a:xfrm>
              <a:off x="8343900" y="2857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sp>
        <p:nvSpPr>
          <p:cNvPr id="79" name="node40"/>
          <p:cNvSpPr/>
          <p:nvPr/>
        </p:nvSpPr>
        <p:spPr>
          <a:xfrm>
            <a:off x="6896100" y="2743200"/>
            <a:ext cx="1828800" cy="38100"/>
          </a:xfrm>
          <a:prstGeom prst="rect">
            <a:avLst/>
          </a:prstGeom>
          <a:solidFill>
            <a:srgbClr val="0047FF"/>
          </a:solidFill>
          <a:ln>
            <a:noFill/>
          </a:ln>
        </p:spPr>
      </p:sp>
      <p:grpSp>
        <p:nvGrpSpPr>
          <p:cNvPr id="185" name="node41"/>
          <p:cNvGrpSpPr/>
          <p:nvPr/>
        </p:nvGrpSpPr>
        <p:grpSpPr>
          <a:xfrm>
            <a:off x="6896100" y="3886200"/>
            <a:ext cx="1371600" cy="457200"/>
            <a:chOff x="6896100" y="3886200"/>
            <a:chExt cx="1371600" cy="457200"/>
          </a:xfrm>
        </p:grpSpPr>
        <p:sp>
          <p:nvSpPr>
            <p:cNvPr id="80" name="node41.surface"/>
            <p:cNvSpPr/>
            <p:nvPr/>
          </p:nvSpPr>
          <p:spPr>
            <a:xfrm>
              <a:off x="6896100" y="3886200"/>
              <a:ext cx="1371600" cy="457200"/>
            </a:xfrm>
            <a:prstGeom prst="rect">
              <a:avLst/>
            </a:prstGeom>
            <a:solidFill>
              <a:srgbClr val="070154"/>
            </a:solidFill>
            <a:ln>
              <a:noFill/>
            </a:ln>
          </p:spPr>
        </p:sp>
        <p:sp>
          <p:nvSpPr>
            <p:cNvPr id="81" name="node41.text"/>
            <p:cNvSpPr/>
            <p:nvPr/>
          </p:nvSpPr>
          <p:spPr>
            <a:xfrm>
              <a:off x="7048500" y="40005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API</a:t>
              </a:r>
              <a:endParaRPr lang="en-US" sz="1200" spc="0" kern="0" b="0" i="0" dirty="0">
                <a:solidFill>
                  <a:srgbClr val="FFFFFF"/>
                </a:solidFill>
                <a:latin typeface="IBM Plex Sans"/>
                <a:ea typeface="IBM Plex Sans"/>
                <a:cs typeface="IBM Plex Sans"/>
              </a:endParaRPr>
            </a:p>
          </p:txBody>
        </p:sp>
      </p:grpSp>
      <p:grpSp>
        <p:nvGrpSpPr>
          <p:cNvPr id="186" name="node42"/>
          <p:cNvGrpSpPr/>
          <p:nvPr/>
        </p:nvGrpSpPr>
        <p:grpSpPr>
          <a:xfrm>
            <a:off x="8267700" y="3886200"/>
            <a:ext cx="457200" cy="457200"/>
            <a:chOff x="8267700" y="3886200"/>
            <a:chExt cx="457200" cy="457200"/>
          </a:xfrm>
        </p:grpSpPr>
        <p:sp>
          <p:nvSpPr>
            <p:cNvPr id="82" name="node42.surface"/>
            <p:cNvSpPr/>
            <p:nvPr/>
          </p:nvSpPr>
          <p:spPr>
            <a:xfrm>
              <a:off x="8267700" y="3886200"/>
              <a:ext cx="457200" cy="457200"/>
            </a:xfrm>
            <a:prstGeom prst="rect">
              <a:avLst/>
            </a:prstGeom>
            <a:solidFill>
              <a:srgbClr val="CED7E6"/>
            </a:solidFill>
            <a:ln>
              <a:noFill/>
            </a:ln>
          </p:spPr>
        </p:sp>
        <p:sp>
          <p:nvSpPr>
            <p:cNvPr id="83" name="node42.text"/>
            <p:cNvSpPr/>
            <p:nvPr/>
          </p:nvSpPr>
          <p:spPr>
            <a:xfrm>
              <a:off x="8343900" y="4000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87" name="node43"/>
          <p:cNvGrpSpPr/>
          <p:nvPr/>
        </p:nvGrpSpPr>
        <p:grpSpPr>
          <a:xfrm>
            <a:off x="6896100" y="4572000"/>
            <a:ext cx="1371600" cy="457200"/>
            <a:chOff x="6896100" y="4572000"/>
            <a:chExt cx="1371600" cy="457200"/>
          </a:xfrm>
        </p:grpSpPr>
        <p:sp>
          <p:nvSpPr>
            <p:cNvPr id="84" name="node43.surface"/>
            <p:cNvSpPr/>
            <p:nvPr/>
          </p:nvSpPr>
          <p:spPr>
            <a:xfrm>
              <a:off x="6896100" y="4572000"/>
              <a:ext cx="1371600" cy="457200"/>
            </a:xfrm>
            <a:prstGeom prst="rect">
              <a:avLst/>
            </a:prstGeom>
            <a:solidFill>
              <a:srgbClr val="070154"/>
            </a:solidFill>
            <a:ln>
              <a:noFill/>
            </a:ln>
          </p:spPr>
        </p:sp>
        <p:sp>
          <p:nvSpPr>
            <p:cNvPr id="85" name="node43.text"/>
            <p:cNvSpPr/>
            <p:nvPr/>
          </p:nvSpPr>
          <p:spPr>
            <a:xfrm>
              <a:off x="7048500" y="46863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DB</a:t>
              </a:r>
              <a:endParaRPr lang="en-US" sz="1200" spc="0" kern="0" b="0" i="0" dirty="0">
                <a:solidFill>
                  <a:srgbClr val="FFFFFF"/>
                </a:solidFill>
                <a:latin typeface="IBM Plex Sans"/>
                <a:ea typeface="IBM Plex Sans"/>
                <a:cs typeface="IBM Plex Sans"/>
              </a:endParaRPr>
            </a:p>
          </p:txBody>
        </p:sp>
      </p:grpSp>
      <p:grpSp>
        <p:nvGrpSpPr>
          <p:cNvPr id="188" name="node44"/>
          <p:cNvGrpSpPr/>
          <p:nvPr/>
        </p:nvGrpSpPr>
        <p:grpSpPr>
          <a:xfrm>
            <a:off x="8267700" y="4572000"/>
            <a:ext cx="457200" cy="457200"/>
            <a:chOff x="8267700" y="4572000"/>
            <a:chExt cx="457200" cy="457200"/>
          </a:xfrm>
        </p:grpSpPr>
        <p:sp>
          <p:nvSpPr>
            <p:cNvPr id="86" name="node44.surface"/>
            <p:cNvSpPr/>
            <p:nvPr/>
          </p:nvSpPr>
          <p:spPr>
            <a:xfrm>
              <a:off x="8267700" y="4572000"/>
              <a:ext cx="457200" cy="457200"/>
            </a:xfrm>
            <a:prstGeom prst="rect">
              <a:avLst/>
            </a:prstGeom>
            <a:solidFill>
              <a:srgbClr val="CED7E6"/>
            </a:solidFill>
            <a:ln>
              <a:noFill/>
            </a:ln>
          </p:spPr>
        </p:sp>
        <p:sp>
          <p:nvSpPr>
            <p:cNvPr id="87" name="node44.text"/>
            <p:cNvSpPr/>
            <p:nvPr/>
          </p:nvSpPr>
          <p:spPr>
            <a:xfrm>
              <a:off x="8343900" y="4686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89" name="node45"/>
          <p:cNvGrpSpPr/>
          <p:nvPr/>
        </p:nvGrpSpPr>
        <p:grpSpPr>
          <a:xfrm>
            <a:off x="6743700" y="2286000"/>
            <a:ext cx="152400" cy="1871421"/>
            <a:chOff x="6743700" y="2286000"/>
            <a:chExt cx="152400" cy="1871421"/>
          </a:xfrm>
        </p:grpSpPr>
        <p:sp>
          <p:nvSpPr>
            <p:cNvPr id="88" name="node45.segment-1"/>
            <p:cNvSpPr/>
            <p:nvPr/>
          </p:nvSpPr>
          <p:spPr>
            <a:xfrm>
              <a:off x="6743700" y="2286000"/>
              <a:ext cx="152400" cy="0"/>
            </a:xfrm>
            <a:custGeom>
              <a:avLst/>
              <a:gdLst/>
              <a:ahLst/>
              <a:cxnLst/>
              <a:rect l="l" t="t" r="r" b="b"/>
              <a:pathLst>
                <a:path w="152400">
                  <a:moveTo>
                    <a:pt x="152400" y="0"/>
                  </a:moveTo>
                  <a:lnTo>
                    <a:pt x="0" y="0"/>
                  </a:lnTo>
                </a:path>
              </a:pathLst>
            </a:custGeom>
            <a:ln w="12700">
              <a:solidFill>
                <a:srgbClr val="070154"/>
              </a:solidFill>
              <a:prstDash val="solid"/>
            </a:ln>
          </p:spPr>
        </p:sp>
        <p:sp>
          <p:nvSpPr>
            <p:cNvPr id="89" name="node45.segment-2"/>
            <p:cNvSpPr/>
            <p:nvPr/>
          </p:nvSpPr>
          <p:spPr>
            <a:xfrm>
              <a:off x="6743700" y="2286000"/>
              <a:ext cx="0" cy="1828800"/>
            </a:xfrm>
            <a:custGeom>
              <a:avLst/>
              <a:gdLst/>
              <a:ahLst/>
              <a:cxnLst/>
              <a:rect l="l" t="t" r="r" b="b"/>
              <a:pathLst>
                <a:path h="1828800">
                  <a:moveTo>
                    <a:pt x="0" y="0"/>
                  </a:moveTo>
                  <a:lnTo>
                    <a:pt x="0" y="1828800"/>
                  </a:lnTo>
                </a:path>
              </a:pathLst>
            </a:custGeom>
            <a:ln w="12700">
              <a:solidFill>
                <a:srgbClr val="070154"/>
              </a:solidFill>
              <a:prstDash val="solid"/>
            </a:ln>
          </p:spPr>
        </p:sp>
        <p:sp>
          <p:nvSpPr>
            <p:cNvPr id="90" name="node45.segment-3"/>
            <p:cNvSpPr/>
            <p:nvPr/>
          </p:nvSpPr>
          <p:spPr>
            <a:xfrm>
              <a:off x="6743700" y="4114800"/>
              <a:ext cx="152400" cy="0"/>
            </a:xfrm>
            <a:custGeom>
              <a:avLst/>
              <a:gdLst/>
              <a:ahLst/>
              <a:cxnLst/>
              <a:rect l="l" t="t" r="r" b="b"/>
              <a:pathLst>
                <a:path w="152400">
                  <a:moveTo>
                    <a:pt x="0" y="0"/>
                  </a:moveTo>
                  <a:lnTo>
                    <a:pt x="152400" y="0"/>
                  </a:lnTo>
                </a:path>
              </a:pathLst>
            </a:custGeom>
            <a:ln w="12700">
              <a:solidFill>
                <a:srgbClr val="070154"/>
              </a:solidFill>
              <a:prstDash val="solid"/>
            </a:ln>
          </p:spPr>
        </p:sp>
        <p:sp>
          <p:nvSpPr>
            <p:cNvPr id="91" name="node45.head-end.0"/>
            <p:cNvSpPr/>
            <p:nvPr/>
          </p:nvSpPr>
          <p:spPr>
            <a:xfrm>
              <a:off x="6818083" y="4114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92" name="node45.head-end.1"/>
            <p:cNvSpPr/>
            <p:nvPr/>
          </p:nvSpPr>
          <p:spPr>
            <a:xfrm>
              <a:off x="6818083" y="4072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90" name="node46"/>
          <p:cNvGrpSpPr/>
          <p:nvPr/>
        </p:nvGrpSpPr>
        <p:grpSpPr>
          <a:xfrm>
            <a:off x="7767879" y="4343400"/>
            <a:ext cx="85242" cy="228600"/>
            <a:chOff x="7767879" y="4343400"/>
            <a:chExt cx="85242" cy="228600"/>
          </a:xfrm>
        </p:grpSpPr>
        <p:sp>
          <p:nvSpPr>
            <p:cNvPr id="93" name="node46.segment-1"/>
            <p:cNvSpPr/>
            <p:nvPr/>
          </p:nvSpPr>
          <p:spPr>
            <a:xfrm>
              <a:off x="7810500" y="43434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94" name="node46.head-end.0"/>
            <p:cNvSpPr/>
            <p:nvPr/>
          </p:nvSpPr>
          <p:spPr>
            <a:xfrm>
              <a:off x="7767879" y="44939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95" name="node46.head-end.1"/>
            <p:cNvSpPr/>
            <p:nvPr/>
          </p:nvSpPr>
          <p:spPr>
            <a:xfrm>
              <a:off x="7810500" y="44939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91" name="node47"/>
          <p:cNvGrpSpPr/>
          <p:nvPr/>
        </p:nvGrpSpPr>
        <p:grpSpPr>
          <a:xfrm>
            <a:off x="8724900" y="2929179"/>
            <a:ext cx="114300" cy="1914042"/>
            <a:chOff x="8724900" y="2929179"/>
            <a:chExt cx="114300" cy="1914042"/>
          </a:xfrm>
        </p:grpSpPr>
        <p:sp>
          <p:nvSpPr>
            <p:cNvPr id="96" name="node47.segment-1"/>
            <p:cNvSpPr/>
            <p:nvPr/>
          </p:nvSpPr>
          <p:spPr>
            <a:xfrm>
              <a:off x="8724900" y="2971800"/>
              <a:ext cx="114300" cy="0"/>
            </a:xfrm>
            <a:custGeom>
              <a:avLst/>
              <a:gdLst/>
              <a:ahLst/>
              <a:cxnLst/>
              <a:rect l="l" t="t" r="r" b="b"/>
              <a:pathLst>
                <a:path w="114300">
                  <a:moveTo>
                    <a:pt x="0" y="0"/>
                  </a:moveTo>
                  <a:lnTo>
                    <a:pt x="114300" y="0"/>
                  </a:lnTo>
                </a:path>
              </a:pathLst>
            </a:custGeom>
            <a:ln w="12700">
              <a:solidFill>
                <a:srgbClr val="070154"/>
              </a:solidFill>
              <a:prstDash val="dash"/>
            </a:ln>
          </p:spPr>
        </p:sp>
        <p:sp>
          <p:nvSpPr>
            <p:cNvPr id="97" name="node47.segment-2"/>
            <p:cNvSpPr/>
            <p:nvPr/>
          </p:nvSpPr>
          <p:spPr>
            <a:xfrm>
              <a:off x="8839200" y="2971800"/>
              <a:ext cx="0" cy="1828800"/>
            </a:xfrm>
            <a:custGeom>
              <a:avLst/>
              <a:gdLst/>
              <a:ahLst/>
              <a:cxnLst/>
              <a:rect l="l" t="t" r="r" b="b"/>
              <a:pathLst>
                <a:path h="1828800">
                  <a:moveTo>
                    <a:pt x="0" y="0"/>
                  </a:moveTo>
                  <a:lnTo>
                    <a:pt x="0" y="1828800"/>
                  </a:lnTo>
                </a:path>
              </a:pathLst>
            </a:custGeom>
            <a:ln w="12700">
              <a:solidFill>
                <a:srgbClr val="070154"/>
              </a:solidFill>
              <a:prstDash val="dash"/>
            </a:ln>
          </p:spPr>
        </p:sp>
        <p:sp>
          <p:nvSpPr>
            <p:cNvPr id="98" name="node47.segment-3"/>
            <p:cNvSpPr/>
            <p:nvPr/>
          </p:nvSpPr>
          <p:spPr>
            <a:xfrm>
              <a:off x="8724900" y="4800600"/>
              <a:ext cx="114300" cy="0"/>
            </a:xfrm>
            <a:custGeom>
              <a:avLst/>
              <a:gdLst/>
              <a:ahLst/>
              <a:cxnLst/>
              <a:rect l="l" t="t" r="r" b="b"/>
              <a:pathLst>
                <a:path w="114300">
                  <a:moveTo>
                    <a:pt x="114300" y="0"/>
                  </a:moveTo>
                  <a:lnTo>
                    <a:pt x="0" y="0"/>
                  </a:lnTo>
                </a:path>
              </a:pathLst>
            </a:custGeom>
            <a:ln w="12700">
              <a:solidFill>
                <a:srgbClr val="070154"/>
              </a:solidFill>
              <a:prstDash val="dash"/>
            </a:ln>
          </p:spPr>
        </p:sp>
        <p:sp>
          <p:nvSpPr>
            <p:cNvPr id="99" name="node47.head-end.0"/>
            <p:cNvSpPr/>
            <p:nvPr/>
          </p:nvSpPr>
          <p:spPr>
            <a:xfrm>
              <a:off x="8724900" y="47579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100" name="node47.head-end.1"/>
            <p:cNvSpPr/>
            <p:nvPr/>
          </p:nvSpPr>
          <p:spPr>
            <a:xfrm>
              <a:off x="8724900" y="48006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sp>
          <p:nvSpPr>
            <p:cNvPr id="101" name="node47.head-start.0"/>
            <p:cNvSpPr/>
            <p:nvPr/>
          </p:nvSpPr>
          <p:spPr>
            <a:xfrm>
              <a:off x="8724900" y="29291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102" name="node47.head-start.1"/>
            <p:cNvSpPr/>
            <p:nvPr/>
          </p:nvSpPr>
          <p:spPr>
            <a:xfrm>
              <a:off x="8724900" y="29718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92" name="node48"/>
          <p:cNvGrpSpPr/>
          <p:nvPr/>
        </p:nvGrpSpPr>
        <p:grpSpPr>
          <a:xfrm>
            <a:off x="6667500" y="5334000"/>
            <a:ext cx="2286000" cy="228600"/>
            <a:chOff x="6667500" y="5334000"/>
            <a:chExt cx="2286000" cy="228600"/>
          </a:xfrm>
        </p:grpSpPr>
        <p:sp>
          <p:nvSpPr>
            <p:cNvPr id="103" name="node48.text"/>
            <p:cNvSpPr/>
            <p:nvPr/>
          </p:nvSpPr>
          <p:spPr>
            <a:xfrm>
              <a:off x="6667500" y="5334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API moved; UIs call cloud</a:t>
              </a:r>
              <a:endParaRPr lang="en-US" sz="1200" spc="0" kern="0" b="0" i="0" dirty="0">
                <a:solidFill>
                  <a:srgbClr val="070154"/>
                </a:solidFill>
                <a:latin typeface="IBM Plex Sans"/>
                <a:ea typeface="IBM Plex Sans"/>
                <a:cs typeface="IBM Plex Sans"/>
              </a:endParaRPr>
            </a:p>
          </p:txBody>
        </p:sp>
      </p:grpSp>
      <p:grpSp>
        <p:nvGrpSpPr>
          <p:cNvPr id="193" name="node49"/>
          <p:cNvGrpSpPr/>
          <p:nvPr/>
        </p:nvGrpSpPr>
        <p:grpSpPr>
          <a:xfrm>
            <a:off x="9182100" y="1600200"/>
            <a:ext cx="2286000" cy="228600"/>
            <a:chOff x="9182100" y="1600200"/>
            <a:chExt cx="2286000" cy="228600"/>
          </a:xfrm>
        </p:grpSpPr>
        <p:sp>
          <p:nvSpPr>
            <p:cNvPr id="104" name="node49.surface"/>
            <p:cNvSpPr/>
            <p:nvPr/>
          </p:nvSpPr>
          <p:spPr>
            <a:xfrm>
              <a:off x="9182100" y="1600200"/>
              <a:ext cx="2286000" cy="228600"/>
            </a:xfrm>
            <a:prstGeom prst="rect">
              <a:avLst/>
            </a:prstGeom>
            <a:solidFill>
              <a:srgbClr val="070154"/>
            </a:solidFill>
            <a:ln>
              <a:noFill/>
            </a:ln>
          </p:spPr>
        </p:sp>
        <p:sp>
          <p:nvSpPr>
            <p:cNvPr id="105" name="node49.text"/>
            <p:cNvSpPr/>
            <p:nvPr/>
          </p:nvSpPr>
          <p:spPr>
            <a:xfrm>
              <a:off x="9258300" y="16002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4 · Target</a:t>
              </a:r>
              <a:endParaRPr lang="en-US" sz="1200" spc="0" kern="0" b="0" i="0" dirty="0">
                <a:solidFill>
                  <a:srgbClr val="FFFFFF"/>
                </a:solidFill>
                <a:latin typeface="IBM Plex Sans"/>
                <a:ea typeface="IBM Plex Sans"/>
                <a:cs typeface="IBM Plex Sans"/>
              </a:endParaRPr>
            </a:p>
          </p:txBody>
        </p:sp>
      </p:grpSp>
      <p:grpSp>
        <p:nvGrpSpPr>
          <p:cNvPr id="194" name="node50"/>
          <p:cNvGrpSpPr/>
          <p:nvPr/>
        </p:nvGrpSpPr>
        <p:grpSpPr>
          <a:xfrm>
            <a:off x="9410700" y="2057400"/>
            <a:ext cx="1371600" cy="457200"/>
            <a:chOff x="9410700" y="2057400"/>
            <a:chExt cx="1371600" cy="457200"/>
          </a:xfrm>
        </p:grpSpPr>
        <p:sp>
          <p:nvSpPr>
            <p:cNvPr id="106" name="node50.surface"/>
            <p:cNvSpPr/>
            <p:nvPr/>
          </p:nvSpPr>
          <p:spPr>
            <a:xfrm>
              <a:off x="9410700" y="2057400"/>
              <a:ext cx="1371600" cy="457200"/>
            </a:xfrm>
            <a:prstGeom prst="rect">
              <a:avLst/>
            </a:prstGeom>
            <a:solidFill>
              <a:srgbClr val="070154"/>
            </a:solidFill>
            <a:ln>
              <a:noFill/>
            </a:ln>
          </p:spPr>
        </p:sp>
        <p:sp>
          <p:nvSpPr>
            <p:cNvPr id="107" name="node50.text"/>
            <p:cNvSpPr/>
            <p:nvPr/>
          </p:nvSpPr>
          <p:spPr>
            <a:xfrm>
              <a:off x="9563100" y="21717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Site UI</a:t>
              </a:r>
              <a:endParaRPr lang="en-US" sz="1200" spc="0" kern="0" b="0" i="0" dirty="0">
                <a:solidFill>
                  <a:srgbClr val="FFFFFF"/>
                </a:solidFill>
                <a:latin typeface="IBM Plex Sans"/>
                <a:ea typeface="IBM Plex Sans"/>
                <a:cs typeface="IBM Plex Sans"/>
              </a:endParaRPr>
            </a:p>
          </p:txBody>
        </p:sp>
      </p:grpSp>
      <p:grpSp>
        <p:nvGrpSpPr>
          <p:cNvPr id="195" name="node51"/>
          <p:cNvGrpSpPr/>
          <p:nvPr/>
        </p:nvGrpSpPr>
        <p:grpSpPr>
          <a:xfrm>
            <a:off x="10782300" y="2057400"/>
            <a:ext cx="457200" cy="457200"/>
            <a:chOff x="10782300" y="2057400"/>
            <a:chExt cx="457200" cy="457200"/>
          </a:xfrm>
        </p:grpSpPr>
        <p:sp>
          <p:nvSpPr>
            <p:cNvPr id="108" name="node51.surface"/>
            <p:cNvSpPr/>
            <p:nvPr/>
          </p:nvSpPr>
          <p:spPr>
            <a:xfrm>
              <a:off x="10782300" y="2057400"/>
              <a:ext cx="457200" cy="457200"/>
            </a:xfrm>
            <a:prstGeom prst="rect">
              <a:avLst/>
            </a:prstGeom>
            <a:solidFill>
              <a:srgbClr val="CED7E6"/>
            </a:solidFill>
            <a:ln>
              <a:noFill/>
            </a:ln>
          </p:spPr>
        </p:sp>
        <p:sp>
          <p:nvSpPr>
            <p:cNvPr id="109" name="node51.text"/>
            <p:cNvSpPr/>
            <p:nvPr/>
          </p:nvSpPr>
          <p:spPr>
            <a:xfrm>
              <a:off x="10858500" y="2171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96" name="node52"/>
          <p:cNvGrpSpPr/>
          <p:nvPr/>
        </p:nvGrpSpPr>
        <p:grpSpPr>
          <a:xfrm>
            <a:off x="9410700" y="2628900"/>
            <a:ext cx="1828800" cy="571500"/>
            <a:chOff x="9410700" y="2628900"/>
            <a:chExt cx="1828800" cy="571500"/>
          </a:xfrm>
        </p:grpSpPr>
        <p:sp>
          <p:nvSpPr>
            <p:cNvPr id="110" name="node52.surface"/>
            <p:cNvSpPr/>
            <p:nvPr/>
          </p:nvSpPr>
          <p:spPr>
            <a:xfrm>
              <a:off x="9410700" y="2743200"/>
              <a:ext cx="1828800" cy="457200"/>
            </a:xfrm>
            <a:prstGeom prst="rect">
              <a:avLst/>
            </a:prstGeom>
            <a:ln w="12700">
              <a:solidFill>
                <a:srgbClr val="50658E"/>
              </a:solidFill>
              <a:prstDash val="dash"/>
            </a:ln>
          </p:spPr>
        </p:sp>
        <p:sp>
          <p:nvSpPr>
            <p:cNvPr id="111" name="node52.label-patch"/>
            <p:cNvSpPr/>
            <p:nvPr/>
          </p:nvSpPr>
          <p:spPr>
            <a:xfrm>
              <a:off x="9525000" y="2628900"/>
              <a:ext cx="602047" cy="152400"/>
            </a:xfrm>
            <a:prstGeom prst="rect">
              <a:avLst/>
            </a:prstGeom>
            <a:solidFill>
              <a:srgbClr val="FFFFFF"/>
            </a:solidFill>
            <a:ln>
              <a:noFill/>
            </a:ln>
          </p:spPr>
        </p:sp>
        <p:sp>
          <p:nvSpPr>
            <p:cNvPr id="112" name="node52.label"/>
            <p:cNvSpPr/>
            <p:nvPr/>
          </p:nvSpPr>
          <p:spPr>
            <a:xfrm>
              <a:off x="9563100" y="26289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RETIRED</a:t>
              </a:r>
              <a:endParaRPr lang="en-US" sz="900" spc="54" kern="0" b="0" i="0" dirty="0">
                <a:solidFill>
                  <a:srgbClr val="070154"/>
                </a:solidFill>
                <a:latin typeface="IBM Plex Mono SemiBold"/>
                <a:ea typeface="IBM Plex Mono SemiBold"/>
                <a:cs typeface="IBM Plex Mono SemiBold"/>
              </a:endParaRPr>
            </a:p>
          </p:txBody>
        </p:sp>
      </p:grpSp>
      <p:grpSp>
        <p:nvGrpSpPr>
          <p:cNvPr id="197" name="node53"/>
          <p:cNvGrpSpPr/>
          <p:nvPr/>
        </p:nvGrpSpPr>
        <p:grpSpPr>
          <a:xfrm>
            <a:off x="9563100" y="2857500"/>
            <a:ext cx="1219200" cy="228600"/>
            <a:chOff x="9563100" y="2857500"/>
            <a:chExt cx="1219200" cy="228600"/>
          </a:xfrm>
        </p:grpSpPr>
        <p:sp>
          <p:nvSpPr>
            <p:cNvPr id="113" name="node53.text"/>
            <p:cNvSpPr/>
            <p:nvPr/>
          </p:nvSpPr>
          <p:spPr>
            <a:xfrm>
              <a:off x="9563100" y="28575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Site DB</a:t>
              </a:r>
              <a:endParaRPr lang="en-US" sz="1200" spc="0" kern="0" b="0" i="0" dirty="0">
                <a:solidFill>
                  <a:srgbClr val="50658E"/>
                </a:solidFill>
                <a:latin typeface="IBM Plex Sans"/>
                <a:ea typeface="IBM Plex Sans"/>
                <a:cs typeface="IBM Plex Sans"/>
              </a:endParaRPr>
            </a:p>
          </p:txBody>
        </p:sp>
      </p:grpSp>
      <p:grpSp>
        <p:nvGrpSpPr>
          <p:cNvPr id="198" name="node54"/>
          <p:cNvGrpSpPr/>
          <p:nvPr/>
        </p:nvGrpSpPr>
        <p:grpSpPr>
          <a:xfrm>
            <a:off x="10782300" y="2743200"/>
            <a:ext cx="457200" cy="457200"/>
            <a:chOff x="10782300" y="2743200"/>
            <a:chExt cx="457200" cy="457200"/>
          </a:xfrm>
        </p:grpSpPr>
        <p:sp>
          <p:nvSpPr>
            <p:cNvPr id="114" name="node54.surface"/>
            <p:cNvSpPr/>
            <p:nvPr/>
          </p:nvSpPr>
          <p:spPr>
            <a:xfrm>
              <a:off x="10782300" y="2743200"/>
              <a:ext cx="457200" cy="457200"/>
            </a:xfrm>
            <a:prstGeom prst="rect">
              <a:avLst/>
            </a:prstGeom>
            <a:solidFill>
              <a:srgbClr val="CED7E6"/>
            </a:solidFill>
            <a:ln>
              <a:noFill/>
            </a:ln>
          </p:spPr>
        </p:sp>
        <p:sp>
          <p:nvSpPr>
            <p:cNvPr id="115" name="node54.text"/>
            <p:cNvSpPr/>
            <p:nvPr/>
          </p:nvSpPr>
          <p:spPr>
            <a:xfrm>
              <a:off x="10858500" y="2857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99" name="node55"/>
          <p:cNvGrpSpPr/>
          <p:nvPr/>
        </p:nvGrpSpPr>
        <p:grpSpPr>
          <a:xfrm>
            <a:off x="9410700" y="3886200"/>
            <a:ext cx="1371600" cy="457200"/>
            <a:chOff x="9410700" y="3886200"/>
            <a:chExt cx="1371600" cy="457200"/>
          </a:xfrm>
        </p:grpSpPr>
        <p:sp>
          <p:nvSpPr>
            <p:cNvPr id="116" name="node55.surface"/>
            <p:cNvSpPr/>
            <p:nvPr/>
          </p:nvSpPr>
          <p:spPr>
            <a:xfrm>
              <a:off x="9410700" y="3886200"/>
              <a:ext cx="1371600" cy="457200"/>
            </a:xfrm>
            <a:prstGeom prst="rect">
              <a:avLst/>
            </a:prstGeom>
            <a:solidFill>
              <a:srgbClr val="070154"/>
            </a:solidFill>
            <a:ln>
              <a:noFill/>
            </a:ln>
          </p:spPr>
        </p:sp>
        <p:sp>
          <p:nvSpPr>
            <p:cNvPr id="117" name="node55.text"/>
            <p:cNvSpPr/>
            <p:nvPr/>
          </p:nvSpPr>
          <p:spPr>
            <a:xfrm>
              <a:off x="9563100" y="40005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API</a:t>
              </a:r>
              <a:endParaRPr lang="en-US" sz="1200" spc="0" kern="0" b="0" i="0" dirty="0">
                <a:solidFill>
                  <a:srgbClr val="FFFFFF"/>
                </a:solidFill>
                <a:latin typeface="IBM Plex Sans"/>
                <a:ea typeface="IBM Plex Sans"/>
                <a:cs typeface="IBM Plex Sans"/>
              </a:endParaRPr>
            </a:p>
          </p:txBody>
        </p:sp>
      </p:grpSp>
      <p:grpSp>
        <p:nvGrpSpPr>
          <p:cNvPr id="200" name="node56"/>
          <p:cNvGrpSpPr/>
          <p:nvPr/>
        </p:nvGrpSpPr>
        <p:grpSpPr>
          <a:xfrm>
            <a:off x="10782300" y="3886200"/>
            <a:ext cx="457200" cy="457200"/>
            <a:chOff x="10782300" y="3886200"/>
            <a:chExt cx="457200" cy="457200"/>
          </a:xfrm>
        </p:grpSpPr>
        <p:sp>
          <p:nvSpPr>
            <p:cNvPr id="118" name="node56.surface"/>
            <p:cNvSpPr/>
            <p:nvPr/>
          </p:nvSpPr>
          <p:spPr>
            <a:xfrm>
              <a:off x="10782300" y="3886200"/>
              <a:ext cx="457200" cy="457200"/>
            </a:xfrm>
            <a:prstGeom prst="rect">
              <a:avLst/>
            </a:prstGeom>
            <a:solidFill>
              <a:srgbClr val="CED7E6"/>
            </a:solidFill>
            <a:ln>
              <a:noFill/>
            </a:ln>
          </p:spPr>
        </p:sp>
        <p:sp>
          <p:nvSpPr>
            <p:cNvPr id="119" name="node56.text"/>
            <p:cNvSpPr/>
            <p:nvPr/>
          </p:nvSpPr>
          <p:spPr>
            <a:xfrm>
              <a:off x="10858500" y="4000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201" name="node57"/>
          <p:cNvGrpSpPr/>
          <p:nvPr/>
        </p:nvGrpSpPr>
        <p:grpSpPr>
          <a:xfrm>
            <a:off x="9410700" y="4572000"/>
            <a:ext cx="1371600" cy="457200"/>
            <a:chOff x="9410700" y="4572000"/>
            <a:chExt cx="1371600" cy="457200"/>
          </a:xfrm>
        </p:grpSpPr>
        <p:sp>
          <p:nvSpPr>
            <p:cNvPr id="120" name="node57.surface"/>
            <p:cNvSpPr/>
            <p:nvPr/>
          </p:nvSpPr>
          <p:spPr>
            <a:xfrm>
              <a:off x="9410700" y="4572000"/>
              <a:ext cx="1371600" cy="457200"/>
            </a:xfrm>
            <a:prstGeom prst="rect">
              <a:avLst/>
            </a:prstGeom>
            <a:solidFill>
              <a:srgbClr val="070154"/>
            </a:solidFill>
            <a:ln>
              <a:noFill/>
            </a:ln>
          </p:spPr>
        </p:sp>
        <p:sp>
          <p:nvSpPr>
            <p:cNvPr id="121" name="node57.text"/>
            <p:cNvSpPr/>
            <p:nvPr/>
          </p:nvSpPr>
          <p:spPr>
            <a:xfrm>
              <a:off x="9563100" y="46863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DB</a:t>
              </a:r>
              <a:endParaRPr lang="en-US" sz="1200" spc="0" kern="0" b="0" i="0" dirty="0">
                <a:solidFill>
                  <a:srgbClr val="FFFFFF"/>
                </a:solidFill>
                <a:latin typeface="IBM Plex Sans"/>
                <a:ea typeface="IBM Plex Sans"/>
                <a:cs typeface="IBM Plex Sans"/>
              </a:endParaRPr>
            </a:p>
          </p:txBody>
        </p:sp>
      </p:grpSp>
      <p:grpSp>
        <p:nvGrpSpPr>
          <p:cNvPr id="202" name="node58"/>
          <p:cNvGrpSpPr/>
          <p:nvPr/>
        </p:nvGrpSpPr>
        <p:grpSpPr>
          <a:xfrm>
            <a:off x="10782300" y="4572000"/>
            <a:ext cx="457200" cy="457200"/>
            <a:chOff x="10782300" y="4572000"/>
            <a:chExt cx="457200" cy="457200"/>
          </a:xfrm>
        </p:grpSpPr>
        <p:sp>
          <p:nvSpPr>
            <p:cNvPr id="122" name="node58.surface"/>
            <p:cNvSpPr/>
            <p:nvPr/>
          </p:nvSpPr>
          <p:spPr>
            <a:xfrm>
              <a:off x="10782300" y="4572000"/>
              <a:ext cx="457200" cy="457200"/>
            </a:xfrm>
            <a:prstGeom prst="rect">
              <a:avLst/>
            </a:prstGeom>
            <a:solidFill>
              <a:srgbClr val="CED7E6"/>
            </a:solidFill>
            <a:ln>
              <a:noFill/>
            </a:ln>
          </p:spPr>
        </p:sp>
        <p:sp>
          <p:nvSpPr>
            <p:cNvPr id="123" name="node58.text"/>
            <p:cNvSpPr/>
            <p:nvPr/>
          </p:nvSpPr>
          <p:spPr>
            <a:xfrm>
              <a:off x="10858500" y="4686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203" name="node59"/>
          <p:cNvGrpSpPr/>
          <p:nvPr/>
        </p:nvGrpSpPr>
        <p:grpSpPr>
          <a:xfrm>
            <a:off x="9258300" y="2286000"/>
            <a:ext cx="152400" cy="1871421"/>
            <a:chOff x="9258300" y="2286000"/>
            <a:chExt cx="152400" cy="1871421"/>
          </a:xfrm>
        </p:grpSpPr>
        <p:sp>
          <p:nvSpPr>
            <p:cNvPr id="124" name="node59.segment-1"/>
            <p:cNvSpPr/>
            <p:nvPr/>
          </p:nvSpPr>
          <p:spPr>
            <a:xfrm>
              <a:off x="9258300" y="2286000"/>
              <a:ext cx="152400" cy="0"/>
            </a:xfrm>
            <a:custGeom>
              <a:avLst/>
              <a:gdLst/>
              <a:ahLst/>
              <a:cxnLst/>
              <a:rect l="l" t="t" r="r" b="b"/>
              <a:pathLst>
                <a:path w="152400">
                  <a:moveTo>
                    <a:pt x="152400" y="0"/>
                  </a:moveTo>
                  <a:lnTo>
                    <a:pt x="0" y="0"/>
                  </a:lnTo>
                </a:path>
              </a:pathLst>
            </a:custGeom>
            <a:ln w="12700">
              <a:solidFill>
                <a:srgbClr val="070154"/>
              </a:solidFill>
              <a:prstDash val="solid"/>
            </a:ln>
          </p:spPr>
        </p:sp>
        <p:sp>
          <p:nvSpPr>
            <p:cNvPr id="125" name="node59.segment-2"/>
            <p:cNvSpPr/>
            <p:nvPr/>
          </p:nvSpPr>
          <p:spPr>
            <a:xfrm>
              <a:off x="9258300" y="2286000"/>
              <a:ext cx="0" cy="1828800"/>
            </a:xfrm>
            <a:custGeom>
              <a:avLst/>
              <a:gdLst/>
              <a:ahLst/>
              <a:cxnLst/>
              <a:rect l="l" t="t" r="r" b="b"/>
              <a:pathLst>
                <a:path h="1828800">
                  <a:moveTo>
                    <a:pt x="0" y="0"/>
                  </a:moveTo>
                  <a:lnTo>
                    <a:pt x="0" y="1828800"/>
                  </a:lnTo>
                </a:path>
              </a:pathLst>
            </a:custGeom>
            <a:ln w="12700">
              <a:solidFill>
                <a:srgbClr val="070154"/>
              </a:solidFill>
              <a:prstDash val="solid"/>
            </a:ln>
          </p:spPr>
        </p:sp>
        <p:sp>
          <p:nvSpPr>
            <p:cNvPr id="126" name="node59.segment-3"/>
            <p:cNvSpPr/>
            <p:nvPr/>
          </p:nvSpPr>
          <p:spPr>
            <a:xfrm>
              <a:off x="9258300" y="4114800"/>
              <a:ext cx="152400" cy="0"/>
            </a:xfrm>
            <a:custGeom>
              <a:avLst/>
              <a:gdLst/>
              <a:ahLst/>
              <a:cxnLst/>
              <a:rect l="l" t="t" r="r" b="b"/>
              <a:pathLst>
                <a:path w="152400">
                  <a:moveTo>
                    <a:pt x="0" y="0"/>
                  </a:moveTo>
                  <a:lnTo>
                    <a:pt x="152400" y="0"/>
                  </a:lnTo>
                </a:path>
              </a:pathLst>
            </a:custGeom>
            <a:ln w="12700">
              <a:solidFill>
                <a:srgbClr val="070154"/>
              </a:solidFill>
              <a:prstDash val="solid"/>
            </a:ln>
          </p:spPr>
        </p:sp>
        <p:sp>
          <p:nvSpPr>
            <p:cNvPr id="127" name="node59.head-end.0"/>
            <p:cNvSpPr/>
            <p:nvPr/>
          </p:nvSpPr>
          <p:spPr>
            <a:xfrm>
              <a:off x="9332683" y="4114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28" name="node59.head-end.1"/>
            <p:cNvSpPr/>
            <p:nvPr/>
          </p:nvSpPr>
          <p:spPr>
            <a:xfrm>
              <a:off x="9332683" y="4072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204" name="node60"/>
          <p:cNvGrpSpPr/>
          <p:nvPr/>
        </p:nvGrpSpPr>
        <p:grpSpPr>
          <a:xfrm>
            <a:off x="10282479" y="4343400"/>
            <a:ext cx="85242" cy="228600"/>
            <a:chOff x="10282479" y="4343400"/>
            <a:chExt cx="85242" cy="228600"/>
          </a:xfrm>
        </p:grpSpPr>
        <p:sp>
          <p:nvSpPr>
            <p:cNvPr id="129" name="node60.segment-1"/>
            <p:cNvSpPr/>
            <p:nvPr/>
          </p:nvSpPr>
          <p:spPr>
            <a:xfrm>
              <a:off x="10325100" y="43434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130" name="node60.head-end.0"/>
            <p:cNvSpPr/>
            <p:nvPr/>
          </p:nvSpPr>
          <p:spPr>
            <a:xfrm>
              <a:off x="10282479" y="44939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31" name="node60.head-end.1"/>
            <p:cNvSpPr/>
            <p:nvPr/>
          </p:nvSpPr>
          <p:spPr>
            <a:xfrm>
              <a:off x="10325100" y="44939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205" name="node61"/>
          <p:cNvGrpSpPr/>
          <p:nvPr/>
        </p:nvGrpSpPr>
        <p:grpSpPr>
          <a:xfrm>
            <a:off x="9182100" y="5334000"/>
            <a:ext cx="2286000" cy="228600"/>
            <a:chOff x="9182100" y="5334000"/>
            <a:chExt cx="2286000" cy="228600"/>
          </a:xfrm>
        </p:grpSpPr>
        <p:sp>
          <p:nvSpPr>
            <p:cNvPr id="132" name="node61.text"/>
            <p:cNvSpPr/>
            <p:nvPr/>
          </p:nvSpPr>
          <p:spPr>
            <a:xfrm>
              <a:off x="9182100" y="5334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databases retired</a:t>
              </a:r>
              <a:endParaRPr lang="en-US" sz="1200" spc="0" kern="0" b="0" i="0" dirty="0">
                <a:solidFill>
                  <a:srgbClr val="070154"/>
                </a:solidFill>
                <a:latin typeface="IBM Plex Sans"/>
                <a:ea typeface="IBM Plex Sans"/>
                <a:cs typeface="IBM Plex Sans"/>
              </a:endParaRPr>
            </a:p>
          </p:txBody>
        </p:sp>
      </p:grpSp>
      <p:grpSp>
        <p:nvGrpSpPr>
          <p:cNvPr id="206" name="node62"/>
          <p:cNvGrpSpPr/>
          <p:nvPr/>
        </p:nvGrpSpPr>
        <p:grpSpPr>
          <a:xfrm>
            <a:off x="723900" y="5715000"/>
            <a:ext cx="457200" cy="228600"/>
            <a:chOff x="723900" y="5715000"/>
            <a:chExt cx="457200" cy="228600"/>
          </a:xfrm>
        </p:grpSpPr>
        <p:sp>
          <p:nvSpPr>
            <p:cNvPr id="133" name="node62.surface"/>
            <p:cNvSpPr/>
            <p:nvPr/>
          </p:nvSpPr>
          <p:spPr>
            <a:xfrm>
              <a:off x="730250" y="5721350"/>
              <a:ext cx="444500" cy="215900"/>
            </a:xfrm>
            <a:prstGeom prst="rect">
              <a:avLst/>
            </a:prstGeom>
            <a:solidFill>
              <a:srgbClr val="FFFFFF"/>
            </a:solidFill>
            <a:ln w="12700">
              <a:solidFill>
                <a:srgbClr val="CED7E6"/>
              </a:solidFill>
              <a:prstDash val="solid"/>
            </a:ln>
          </p:spPr>
        </p:sp>
      </p:grpSp>
      <p:grpSp>
        <p:nvGrpSpPr>
          <p:cNvPr id="207" name="node63"/>
          <p:cNvGrpSpPr/>
          <p:nvPr/>
        </p:nvGrpSpPr>
        <p:grpSpPr>
          <a:xfrm>
            <a:off x="1295400" y="5715000"/>
            <a:ext cx="1371600" cy="228600"/>
            <a:chOff x="1295400" y="5715000"/>
            <a:chExt cx="1371600" cy="228600"/>
          </a:xfrm>
        </p:grpSpPr>
        <p:sp>
          <p:nvSpPr>
            <p:cNvPr id="134" name="node63.text"/>
            <p:cNvSpPr/>
            <p:nvPr/>
          </p:nvSpPr>
          <p:spPr>
            <a:xfrm>
              <a:off x="1295400" y="5715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 / on-prem</a:t>
              </a:r>
              <a:endParaRPr lang="en-US" sz="1200" spc="0" kern="0" b="0" i="0" dirty="0">
                <a:solidFill>
                  <a:srgbClr val="070154"/>
                </a:solidFill>
                <a:latin typeface="IBM Plex Sans"/>
                <a:ea typeface="IBM Plex Sans"/>
                <a:cs typeface="IBM Plex Sans"/>
              </a:endParaRPr>
            </a:p>
          </p:txBody>
        </p:sp>
      </p:grpSp>
      <p:grpSp>
        <p:nvGrpSpPr>
          <p:cNvPr id="208" name="node64"/>
          <p:cNvGrpSpPr/>
          <p:nvPr/>
        </p:nvGrpSpPr>
        <p:grpSpPr>
          <a:xfrm>
            <a:off x="2781300" y="5715000"/>
            <a:ext cx="457200" cy="228600"/>
            <a:chOff x="2781300" y="5715000"/>
            <a:chExt cx="457200" cy="228600"/>
          </a:xfrm>
        </p:grpSpPr>
        <p:sp>
          <p:nvSpPr>
            <p:cNvPr id="135" name="node64.surface"/>
            <p:cNvSpPr/>
            <p:nvPr/>
          </p:nvSpPr>
          <p:spPr>
            <a:xfrm>
              <a:off x="2787650" y="5721350"/>
              <a:ext cx="444500" cy="215900"/>
            </a:xfrm>
            <a:prstGeom prst="rect">
              <a:avLst/>
            </a:prstGeom>
            <a:solidFill>
              <a:srgbClr val="FFFFFF"/>
            </a:solidFill>
            <a:ln w="12700">
              <a:solidFill>
                <a:srgbClr val="CED7E6"/>
              </a:solidFill>
              <a:prstDash val="solid"/>
            </a:ln>
          </p:spPr>
        </p:sp>
      </p:grpSp>
      <p:sp>
        <p:nvSpPr>
          <p:cNvPr id="136" name="node65"/>
          <p:cNvSpPr/>
          <p:nvPr/>
        </p:nvSpPr>
        <p:spPr>
          <a:xfrm>
            <a:off x="2781300" y="5715000"/>
            <a:ext cx="457200" cy="38100"/>
          </a:xfrm>
          <a:prstGeom prst="rect">
            <a:avLst/>
          </a:prstGeom>
          <a:solidFill>
            <a:srgbClr val="0047FF"/>
          </a:solidFill>
          <a:ln>
            <a:noFill/>
          </a:ln>
        </p:spPr>
      </p:sp>
      <p:grpSp>
        <p:nvGrpSpPr>
          <p:cNvPr id="209" name="node66"/>
          <p:cNvGrpSpPr/>
          <p:nvPr/>
        </p:nvGrpSpPr>
        <p:grpSpPr>
          <a:xfrm>
            <a:off x="3352800" y="5715000"/>
            <a:ext cx="889000" cy="228600"/>
            <a:chOff x="3352800" y="5715000"/>
            <a:chExt cx="889000" cy="228600"/>
          </a:xfrm>
        </p:grpSpPr>
        <p:sp>
          <p:nvSpPr>
            <p:cNvPr id="137" name="node66.text"/>
            <p:cNvSpPr/>
            <p:nvPr/>
          </p:nvSpPr>
          <p:spPr>
            <a:xfrm>
              <a:off x="3352800" y="5715000"/>
              <a:ext cx="88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a:t>
              </a:r>
              <a:endParaRPr lang="en-US" sz="1200" spc="0" kern="0" b="0" i="0" dirty="0">
                <a:solidFill>
                  <a:srgbClr val="070154"/>
                </a:solidFill>
                <a:latin typeface="IBM Plex Sans"/>
                <a:ea typeface="IBM Plex Sans"/>
                <a:cs typeface="IBM Plex Sans"/>
              </a:endParaRPr>
            </a:p>
          </p:txBody>
        </p:sp>
      </p:grpSp>
      <p:grpSp>
        <p:nvGrpSpPr>
          <p:cNvPr id="210" name="node67"/>
          <p:cNvGrpSpPr/>
          <p:nvPr/>
        </p:nvGrpSpPr>
        <p:grpSpPr>
          <a:xfrm>
            <a:off x="4381500" y="5715000"/>
            <a:ext cx="457200" cy="228600"/>
            <a:chOff x="4381500" y="5715000"/>
            <a:chExt cx="457200" cy="228600"/>
          </a:xfrm>
        </p:grpSpPr>
        <p:sp>
          <p:nvSpPr>
            <p:cNvPr id="138" name="node67.surface"/>
            <p:cNvSpPr/>
            <p:nvPr/>
          </p:nvSpPr>
          <p:spPr>
            <a:xfrm>
              <a:off x="4381500" y="5715000"/>
              <a:ext cx="457200" cy="228600"/>
            </a:xfrm>
            <a:prstGeom prst="rect">
              <a:avLst/>
            </a:prstGeom>
            <a:solidFill>
              <a:srgbClr val="070154"/>
            </a:solidFill>
            <a:ln>
              <a:noFill/>
            </a:ln>
          </p:spPr>
        </p:sp>
      </p:grpSp>
      <p:grpSp>
        <p:nvGrpSpPr>
          <p:cNvPr id="211" name="node68"/>
          <p:cNvGrpSpPr/>
          <p:nvPr/>
        </p:nvGrpSpPr>
        <p:grpSpPr>
          <a:xfrm>
            <a:off x="4953000" y="5715000"/>
            <a:ext cx="723900" cy="228600"/>
            <a:chOff x="4953000" y="5715000"/>
            <a:chExt cx="723900" cy="228600"/>
          </a:xfrm>
        </p:grpSpPr>
        <p:sp>
          <p:nvSpPr>
            <p:cNvPr id="139" name="node68.text"/>
            <p:cNvSpPr/>
            <p:nvPr/>
          </p:nvSpPr>
          <p:spPr>
            <a:xfrm>
              <a:off x="4953000" y="5715000"/>
              <a:ext cx="723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a:t>
              </a:r>
              <a:endParaRPr lang="en-US" sz="1200" spc="0" kern="0" b="0" i="0" dirty="0">
                <a:solidFill>
                  <a:srgbClr val="070154"/>
                </a:solidFill>
                <a:latin typeface="IBM Plex Sans"/>
                <a:ea typeface="IBM Plex Sans"/>
                <a:cs typeface="IBM Plex Sans"/>
              </a:endParaRPr>
            </a:p>
          </p:txBody>
        </p:sp>
      </p:grpSp>
      <p:grpSp>
        <p:nvGrpSpPr>
          <p:cNvPr id="212" name="node69"/>
          <p:cNvGrpSpPr/>
          <p:nvPr/>
        </p:nvGrpSpPr>
        <p:grpSpPr>
          <a:xfrm>
            <a:off x="5753100" y="5715000"/>
            <a:ext cx="457200" cy="228600"/>
            <a:chOff x="5753100" y="5715000"/>
            <a:chExt cx="457200" cy="228600"/>
          </a:xfrm>
        </p:grpSpPr>
        <p:sp>
          <p:nvSpPr>
            <p:cNvPr id="140" name="node69.surface"/>
            <p:cNvSpPr/>
            <p:nvPr/>
          </p:nvSpPr>
          <p:spPr>
            <a:xfrm>
              <a:off x="5753100" y="5715000"/>
              <a:ext cx="457200" cy="228600"/>
            </a:xfrm>
            <a:prstGeom prst="rect">
              <a:avLst/>
            </a:prstGeom>
            <a:solidFill>
              <a:srgbClr val="FFFFFF"/>
            </a:solidFill>
            <a:ln w="12700">
              <a:solidFill>
                <a:srgbClr val="50658E"/>
              </a:solidFill>
              <a:prstDash val="dash"/>
            </a:ln>
          </p:spPr>
        </p:sp>
      </p:grpSp>
      <p:grpSp>
        <p:nvGrpSpPr>
          <p:cNvPr id="213" name="node70"/>
          <p:cNvGrpSpPr/>
          <p:nvPr/>
        </p:nvGrpSpPr>
        <p:grpSpPr>
          <a:xfrm>
            <a:off x="6324600" y="5715000"/>
            <a:ext cx="1447800" cy="228600"/>
            <a:chOff x="6324600" y="5715000"/>
            <a:chExt cx="1447800" cy="228600"/>
          </a:xfrm>
        </p:grpSpPr>
        <p:sp>
          <p:nvSpPr>
            <p:cNvPr id="141" name="node70.text"/>
            <p:cNvSpPr/>
            <p:nvPr/>
          </p:nvSpPr>
          <p:spPr>
            <a:xfrm>
              <a:off x="6324600" y="57150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 / planned</a:t>
              </a:r>
              <a:endParaRPr lang="en-US" sz="1200" spc="0" kern="0" b="0" i="0" dirty="0">
                <a:solidFill>
                  <a:srgbClr val="070154"/>
                </a:solidFill>
                <a:latin typeface="IBM Plex Sans"/>
                <a:ea typeface="IBM Plex Sans"/>
                <a:cs typeface="IBM Plex Sans"/>
              </a:endParaRPr>
            </a:p>
          </p:txBody>
        </p:sp>
      </p:grpSp>
      <p:grpSp>
        <p:nvGrpSpPr>
          <p:cNvPr id="214" name="node71"/>
          <p:cNvGrpSpPr/>
          <p:nvPr/>
        </p:nvGrpSpPr>
        <p:grpSpPr>
          <a:xfrm>
            <a:off x="7810500" y="5715000"/>
            <a:ext cx="457200" cy="228600"/>
            <a:chOff x="7810500" y="5715000"/>
            <a:chExt cx="457200" cy="228600"/>
          </a:xfrm>
        </p:grpSpPr>
        <p:sp>
          <p:nvSpPr>
            <p:cNvPr id="142" name="node71.surface"/>
            <p:cNvSpPr/>
            <p:nvPr/>
          </p:nvSpPr>
          <p:spPr>
            <a:xfrm>
              <a:off x="7810500" y="5715000"/>
              <a:ext cx="457200" cy="228600"/>
            </a:xfrm>
            <a:prstGeom prst="rect">
              <a:avLst/>
            </a:prstGeom>
            <a:solidFill>
              <a:srgbClr val="CED7E6"/>
            </a:solidFill>
            <a:ln>
              <a:noFill/>
            </a:ln>
          </p:spPr>
        </p:sp>
        <p:sp>
          <p:nvSpPr>
            <p:cNvPr id="143" name="node71.text"/>
            <p:cNvSpPr/>
            <p:nvPr/>
          </p:nvSpPr>
          <p:spPr>
            <a:xfrm>
              <a:off x="7886700" y="57150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215" name="node72"/>
          <p:cNvGrpSpPr/>
          <p:nvPr/>
        </p:nvGrpSpPr>
        <p:grpSpPr>
          <a:xfrm>
            <a:off x="8382000" y="5715000"/>
            <a:ext cx="393700" cy="228600"/>
            <a:chOff x="8382000" y="5715000"/>
            <a:chExt cx="393700" cy="228600"/>
          </a:xfrm>
        </p:grpSpPr>
        <p:sp>
          <p:nvSpPr>
            <p:cNvPr id="144" name="node72.text"/>
            <p:cNvSpPr/>
            <p:nvPr/>
          </p:nvSpPr>
          <p:spPr>
            <a:xfrm>
              <a:off x="8382000" y="5715000"/>
              <a:ext cx="39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a:t>
              </a:r>
              <a:endParaRPr lang="en-US" sz="1200" spc="0" kern="0" b="0" i="0" dirty="0">
                <a:solidFill>
                  <a:srgbClr val="070154"/>
                </a:solidFill>
                <a:latin typeface="IBM Plex Sans"/>
                <a:ea typeface="IBM Plex Sans"/>
                <a:cs typeface="IBM Plex Sans"/>
              </a:endParaRPr>
            </a:p>
          </p:txBody>
        </p:sp>
      </p:grpSp>
      <p:grpSp>
        <p:nvGrpSpPr>
          <p:cNvPr id="216" name="node73"/>
          <p:cNvGrpSpPr/>
          <p:nvPr/>
        </p:nvGrpSpPr>
        <p:grpSpPr>
          <a:xfrm>
            <a:off x="8953500" y="5786679"/>
            <a:ext cx="457200" cy="85242"/>
            <a:chOff x="8953500" y="5786679"/>
            <a:chExt cx="457200" cy="85242"/>
          </a:xfrm>
        </p:grpSpPr>
        <p:sp>
          <p:nvSpPr>
            <p:cNvPr id="145" name="node73.segment-1"/>
            <p:cNvSpPr/>
            <p:nvPr/>
          </p:nvSpPr>
          <p:spPr>
            <a:xfrm>
              <a:off x="8953500" y="58293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146" name="node73.head-end.0"/>
            <p:cNvSpPr/>
            <p:nvPr/>
          </p:nvSpPr>
          <p:spPr>
            <a:xfrm>
              <a:off x="9332683" y="5829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47" name="node73.head-end.1"/>
            <p:cNvSpPr/>
            <p:nvPr/>
          </p:nvSpPr>
          <p:spPr>
            <a:xfrm>
              <a:off x="9332683" y="5786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217" name="node74"/>
          <p:cNvGrpSpPr/>
          <p:nvPr/>
        </p:nvGrpSpPr>
        <p:grpSpPr>
          <a:xfrm>
            <a:off x="9525000" y="5715000"/>
            <a:ext cx="1206500" cy="228600"/>
            <a:chOff x="9525000" y="5715000"/>
            <a:chExt cx="1206500" cy="228600"/>
          </a:xfrm>
        </p:grpSpPr>
        <p:sp>
          <p:nvSpPr>
            <p:cNvPr id="148" name="node74.text"/>
            <p:cNvSpPr/>
            <p:nvPr/>
          </p:nvSpPr>
          <p:spPr>
            <a:xfrm>
              <a:off x="9525000" y="5715000"/>
              <a:ext cx="120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 routing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ource-04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waves move data, then API, then clients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30</a:t>
            </a:fld>
            <a:endParaRPr lang="en-US" sz="700" spc="0" kern="0" b="0" i="0" dirty="0">
              <a:solidFill>
                <a:srgbClr val="070154"/>
              </a:solidFill>
              <a:latin typeface="IBM Plex Mono SemiBold"/>
              <a:ea typeface="IBM Plex Mono SemiBold"/>
              <a:cs typeface="IBM Plex Mono SemiBold"/>
            </a:endParaRPr>
          </a:p>
        </p:txBody>
      </p:sp>
      <p:grpSp>
        <p:nvGrpSpPr>
          <p:cNvPr id="131" name="node01"/>
          <p:cNvGrpSpPr/>
          <p:nvPr/>
        </p:nvGrpSpPr>
        <p:grpSpPr>
          <a:xfrm>
            <a:off x="723900" y="1600200"/>
            <a:ext cx="457200" cy="228600"/>
            <a:chOff x="723900" y="1600200"/>
            <a:chExt cx="457200" cy="228600"/>
          </a:xfrm>
        </p:grpSpPr>
        <p:sp>
          <p:nvSpPr>
            <p:cNvPr id="6" name="node01.surface"/>
            <p:cNvSpPr/>
            <p:nvPr/>
          </p:nvSpPr>
          <p:spPr>
            <a:xfrm>
              <a:off x="730250" y="1606550"/>
              <a:ext cx="444500" cy="215900"/>
            </a:xfrm>
            <a:prstGeom prst="rect">
              <a:avLst/>
            </a:prstGeom>
            <a:solidFill>
              <a:srgbClr val="FFFFFF"/>
            </a:solidFill>
            <a:ln w="12700">
              <a:solidFill>
                <a:srgbClr val="CED7E6"/>
              </a:solidFill>
              <a:prstDash val="solid"/>
            </a:ln>
          </p:spPr>
        </p:sp>
      </p:grpSp>
      <p:grpSp>
        <p:nvGrpSpPr>
          <p:cNvPr id="132" name="node02"/>
          <p:cNvGrpSpPr/>
          <p:nvPr/>
        </p:nvGrpSpPr>
        <p:grpSpPr>
          <a:xfrm>
            <a:off x="1295400" y="1600200"/>
            <a:ext cx="1371600" cy="228600"/>
            <a:chOff x="1295400" y="1600200"/>
            <a:chExt cx="1371600" cy="228600"/>
          </a:xfrm>
        </p:grpSpPr>
        <p:sp>
          <p:nvSpPr>
            <p:cNvPr id="7" name="node02.text"/>
            <p:cNvSpPr/>
            <p:nvPr/>
          </p:nvSpPr>
          <p:spPr>
            <a:xfrm>
              <a:off x="1295400" y="16002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 / on-prem</a:t>
              </a:r>
              <a:endParaRPr lang="en-US" sz="1200" spc="0" kern="0" b="0" i="0" dirty="0">
                <a:solidFill>
                  <a:srgbClr val="070154"/>
                </a:solidFill>
                <a:latin typeface="IBM Plex Sans"/>
                <a:ea typeface="IBM Plex Sans"/>
                <a:cs typeface="IBM Plex Sans"/>
              </a:endParaRPr>
            </a:p>
          </p:txBody>
        </p:sp>
      </p:grpSp>
      <p:grpSp>
        <p:nvGrpSpPr>
          <p:cNvPr id="133" name="node03"/>
          <p:cNvGrpSpPr/>
          <p:nvPr/>
        </p:nvGrpSpPr>
        <p:grpSpPr>
          <a:xfrm>
            <a:off x="2781300" y="1600200"/>
            <a:ext cx="457200" cy="228600"/>
            <a:chOff x="2781300" y="1600200"/>
            <a:chExt cx="457200" cy="228600"/>
          </a:xfrm>
        </p:grpSpPr>
        <p:sp>
          <p:nvSpPr>
            <p:cNvPr id="8" name="node03.surface"/>
            <p:cNvSpPr/>
            <p:nvPr/>
          </p:nvSpPr>
          <p:spPr>
            <a:xfrm>
              <a:off x="2787650" y="1606550"/>
              <a:ext cx="444500" cy="215900"/>
            </a:xfrm>
            <a:prstGeom prst="rect">
              <a:avLst/>
            </a:prstGeom>
            <a:solidFill>
              <a:srgbClr val="FFFFFF"/>
            </a:solidFill>
            <a:ln w="12700">
              <a:solidFill>
                <a:srgbClr val="CED7E6"/>
              </a:solidFill>
              <a:prstDash val="solid"/>
            </a:ln>
          </p:spPr>
        </p:sp>
      </p:grpSp>
      <p:sp>
        <p:nvSpPr>
          <p:cNvPr id="9" name="node04"/>
          <p:cNvSpPr/>
          <p:nvPr/>
        </p:nvSpPr>
        <p:spPr>
          <a:xfrm>
            <a:off x="2781300" y="1600200"/>
            <a:ext cx="457200" cy="38100"/>
          </a:xfrm>
          <a:prstGeom prst="rect">
            <a:avLst/>
          </a:prstGeom>
          <a:solidFill>
            <a:srgbClr val="0047FF"/>
          </a:solidFill>
          <a:ln>
            <a:noFill/>
          </a:ln>
        </p:spPr>
      </p:sp>
      <p:grpSp>
        <p:nvGrpSpPr>
          <p:cNvPr id="134" name="node05"/>
          <p:cNvGrpSpPr/>
          <p:nvPr/>
        </p:nvGrpSpPr>
        <p:grpSpPr>
          <a:xfrm>
            <a:off x="3352800" y="1600200"/>
            <a:ext cx="889000" cy="228600"/>
            <a:chOff x="3352800" y="1600200"/>
            <a:chExt cx="889000" cy="228600"/>
          </a:xfrm>
        </p:grpSpPr>
        <p:sp>
          <p:nvSpPr>
            <p:cNvPr id="10" name="node05.text"/>
            <p:cNvSpPr/>
            <p:nvPr/>
          </p:nvSpPr>
          <p:spPr>
            <a:xfrm>
              <a:off x="3352800" y="1600200"/>
              <a:ext cx="88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a:t>
              </a:r>
              <a:endParaRPr lang="en-US" sz="1200" spc="0" kern="0" b="0" i="0" dirty="0">
                <a:solidFill>
                  <a:srgbClr val="070154"/>
                </a:solidFill>
                <a:latin typeface="IBM Plex Sans"/>
                <a:ea typeface="IBM Plex Sans"/>
                <a:cs typeface="IBM Plex Sans"/>
              </a:endParaRPr>
            </a:p>
          </p:txBody>
        </p:sp>
      </p:grpSp>
      <p:grpSp>
        <p:nvGrpSpPr>
          <p:cNvPr id="135" name="node06"/>
          <p:cNvGrpSpPr/>
          <p:nvPr/>
        </p:nvGrpSpPr>
        <p:grpSpPr>
          <a:xfrm>
            <a:off x="4381500" y="1600200"/>
            <a:ext cx="457200" cy="228600"/>
            <a:chOff x="4381500" y="1600200"/>
            <a:chExt cx="457200" cy="228600"/>
          </a:xfrm>
        </p:grpSpPr>
        <p:sp>
          <p:nvSpPr>
            <p:cNvPr id="11" name="node06.surface"/>
            <p:cNvSpPr/>
            <p:nvPr/>
          </p:nvSpPr>
          <p:spPr>
            <a:xfrm>
              <a:off x="4381500" y="1600200"/>
              <a:ext cx="457200" cy="228600"/>
            </a:xfrm>
            <a:prstGeom prst="rect">
              <a:avLst/>
            </a:prstGeom>
            <a:solidFill>
              <a:srgbClr val="070154"/>
            </a:solidFill>
            <a:ln>
              <a:noFill/>
            </a:ln>
          </p:spPr>
        </p:sp>
      </p:grpSp>
      <p:grpSp>
        <p:nvGrpSpPr>
          <p:cNvPr id="136" name="node07"/>
          <p:cNvGrpSpPr/>
          <p:nvPr/>
        </p:nvGrpSpPr>
        <p:grpSpPr>
          <a:xfrm>
            <a:off x="4953000" y="1600200"/>
            <a:ext cx="723900" cy="228600"/>
            <a:chOff x="4953000" y="1600200"/>
            <a:chExt cx="723900" cy="228600"/>
          </a:xfrm>
        </p:grpSpPr>
        <p:sp>
          <p:nvSpPr>
            <p:cNvPr id="12" name="node07.text"/>
            <p:cNvSpPr/>
            <p:nvPr/>
          </p:nvSpPr>
          <p:spPr>
            <a:xfrm>
              <a:off x="4953000" y="1600200"/>
              <a:ext cx="723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a:t>
              </a:r>
              <a:endParaRPr lang="en-US" sz="1200" spc="0" kern="0" b="0" i="0" dirty="0">
                <a:solidFill>
                  <a:srgbClr val="070154"/>
                </a:solidFill>
                <a:latin typeface="IBM Plex Sans"/>
                <a:ea typeface="IBM Plex Sans"/>
                <a:cs typeface="IBM Plex Sans"/>
              </a:endParaRPr>
            </a:p>
          </p:txBody>
        </p:sp>
      </p:grpSp>
      <p:grpSp>
        <p:nvGrpSpPr>
          <p:cNvPr id="137" name="node08"/>
          <p:cNvGrpSpPr/>
          <p:nvPr/>
        </p:nvGrpSpPr>
        <p:grpSpPr>
          <a:xfrm>
            <a:off x="5753100" y="1600200"/>
            <a:ext cx="457200" cy="228600"/>
            <a:chOff x="5753100" y="1600200"/>
            <a:chExt cx="457200" cy="228600"/>
          </a:xfrm>
        </p:grpSpPr>
        <p:sp>
          <p:nvSpPr>
            <p:cNvPr id="13" name="node08.surface"/>
            <p:cNvSpPr/>
            <p:nvPr/>
          </p:nvSpPr>
          <p:spPr>
            <a:xfrm>
              <a:off x="5753100" y="1600200"/>
              <a:ext cx="457200" cy="228600"/>
            </a:xfrm>
            <a:prstGeom prst="rect">
              <a:avLst/>
            </a:prstGeom>
            <a:solidFill>
              <a:srgbClr val="FFFFFF"/>
            </a:solidFill>
            <a:ln w="12700">
              <a:solidFill>
                <a:srgbClr val="50658E"/>
              </a:solidFill>
              <a:prstDash val="dash"/>
            </a:ln>
          </p:spPr>
        </p:sp>
      </p:grpSp>
      <p:grpSp>
        <p:nvGrpSpPr>
          <p:cNvPr id="138" name="node09"/>
          <p:cNvGrpSpPr/>
          <p:nvPr/>
        </p:nvGrpSpPr>
        <p:grpSpPr>
          <a:xfrm>
            <a:off x="6324600" y="1600200"/>
            <a:ext cx="1447800" cy="228600"/>
            <a:chOff x="6324600" y="1600200"/>
            <a:chExt cx="1447800" cy="228600"/>
          </a:xfrm>
        </p:grpSpPr>
        <p:sp>
          <p:nvSpPr>
            <p:cNvPr id="14" name="node09.text"/>
            <p:cNvSpPr/>
            <p:nvPr/>
          </p:nvSpPr>
          <p:spPr>
            <a:xfrm>
              <a:off x="6324600" y="16002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 / planned</a:t>
              </a:r>
              <a:endParaRPr lang="en-US" sz="1200" spc="0" kern="0" b="0" i="0" dirty="0">
                <a:solidFill>
                  <a:srgbClr val="070154"/>
                </a:solidFill>
                <a:latin typeface="IBM Plex Sans"/>
                <a:ea typeface="IBM Plex Sans"/>
                <a:cs typeface="IBM Plex Sans"/>
              </a:endParaRPr>
            </a:p>
          </p:txBody>
        </p:sp>
      </p:grpSp>
      <p:grpSp>
        <p:nvGrpSpPr>
          <p:cNvPr id="139" name="node10"/>
          <p:cNvGrpSpPr/>
          <p:nvPr/>
        </p:nvGrpSpPr>
        <p:grpSpPr>
          <a:xfrm>
            <a:off x="7810500" y="1600200"/>
            <a:ext cx="457200" cy="228600"/>
            <a:chOff x="7810500" y="1600200"/>
            <a:chExt cx="457200" cy="228600"/>
          </a:xfrm>
        </p:grpSpPr>
        <p:sp>
          <p:nvSpPr>
            <p:cNvPr id="15" name="node10.surface"/>
            <p:cNvSpPr/>
            <p:nvPr/>
          </p:nvSpPr>
          <p:spPr>
            <a:xfrm>
              <a:off x="7810500" y="1600200"/>
              <a:ext cx="457200" cy="228600"/>
            </a:xfrm>
            <a:prstGeom prst="rect">
              <a:avLst/>
            </a:prstGeom>
            <a:solidFill>
              <a:srgbClr val="CED7E6"/>
            </a:solidFill>
            <a:ln>
              <a:noFill/>
            </a:ln>
          </p:spPr>
        </p:sp>
        <p:sp>
          <p:nvSpPr>
            <p:cNvPr id="16" name="node10.text"/>
            <p:cNvSpPr/>
            <p:nvPr/>
          </p:nvSpPr>
          <p:spPr>
            <a:xfrm>
              <a:off x="7886700" y="16002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40" name="node11"/>
          <p:cNvGrpSpPr/>
          <p:nvPr/>
        </p:nvGrpSpPr>
        <p:grpSpPr>
          <a:xfrm>
            <a:off x="8382000" y="1600200"/>
            <a:ext cx="393700" cy="228600"/>
            <a:chOff x="8382000" y="1600200"/>
            <a:chExt cx="393700" cy="228600"/>
          </a:xfrm>
        </p:grpSpPr>
        <p:sp>
          <p:nvSpPr>
            <p:cNvPr id="17" name="node11.text"/>
            <p:cNvSpPr/>
            <p:nvPr/>
          </p:nvSpPr>
          <p:spPr>
            <a:xfrm>
              <a:off x="8382000" y="1600200"/>
              <a:ext cx="39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a:t>
              </a:r>
              <a:endParaRPr lang="en-US" sz="1200" spc="0" kern="0" b="0" i="0" dirty="0">
                <a:solidFill>
                  <a:srgbClr val="070154"/>
                </a:solidFill>
                <a:latin typeface="IBM Plex Sans"/>
                <a:ea typeface="IBM Plex Sans"/>
                <a:cs typeface="IBM Plex Sans"/>
              </a:endParaRPr>
            </a:p>
          </p:txBody>
        </p:sp>
      </p:grpSp>
      <p:grpSp>
        <p:nvGrpSpPr>
          <p:cNvPr id="141" name="node12"/>
          <p:cNvGrpSpPr/>
          <p:nvPr/>
        </p:nvGrpSpPr>
        <p:grpSpPr>
          <a:xfrm>
            <a:off x="8953500" y="1671879"/>
            <a:ext cx="457200" cy="85242"/>
            <a:chOff x="8953500" y="1671879"/>
            <a:chExt cx="457200" cy="85242"/>
          </a:xfrm>
        </p:grpSpPr>
        <p:sp>
          <p:nvSpPr>
            <p:cNvPr id="18" name="node12.segment-1"/>
            <p:cNvSpPr/>
            <p:nvPr/>
          </p:nvSpPr>
          <p:spPr>
            <a:xfrm>
              <a:off x="8953500" y="17145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19" name="node12.head-end.0"/>
            <p:cNvSpPr/>
            <p:nvPr/>
          </p:nvSpPr>
          <p:spPr>
            <a:xfrm>
              <a:off x="9332683" y="17145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0" name="node12.head-end.1"/>
            <p:cNvSpPr/>
            <p:nvPr/>
          </p:nvSpPr>
          <p:spPr>
            <a:xfrm>
              <a:off x="9332683" y="16718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42" name="node13"/>
          <p:cNvGrpSpPr/>
          <p:nvPr/>
        </p:nvGrpSpPr>
        <p:grpSpPr>
          <a:xfrm>
            <a:off x="9525000" y="1600200"/>
            <a:ext cx="1206500" cy="228600"/>
            <a:chOff x="9525000" y="1600200"/>
            <a:chExt cx="1206500" cy="228600"/>
          </a:xfrm>
        </p:grpSpPr>
        <p:sp>
          <p:nvSpPr>
            <p:cNvPr id="21" name="node13.text"/>
            <p:cNvSpPr/>
            <p:nvPr/>
          </p:nvSpPr>
          <p:spPr>
            <a:xfrm>
              <a:off x="9525000" y="1600200"/>
              <a:ext cx="120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 routing</a:t>
              </a:r>
              <a:endParaRPr lang="en-US" sz="1200" spc="0" kern="0" b="0" i="0" dirty="0">
                <a:solidFill>
                  <a:srgbClr val="070154"/>
                </a:solidFill>
                <a:latin typeface="IBM Plex Sans"/>
                <a:ea typeface="IBM Plex Sans"/>
                <a:cs typeface="IBM Plex Sans"/>
              </a:endParaRPr>
            </a:p>
          </p:txBody>
        </p:sp>
      </p:grpSp>
      <p:grpSp>
        <p:nvGrpSpPr>
          <p:cNvPr id="143" name="node14"/>
          <p:cNvGrpSpPr/>
          <p:nvPr/>
        </p:nvGrpSpPr>
        <p:grpSpPr>
          <a:xfrm>
            <a:off x="723900" y="1828800"/>
            <a:ext cx="685800" cy="152400"/>
            <a:chOff x="723900" y="1828800"/>
            <a:chExt cx="685800" cy="152400"/>
          </a:xfrm>
        </p:grpSpPr>
        <p:sp>
          <p:nvSpPr>
            <p:cNvPr id="22" name="node14.text"/>
            <p:cNvSpPr/>
            <p:nvPr/>
          </p:nvSpPr>
          <p:spPr>
            <a:xfrm>
              <a:off x="723900" y="1828800"/>
              <a:ext cx="685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WAVE</a:t>
              </a:r>
              <a:endParaRPr lang="en-US" sz="900" spc="54" kern="0" b="0" i="0" dirty="0">
                <a:solidFill>
                  <a:srgbClr val="50658E"/>
                </a:solidFill>
                <a:latin typeface="IBM Plex Mono Medium"/>
                <a:ea typeface="IBM Plex Mono Medium"/>
                <a:cs typeface="IBM Plex Mono Medium"/>
              </a:endParaRPr>
            </a:p>
          </p:txBody>
        </p:sp>
      </p:grpSp>
      <p:grpSp>
        <p:nvGrpSpPr>
          <p:cNvPr id="144" name="node15"/>
          <p:cNvGrpSpPr/>
          <p:nvPr/>
        </p:nvGrpSpPr>
        <p:grpSpPr>
          <a:xfrm>
            <a:off x="723900" y="2057400"/>
            <a:ext cx="457200" cy="457200"/>
            <a:chOff x="723900" y="2057400"/>
            <a:chExt cx="457200" cy="457200"/>
          </a:xfrm>
        </p:grpSpPr>
        <p:sp>
          <p:nvSpPr>
            <p:cNvPr id="23" name="node15.surface"/>
            <p:cNvSpPr/>
            <p:nvPr/>
          </p:nvSpPr>
          <p:spPr>
            <a:xfrm>
              <a:off x="723900" y="2057400"/>
              <a:ext cx="457200" cy="457200"/>
            </a:xfrm>
            <a:prstGeom prst="rect">
              <a:avLst/>
            </a:prstGeom>
            <a:solidFill>
              <a:srgbClr val="CED7E6"/>
            </a:solidFill>
            <a:ln>
              <a:noFill/>
            </a:ln>
          </p:spPr>
        </p:sp>
        <p:sp>
          <p:nvSpPr>
            <p:cNvPr id="24" name="node15.text"/>
            <p:cNvSpPr/>
            <p:nvPr/>
          </p:nvSpPr>
          <p:spPr>
            <a:xfrm>
              <a:off x="800100" y="2171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45" name="node16"/>
          <p:cNvGrpSpPr/>
          <p:nvPr/>
        </p:nvGrpSpPr>
        <p:grpSpPr>
          <a:xfrm>
            <a:off x="723900" y="2743200"/>
            <a:ext cx="457200" cy="457200"/>
            <a:chOff x="723900" y="2743200"/>
            <a:chExt cx="457200" cy="457200"/>
          </a:xfrm>
        </p:grpSpPr>
        <p:sp>
          <p:nvSpPr>
            <p:cNvPr id="25" name="node16.surface"/>
            <p:cNvSpPr/>
            <p:nvPr/>
          </p:nvSpPr>
          <p:spPr>
            <a:xfrm>
              <a:off x="723900" y="2743200"/>
              <a:ext cx="457200" cy="457200"/>
            </a:xfrm>
            <a:prstGeom prst="rect">
              <a:avLst/>
            </a:prstGeom>
            <a:solidFill>
              <a:srgbClr val="CED7E6"/>
            </a:solidFill>
            <a:ln>
              <a:noFill/>
            </a:ln>
          </p:spPr>
        </p:sp>
        <p:sp>
          <p:nvSpPr>
            <p:cNvPr id="26" name="node16.text"/>
            <p:cNvSpPr/>
            <p:nvPr/>
          </p:nvSpPr>
          <p:spPr>
            <a:xfrm>
              <a:off x="800100" y="2857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46" name="node17"/>
          <p:cNvGrpSpPr/>
          <p:nvPr/>
        </p:nvGrpSpPr>
        <p:grpSpPr>
          <a:xfrm>
            <a:off x="723900" y="3429000"/>
            <a:ext cx="457200" cy="457200"/>
            <a:chOff x="723900" y="3429000"/>
            <a:chExt cx="457200" cy="457200"/>
          </a:xfrm>
        </p:grpSpPr>
        <p:sp>
          <p:nvSpPr>
            <p:cNvPr id="27" name="node17.surface"/>
            <p:cNvSpPr/>
            <p:nvPr/>
          </p:nvSpPr>
          <p:spPr>
            <a:xfrm>
              <a:off x="723900" y="3429000"/>
              <a:ext cx="457200" cy="457200"/>
            </a:xfrm>
            <a:prstGeom prst="rect">
              <a:avLst/>
            </a:prstGeom>
            <a:solidFill>
              <a:srgbClr val="CED7E6"/>
            </a:solidFill>
            <a:ln>
              <a:noFill/>
            </a:ln>
          </p:spPr>
        </p:sp>
        <p:sp>
          <p:nvSpPr>
            <p:cNvPr id="28" name="node17.text"/>
            <p:cNvSpPr/>
            <p:nvPr/>
          </p:nvSpPr>
          <p:spPr>
            <a:xfrm>
              <a:off x="800100" y="3543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47" name="node18"/>
          <p:cNvGrpSpPr/>
          <p:nvPr/>
        </p:nvGrpSpPr>
        <p:grpSpPr>
          <a:xfrm>
            <a:off x="723900" y="4114800"/>
            <a:ext cx="457200" cy="457200"/>
            <a:chOff x="723900" y="4114800"/>
            <a:chExt cx="457200" cy="457200"/>
          </a:xfrm>
        </p:grpSpPr>
        <p:sp>
          <p:nvSpPr>
            <p:cNvPr id="29" name="node18.surface"/>
            <p:cNvSpPr/>
            <p:nvPr/>
          </p:nvSpPr>
          <p:spPr>
            <a:xfrm>
              <a:off x="723900" y="4114800"/>
              <a:ext cx="457200" cy="457200"/>
            </a:xfrm>
            <a:prstGeom prst="rect">
              <a:avLst/>
            </a:prstGeom>
            <a:solidFill>
              <a:srgbClr val="CED7E6"/>
            </a:solidFill>
            <a:ln>
              <a:noFill/>
            </a:ln>
          </p:spPr>
        </p:sp>
        <p:sp>
          <p:nvSpPr>
            <p:cNvPr id="30" name="node18.text"/>
            <p:cNvSpPr/>
            <p:nvPr/>
          </p:nvSpPr>
          <p:spPr>
            <a:xfrm>
              <a:off x="800100" y="42291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48" name="node19"/>
          <p:cNvGrpSpPr/>
          <p:nvPr/>
        </p:nvGrpSpPr>
        <p:grpSpPr>
          <a:xfrm>
            <a:off x="723900" y="4800600"/>
            <a:ext cx="457200" cy="457200"/>
            <a:chOff x="723900" y="4800600"/>
            <a:chExt cx="457200" cy="457200"/>
          </a:xfrm>
        </p:grpSpPr>
        <p:sp>
          <p:nvSpPr>
            <p:cNvPr id="31" name="node19.surface"/>
            <p:cNvSpPr/>
            <p:nvPr/>
          </p:nvSpPr>
          <p:spPr>
            <a:xfrm>
              <a:off x="723900" y="4800600"/>
              <a:ext cx="457200" cy="457200"/>
            </a:xfrm>
            <a:prstGeom prst="rect">
              <a:avLst/>
            </a:prstGeom>
            <a:solidFill>
              <a:srgbClr val="CED7E6"/>
            </a:solidFill>
            <a:ln>
              <a:noFill/>
            </a:ln>
          </p:spPr>
        </p:sp>
        <p:sp>
          <p:nvSpPr>
            <p:cNvPr id="32" name="node19.text"/>
            <p:cNvSpPr/>
            <p:nvPr/>
          </p:nvSpPr>
          <p:spPr>
            <a:xfrm>
              <a:off x="800100" y="4914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49" name="node20"/>
          <p:cNvGrpSpPr/>
          <p:nvPr/>
        </p:nvGrpSpPr>
        <p:grpSpPr>
          <a:xfrm>
            <a:off x="723900" y="5486400"/>
            <a:ext cx="457200" cy="457200"/>
            <a:chOff x="723900" y="5486400"/>
            <a:chExt cx="457200" cy="457200"/>
          </a:xfrm>
        </p:grpSpPr>
        <p:sp>
          <p:nvSpPr>
            <p:cNvPr id="33" name="node20.surface"/>
            <p:cNvSpPr/>
            <p:nvPr/>
          </p:nvSpPr>
          <p:spPr>
            <a:xfrm>
              <a:off x="723900" y="5486400"/>
              <a:ext cx="457200" cy="457200"/>
            </a:xfrm>
            <a:prstGeom prst="rect">
              <a:avLst/>
            </a:prstGeom>
            <a:solidFill>
              <a:srgbClr val="CED7E6"/>
            </a:solidFill>
            <a:ln>
              <a:noFill/>
            </a:ln>
          </p:spPr>
        </p:sp>
        <p:sp>
          <p:nvSpPr>
            <p:cNvPr id="34" name="node20.text"/>
            <p:cNvSpPr/>
            <p:nvPr/>
          </p:nvSpPr>
          <p:spPr>
            <a:xfrm>
              <a:off x="800100" y="5600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50" name="node21"/>
          <p:cNvGrpSpPr/>
          <p:nvPr/>
        </p:nvGrpSpPr>
        <p:grpSpPr>
          <a:xfrm>
            <a:off x="1409700" y="1828800"/>
            <a:ext cx="7086600" cy="4114800"/>
            <a:chOff x="1409700" y="1828800"/>
            <a:chExt cx="7086600" cy="4114800"/>
          </a:xfrm>
        </p:grpSpPr>
        <p:sp>
          <p:nvSpPr>
            <p:cNvPr id="35" name="node21.cols.slot-001"/>
            <p:cNvSpPr/>
            <p:nvPr/>
          </p:nvSpPr>
          <p:spPr>
            <a:xfrm>
              <a:off x="3009900" y="18288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TODAY</a:t>
              </a:r>
              <a:endParaRPr lang="en-US" sz="900" spc="54" kern="0" b="0" i="0" dirty="0">
                <a:solidFill>
                  <a:srgbClr val="50658E"/>
                </a:solidFill>
                <a:latin typeface="IBM Plex Mono SemiBold"/>
                <a:ea typeface="IBM Plex Mono SemiBold"/>
                <a:cs typeface="IBM Plex Mono SemiBold"/>
              </a:endParaRPr>
            </a:p>
          </p:txBody>
        </p:sp>
        <p:sp>
          <p:nvSpPr>
            <p:cNvPr id="36" name="node21.cols.slot-002"/>
            <p:cNvSpPr/>
            <p:nvPr/>
          </p:nvSpPr>
          <p:spPr>
            <a:xfrm>
              <a:off x="4152900" y="18288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W1</a:t>
              </a:r>
              <a:endParaRPr lang="en-US" sz="900" spc="54" kern="0" b="0" i="0" dirty="0">
                <a:solidFill>
                  <a:srgbClr val="50658E"/>
                </a:solidFill>
                <a:latin typeface="IBM Plex Mono SemiBold"/>
                <a:ea typeface="IBM Plex Mono SemiBold"/>
                <a:cs typeface="IBM Plex Mono SemiBold"/>
              </a:endParaRPr>
            </a:p>
          </p:txBody>
        </p:sp>
        <p:sp>
          <p:nvSpPr>
            <p:cNvPr id="37" name="node21.cols.slot-003"/>
            <p:cNvSpPr/>
            <p:nvPr/>
          </p:nvSpPr>
          <p:spPr>
            <a:xfrm>
              <a:off x="5295900" y="18288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W2</a:t>
              </a:r>
              <a:endParaRPr lang="en-US" sz="900" spc="54" kern="0" b="0" i="0" dirty="0">
                <a:solidFill>
                  <a:srgbClr val="50658E"/>
                </a:solidFill>
                <a:latin typeface="IBM Plex Mono SemiBold"/>
                <a:ea typeface="IBM Plex Mono SemiBold"/>
                <a:cs typeface="IBM Plex Mono SemiBold"/>
              </a:endParaRPr>
            </a:p>
          </p:txBody>
        </p:sp>
        <p:sp>
          <p:nvSpPr>
            <p:cNvPr id="38" name="node21.cols.slot-004"/>
            <p:cNvSpPr/>
            <p:nvPr/>
          </p:nvSpPr>
          <p:spPr>
            <a:xfrm>
              <a:off x="6438900" y="18288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W3</a:t>
              </a:r>
              <a:endParaRPr lang="en-US" sz="900" spc="54" kern="0" b="0" i="0" dirty="0">
                <a:solidFill>
                  <a:srgbClr val="50658E"/>
                </a:solidFill>
                <a:latin typeface="IBM Plex Mono SemiBold"/>
                <a:ea typeface="IBM Plex Mono SemiBold"/>
                <a:cs typeface="IBM Plex Mono SemiBold"/>
              </a:endParaRPr>
            </a:p>
          </p:txBody>
        </p:sp>
        <p:sp>
          <p:nvSpPr>
            <p:cNvPr id="39" name="node21.cols.slot-005"/>
            <p:cNvSpPr/>
            <p:nvPr/>
          </p:nvSpPr>
          <p:spPr>
            <a:xfrm>
              <a:off x="7581900" y="18288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TARGET</a:t>
              </a:r>
              <a:endParaRPr lang="en-US" sz="900" spc="54" kern="0" b="0" i="0" dirty="0">
                <a:solidFill>
                  <a:srgbClr val="50658E"/>
                </a:solidFill>
                <a:latin typeface="IBM Plex Mono SemiBold"/>
                <a:ea typeface="IBM Plex Mono SemiBold"/>
                <a:cs typeface="IBM Plex Mono SemiBold"/>
              </a:endParaRPr>
            </a:p>
          </p:txBody>
        </p:sp>
        <p:sp>
          <p:nvSpPr>
            <p:cNvPr id="40" name="node21.rows.slot-001.label"/>
            <p:cNvSpPr/>
            <p:nvPr/>
          </p:nvSpPr>
          <p:spPr>
            <a:xfrm>
              <a:off x="1409700" y="22098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SITE DATABASES</a:t>
              </a:r>
              <a:endParaRPr lang="en-US" sz="900" spc="54" kern="0" b="0" i="0" dirty="0">
                <a:solidFill>
                  <a:srgbClr val="070154"/>
                </a:solidFill>
                <a:latin typeface="IBM Plex Mono SemiBold"/>
                <a:ea typeface="IBM Plex Mono SemiBold"/>
                <a:cs typeface="IBM Plex Mono SemiBold"/>
              </a:endParaRPr>
            </a:p>
          </p:txBody>
        </p:sp>
        <p:sp>
          <p:nvSpPr>
            <p:cNvPr id="41" name="node21.rows.slot-001.cells.slot-001.surface"/>
            <p:cNvSpPr/>
            <p:nvPr/>
          </p:nvSpPr>
          <p:spPr>
            <a:xfrm>
              <a:off x="3016250" y="2063750"/>
              <a:ext cx="901700" cy="444500"/>
            </a:xfrm>
            <a:prstGeom prst="rect">
              <a:avLst/>
            </a:prstGeom>
            <a:solidFill>
              <a:srgbClr val="FFFFFF"/>
            </a:solidFill>
            <a:ln w="12700">
              <a:solidFill>
                <a:srgbClr val="CED7E6"/>
              </a:solidFill>
              <a:prstDash val="solid"/>
            </a:ln>
          </p:spPr>
        </p:sp>
        <p:sp>
          <p:nvSpPr>
            <p:cNvPr id="42" name="node21.rows.slot-001.cells.slot-001.text"/>
            <p:cNvSpPr/>
            <p:nvPr/>
          </p:nvSpPr>
          <p:spPr>
            <a:xfrm>
              <a:off x="3060700" y="2171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43" name="node21.rows.slot-001.cells.slot-002.surface"/>
            <p:cNvSpPr/>
            <p:nvPr/>
          </p:nvSpPr>
          <p:spPr>
            <a:xfrm>
              <a:off x="4159250" y="2063750"/>
              <a:ext cx="901700" cy="444500"/>
            </a:xfrm>
            <a:prstGeom prst="rect">
              <a:avLst/>
            </a:prstGeom>
            <a:solidFill>
              <a:srgbClr val="FFFFFF"/>
            </a:solidFill>
            <a:ln w="12700">
              <a:solidFill>
                <a:srgbClr val="CED7E6"/>
              </a:solidFill>
              <a:prstDash val="solid"/>
            </a:ln>
          </p:spPr>
        </p:sp>
        <p:sp>
          <p:nvSpPr>
            <p:cNvPr id="44" name="node21.rows.slot-001.cells.slot-002.text"/>
            <p:cNvSpPr/>
            <p:nvPr/>
          </p:nvSpPr>
          <p:spPr>
            <a:xfrm>
              <a:off x="4203700" y="2171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Replicating</a:t>
              </a:r>
              <a:endParaRPr lang="en-US" sz="1200" spc="0" kern="0" b="0" i="0" dirty="0">
                <a:solidFill>
                  <a:srgbClr val="070154"/>
                </a:solidFill>
                <a:latin typeface="IBM Plex Sans"/>
                <a:ea typeface="IBM Plex Sans"/>
                <a:cs typeface="IBM Plex Sans"/>
              </a:endParaRPr>
            </a:p>
          </p:txBody>
        </p:sp>
        <p:sp>
          <p:nvSpPr>
            <p:cNvPr id="45" name="node21.rows.slot-001.cells.slot-003.surface"/>
            <p:cNvSpPr/>
            <p:nvPr/>
          </p:nvSpPr>
          <p:spPr>
            <a:xfrm>
              <a:off x="5302250" y="2063750"/>
              <a:ext cx="901700" cy="444500"/>
            </a:xfrm>
            <a:prstGeom prst="rect">
              <a:avLst/>
            </a:prstGeom>
            <a:solidFill>
              <a:srgbClr val="FFFFFF"/>
            </a:solidFill>
            <a:ln w="12700">
              <a:solidFill>
                <a:srgbClr val="CED7E6"/>
              </a:solidFill>
              <a:prstDash val="solid"/>
            </a:ln>
          </p:spPr>
        </p:sp>
        <p:sp>
          <p:nvSpPr>
            <p:cNvPr id="46" name="node21.rows.slot-001.cells.slot-003.text"/>
            <p:cNvSpPr/>
            <p:nvPr/>
          </p:nvSpPr>
          <p:spPr>
            <a:xfrm>
              <a:off x="5346700" y="2171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Read-only</a:t>
              </a:r>
              <a:endParaRPr lang="en-US" sz="1200" spc="0" kern="0" b="0" i="0" dirty="0">
                <a:solidFill>
                  <a:srgbClr val="070154"/>
                </a:solidFill>
                <a:latin typeface="IBM Plex Sans"/>
                <a:ea typeface="IBM Plex Sans"/>
                <a:cs typeface="IBM Plex Sans"/>
              </a:endParaRPr>
            </a:p>
          </p:txBody>
        </p:sp>
        <p:sp>
          <p:nvSpPr>
            <p:cNvPr id="47" name="node21.rows.slot-001.cells.slot-004.surface"/>
            <p:cNvSpPr/>
            <p:nvPr/>
          </p:nvSpPr>
          <p:spPr>
            <a:xfrm>
              <a:off x="6438900" y="2057400"/>
              <a:ext cx="914400" cy="457200"/>
            </a:xfrm>
            <a:prstGeom prst="rect">
              <a:avLst/>
            </a:prstGeom>
            <a:solidFill>
              <a:srgbClr val="FFFFFF"/>
            </a:solidFill>
            <a:ln>
              <a:noFill/>
            </a:ln>
          </p:spPr>
        </p:sp>
        <p:sp>
          <p:nvSpPr>
            <p:cNvPr id="48" name="node21.rows.slot-001.cells.slot-005.surface"/>
            <p:cNvSpPr/>
            <p:nvPr/>
          </p:nvSpPr>
          <p:spPr>
            <a:xfrm>
              <a:off x="7581900" y="2057400"/>
              <a:ext cx="914400" cy="457200"/>
            </a:xfrm>
            <a:prstGeom prst="rect">
              <a:avLst/>
            </a:prstGeom>
            <a:solidFill>
              <a:srgbClr val="FFFFFF"/>
            </a:solidFill>
            <a:ln>
              <a:noFill/>
            </a:ln>
          </p:spPr>
        </p:sp>
        <p:sp>
          <p:nvSpPr>
            <p:cNvPr id="49" name="node21.rows.slot-002.label"/>
            <p:cNvSpPr/>
            <p:nvPr/>
          </p:nvSpPr>
          <p:spPr>
            <a:xfrm>
              <a:off x="1409700" y="28956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SYNC SERVICE</a:t>
              </a:r>
              <a:endParaRPr lang="en-US" sz="900" spc="54" kern="0" b="0" i="0" dirty="0">
                <a:solidFill>
                  <a:srgbClr val="070154"/>
                </a:solidFill>
                <a:latin typeface="IBM Plex Mono SemiBold"/>
                <a:ea typeface="IBM Plex Mono SemiBold"/>
                <a:cs typeface="IBM Plex Mono SemiBold"/>
              </a:endParaRPr>
            </a:p>
          </p:txBody>
        </p:sp>
        <p:sp>
          <p:nvSpPr>
            <p:cNvPr id="50" name="node21.rows.slot-002.cells.slot-001.surface"/>
            <p:cNvSpPr/>
            <p:nvPr/>
          </p:nvSpPr>
          <p:spPr>
            <a:xfrm>
              <a:off x="3009900" y="2743200"/>
              <a:ext cx="914400" cy="457200"/>
            </a:xfrm>
            <a:prstGeom prst="rect">
              <a:avLst/>
            </a:prstGeom>
            <a:solidFill>
              <a:srgbClr val="FFFFFF"/>
            </a:solidFill>
            <a:ln>
              <a:noFill/>
            </a:ln>
          </p:spPr>
        </p:sp>
        <p:sp>
          <p:nvSpPr>
            <p:cNvPr id="51" name="node21.rows.slot-002.cells.slot-002.surface"/>
            <p:cNvSpPr/>
            <p:nvPr/>
          </p:nvSpPr>
          <p:spPr>
            <a:xfrm>
              <a:off x="4159250" y="2749550"/>
              <a:ext cx="901700" cy="444500"/>
            </a:xfrm>
            <a:prstGeom prst="rect">
              <a:avLst/>
            </a:prstGeom>
            <a:solidFill>
              <a:srgbClr val="FFFFFF"/>
            </a:solidFill>
            <a:ln w="12700">
              <a:solidFill>
                <a:srgbClr val="CED7E6"/>
              </a:solidFill>
              <a:prstDash val="solid"/>
            </a:ln>
          </p:spPr>
        </p:sp>
        <p:sp>
          <p:nvSpPr>
            <p:cNvPr id="52" name="node21.rows.slot-002.cells.slot-002.text"/>
            <p:cNvSpPr/>
            <p:nvPr/>
          </p:nvSpPr>
          <p:spPr>
            <a:xfrm>
              <a:off x="4203700" y="28575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Live</a:t>
              </a:r>
              <a:endParaRPr lang="en-US" sz="1200" spc="0" kern="0" b="0" i="0" dirty="0">
                <a:solidFill>
                  <a:srgbClr val="070154"/>
                </a:solidFill>
                <a:latin typeface="IBM Plex Sans"/>
                <a:ea typeface="IBM Plex Sans"/>
                <a:cs typeface="IBM Plex Sans"/>
              </a:endParaRPr>
            </a:p>
          </p:txBody>
        </p:sp>
        <p:sp>
          <p:nvSpPr>
            <p:cNvPr id="53" name="node21.rows.slot-002.cells.slot-003.surface"/>
            <p:cNvSpPr/>
            <p:nvPr/>
          </p:nvSpPr>
          <p:spPr>
            <a:xfrm>
              <a:off x="5302250" y="2749550"/>
              <a:ext cx="901700" cy="444500"/>
            </a:xfrm>
            <a:prstGeom prst="rect">
              <a:avLst/>
            </a:prstGeom>
            <a:solidFill>
              <a:srgbClr val="FFFFFF"/>
            </a:solidFill>
            <a:ln w="12700">
              <a:solidFill>
                <a:srgbClr val="CED7E6"/>
              </a:solidFill>
              <a:prstDash val="solid"/>
            </a:ln>
          </p:spPr>
        </p:sp>
        <p:sp>
          <p:nvSpPr>
            <p:cNvPr id="54" name="node21.rows.slot-002.cells.slot-003.text"/>
            <p:cNvSpPr/>
            <p:nvPr/>
          </p:nvSpPr>
          <p:spPr>
            <a:xfrm>
              <a:off x="5346700" y="28575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Live</a:t>
              </a:r>
              <a:endParaRPr lang="en-US" sz="1200" spc="0" kern="0" b="0" i="0" dirty="0">
                <a:solidFill>
                  <a:srgbClr val="070154"/>
                </a:solidFill>
                <a:latin typeface="IBM Plex Sans"/>
                <a:ea typeface="IBM Plex Sans"/>
                <a:cs typeface="IBM Plex Sans"/>
              </a:endParaRPr>
            </a:p>
          </p:txBody>
        </p:sp>
        <p:sp>
          <p:nvSpPr>
            <p:cNvPr id="55" name="node21.rows.slot-002.cells.slot-004.surface"/>
            <p:cNvSpPr/>
            <p:nvPr/>
          </p:nvSpPr>
          <p:spPr>
            <a:xfrm>
              <a:off x="6445250" y="2749550"/>
              <a:ext cx="901700" cy="444500"/>
            </a:xfrm>
            <a:prstGeom prst="rect">
              <a:avLst/>
            </a:prstGeom>
            <a:solidFill>
              <a:srgbClr val="FFFFFF"/>
            </a:solidFill>
            <a:ln w="12700">
              <a:solidFill>
                <a:srgbClr val="CED7E6"/>
              </a:solidFill>
              <a:prstDash val="solid"/>
            </a:ln>
          </p:spPr>
        </p:sp>
        <p:sp>
          <p:nvSpPr>
            <p:cNvPr id="56" name="node21.rows.slot-002.cells.slot-004.text"/>
            <p:cNvSpPr/>
            <p:nvPr/>
          </p:nvSpPr>
          <p:spPr>
            <a:xfrm>
              <a:off x="6489700" y="28575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Live</a:t>
              </a:r>
              <a:endParaRPr lang="en-US" sz="1200" spc="0" kern="0" b="0" i="0" dirty="0">
                <a:solidFill>
                  <a:srgbClr val="070154"/>
                </a:solidFill>
                <a:latin typeface="IBM Plex Sans"/>
                <a:ea typeface="IBM Plex Sans"/>
                <a:cs typeface="IBM Plex Sans"/>
              </a:endParaRPr>
            </a:p>
          </p:txBody>
        </p:sp>
        <p:sp>
          <p:nvSpPr>
            <p:cNvPr id="57" name="node21.rows.slot-002.cells.slot-005.surface"/>
            <p:cNvSpPr/>
            <p:nvPr/>
          </p:nvSpPr>
          <p:spPr>
            <a:xfrm>
              <a:off x="7581900" y="2743200"/>
              <a:ext cx="914400" cy="457200"/>
            </a:xfrm>
            <a:prstGeom prst="rect">
              <a:avLst/>
            </a:prstGeom>
            <a:solidFill>
              <a:srgbClr val="FFFFFF"/>
            </a:solidFill>
            <a:ln>
              <a:noFill/>
            </a:ln>
          </p:spPr>
        </p:sp>
        <p:sp>
          <p:nvSpPr>
            <p:cNvPr id="58" name="node21.rows.slot-003.label"/>
            <p:cNvSpPr/>
            <p:nvPr/>
          </p:nvSpPr>
          <p:spPr>
            <a:xfrm>
              <a:off x="1409700" y="35814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API LAYER</a:t>
              </a:r>
              <a:endParaRPr lang="en-US" sz="900" spc="54" kern="0" b="0" i="0" dirty="0">
                <a:solidFill>
                  <a:srgbClr val="070154"/>
                </a:solidFill>
                <a:latin typeface="IBM Plex Mono SemiBold"/>
                <a:ea typeface="IBM Plex Mono SemiBold"/>
                <a:cs typeface="IBM Plex Mono SemiBold"/>
              </a:endParaRPr>
            </a:p>
          </p:txBody>
        </p:sp>
        <p:sp>
          <p:nvSpPr>
            <p:cNvPr id="59" name="node21.rows.slot-003.cells.slot-001.surface"/>
            <p:cNvSpPr/>
            <p:nvPr/>
          </p:nvSpPr>
          <p:spPr>
            <a:xfrm>
              <a:off x="3016250" y="3435350"/>
              <a:ext cx="901700" cy="444500"/>
            </a:xfrm>
            <a:prstGeom prst="rect">
              <a:avLst/>
            </a:prstGeom>
            <a:solidFill>
              <a:srgbClr val="FFFFFF"/>
            </a:solidFill>
            <a:ln w="12700">
              <a:solidFill>
                <a:srgbClr val="CED7E6"/>
              </a:solidFill>
              <a:prstDash val="solid"/>
            </a:ln>
          </p:spPr>
        </p:sp>
        <p:sp>
          <p:nvSpPr>
            <p:cNvPr id="60" name="node21.rows.slot-003.cells.slot-001.text"/>
            <p:cNvSpPr/>
            <p:nvPr/>
          </p:nvSpPr>
          <p:spPr>
            <a:xfrm>
              <a:off x="3060700" y="3543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61" name="node21.rows.slot-003.cells.slot-002.surface"/>
            <p:cNvSpPr/>
            <p:nvPr/>
          </p:nvSpPr>
          <p:spPr>
            <a:xfrm>
              <a:off x="4159250" y="3435350"/>
              <a:ext cx="901700" cy="444500"/>
            </a:xfrm>
            <a:prstGeom prst="rect">
              <a:avLst/>
            </a:prstGeom>
            <a:solidFill>
              <a:srgbClr val="FFFFFF"/>
            </a:solidFill>
            <a:ln w="12700">
              <a:solidFill>
                <a:srgbClr val="CED7E6"/>
              </a:solidFill>
              <a:prstDash val="solid"/>
            </a:ln>
          </p:spPr>
        </p:sp>
        <p:sp>
          <p:nvSpPr>
            <p:cNvPr id="62" name="node21.rows.slot-003.cells.slot-002.text"/>
            <p:cNvSpPr/>
            <p:nvPr/>
          </p:nvSpPr>
          <p:spPr>
            <a:xfrm>
              <a:off x="4203700" y="3543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63" name="node21.rows.slot-003.cells.slot-003.surface"/>
            <p:cNvSpPr/>
            <p:nvPr/>
          </p:nvSpPr>
          <p:spPr>
            <a:xfrm>
              <a:off x="5302250" y="3435350"/>
              <a:ext cx="901700" cy="444500"/>
            </a:xfrm>
            <a:prstGeom prst="rect">
              <a:avLst/>
            </a:prstGeom>
            <a:solidFill>
              <a:srgbClr val="FFFFFF"/>
            </a:solidFill>
            <a:ln w="12700">
              <a:solidFill>
                <a:srgbClr val="CED7E6"/>
              </a:solidFill>
              <a:prstDash val="solid"/>
            </a:ln>
          </p:spPr>
        </p:sp>
        <p:sp>
          <p:nvSpPr>
            <p:cNvPr id="64" name="node21.rows.slot-003.cells.slot-003.text"/>
            <p:cNvSpPr/>
            <p:nvPr/>
          </p:nvSpPr>
          <p:spPr>
            <a:xfrm>
              <a:off x="5346700" y="3543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Dual-run</a:t>
              </a:r>
              <a:endParaRPr lang="en-US" sz="1200" spc="0" kern="0" b="0" i="0" dirty="0">
                <a:solidFill>
                  <a:srgbClr val="070154"/>
                </a:solidFill>
                <a:latin typeface="IBM Plex Sans"/>
                <a:ea typeface="IBM Plex Sans"/>
                <a:cs typeface="IBM Plex Sans"/>
              </a:endParaRPr>
            </a:p>
          </p:txBody>
        </p:sp>
        <p:sp>
          <p:nvSpPr>
            <p:cNvPr id="65" name="node21.rows.slot-003.cells.slot-004.surface"/>
            <p:cNvSpPr/>
            <p:nvPr/>
          </p:nvSpPr>
          <p:spPr>
            <a:xfrm>
              <a:off x="6438900" y="3429000"/>
              <a:ext cx="914400" cy="457200"/>
            </a:xfrm>
            <a:prstGeom prst="rect">
              <a:avLst/>
            </a:prstGeom>
            <a:solidFill>
              <a:srgbClr val="070154"/>
            </a:solidFill>
            <a:ln>
              <a:noFill/>
            </a:ln>
          </p:spPr>
        </p:sp>
        <p:sp>
          <p:nvSpPr>
            <p:cNvPr id="66" name="node21.rows.slot-003.cells.slot-004.text"/>
            <p:cNvSpPr/>
            <p:nvPr/>
          </p:nvSpPr>
          <p:spPr>
            <a:xfrm>
              <a:off x="6489700" y="3543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67" name="node21.rows.slot-003.cells.slot-005.surface"/>
            <p:cNvSpPr/>
            <p:nvPr/>
          </p:nvSpPr>
          <p:spPr>
            <a:xfrm>
              <a:off x="7581900" y="3429000"/>
              <a:ext cx="914400" cy="457200"/>
            </a:xfrm>
            <a:prstGeom prst="rect">
              <a:avLst/>
            </a:prstGeom>
            <a:solidFill>
              <a:srgbClr val="070154"/>
            </a:solidFill>
            <a:ln>
              <a:noFill/>
            </a:ln>
          </p:spPr>
        </p:sp>
        <p:sp>
          <p:nvSpPr>
            <p:cNvPr id="68" name="node21.rows.slot-003.cells.slot-005.text"/>
            <p:cNvSpPr/>
            <p:nvPr/>
          </p:nvSpPr>
          <p:spPr>
            <a:xfrm>
              <a:off x="7632700" y="3543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69" name="node21.rows.slot-004.label"/>
            <p:cNvSpPr/>
            <p:nvPr/>
          </p:nvSpPr>
          <p:spPr>
            <a:xfrm>
              <a:off x="1409700" y="42672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AUTH AND IDENTITY</a:t>
              </a:r>
              <a:endParaRPr lang="en-US" sz="900" spc="54" kern="0" b="0" i="0" dirty="0">
                <a:solidFill>
                  <a:srgbClr val="070154"/>
                </a:solidFill>
                <a:latin typeface="IBM Plex Mono SemiBold"/>
                <a:ea typeface="IBM Plex Mono SemiBold"/>
                <a:cs typeface="IBM Plex Mono SemiBold"/>
              </a:endParaRPr>
            </a:p>
          </p:txBody>
        </p:sp>
        <p:sp>
          <p:nvSpPr>
            <p:cNvPr id="70" name="node21.rows.slot-004.cells.slot-001.surface"/>
            <p:cNvSpPr/>
            <p:nvPr/>
          </p:nvSpPr>
          <p:spPr>
            <a:xfrm>
              <a:off x="3016250" y="4121150"/>
              <a:ext cx="901700" cy="444500"/>
            </a:xfrm>
            <a:prstGeom prst="rect">
              <a:avLst/>
            </a:prstGeom>
            <a:solidFill>
              <a:srgbClr val="FFFFFF"/>
            </a:solidFill>
            <a:ln w="12700">
              <a:solidFill>
                <a:srgbClr val="CED7E6"/>
              </a:solidFill>
              <a:prstDash val="solid"/>
            </a:ln>
          </p:spPr>
        </p:sp>
        <p:sp>
          <p:nvSpPr>
            <p:cNvPr id="71" name="node21.rows.slot-004.cells.slot-001.text"/>
            <p:cNvSpPr/>
            <p:nvPr/>
          </p:nvSpPr>
          <p:spPr>
            <a:xfrm>
              <a:off x="3060700" y="4229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72" name="node21.rows.slot-004.cells.slot-002.surface"/>
            <p:cNvSpPr/>
            <p:nvPr/>
          </p:nvSpPr>
          <p:spPr>
            <a:xfrm>
              <a:off x="4159250" y="4121150"/>
              <a:ext cx="901700" cy="444500"/>
            </a:xfrm>
            <a:prstGeom prst="rect">
              <a:avLst/>
            </a:prstGeom>
            <a:solidFill>
              <a:srgbClr val="FFFFFF"/>
            </a:solidFill>
            <a:ln w="12700">
              <a:solidFill>
                <a:srgbClr val="CED7E6"/>
              </a:solidFill>
              <a:prstDash val="solid"/>
            </a:ln>
          </p:spPr>
        </p:sp>
        <p:sp>
          <p:nvSpPr>
            <p:cNvPr id="73" name="node21.rows.slot-004.cells.slot-002.text"/>
            <p:cNvSpPr/>
            <p:nvPr/>
          </p:nvSpPr>
          <p:spPr>
            <a:xfrm>
              <a:off x="4203700" y="4229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74" name="node21.rows.slot-004.cells.slot-003.surface"/>
            <p:cNvSpPr/>
            <p:nvPr/>
          </p:nvSpPr>
          <p:spPr>
            <a:xfrm>
              <a:off x="5302250" y="4121150"/>
              <a:ext cx="901700" cy="444500"/>
            </a:xfrm>
            <a:prstGeom prst="rect">
              <a:avLst/>
            </a:prstGeom>
            <a:solidFill>
              <a:srgbClr val="FFFFFF"/>
            </a:solidFill>
            <a:ln w="12700">
              <a:solidFill>
                <a:srgbClr val="CED7E6"/>
              </a:solidFill>
              <a:prstDash val="solid"/>
            </a:ln>
          </p:spPr>
        </p:sp>
        <p:sp>
          <p:nvSpPr>
            <p:cNvPr id="75" name="node21.rows.slot-004.cells.slot-003.text"/>
            <p:cNvSpPr/>
            <p:nvPr/>
          </p:nvSpPr>
          <p:spPr>
            <a:xfrm>
              <a:off x="5346700" y="4229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Federated</a:t>
              </a:r>
              <a:endParaRPr lang="en-US" sz="1200" spc="0" kern="0" b="0" i="0" dirty="0">
                <a:solidFill>
                  <a:srgbClr val="070154"/>
                </a:solidFill>
                <a:latin typeface="IBM Plex Sans"/>
                <a:ea typeface="IBM Plex Sans"/>
                <a:cs typeface="IBM Plex Sans"/>
              </a:endParaRPr>
            </a:p>
          </p:txBody>
        </p:sp>
        <p:sp>
          <p:nvSpPr>
            <p:cNvPr id="76" name="node21.rows.slot-004.cells.slot-004.surface"/>
            <p:cNvSpPr/>
            <p:nvPr/>
          </p:nvSpPr>
          <p:spPr>
            <a:xfrm>
              <a:off x="6438900" y="4114800"/>
              <a:ext cx="914400" cy="457200"/>
            </a:xfrm>
            <a:prstGeom prst="rect">
              <a:avLst/>
            </a:prstGeom>
            <a:solidFill>
              <a:srgbClr val="070154"/>
            </a:solidFill>
            <a:ln>
              <a:noFill/>
            </a:ln>
          </p:spPr>
        </p:sp>
        <p:sp>
          <p:nvSpPr>
            <p:cNvPr id="77" name="node21.rows.slot-004.cells.slot-004.text"/>
            <p:cNvSpPr/>
            <p:nvPr/>
          </p:nvSpPr>
          <p:spPr>
            <a:xfrm>
              <a:off x="6489700" y="4229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78" name="node21.rows.slot-004.cells.slot-005.surface"/>
            <p:cNvSpPr/>
            <p:nvPr/>
          </p:nvSpPr>
          <p:spPr>
            <a:xfrm>
              <a:off x="7581900" y="4114800"/>
              <a:ext cx="914400" cy="457200"/>
            </a:xfrm>
            <a:prstGeom prst="rect">
              <a:avLst/>
            </a:prstGeom>
            <a:solidFill>
              <a:srgbClr val="070154"/>
            </a:solidFill>
            <a:ln>
              <a:noFill/>
            </a:ln>
          </p:spPr>
        </p:sp>
        <p:sp>
          <p:nvSpPr>
            <p:cNvPr id="79" name="node21.rows.slot-004.cells.slot-005.text"/>
            <p:cNvSpPr/>
            <p:nvPr/>
          </p:nvSpPr>
          <p:spPr>
            <a:xfrm>
              <a:off x="7632700" y="4229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80" name="node21.rows.slot-005.label"/>
            <p:cNvSpPr/>
            <p:nvPr/>
          </p:nvSpPr>
          <p:spPr>
            <a:xfrm>
              <a:off x="1409700" y="49530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REPORTING</a:t>
              </a:r>
              <a:endParaRPr lang="en-US" sz="900" spc="54" kern="0" b="0" i="0" dirty="0">
                <a:solidFill>
                  <a:srgbClr val="070154"/>
                </a:solidFill>
                <a:latin typeface="IBM Plex Mono SemiBold"/>
                <a:ea typeface="IBM Plex Mono SemiBold"/>
                <a:cs typeface="IBM Plex Mono SemiBold"/>
              </a:endParaRPr>
            </a:p>
          </p:txBody>
        </p:sp>
        <p:sp>
          <p:nvSpPr>
            <p:cNvPr id="81" name="node21.rows.slot-005.cells.slot-001.surface"/>
            <p:cNvSpPr/>
            <p:nvPr/>
          </p:nvSpPr>
          <p:spPr>
            <a:xfrm>
              <a:off x="3016250" y="4806950"/>
              <a:ext cx="901700" cy="444500"/>
            </a:xfrm>
            <a:prstGeom prst="rect">
              <a:avLst/>
            </a:prstGeom>
            <a:solidFill>
              <a:srgbClr val="FFFFFF"/>
            </a:solidFill>
            <a:ln w="12700">
              <a:solidFill>
                <a:srgbClr val="CED7E6"/>
              </a:solidFill>
              <a:prstDash val="solid"/>
            </a:ln>
          </p:spPr>
        </p:sp>
        <p:sp>
          <p:nvSpPr>
            <p:cNvPr id="82" name="node21.rows.slot-005.cells.slot-001.text"/>
            <p:cNvSpPr/>
            <p:nvPr/>
          </p:nvSpPr>
          <p:spPr>
            <a:xfrm>
              <a:off x="3060700" y="49149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83" name="node21.rows.slot-005.cells.slot-002.surface"/>
            <p:cNvSpPr/>
            <p:nvPr/>
          </p:nvSpPr>
          <p:spPr>
            <a:xfrm>
              <a:off x="4159250" y="4806950"/>
              <a:ext cx="901700" cy="444500"/>
            </a:xfrm>
            <a:prstGeom prst="rect">
              <a:avLst/>
            </a:prstGeom>
            <a:solidFill>
              <a:srgbClr val="FFFFFF"/>
            </a:solidFill>
            <a:ln w="12700">
              <a:solidFill>
                <a:srgbClr val="CED7E6"/>
              </a:solidFill>
              <a:prstDash val="solid"/>
            </a:ln>
          </p:spPr>
        </p:sp>
        <p:sp>
          <p:nvSpPr>
            <p:cNvPr id="84" name="node21.rows.slot-005.cells.slot-002.text"/>
            <p:cNvSpPr/>
            <p:nvPr/>
          </p:nvSpPr>
          <p:spPr>
            <a:xfrm>
              <a:off x="4203700" y="49149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85" name="node21.rows.slot-005.cells.slot-003.surface"/>
            <p:cNvSpPr/>
            <p:nvPr/>
          </p:nvSpPr>
          <p:spPr>
            <a:xfrm>
              <a:off x="5302250" y="4806950"/>
              <a:ext cx="901700" cy="444500"/>
            </a:xfrm>
            <a:prstGeom prst="rect">
              <a:avLst/>
            </a:prstGeom>
            <a:solidFill>
              <a:srgbClr val="FFFFFF"/>
            </a:solidFill>
            <a:ln w="12700">
              <a:solidFill>
                <a:srgbClr val="CED7E6"/>
              </a:solidFill>
              <a:prstDash val="solid"/>
            </a:ln>
          </p:spPr>
        </p:sp>
        <p:sp>
          <p:nvSpPr>
            <p:cNvPr id="86" name="node21.rows.slot-005.cells.slot-003.text"/>
            <p:cNvSpPr/>
            <p:nvPr/>
          </p:nvSpPr>
          <p:spPr>
            <a:xfrm>
              <a:off x="5346700" y="49149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87" name="node21.rows.slot-005.cells.slot-004.surface"/>
            <p:cNvSpPr/>
            <p:nvPr/>
          </p:nvSpPr>
          <p:spPr>
            <a:xfrm>
              <a:off x="6445250" y="4806950"/>
              <a:ext cx="901700" cy="444500"/>
            </a:xfrm>
            <a:prstGeom prst="rect">
              <a:avLst/>
            </a:prstGeom>
            <a:solidFill>
              <a:srgbClr val="FFFFFF"/>
            </a:solidFill>
            <a:ln w="12700">
              <a:solidFill>
                <a:srgbClr val="CED7E6"/>
              </a:solidFill>
              <a:prstDash val="solid"/>
            </a:ln>
          </p:spPr>
        </p:sp>
        <p:sp>
          <p:nvSpPr>
            <p:cNvPr id="88" name="node21.rows.slot-005.cells.slot-004.text"/>
            <p:cNvSpPr/>
            <p:nvPr/>
          </p:nvSpPr>
          <p:spPr>
            <a:xfrm>
              <a:off x="6489700" y="49149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Dual-run</a:t>
              </a:r>
              <a:endParaRPr lang="en-US" sz="1200" spc="0" kern="0" b="0" i="0" dirty="0">
                <a:solidFill>
                  <a:srgbClr val="070154"/>
                </a:solidFill>
                <a:latin typeface="IBM Plex Sans"/>
                <a:ea typeface="IBM Plex Sans"/>
                <a:cs typeface="IBM Plex Sans"/>
              </a:endParaRPr>
            </a:p>
          </p:txBody>
        </p:sp>
        <p:sp>
          <p:nvSpPr>
            <p:cNvPr id="89" name="node21.rows.slot-005.cells.slot-005.surface"/>
            <p:cNvSpPr/>
            <p:nvPr/>
          </p:nvSpPr>
          <p:spPr>
            <a:xfrm>
              <a:off x="7581900" y="4800600"/>
              <a:ext cx="914400" cy="457200"/>
            </a:xfrm>
            <a:prstGeom prst="rect">
              <a:avLst/>
            </a:prstGeom>
            <a:solidFill>
              <a:srgbClr val="070154"/>
            </a:solidFill>
            <a:ln>
              <a:noFill/>
            </a:ln>
          </p:spPr>
        </p:sp>
        <p:sp>
          <p:nvSpPr>
            <p:cNvPr id="90" name="node21.rows.slot-005.cells.slot-005.text"/>
            <p:cNvSpPr/>
            <p:nvPr/>
          </p:nvSpPr>
          <p:spPr>
            <a:xfrm>
              <a:off x="7632700" y="49149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91" name="node21.rows.slot-006.label"/>
            <p:cNvSpPr/>
            <p:nvPr/>
          </p:nvSpPr>
          <p:spPr>
            <a:xfrm>
              <a:off x="1409700" y="56388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UI CLIENTS ON SITE</a:t>
              </a:r>
              <a:endParaRPr lang="en-US" sz="900" spc="54" kern="0" b="0" i="0" dirty="0">
                <a:solidFill>
                  <a:srgbClr val="070154"/>
                </a:solidFill>
                <a:latin typeface="IBM Plex Mono SemiBold"/>
                <a:ea typeface="IBM Plex Mono SemiBold"/>
                <a:cs typeface="IBM Plex Mono SemiBold"/>
              </a:endParaRPr>
            </a:p>
          </p:txBody>
        </p:sp>
        <p:sp>
          <p:nvSpPr>
            <p:cNvPr id="92" name="node21.rows.slot-006.cells.slot-001.surface"/>
            <p:cNvSpPr/>
            <p:nvPr/>
          </p:nvSpPr>
          <p:spPr>
            <a:xfrm>
              <a:off x="3016250" y="5492750"/>
              <a:ext cx="901700" cy="444500"/>
            </a:xfrm>
            <a:prstGeom prst="rect">
              <a:avLst/>
            </a:prstGeom>
            <a:solidFill>
              <a:srgbClr val="FFFFFF"/>
            </a:solidFill>
            <a:ln w="12700">
              <a:solidFill>
                <a:srgbClr val="CED7E6"/>
              </a:solidFill>
              <a:prstDash val="solid"/>
            </a:ln>
          </p:spPr>
        </p:sp>
        <p:sp>
          <p:nvSpPr>
            <p:cNvPr id="93" name="node21.rows.slot-006.cells.slot-001.text"/>
            <p:cNvSpPr/>
            <p:nvPr/>
          </p:nvSpPr>
          <p:spPr>
            <a:xfrm>
              <a:off x="3060700" y="5600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Installed</a:t>
              </a:r>
              <a:endParaRPr lang="en-US" sz="1200" spc="0" kern="0" b="0" i="0" dirty="0">
                <a:solidFill>
                  <a:srgbClr val="070154"/>
                </a:solidFill>
                <a:latin typeface="IBM Plex Sans"/>
                <a:ea typeface="IBM Plex Sans"/>
                <a:cs typeface="IBM Plex Sans"/>
              </a:endParaRPr>
            </a:p>
          </p:txBody>
        </p:sp>
        <p:sp>
          <p:nvSpPr>
            <p:cNvPr id="94" name="node21.rows.slot-006.cells.slot-002.surface"/>
            <p:cNvSpPr/>
            <p:nvPr/>
          </p:nvSpPr>
          <p:spPr>
            <a:xfrm>
              <a:off x="4159250" y="5492750"/>
              <a:ext cx="901700" cy="444500"/>
            </a:xfrm>
            <a:prstGeom prst="rect">
              <a:avLst/>
            </a:prstGeom>
            <a:solidFill>
              <a:srgbClr val="FFFFFF"/>
            </a:solidFill>
            <a:ln w="12700">
              <a:solidFill>
                <a:srgbClr val="CED7E6"/>
              </a:solidFill>
              <a:prstDash val="solid"/>
            </a:ln>
          </p:spPr>
        </p:sp>
        <p:sp>
          <p:nvSpPr>
            <p:cNvPr id="95" name="node21.rows.slot-006.cells.slot-002.text"/>
            <p:cNvSpPr/>
            <p:nvPr/>
          </p:nvSpPr>
          <p:spPr>
            <a:xfrm>
              <a:off x="4203700" y="5600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Installed</a:t>
              </a:r>
              <a:endParaRPr lang="en-US" sz="1200" spc="0" kern="0" b="0" i="0" dirty="0">
                <a:solidFill>
                  <a:srgbClr val="070154"/>
                </a:solidFill>
                <a:latin typeface="IBM Plex Sans"/>
                <a:ea typeface="IBM Plex Sans"/>
                <a:cs typeface="IBM Plex Sans"/>
              </a:endParaRPr>
            </a:p>
          </p:txBody>
        </p:sp>
        <p:sp>
          <p:nvSpPr>
            <p:cNvPr id="96" name="node21.rows.slot-006.cells.slot-003.surface"/>
            <p:cNvSpPr/>
            <p:nvPr/>
          </p:nvSpPr>
          <p:spPr>
            <a:xfrm>
              <a:off x="5302250" y="5492750"/>
              <a:ext cx="901700" cy="444500"/>
            </a:xfrm>
            <a:prstGeom prst="rect">
              <a:avLst/>
            </a:prstGeom>
            <a:solidFill>
              <a:srgbClr val="FFFFFF"/>
            </a:solidFill>
            <a:ln w="12700">
              <a:solidFill>
                <a:srgbClr val="CED7E6"/>
              </a:solidFill>
              <a:prstDash val="solid"/>
            </a:ln>
          </p:spPr>
        </p:sp>
        <p:sp>
          <p:nvSpPr>
            <p:cNvPr id="97" name="node21.rows.slot-006.cells.slot-003.text"/>
            <p:cNvSpPr/>
            <p:nvPr/>
          </p:nvSpPr>
          <p:spPr>
            <a:xfrm>
              <a:off x="5346700" y="5600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Installed</a:t>
              </a:r>
              <a:endParaRPr lang="en-US" sz="1200" spc="0" kern="0" b="0" i="0" dirty="0">
                <a:solidFill>
                  <a:srgbClr val="070154"/>
                </a:solidFill>
                <a:latin typeface="IBM Plex Sans"/>
                <a:ea typeface="IBM Plex Sans"/>
                <a:cs typeface="IBM Plex Sans"/>
              </a:endParaRPr>
            </a:p>
          </p:txBody>
        </p:sp>
        <p:sp>
          <p:nvSpPr>
            <p:cNvPr id="98" name="node21.rows.slot-006.cells.slot-004.surface"/>
            <p:cNvSpPr/>
            <p:nvPr/>
          </p:nvSpPr>
          <p:spPr>
            <a:xfrm>
              <a:off x="6445250" y="5492750"/>
              <a:ext cx="901700" cy="444500"/>
            </a:xfrm>
            <a:prstGeom prst="rect">
              <a:avLst/>
            </a:prstGeom>
            <a:solidFill>
              <a:srgbClr val="FFFFFF"/>
            </a:solidFill>
            <a:ln w="12700">
              <a:solidFill>
                <a:srgbClr val="CED7E6"/>
              </a:solidFill>
              <a:prstDash val="solid"/>
            </a:ln>
          </p:spPr>
        </p:sp>
        <p:sp>
          <p:nvSpPr>
            <p:cNvPr id="99" name="node21.rows.slot-006.cells.slot-004.text"/>
            <p:cNvSpPr/>
            <p:nvPr/>
          </p:nvSpPr>
          <p:spPr>
            <a:xfrm>
              <a:off x="6489700" y="5600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Repointing</a:t>
              </a:r>
              <a:endParaRPr lang="en-US" sz="1200" spc="0" kern="0" b="0" i="0" dirty="0">
                <a:solidFill>
                  <a:srgbClr val="070154"/>
                </a:solidFill>
                <a:latin typeface="IBM Plex Sans"/>
                <a:ea typeface="IBM Plex Sans"/>
                <a:cs typeface="IBM Plex Sans"/>
              </a:endParaRPr>
            </a:p>
          </p:txBody>
        </p:sp>
        <p:sp>
          <p:nvSpPr>
            <p:cNvPr id="100" name="node21.rows.slot-006.cells.slot-005.surface"/>
            <p:cNvSpPr/>
            <p:nvPr/>
          </p:nvSpPr>
          <p:spPr>
            <a:xfrm>
              <a:off x="7581900" y="5486400"/>
              <a:ext cx="914400" cy="457200"/>
            </a:xfrm>
            <a:prstGeom prst="rect">
              <a:avLst/>
            </a:prstGeom>
            <a:solidFill>
              <a:srgbClr val="070154"/>
            </a:solidFill>
            <a:ln>
              <a:noFill/>
            </a:ln>
          </p:spPr>
        </p:sp>
        <p:sp>
          <p:nvSpPr>
            <p:cNvPr id="101" name="node21.rows.slot-006.cells.slot-005.text"/>
            <p:cNvSpPr/>
            <p:nvPr/>
          </p:nvSpPr>
          <p:spPr>
            <a:xfrm>
              <a:off x="7632700" y="5600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Repointed</a:t>
              </a:r>
              <a:endParaRPr lang="en-US" sz="1200" spc="0" kern="0" b="0" i="0" dirty="0">
                <a:solidFill>
                  <a:srgbClr val="FFFFFF"/>
                </a:solidFill>
                <a:latin typeface="IBM Plex Sans"/>
                <a:ea typeface="IBM Plex Sans"/>
                <a:cs typeface="IBM Plex Sans"/>
              </a:endParaRPr>
            </a:p>
          </p:txBody>
        </p:sp>
      </p:grpSp>
      <p:sp>
        <p:nvSpPr>
          <p:cNvPr id="102" name="node22"/>
          <p:cNvSpPr/>
          <p:nvPr/>
        </p:nvSpPr>
        <p:spPr>
          <a:xfrm>
            <a:off x="4152900" y="2057400"/>
            <a:ext cx="914400" cy="38100"/>
          </a:xfrm>
          <a:prstGeom prst="rect">
            <a:avLst/>
          </a:prstGeom>
          <a:solidFill>
            <a:srgbClr val="0047FF"/>
          </a:solidFill>
          <a:ln>
            <a:noFill/>
          </a:ln>
        </p:spPr>
      </p:sp>
      <p:sp>
        <p:nvSpPr>
          <p:cNvPr id="103" name="node23"/>
          <p:cNvSpPr/>
          <p:nvPr/>
        </p:nvSpPr>
        <p:spPr>
          <a:xfrm>
            <a:off x="5295900" y="2057400"/>
            <a:ext cx="914400" cy="38100"/>
          </a:xfrm>
          <a:prstGeom prst="rect">
            <a:avLst/>
          </a:prstGeom>
          <a:solidFill>
            <a:srgbClr val="0047FF"/>
          </a:solidFill>
          <a:ln>
            <a:noFill/>
          </a:ln>
        </p:spPr>
      </p:sp>
      <p:grpSp>
        <p:nvGrpSpPr>
          <p:cNvPr id="151" name="node24"/>
          <p:cNvGrpSpPr/>
          <p:nvPr/>
        </p:nvGrpSpPr>
        <p:grpSpPr>
          <a:xfrm>
            <a:off x="6438900" y="2057400"/>
            <a:ext cx="914400" cy="457200"/>
            <a:chOff x="6438900" y="2057400"/>
            <a:chExt cx="914400" cy="457200"/>
          </a:xfrm>
        </p:grpSpPr>
        <p:sp>
          <p:nvSpPr>
            <p:cNvPr id="104" name="node24.surface"/>
            <p:cNvSpPr/>
            <p:nvPr/>
          </p:nvSpPr>
          <p:spPr>
            <a:xfrm>
              <a:off x="6438900" y="2057400"/>
              <a:ext cx="914400" cy="457200"/>
            </a:xfrm>
            <a:prstGeom prst="rect">
              <a:avLst/>
            </a:prstGeom>
            <a:solidFill>
              <a:srgbClr val="FFFFFF"/>
            </a:solidFill>
            <a:ln w="12700">
              <a:solidFill>
                <a:srgbClr val="50658E"/>
              </a:solidFill>
              <a:prstDash val="dash"/>
            </a:ln>
          </p:spPr>
        </p:sp>
        <p:sp>
          <p:nvSpPr>
            <p:cNvPr id="105" name="node24.label"/>
            <p:cNvSpPr/>
            <p:nvPr/>
          </p:nvSpPr>
          <p:spPr>
            <a:xfrm>
              <a:off x="6591300" y="21717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retired</a:t>
              </a:r>
              <a:endParaRPr lang="en-US" sz="1200" spc="0" kern="0" b="0" i="0" dirty="0">
                <a:solidFill>
                  <a:srgbClr val="070154"/>
                </a:solidFill>
                <a:latin typeface="IBM Plex Sans SemiBold"/>
                <a:ea typeface="IBM Plex Sans SemiBold"/>
                <a:cs typeface="IBM Plex Sans SemiBold"/>
              </a:endParaRPr>
            </a:p>
          </p:txBody>
        </p:sp>
        <p:sp>
          <p:nvSpPr>
            <p:cNvPr id="106" name="node24.label-underline-0"/>
            <p:cNvSpPr/>
            <p:nvPr/>
          </p:nvSpPr>
          <p:spPr>
            <a:xfrm>
              <a:off x="6591300" y="2365756"/>
              <a:ext cx="482600" cy="0"/>
            </a:xfrm>
            <a:custGeom>
              <a:avLst/>
              <a:gdLst/>
              <a:ahLst/>
              <a:cxnLst/>
              <a:rect l="l" t="t" r="r" b="b"/>
              <a:pathLst>
                <a:path w="482600">
                  <a:moveTo>
                    <a:pt x="0" y="0"/>
                  </a:moveTo>
                  <a:lnTo>
                    <a:pt x="482600" y="0"/>
                  </a:lnTo>
                </a:path>
              </a:pathLst>
            </a:custGeom>
            <a:ln w="9525">
              <a:solidFill>
                <a:srgbClr val="070154"/>
              </a:solidFill>
              <a:prstDash val="solid"/>
            </a:ln>
          </p:spPr>
        </p:sp>
      </p:grpSp>
      <p:grpSp>
        <p:nvGrpSpPr>
          <p:cNvPr id="152" name="node25"/>
          <p:cNvGrpSpPr/>
          <p:nvPr/>
        </p:nvGrpSpPr>
        <p:grpSpPr>
          <a:xfrm>
            <a:off x="7581900" y="2057400"/>
            <a:ext cx="914400" cy="457200"/>
            <a:chOff x="7581900" y="2057400"/>
            <a:chExt cx="914400" cy="457200"/>
          </a:xfrm>
        </p:grpSpPr>
        <p:sp>
          <p:nvSpPr>
            <p:cNvPr id="107" name="node25.surface"/>
            <p:cNvSpPr/>
            <p:nvPr/>
          </p:nvSpPr>
          <p:spPr>
            <a:xfrm>
              <a:off x="7581900" y="2057400"/>
              <a:ext cx="914400" cy="457200"/>
            </a:xfrm>
            <a:prstGeom prst="rect">
              <a:avLst/>
            </a:prstGeom>
            <a:solidFill>
              <a:srgbClr val="FFFFFF"/>
            </a:solidFill>
            <a:ln w="12700">
              <a:solidFill>
                <a:srgbClr val="50658E"/>
              </a:solidFill>
              <a:prstDash val="dash"/>
            </a:ln>
          </p:spPr>
        </p:sp>
        <p:sp>
          <p:nvSpPr>
            <p:cNvPr id="108" name="node25.label"/>
            <p:cNvSpPr/>
            <p:nvPr/>
          </p:nvSpPr>
          <p:spPr>
            <a:xfrm>
              <a:off x="7734300" y="21717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retired</a:t>
              </a:r>
              <a:endParaRPr lang="en-US" sz="1200" spc="0" kern="0" b="0" i="0" dirty="0">
                <a:solidFill>
                  <a:srgbClr val="070154"/>
                </a:solidFill>
                <a:latin typeface="IBM Plex Sans SemiBold"/>
                <a:ea typeface="IBM Plex Sans SemiBold"/>
                <a:cs typeface="IBM Plex Sans SemiBold"/>
              </a:endParaRPr>
            </a:p>
          </p:txBody>
        </p:sp>
        <p:sp>
          <p:nvSpPr>
            <p:cNvPr id="109" name="node25.label-underline-0"/>
            <p:cNvSpPr/>
            <p:nvPr/>
          </p:nvSpPr>
          <p:spPr>
            <a:xfrm>
              <a:off x="7734300" y="2365756"/>
              <a:ext cx="482600" cy="0"/>
            </a:xfrm>
            <a:custGeom>
              <a:avLst/>
              <a:gdLst/>
              <a:ahLst/>
              <a:cxnLst/>
              <a:rect l="l" t="t" r="r" b="b"/>
              <a:pathLst>
                <a:path w="482600">
                  <a:moveTo>
                    <a:pt x="0" y="0"/>
                  </a:moveTo>
                  <a:lnTo>
                    <a:pt x="482600" y="0"/>
                  </a:lnTo>
                </a:path>
              </a:pathLst>
            </a:custGeom>
            <a:ln w="9525">
              <a:solidFill>
                <a:srgbClr val="070154"/>
              </a:solidFill>
              <a:prstDash val="solid"/>
            </a:ln>
          </p:spPr>
        </p:sp>
      </p:grpSp>
      <p:grpSp>
        <p:nvGrpSpPr>
          <p:cNvPr id="153" name="node26"/>
          <p:cNvGrpSpPr/>
          <p:nvPr/>
        </p:nvGrpSpPr>
        <p:grpSpPr>
          <a:xfrm>
            <a:off x="3009900" y="2743200"/>
            <a:ext cx="914400" cy="457200"/>
            <a:chOff x="3009900" y="2743200"/>
            <a:chExt cx="914400" cy="457200"/>
          </a:xfrm>
        </p:grpSpPr>
        <p:sp>
          <p:nvSpPr>
            <p:cNvPr id="110" name="node26.surface"/>
            <p:cNvSpPr/>
            <p:nvPr/>
          </p:nvSpPr>
          <p:spPr>
            <a:xfrm>
              <a:off x="3009900" y="2743200"/>
              <a:ext cx="914400" cy="457200"/>
            </a:xfrm>
            <a:prstGeom prst="rect">
              <a:avLst/>
            </a:prstGeom>
            <a:solidFill>
              <a:srgbClr val="FFFFFF"/>
            </a:solidFill>
            <a:ln w="12700">
              <a:solidFill>
                <a:srgbClr val="50658E"/>
              </a:solidFill>
              <a:prstDash val="dash"/>
            </a:ln>
          </p:spPr>
        </p:sp>
        <p:sp>
          <p:nvSpPr>
            <p:cNvPr id="111" name="node26.label"/>
            <p:cNvSpPr/>
            <p:nvPr/>
          </p:nvSpPr>
          <p:spPr>
            <a:xfrm>
              <a:off x="3162300" y="28575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planned</a:t>
              </a:r>
              <a:endParaRPr lang="en-US" sz="1200" spc="0" kern="0" b="0" i="0" dirty="0">
                <a:solidFill>
                  <a:srgbClr val="070154"/>
                </a:solidFill>
                <a:latin typeface="IBM Plex Sans SemiBold"/>
                <a:ea typeface="IBM Plex Sans SemiBold"/>
                <a:cs typeface="IBM Plex Sans SemiBold"/>
              </a:endParaRPr>
            </a:p>
          </p:txBody>
        </p:sp>
        <p:sp>
          <p:nvSpPr>
            <p:cNvPr id="112" name="node26.label-underline-0"/>
            <p:cNvSpPr/>
            <p:nvPr/>
          </p:nvSpPr>
          <p:spPr>
            <a:xfrm>
              <a:off x="3162300" y="3051556"/>
              <a:ext cx="577850" cy="0"/>
            </a:xfrm>
            <a:custGeom>
              <a:avLst/>
              <a:gdLst/>
              <a:ahLst/>
              <a:cxnLst/>
              <a:rect l="l" t="t" r="r" b="b"/>
              <a:pathLst>
                <a:path w="577850">
                  <a:moveTo>
                    <a:pt x="0" y="0"/>
                  </a:moveTo>
                  <a:lnTo>
                    <a:pt x="577850" y="0"/>
                  </a:lnTo>
                </a:path>
              </a:pathLst>
            </a:custGeom>
            <a:ln w="9525">
              <a:solidFill>
                <a:srgbClr val="070154"/>
              </a:solidFill>
              <a:prstDash val="solid"/>
            </a:ln>
          </p:spPr>
        </p:sp>
      </p:grpSp>
      <p:sp>
        <p:nvSpPr>
          <p:cNvPr id="113" name="node27"/>
          <p:cNvSpPr/>
          <p:nvPr/>
        </p:nvSpPr>
        <p:spPr>
          <a:xfrm>
            <a:off x="4152900" y="2743200"/>
            <a:ext cx="914400" cy="38100"/>
          </a:xfrm>
          <a:prstGeom prst="rect">
            <a:avLst/>
          </a:prstGeom>
          <a:solidFill>
            <a:srgbClr val="0047FF"/>
          </a:solidFill>
          <a:ln>
            <a:noFill/>
          </a:ln>
        </p:spPr>
      </p:sp>
      <p:sp>
        <p:nvSpPr>
          <p:cNvPr id="114" name="node28"/>
          <p:cNvSpPr/>
          <p:nvPr/>
        </p:nvSpPr>
        <p:spPr>
          <a:xfrm>
            <a:off x="5295900" y="2743200"/>
            <a:ext cx="914400" cy="38100"/>
          </a:xfrm>
          <a:prstGeom prst="rect">
            <a:avLst/>
          </a:prstGeom>
          <a:solidFill>
            <a:srgbClr val="0047FF"/>
          </a:solidFill>
          <a:ln>
            <a:noFill/>
          </a:ln>
        </p:spPr>
      </p:sp>
      <p:sp>
        <p:nvSpPr>
          <p:cNvPr id="115" name="node29"/>
          <p:cNvSpPr/>
          <p:nvPr/>
        </p:nvSpPr>
        <p:spPr>
          <a:xfrm>
            <a:off x="6438900" y="2743200"/>
            <a:ext cx="914400" cy="38100"/>
          </a:xfrm>
          <a:prstGeom prst="rect">
            <a:avLst/>
          </a:prstGeom>
          <a:solidFill>
            <a:srgbClr val="0047FF"/>
          </a:solidFill>
          <a:ln>
            <a:noFill/>
          </a:ln>
        </p:spPr>
      </p:sp>
      <p:grpSp>
        <p:nvGrpSpPr>
          <p:cNvPr id="154" name="node30"/>
          <p:cNvGrpSpPr/>
          <p:nvPr/>
        </p:nvGrpSpPr>
        <p:grpSpPr>
          <a:xfrm>
            <a:off x="7581900" y="2743200"/>
            <a:ext cx="914400" cy="457200"/>
            <a:chOff x="7581900" y="2743200"/>
            <a:chExt cx="914400" cy="457200"/>
          </a:xfrm>
        </p:grpSpPr>
        <p:sp>
          <p:nvSpPr>
            <p:cNvPr id="116" name="node30.surface"/>
            <p:cNvSpPr/>
            <p:nvPr/>
          </p:nvSpPr>
          <p:spPr>
            <a:xfrm>
              <a:off x="7581900" y="2743200"/>
              <a:ext cx="914400" cy="457200"/>
            </a:xfrm>
            <a:prstGeom prst="rect">
              <a:avLst/>
            </a:prstGeom>
            <a:solidFill>
              <a:srgbClr val="FFFFFF"/>
            </a:solidFill>
            <a:ln w="12700">
              <a:solidFill>
                <a:srgbClr val="50658E"/>
              </a:solidFill>
              <a:prstDash val="dash"/>
            </a:ln>
          </p:spPr>
        </p:sp>
        <p:sp>
          <p:nvSpPr>
            <p:cNvPr id="117" name="node30.label"/>
            <p:cNvSpPr/>
            <p:nvPr/>
          </p:nvSpPr>
          <p:spPr>
            <a:xfrm>
              <a:off x="7734300" y="28575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retired</a:t>
              </a:r>
              <a:endParaRPr lang="en-US" sz="1200" spc="0" kern="0" b="0" i="0" dirty="0">
                <a:solidFill>
                  <a:srgbClr val="070154"/>
                </a:solidFill>
                <a:latin typeface="IBM Plex Sans SemiBold"/>
                <a:ea typeface="IBM Plex Sans SemiBold"/>
                <a:cs typeface="IBM Plex Sans SemiBold"/>
              </a:endParaRPr>
            </a:p>
          </p:txBody>
        </p:sp>
        <p:sp>
          <p:nvSpPr>
            <p:cNvPr id="118" name="node30.label-underline-0"/>
            <p:cNvSpPr/>
            <p:nvPr/>
          </p:nvSpPr>
          <p:spPr>
            <a:xfrm>
              <a:off x="7734300" y="3051556"/>
              <a:ext cx="482600" cy="0"/>
            </a:xfrm>
            <a:custGeom>
              <a:avLst/>
              <a:gdLst/>
              <a:ahLst/>
              <a:cxnLst/>
              <a:rect l="l" t="t" r="r" b="b"/>
              <a:pathLst>
                <a:path w="482600">
                  <a:moveTo>
                    <a:pt x="0" y="0"/>
                  </a:moveTo>
                  <a:lnTo>
                    <a:pt x="482600" y="0"/>
                  </a:lnTo>
                </a:path>
              </a:pathLst>
            </a:custGeom>
            <a:ln w="9525">
              <a:solidFill>
                <a:srgbClr val="070154"/>
              </a:solidFill>
              <a:prstDash val="solid"/>
            </a:ln>
          </p:spPr>
        </p:sp>
      </p:grpSp>
      <p:sp>
        <p:nvSpPr>
          <p:cNvPr id="119" name="node31"/>
          <p:cNvSpPr/>
          <p:nvPr/>
        </p:nvSpPr>
        <p:spPr>
          <a:xfrm>
            <a:off x="5295900" y="3429000"/>
            <a:ext cx="914400" cy="38100"/>
          </a:xfrm>
          <a:prstGeom prst="rect">
            <a:avLst/>
          </a:prstGeom>
          <a:solidFill>
            <a:srgbClr val="0047FF"/>
          </a:solidFill>
          <a:ln>
            <a:noFill/>
          </a:ln>
        </p:spPr>
      </p:sp>
      <p:sp>
        <p:nvSpPr>
          <p:cNvPr id="120" name="node32"/>
          <p:cNvSpPr/>
          <p:nvPr/>
        </p:nvSpPr>
        <p:spPr>
          <a:xfrm>
            <a:off x="5295900" y="4114800"/>
            <a:ext cx="914400" cy="38100"/>
          </a:xfrm>
          <a:prstGeom prst="rect">
            <a:avLst/>
          </a:prstGeom>
          <a:solidFill>
            <a:srgbClr val="0047FF"/>
          </a:solidFill>
          <a:ln>
            <a:noFill/>
          </a:ln>
        </p:spPr>
      </p:sp>
      <p:sp>
        <p:nvSpPr>
          <p:cNvPr id="121" name="node33"/>
          <p:cNvSpPr/>
          <p:nvPr/>
        </p:nvSpPr>
        <p:spPr>
          <a:xfrm>
            <a:off x="6438900" y="4800600"/>
            <a:ext cx="914400" cy="38100"/>
          </a:xfrm>
          <a:prstGeom prst="rect">
            <a:avLst/>
          </a:prstGeom>
          <a:solidFill>
            <a:srgbClr val="0047FF"/>
          </a:solidFill>
          <a:ln>
            <a:noFill/>
          </a:ln>
        </p:spPr>
      </p:sp>
      <p:sp>
        <p:nvSpPr>
          <p:cNvPr id="122" name="node34"/>
          <p:cNvSpPr/>
          <p:nvPr/>
        </p:nvSpPr>
        <p:spPr>
          <a:xfrm>
            <a:off x="6438900" y="5486400"/>
            <a:ext cx="914400" cy="38100"/>
          </a:xfrm>
          <a:prstGeom prst="rect">
            <a:avLst/>
          </a:prstGeom>
          <a:solidFill>
            <a:srgbClr val="0047FF"/>
          </a:solidFill>
          <a:ln>
            <a:noFill/>
          </a:ln>
        </p:spPr>
      </p:sp>
      <p:grpSp>
        <p:nvGrpSpPr>
          <p:cNvPr id="155" name="node35"/>
          <p:cNvGrpSpPr/>
          <p:nvPr/>
        </p:nvGrpSpPr>
        <p:grpSpPr>
          <a:xfrm>
            <a:off x="8724900" y="1828800"/>
            <a:ext cx="2743200" cy="228600"/>
            <a:chOff x="8724900" y="1828800"/>
            <a:chExt cx="2743200" cy="228600"/>
          </a:xfrm>
        </p:grpSpPr>
        <p:sp>
          <p:nvSpPr>
            <p:cNvPr id="123" name="node35.label"/>
            <p:cNvSpPr/>
            <p:nvPr/>
          </p:nvSpPr>
          <p:spPr>
            <a:xfrm>
              <a:off x="8724900" y="18288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RISKS AND DEPENDENCIES</a:t>
              </a:r>
              <a:endParaRPr lang="en-US" sz="900" spc="54" kern="0" b="0" i="0" dirty="0">
                <a:solidFill>
                  <a:srgbClr val="50658E"/>
                </a:solidFill>
                <a:latin typeface="IBM Plex Mono Medium"/>
                <a:ea typeface="IBM Plex Mono Medium"/>
                <a:cs typeface="IBM Plex Mono Medium"/>
              </a:endParaRPr>
            </a:p>
          </p:txBody>
        </p:sp>
        <p:sp>
          <p:nvSpPr>
            <p:cNvPr id="124" name="node35.rule"/>
            <p:cNvSpPr/>
            <p:nvPr/>
          </p:nvSpPr>
          <p:spPr>
            <a:xfrm>
              <a:off x="10529962" y="1938337"/>
              <a:ext cx="938138" cy="9525"/>
            </a:xfrm>
            <a:prstGeom prst="rect">
              <a:avLst/>
            </a:prstGeom>
            <a:solidFill>
              <a:srgbClr val="CED7E6"/>
            </a:solidFill>
            <a:ln>
              <a:noFill/>
            </a:ln>
          </p:spPr>
        </p:sp>
      </p:grpSp>
      <p:grpSp>
        <p:nvGrpSpPr>
          <p:cNvPr id="156" name="node36"/>
          <p:cNvGrpSpPr/>
          <p:nvPr/>
        </p:nvGrpSpPr>
        <p:grpSpPr>
          <a:xfrm>
            <a:off x="8724900" y="2286000"/>
            <a:ext cx="2743200" cy="762000"/>
            <a:chOff x="8724900" y="2286000"/>
            <a:chExt cx="2743200" cy="762000"/>
          </a:xfrm>
        </p:grpSpPr>
        <p:sp>
          <p:nvSpPr>
            <p:cNvPr id="125" name="node36.label"/>
            <p:cNvSpPr/>
            <p:nvPr/>
          </p:nvSpPr>
          <p:spPr>
            <a:xfrm>
              <a:off x="8724900" y="22860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W1 · DATA</a:t>
              </a:r>
              <a:endParaRPr lang="en-US" sz="900" spc="54" kern="0" b="0" i="0" dirty="0">
                <a:solidFill>
                  <a:srgbClr val="0047FF"/>
                </a:solidFill>
                <a:latin typeface="IBM Plex Mono Medium"/>
                <a:ea typeface="IBM Plex Mono Medium"/>
                <a:cs typeface="IBM Plex Mono Medium"/>
              </a:endParaRPr>
            </a:p>
          </p:txBody>
        </p:sp>
        <p:sp>
          <p:nvSpPr>
            <p:cNvPr id="126" name="node36.body"/>
            <p:cNvSpPr/>
            <p:nvPr/>
          </p:nvSpPr>
          <p:spPr>
            <a:xfrm>
              <a:off x="8724900" y="2514600"/>
              <a:ext cx="2743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Bandwidth window for the first copy; align site clocks.</a:t>
              </a:r>
              <a:endParaRPr lang="en-US" sz="1400" spc="0" kern="0" b="0" i="0" dirty="0">
                <a:solidFill>
                  <a:srgbClr val="50658E"/>
                </a:solidFill>
                <a:latin typeface="IBM Plex Sans"/>
                <a:ea typeface="IBM Plex Sans"/>
                <a:cs typeface="IBM Plex Sans"/>
              </a:endParaRPr>
            </a:p>
          </p:txBody>
        </p:sp>
      </p:grpSp>
      <p:grpSp>
        <p:nvGrpSpPr>
          <p:cNvPr id="157" name="node37"/>
          <p:cNvGrpSpPr/>
          <p:nvPr/>
        </p:nvGrpSpPr>
        <p:grpSpPr>
          <a:xfrm>
            <a:off x="8724900" y="3657600"/>
            <a:ext cx="2743200" cy="762000"/>
            <a:chOff x="8724900" y="3657600"/>
            <a:chExt cx="2743200" cy="762000"/>
          </a:xfrm>
        </p:grpSpPr>
        <p:sp>
          <p:nvSpPr>
            <p:cNvPr id="127" name="node37.label"/>
            <p:cNvSpPr/>
            <p:nvPr/>
          </p:nvSpPr>
          <p:spPr>
            <a:xfrm>
              <a:off x="8724900" y="36576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W2 · API</a:t>
              </a:r>
              <a:endParaRPr lang="en-US" sz="900" spc="54" kern="0" b="0" i="0" dirty="0">
                <a:solidFill>
                  <a:srgbClr val="0047FF"/>
                </a:solidFill>
                <a:latin typeface="IBM Plex Mono Medium"/>
                <a:ea typeface="IBM Plex Mono Medium"/>
                <a:cs typeface="IBM Plex Mono Medium"/>
              </a:endParaRPr>
            </a:p>
          </p:txBody>
        </p:sp>
        <p:sp>
          <p:nvSpPr>
            <p:cNvPr id="128" name="node37.body"/>
            <p:cNvSpPr/>
            <p:nvPr/>
          </p:nvSpPr>
          <p:spPr>
            <a:xfrm>
              <a:off x="8724900" y="3886200"/>
              <a:ext cx="2743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Federate auth first; rollback is a routing switch.</a:t>
              </a:r>
              <a:endParaRPr lang="en-US" sz="1400" spc="0" kern="0" b="0" i="0" dirty="0">
                <a:solidFill>
                  <a:srgbClr val="50658E"/>
                </a:solidFill>
                <a:latin typeface="IBM Plex Sans"/>
                <a:ea typeface="IBM Plex Sans"/>
                <a:cs typeface="IBM Plex Sans"/>
              </a:endParaRPr>
            </a:p>
          </p:txBody>
        </p:sp>
      </p:grpSp>
      <p:grpSp>
        <p:nvGrpSpPr>
          <p:cNvPr id="158" name="node38"/>
          <p:cNvGrpSpPr/>
          <p:nvPr/>
        </p:nvGrpSpPr>
        <p:grpSpPr>
          <a:xfrm>
            <a:off x="8724900" y="5029200"/>
            <a:ext cx="2743200" cy="762000"/>
            <a:chOff x="8724900" y="5029200"/>
            <a:chExt cx="2743200" cy="762000"/>
          </a:xfrm>
        </p:grpSpPr>
        <p:sp>
          <p:nvSpPr>
            <p:cNvPr id="129" name="node38.label"/>
            <p:cNvSpPr/>
            <p:nvPr/>
          </p:nvSpPr>
          <p:spPr>
            <a:xfrm>
              <a:off x="8724900" y="50292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W3 · CLIENTS</a:t>
              </a:r>
              <a:endParaRPr lang="en-US" sz="900" spc="54" kern="0" b="0" i="0" dirty="0">
                <a:solidFill>
                  <a:srgbClr val="0047FF"/>
                </a:solidFill>
                <a:latin typeface="IBM Plex Mono Medium"/>
                <a:ea typeface="IBM Plex Mono Medium"/>
                <a:cs typeface="IBM Plex Mono Medium"/>
              </a:endParaRPr>
            </a:p>
          </p:txBody>
        </p:sp>
        <p:sp>
          <p:nvSpPr>
            <p:cNvPr id="130" name="node38.body"/>
            <p:cNvSpPr/>
            <p:nvPr/>
          </p:nvSpPr>
          <p:spPr>
            <a:xfrm>
              <a:off x="8724900" y="5257800"/>
              <a:ext cx="2743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UI repoint needs a site maintenance window.</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ource-04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waves move data, then API, then clients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migration plan; waves and states are illustrative and confirmed with each site before cutover.</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31</a:t>
            </a:fld>
            <a:endParaRPr lang="en-US" sz="700" spc="0" kern="0" b="0" i="0" dirty="0">
              <a:solidFill>
                <a:srgbClr val="070154"/>
              </a:solidFill>
              <a:latin typeface="IBM Plex Mono SemiBold"/>
              <a:ea typeface="IBM Plex Mono SemiBold"/>
              <a:cs typeface="IBM Plex Mono SemiBold"/>
            </a:endParaRPr>
          </a:p>
        </p:txBody>
      </p:sp>
      <p:grpSp>
        <p:nvGrpSpPr>
          <p:cNvPr id="125" name="node01"/>
          <p:cNvGrpSpPr/>
          <p:nvPr/>
        </p:nvGrpSpPr>
        <p:grpSpPr>
          <a:xfrm>
            <a:off x="723900" y="1600200"/>
            <a:ext cx="685800" cy="152400"/>
            <a:chOff x="723900" y="1600200"/>
            <a:chExt cx="685800" cy="152400"/>
          </a:xfrm>
        </p:grpSpPr>
        <p:sp>
          <p:nvSpPr>
            <p:cNvPr id="7" name="node01.text"/>
            <p:cNvSpPr/>
            <p:nvPr/>
          </p:nvSpPr>
          <p:spPr>
            <a:xfrm>
              <a:off x="723900" y="1600200"/>
              <a:ext cx="685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WAVE</a:t>
              </a:r>
              <a:endParaRPr lang="en-US" sz="900" spc="54" kern="0" b="0" i="0" dirty="0">
                <a:solidFill>
                  <a:srgbClr val="50658E"/>
                </a:solidFill>
                <a:latin typeface="IBM Plex Mono Medium"/>
                <a:ea typeface="IBM Plex Mono Medium"/>
                <a:cs typeface="IBM Plex Mono Medium"/>
              </a:endParaRPr>
            </a:p>
          </p:txBody>
        </p:sp>
      </p:grpSp>
      <p:grpSp>
        <p:nvGrpSpPr>
          <p:cNvPr id="126" name="node02"/>
          <p:cNvGrpSpPr/>
          <p:nvPr/>
        </p:nvGrpSpPr>
        <p:grpSpPr>
          <a:xfrm>
            <a:off x="723900" y="1828800"/>
            <a:ext cx="457200" cy="457200"/>
            <a:chOff x="723900" y="1828800"/>
            <a:chExt cx="457200" cy="457200"/>
          </a:xfrm>
        </p:grpSpPr>
        <p:sp>
          <p:nvSpPr>
            <p:cNvPr id="8" name="node02.surface"/>
            <p:cNvSpPr/>
            <p:nvPr/>
          </p:nvSpPr>
          <p:spPr>
            <a:xfrm>
              <a:off x="723900" y="1828800"/>
              <a:ext cx="457200" cy="457200"/>
            </a:xfrm>
            <a:prstGeom prst="rect">
              <a:avLst/>
            </a:prstGeom>
            <a:solidFill>
              <a:srgbClr val="CED7E6"/>
            </a:solidFill>
            <a:ln>
              <a:noFill/>
            </a:ln>
          </p:spPr>
        </p:sp>
        <p:sp>
          <p:nvSpPr>
            <p:cNvPr id="9" name="node02.text"/>
            <p:cNvSpPr/>
            <p:nvPr/>
          </p:nvSpPr>
          <p:spPr>
            <a:xfrm>
              <a:off x="800100" y="19431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27" name="node03"/>
          <p:cNvGrpSpPr/>
          <p:nvPr/>
        </p:nvGrpSpPr>
        <p:grpSpPr>
          <a:xfrm>
            <a:off x="723900" y="2514600"/>
            <a:ext cx="457200" cy="457200"/>
            <a:chOff x="723900" y="2514600"/>
            <a:chExt cx="457200" cy="457200"/>
          </a:xfrm>
        </p:grpSpPr>
        <p:sp>
          <p:nvSpPr>
            <p:cNvPr id="10" name="node03.surface"/>
            <p:cNvSpPr/>
            <p:nvPr/>
          </p:nvSpPr>
          <p:spPr>
            <a:xfrm>
              <a:off x="723900" y="2514600"/>
              <a:ext cx="457200" cy="457200"/>
            </a:xfrm>
            <a:prstGeom prst="rect">
              <a:avLst/>
            </a:prstGeom>
            <a:solidFill>
              <a:srgbClr val="CED7E6"/>
            </a:solidFill>
            <a:ln>
              <a:noFill/>
            </a:ln>
          </p:spPr>
        </p:sp>
        <p:sp>
          <p:nvSpPr>
            <p:cNvPr id="11" name="node03.text"/>
            <p:cNvSpPr/>
            <p:nvPr/>
          </p:nvSpPr>
          <p:spPr>
            <a:xfrm>
              <a:off x="8001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28" name="node04"/>
          <p:cNvGrpSpPr/>
          <p:nvPr/>
        </p:nvGrpSpPr>
        <p:grpSpPr>
          <a:xfrm>
            <a:off x="723900" y="3200400"/>
            <a:ext cx="457200" cy="457200"/>
            <a:chOff x="723900" y="3200400"/>
            <a:chExt cx="457200" cy="457200"/>
          </a:xfrm>
        </p:grpSpPr>
        <p:sp>
          <p:nvSpPr>
            <p:cNvPr id="12" name="node04.surface"/>
            <p:cNvSpPr/>
            <p:nvPr/>
          </p:nvSpPr>
          <p:spPr>
            <a:xfrm>
              <a:off x="723900" y="3200400"/>
              <a:ext cx="457200" cy="457200"/>
            </a:xfrm>
            <a:prstGeom prst="rect">
              <a:avLst/>
            </a:prstGeom>
            <a:solidFill>
              <a:srgbClr val="CED7E6"/>
            </a:solidFill>
            <a:ln>
              <a:noFill/>
            </a:ln>
          </p:spPr>
        </p:sp>
        <p:sp>
          <p:nvSpPr>
            <p:cNvPr id="13" name="node04.text"/>
            <p:cNvSpPr/>
            <p:nvPr/>
          </p:nvSpPr>
          <p:spPr>
            <a:xfrm>
              <a:off x="8001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29" name="node05"/>
          <p:cNvGrpSpPr/>
          <p:nvPr/>
        </p:nvGrpSpPr>
        <p:grpSpPr>
          <a:xfrm>
            <a:off x="723900" y="3886200"/>
            <a:ext cx="457200" cy="457200"/>
            <a:chOff x="723900" y="3886200"/>
            <a:chExt cx="457200" cy="457200"/>
          </a:xfrm>
        </p:grpSpPr>
        <p:sp>
          <p:nvSpPr>
            <p:cNvPr id="14" name="node05.surface"/>
            <p:cNvSpPr/>
            <p:nvPr/>
          </p:nvSpPr>
          <p:spPr>
            <a:xfrm>
              <a:off x="723900" y="3886200"/>
              <a:ext cx="457200" cy="457200"/>
            </a:xfrm>
            <a:prstGeom prst="rect">
              <a:avLst/>
            </a:prstGeom>
            <a:solidFill>
              <a:srgbClr val="CED7E6"/>
            </a:solidFill>
            <a:ln>
              <a:noFill/>
            </a:ln>
          </p:spPr>
        </p:sp>
        <p:sp>
          <p:nvSpPr>
            <p:cNvPr id="15" name="node05.text"/>
            <p:cNvSpPr/>
            <p:nvPr/>
          </p:nvSpPr>
          <p:spPr>
            <a:xfrm>
              <a:off x="800100" y="4000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30" name="node06"/>
          <p:cNvGrpSpPr/>
          <p:nvPr/>
        </p:nvGrpSpPr>
        <p:grpSpPr>
          <a:xfrm>
            <a:off x="723900" y="4572000"/>
            <a:ext cx="457200" cy="457200"/>
            <a:chOff x="723900" y="4572000"/>
            <a:chExt cx="457200" cy="457200"/>
          </a:xfrm>
        </p:grpSpPr>
        <p:sp>
          <p:nvSpPr>
            <p:cNvPr id="16" name="node06.surface"/>
            <p:cNvSpPr/>
            <p:nvPr/>
          </p:nvSpPr>
          <p:spPr>
            <a:xfrm>
              <a:off x="723900" y="4572000"/>
              <a:ext cx="457200" cy="457200"/>
            </a:xfrm>
            <a:prstGeom prst="rect">
              <a:avLst/>
            </a:prstGeom>
            <a:solidFill>
              <a:srgbClr val="CED7E6"/>
            </a:solidFill>
            <a:ln>
              <a:noFill/>
            </a:ln>
          </p:spPr>
        </p:sp>
        <p:sp>
          <p:nvSpPr>
            <p:cNvPr id="17" name="node06.text"/>
            <p:cNvSpPr/>
            <p:nvPr/>
          </p:nvSpPr>
          <p:spPr>
            <a:xfrm>
              <a:off x="800100" y="4686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31" name="node07"/>
          <p:cNvGrpSpPr/>
          <p:nvPr/>
        </p:nvGrpSpPr>
        <p:grpSpPr>
          <a:xfrm>
            <a:off x="723900" y="5257800"/>
            <a:ext cx="457200" cy="457200"/>
            <a:chOff x="723900" y="5257800"/>
            <a:chExt cx="457200" cy="457200"/>
          </a:xfrm>
        </p:grpSpPr>
        <p:sp>
          <p:nvSpPr>
            <p:cNvPr id="18" name="node07.surface"/>
            <p:cNvSpPr/>
            <p:nvPr/>
          </p:nvSpPr>
          <p:spPr>
            <a:xfrm>
              <a:off x="723900" y="5257800"/>
              <a:ext cx="457200" cy="457200"/>
            </a:xfrm>
            <a:prstGeom prst="rect">
              <a:avLst/>
            </a:prstGeom>
            <a:solidFill>
              <a:srgbClr val="CED7E6"/>
            </a:solidFill>
            <a:ln>
              <a:noFill/>
            </a:ln>
          </p:spPr>
        </p:sp>
        <p:sp>
          <p:nvSpPr>
            <p:cNvPr id="19" name="node07.text"/>
            <p:cNvSpPr/>
            <p:nvPr/>
          </p:nvSpPr>
          <p:spPr>
            <a:xfrm>
              <a:off x="800100" y="53721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32" name="node08"/>
          <p:cNvGrpSpPr/>
          <p:nvPr/>
        </p:nvGrpSpPr>
        <p:grpSpPr>
          <a:xfrm>
            <a:off x="1409700" y="1600200"/>
            <a:ext cx="7086600" cy="4114800"/>
            <a:chOff x="1409700" y="1600200"/>
            <a:chExt cx="7086600" cy="4114800"/>
          </a:xfrm>
        </p:grpSpPr>
        <p:sp>
          <p:nvSpPr>
            <p:cNvPr id="20" name="node08.cols.slot-001"/>
            <p:cNvSpPr/>
            <p:nvPr/>
          </p:nvSpPr>
          <p:spPr>
            <a:xfrm>
              <a:off x="3009900" y="16002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TODAY</a:t>
              </a:r>
              <a:endParaRPr lang="en-US" sz="900" spc="54" kern="0" b="0" i="0" dirty="0">
                <a:solidFill>
                  <a:srgbClr val="50658E"/>
                </a:solidFill>
                <a:latin typeface="IBM Plex Mono SemiBold"/>
                <a:ea typeface="IBM Plex Mono SemiBold"/>
                <a:cs typeface="IBM Plex Mono SemiBold"/>
              </a:endParaRPr>
            </a:p>
          </p:txBody>
        </p:sp>
        <p:sp>
          <p:nvSpPr>
            <p:cNvPr id="21" name="node08.cols.slot-002"/>
            <p:cNvSpPr/>
            <p:nvPr/>
          </p:nvSpPr>
          <p:spPr>
            <a:xfrm>
              <a:off x="4152900" y="16002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W1</a:t>
              </a:r>
              <a:endParaRPr lang="en-US" sz="900" spc="54" kern="0" b="0" i="0" dirty="0">
                <a:solidFill>
                  <a:srgbClr val="50658E"/>
                </a:solidFill>
                <a:latin typeface="IBM Plex Mono SemiBold"/>
                <a:ea typeface="IBM Plex Mono SemiBold"/>
                <a:cs typeface="IBM Plex Mono SemiBold"/>
              </a:endParaRPr>
            </a:p>
          </p:txBody>
        </p:sp>
        <p:sp>
          <p:nvSpPr>
            <p:cNvPr id="22" name="node08.cols.slot-003"/>
            <p:cNvSpPr/>
            <p:nvPr/>
          </p:nvSpPr>
          <p:spPr>
            <a:xfrm>
              <a:off x="5295900" y="16002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W2</a:t>
              </a:r>
              <a:endParaRPr lang="en-US" sz="900" spc="54" kern="0" b="0" i="0" dirty="0">
                <a:solidFill>
                  <a:srgbClr val="50658E"/>
                </a:solidFill>
                <a:latin typeface="IBM Plex Mono SemiBold"/>
                <a:ea typeface="IBM Plex Mono SemiBold"/>
                <a:cs typeface="IBM Plex Mono SemiBold"/>
              </a:endParaRPr>
            </a:p>
          </p:txBody>
        </p:sp>
        <p:sp>
          <p:nvSpPr>
            <p:cNvPr id="23" name="node08.cols.slot-004"/>
            <p:cNvSpPr/>
            <p:nvPr/>
          </p:nvSpPr>
          <p:spPr>
            <a:xfrm>
              <a:off x="6438900" y="16002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W3</a:t>
              </a:r>
              <a:endParaRPr lang="en-US" sz="900" spc="54" kern="0" b="0" i="0" dirty="0">
                <a:solidFill>
                  <a:srgbClr val="50658E"/>
                </a:solidFill>
                <a:latin typeface="IBM Plex Mono SemiBold"/>
                <a:ea typeface="IBM Plex Mono SemiBold"/>
                <a:cs typeface="IBM Plex Mono SemiBold"/>
              </a:endParaRPr>
            </a:p>
          </p:txBody>
        </p:sp>
        <p:sp>
          <p:nvSpPr>
            <p:cNvPr id="24" name="node08.cols.slot-005"/>
            <p:cNvSpPr/>
            <p:nvPr/>
          </p:nvSpPr>
          <p:spPr>
            <a:xfrm>
              <a:off x="7581900" y="1600200"/>
              <a:ext cx="914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TARGET</a:t>
              </a:r>
              <a:endParaRPr lang="en-US" sz="900" spc="54" kern="0" b="0" i="0" dirty="0">
                <a:solidFill>
                  <a:srgbClr val="50658E"/>
                </a:solidFill>
                <a:latin typeface="IBM Plex Mono SemiBold"/>
                <a:ea typeface="IBM Plex Mono SemiBold"/>
                <a:cs typeface="IBM Plex Mono SemiBold"/>
              </a:endParaRPr>
            </a:p>
          </p:txBody>
        </p:sp>
        <p:sp>
          <p:nvSpPr>
            <p:cNvPr id="25" name="node08.rows.slot-001.label"/>
            <p:cNvSpPr/>
            <p:nvPr/>
          </p:nvSpPr>
          <p:spPr>
            <a:xfrm>
              <a:off x="1409700" y="19812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SITE DATABASES</a:t>
              </a:r>
              <a:endParaRPr lang="en-US" sz="900" spc="54" kern="0" b="0" i="0" dirty="0">
                <a:solidFill>
                  <a:srgbClr val="070154"/>
                </a:solidFill>
                <a:latin typeface="IBM Plex Mono SemiBold"/>
                <a:ea typeface="IBM Plex Mono SemiBold"/>
                <a:cs typeface="IBM Plex Mono SemiBold"/>
              </a:endParaRPr>
            </a:p>
          </p:txBody>
        </p:sp>
        <p:sp>
          <p:nvSpPr>
            <p:cNvPr id="26" name="node08.rows.slot-001.cells.slot-001.surface"/>
            <p:cNvSpPr/>
            <p:nvPr/>
          </p:nvSpPr>
          <p:spPr>
            <a:xfrm>
              <a:off x="3016250" y="1835150"/>
              <a:ext cx="901700" cy="444500"/>
            </a:xfrm>
            <a:prstGeom prst="rect">
              <a:avLst/>
            </a:prstGeom>
            <a:solidFill>
              <a:srgbClr val="FFFFFF"/>
            </a:solidFill>
            <a:ln w="12700">
              <a:solidFill>
                <a:srgbClr val="CED7E6"/>
              </a:solidFill>
              <a:prstDash val="solid"/>
            </a:ln>
          </p:spPr>
        </p:sp>
        <p:sp>
          <p:nvSpPr>
            <p:cNvPr id="27" name="node08.rows.slot-001.cells.slot-001.text"/>
            <p:cNvSpPr/>
            <p:nvPr/>
          </p:nvSpPr>
          <p:spPr>
            <a:xfrm>
              <a:off x="3060700" y="1943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28" name="node08.rows.slot-001.cells.slot-002.surface"/>
            <p:cNvSpPr/>
            <p:nvPr/>
          </p:nvSpPr>
          <p:spPr>
            <a:xfrm>
              <a:off x="4159250" y="1835150"/>
              <a:ext cx="901700" cy="444500"/>
            </a:xfrm>
            <a:prstGeom prst="rect">
              <a:avLst/>
            </a:prstGeom>
            <a:solidFill>
              <a:srgbClr val="FFFFFF"/>
            </a:solidFill>
            <a:ln w="12700">
              <a:solidFill>
                <a:srgbClr val="CED7E6"/>
              </a:solidFill>
              <a:prstDash val="solid"/>
            </a:ln>
          </p:spPr>
        </p:sp>
        <p:sp>
          <p:nvSpPr>
            <p:cNvPr id="29" name="node08.rows.slot-001.cells.slot-002.text"/>
            <p:cNvSpPr/>
            <p:nvPr/>
          </p:nvSpPr>
          <p:spPr>
            <a:xfrm>
              <a:off x="4203700" y="1943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Replicating</a:t>
              </a:r>
              <a:endParaRPr lang="en-US" sz="1200" spc="0" kern="0" b="0" i="0" dirty="0">
                <a:solidFill>
                  <a:srgbClr val="070154"/>
                </a:solidFill>
                <a:latin typeface="IBM Plex Sans"/>
                <a:ea typeface="IBM Plex Sans"/>
                <a:cs typeface="IBM Plex Sans"/>
              </a:endParaRPr>
            </a:p>
          </p:txBody>
        </p:sp>
        <p:sp>
          <p:nvSpPr>
            <p:cNvPr id="30" name="node08.rows.slot-001.cells.slot-003.surface"/>
            <p:cNvSpPr/>
            <p:nvPr/>
          </p:nvSpPr>
          <p:spPr>
            <a:xfrm>
              <a:off x="5302250" y="1835150"/>
              <a:ext cx="901700" cy="444500"/>
            </a:xfrm>
            <a:prstGeom prst="rect">
              <a:avLst/>
            </a:prstGeom>
            <a:solidFill>
              <a:srgbClr val="FFFFFF"/>
            </a:solidFill>
            <a:ln w="12700">
              <a:solidFill>
                <a:srgbClr val="CED7E6"/>
              </a:solidFill>
              <a:prstDash val="solid"/>
            </a:ln>
          </p:spPr>
        </p:sp>
        <p:sp>
          <p:nvSpPr>
            <p:cNvPr id="31" name="node08.rows.slot-001.cells.slot-003.text"/>
            <p:cNvSpPr/>
            <p:nvPr/>
          </p:nvSpPr>
          <p:spPr>
            <a:xfrm>
              <a:off x="5346700" y="1943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Read-only</a:t>
              </a:r>
              <a:endParaRPr lang="en-US" sz="1200" spc="0" kern="0" b="0" i="0" dirty="0">
                <a:solidFill>
                  <a:srgbClr val="070154"/>
                </a:solidFill>
                <a:latin typeface="IBM Plex Sans"/>
                <a:ea typeface="IBM Plex Sans"/>
                <a:cs typeface="IBM Plex Sans"/>
              </a:endParaRPr>
            </a:p>
          </p:txBody>
        </p:sp>
        <p:sp>
          <p:nvSpPr>
            <p:cNvPr id="32" name="node08.rows.slot-001.cells.slot-004.surface"/>
            <p:cNvSpPr/>
            <p:nvPr/>
          </p:nvSpPr>
          <p:spPr>
            <a:xfrm>
              <a:off x="6438900" y="1828800"/>
              <a:ext cx="914400" cy="457200"/>
            </a:xfrm>
            <a:prstGeom prst="rect">
              <a:avLst/>
            </a:prstGeom>
            <a:solidFill>
              <a:srgbClr val="FFFFFF"/>
            </a:solidFill>
            <a:ln>
              <a:noFill/>
            </a:ln>
          </p:spPr>
        </p:sp>
        <p:sp>
          <p:nvSpPr>
            <p:cNvPr id="33" name="node08.rows.slot-001.cells.slot-005.surface"/>
            <p:cNvSpPr/>
            <p:nvPr/>
          </p:nvSpPr>
          <p:spPr>
            <a:xfrm>
              <a:off x="7581900" y="1828800"/>
              <a:ext cx="914400" cy="457200"/>
            </a:xfrm>
            <a:prstGeom prst="rect">
              <a:avLst/>
            </a:prstGeom>
            <a:solidFill>
              <a:srgbClr val="FFFFFF"/>
            </a:solidFill>
            <a:ln>
              <a:noFill/>
            </a:ln>
          </p:spPr>
        </p:sp>
        <p:sp>
          <p:nvSpPr>
            <p:cNvPr id="34" name="node08.rows.slot-002.label"/>
            <p:cNvSpPr/>
            <p:nvPr/>
          </p:nvSpPr>
          <p:spPr>
            <a:xfrm>
              <a:off x="1409700" y="26670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SYNC SERVICE</a:t>
              </a:r>
              <a:endParaRPr lang="en-US" sz="900" spc="54" kern="0" b="0" i="0" dirty="0">
                <a:solidFill>
                  <a:srgbClr val="070154"/>
                </a:solidFill>
                <a:latin typeface="IBM Plex Mono SemiBold"/>
                <a:ea typeface="IBM Plex Mono SemiBold"/>
                <a:cs typeface="IBM Plex Mono SemiBold"/>
              </a:endParaRPr>
            </a:p>
          </p:txBody>
        </p:sp>
        <p:sp>
          <p:nvSpPr>
            <p:cNvPr id="35" name="node08.rows.slot-002.cells.slot-001.surface"/>
            <p:cNvSpPr/>
            <p:nvPr/>
          </p:nvSpPr>
          <p:spPr>
            <a:xfrm>
              <a:off x="3009900" y="2514600"/>
              <a:ext cx="914400" cy="457200"/>
            </a:xfrm>
            <a:prstGeom prst="rect">
              <a:avLst/>
            </a:prstGeom>
            <a:solidFill>
              <a:srgbClr val="FFFFFF"/>
            </a:solidFill>
            <a:ln>
              <a:noFill/>
            </a:ln>
          </p:spPr>
        </p:sp>
        <p:sp>
          <p:nvSpPr>
            <p:cNvPr id="36" name="node08.rows.slot-002.cells.slot-002.surface"/>
            <p:cNvSpPr/>
            <p:nvPr/>
          </p:nvSpPr>
          <p:spPr>
            <a:xfrm>
              <a:off x="4159250" y="2520950"/>
              <a:ext cx="901700" cy="444500"/>
            </a:xfrm>
            <a:prstGeom prst="rect">
              <a:avLst/>
            </a:prstGeom>
            <a:solidFill>
              <a:srgbClr val="FFFFFF"/>
            </a:solidFill>
            <a:ln w="12700">
              <a:solidFill>
                <a:srgbClr val="CED7E6"/>
              </a:solidFill>
              <a:prstDash val="solid"/>
            </a:ln>
          </p:spPr>
        </p:sp>
        <p:sp>
          <p:nvSpPr>
            <p:cNvPr id="37" name="node08.rows.slot-002.cells.slot-002.text"/>
            <p:cNvSpPr/>
            <p:nvPr/>
          </p:nvSpPr>
          <p:spPr>
            <a:xfrm>
              <a:off x="4203700" y="26289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Live</a:t>
              </a:r>
              <a:endParaRPr lang="en-US" sz="1200" spc="0" kern="0" b="0" i="0" dirty="0">
                <a:solidFill>
                  <a:srgbClr val="070154"/>
                </a:solidFill>
                <a:latin typeface="IBM Plex Sans"/>
                <a:ea typeface="IBM Plex Sans"/>
                <a:cs typeface="IBM Plex Sans"/>
              </a:endParaRPr>
            </a:p>
          </p:txBody>
        </p:sp>
        <p:sp>
          <p:nvSpPr>
            <p:cNvPr id="38" name="node08.rows.slot-002.cells.slot-003.surface"/>
            <p:cNvSpPr/>
            <p:nvPr/>
          </p:nvSpPr>
          <p:spPr>
            <a:xfrm>
              <a:off x="5302250" y="2520950"/>
              <a:ext cx="901700" cy="444500"/>
            </a:xfrm>
            <a:prstGeom prst="rect">
              <a:avLst/>
            </a:prstGeom>
            <a:solidFill>
              <a:srgbClr val="FFFFFF"/>
            </a:solidFill>
            <a:ln w="12700">
              <a:solidFill>
                <a:srgbClr val="CED7E6"/>
              </a:solidFill>
              <a:prstDash val="solid"/>
            </a:ln>
          </p:spPr>
        </p:sp>
        <p:sp>
          <p:nvSpPr>
            <p:cNvPr id="39" name="node08.rows.slot-002.cells.slot-003.text"/>
            <p:cNvSpPr/>
            <p:nvPr/>
          </p:nvSpPr>
          <p:spPr>
            <a:xfrm>
              <a:off x="5346700" y="26289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Live</a:t>
              </a:r>
              <a:endParaRPr lang="en-US" sz="1200" spc="0" kern="0" b="0" i="0" dirty="0">
                <a:solidFill>
                  <a:srgbClr val="070154"/>
                </a:solidFill>
                <a:latin typeface="IBM Plex Sans"/>
                <a:ea typeface="IBM Plex Sans"/>
                <a:cs typeface="IBM Plex Sans"/>
              </a:endParaRPr>
            </a:p>
          </p:txBody>
        </p:sp>
        <p:sp>
          <p:nvSpPr>
            <p:cNvPr id="40" name="node08.rows.slot-002.cells.slot-004.surface"/>
            <p:cNvSpPr/>
            <p:nvPr/>
          </p:nvSpPr>
          <p:spPr>
            <a:xfrm>
              <a:off x="6445250" y="2520950"/>
              <a:ext cx="901700" cy="444500"/>
            </a:xfrm>
            <a:prstGeom prst="rect">
              <a:avLst/>
            </a:prstGeom>
            <a:solidFill>
              <a:srgbClr val="FFFFFF"/>
            </a:solidFill>
            <a:ln w="12700">
              <a:solidFill>
                <a:srgbClr val="CED7E6"/>
              </a:solidFill>
              <a:prstDash val="solid"/>
            </a:ln>
          </p:spPr>
        </p:sp>
        <p:sp>
          <p:nvSpPr>
            <p:cNvPr id="41" name="node08.rows.slot-002.cells.slot-004.text"/>
            <p:cNvSpPr/>
            <p:nvPr/>
          </p:nvSpPr>
          <p:spPr>
            <a:xfrm>
              <a:off x="6489700" y="26289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Live</a:t>
              </a:r>
              <a:endParaRPr lang="en-US" sz="1200" spc="0" kern="0" b="0" i="0" dirty="0">
                <a:solidFill>
                  <a:srgbClr val="070154"/>
                </a:solidFill>
                <a:latin typeface="IBM Plex Sans"/>
                <a:ea typeface="IBM Plex Sans"/>
                <a:cs typeface="IBM Plex Sans"/>
              </a:endParaRPr>
            </a:p>
          </p:txBody>
        </p:sp>
        <p:sp>
          <p:nvSpPr>
            <p:cNvPr id="42" name="node08.rows.slot-002.cells.slot-005.surface"/>
            <p:cNvSpPr/>
            <p:nvPr/>
          </p:nvSpPr>
          <p:spPr>
            <a:xfrm>
              <a:off x="7581900" y="2514600"/>
              <a:ext cx="914400" cy="457200"/>
            </a:xfrm>
            <a:prstGeom prst="rect">
              <a:avLst/>
            </a:prstGeom>
            <a:solidFill>
              <a:srgbClr val="FFFFFF"/>
            </a:solidFill>
            <a:ln>
              <a:noFill/>
            </a:ln>
          </p:spPr>
        </p:sp>
        <p:sp>
          <p:nvSpPr>
            <p:cNvPr id="43" name="node08.rows.slot-003.label"/>
            <p:cNvSpPr/>
            <p:nvPr/>
          </p:nvSpPr>
          <p:spPr>
            <a:xfrm>
              <a:off x="1409700" y="33528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API LAYER</a:t>
              </a:r>
              <a:endParaRPr lang="en-US" sz="900" spc="54" kern="0" b="0" i="0" dirty="0">
                <a:solidFill>
                  <a:srgbClr val="070154"/>
                </a:solidFill>
                <a:latin typeface="IBM Plex Mono SemiBold"/>
                <a:ea typeface="IBM Plex Mono SemiBold"/>
                <a:cs typeface="IBM Plex Mono SemiBold"/>
              </a:endParaRPr>
            </a:p>
          </p:txBody>
        </p:sp>
        <p:sp>
          <p:nvSpPr>
            <p:cNvPr id="44" name="node08.rows.slot-003.cells.slot-001.surface"/>
            <p:cNvSpPr/>
            <p:nvPr/>
          </p:nvSpPr>
          <p:spPr>
            <a:xfrm>
              <a:off x="3016250" y="3206750"/>
              <a:ext cx="901700" cy="444500"/>
            </a:xfrm>
            <a:prstGeom prst="rect">
              <a:avLst/>
            </a:prstGeom>
            <a:solidFill>
              <a:srgbClr val="FFFFFF"/>
            </a:solidFill>
            <a:ln w="12700">
              <a:solidFill>
                <a:srgbClr val="CED7E6"/>
              </a:solidFill>
              <a:prstDash val="solid"/>
            </a:ln>
          </p:spPr>
        </p:sp>
        <p:sp>
          <p:nvSpPr>
            <p:cNvPr id="45" name="node08.rows.slot-003.cells.slot-001.text"/>
            <p:cNvSpPr/>
            <p:nvPr/>
          </p:nvSpPr>
          <p:spPr>
            <a:xfrm>
              <a:off x="3060700" y="3314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46" name="node08.rows.slot-003.cells.slot-002.surface"/>
            <p:cNvSpPr/>
            <p:nvPr/>
          </p:nvSpPr>
          <p:spPr>
            <a:xfrm>
              <a:off x="4159250" y="3206750"/>
              <a:ext cx="901700" cy="444500"/>
            </a:xfrm>
            <a:prstGeom prst="rect">
              <a:avLst/>
            </a:prstGeom>
            <a:solidFill>
              <a:srgbClr val="FFFFFF"/>
            </a:solidFill>
            <a:ln w="12700">
              <a:solidFill>
                <a:srgbClr val="CED7E6"/>
              </a:solidFill>
              <a:prstDash val="solid"/>
            </a:ln>
          </p:spPr>
        </p:sp>
        <p:sp>
          <p:nvSpPr>
            <p:cNvPr id="47" name="node08.rows.slot-003.cells.slot-002.text"/>
            <p:cNvSpPr/>
            <p:nvPr/>
          </p:nvSpPr>
          <p:spPr>
            <a:xfrm>
              <a:off x="4203700" y="3314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48" name="node08.rows.slot-003.cells.slot-003.surface"/>
            <p:cNvSpPr/>
            <p:nvPr/>
          </p:nvSpPr>
          <p:spPr>
            <a:xfrm>
              <a:off x="5302250" y="3206750"/>
              <a:ext cx="901700" cy="444500"/>
            </a:xfrm>
            <a:prstGeom prst="rect">
              <a:avLst/>
            </a:prstGeom>
            <a:solidFill>
              <a:srgbClr val="FFFFFF"/>
            </a:solidFill>
            <a:ln w="12700">
              <a:solidFill>
                <a:srgbClr val="CED7E6"/>
              </a:solidFill>
              <a:prstDash val="solid"/>
            </a:ln>
          </p:spPr>
        </p:sp>
        <p:sp>
          <p:nvSpPr>
            <p:cNvPr id="49" name="node08.rows.slot-003.cells.slot-003.text"/>
            <p:cNvSpPr/>
            <p:nvPr/>
          </p:nvSpPr>
          <p:spPr>
            <a:xfrm>
              <a:off x="5346700" y="3314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Dual-run</a:t>
              </a:r>
              <a:endParaRPr lang="en-US" sz="1200" spc="0" kern="0" b="0" i="0" dirty="0">
                <a:solidFill>
                  <a:srgbClr val="070154"/>
                </a:solidFill>
                <a:latin typeface="IBM Plex Sans"/>
                <a:ea typeface="IBM Plex Sans"/>
                <a:cs typeface="IBM Plex Sans"/>
              </a:endParaRPr>
            </a:p>
          </p:txBody>
        </p:sp>
        <p:sp>
          <p:nvSpPr>
            <p:cNvPr id="50" name="node08.rows.slot-003.cells.slot-004.surface"/>
            <p:cNvSpPr/>
            <p:nvPr/>
          </p:nvSpPr>
          <p:spPr>
            <a:xfrm>
              <a:off x="6438900" y="3200400"/>
              <a:ext cx="914400" cy="457200"/>
            </a:xfrm>
            <a:prstGeom prst="rect">
              <a:avLst/>
            </a:prstGeom>
            <a:solidFill>
              <a:srgbClr val="070154"/>
            </a:solidFill>
            <a:ln>
              <a:noFill/>
            </a:ln>
          </p:spPr>
        </p:sp>
        <p:sp>
          <p:nvSpPr>
            <p:cNvPr id="51" name="node08.rows.slot-003.cells.slot-004.text"/>
            <p:cNvSpPr/>
            <p:nvPr/>
          </p:nvSpPr>
          <p:spPr>
            <a:xfrm>
              <a:off x="6489700" y="3314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52" name="node08.rows.slot-003.cells.slot-005.surface"/>
            <p:cNvSpPr/>
            <p:nvPr/>
          </p:nvSpPr>
          <p:spPr>
            <a:xfrm>
              <a:off x="7581900" y="3200400"/>
              <a:ext cx="914400" cy="457200"/>
            </a:xfrm>
            <a:prstGeom prst="rect">
              <a:avLst/>
            </a:prstGeom>
            <a:solidFill>
              <a:srgbClr val="070154"/>
            </a:solidFill>
            <a:ln>
              <a:noFill/>
            </a:ln>
          </p:spPr>
        </p:sp>
        <p:sp>
          <p:nvSpPr>
            <p:cNvPr id="53" name="node08.rows.slot-003.cells.slot-005.text"/>
            <p:cNvSpPr/>
            <p:nvPr/>
          </p:nvSpPr>
          <p:spPr>
            <a:xfrm>
              <a:off x="7632700" y="33147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54" name="node08.rows.slot-004.label"/>
            <p:cNvSpPr/>
            <p:nvPr/>
          </p:nvSpPr>
          <p:spPr>
            <a:xfrm>
              <a:off x="1409700" y="40386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AUTH AND IDENTITY</a:t>
              </a:r>
              <a:endParaRPr lang="en-US" sz="900" spc="54" kern="0" b="0" i="0" dirty="0">
                <a:solidFill>
                  <a:srgbClr val="070154"/>
                </a:solidFill>
                <a:latin typeface="IBM Plex Mono SemiBold"/>
                <a:ea typeface="IBM Plex Mono SemiBold"/>
                <a:cs typeface="IBM Plex Mono SemiBold"/>
              </a:endParaRPr>
            </a:p>
          </p:txBody>
        </p:sp>
        <p:sp>
          <p:nvSpPr>
            <p:cNvPr id="55" name="node08.rows.slot-004.cells.slot-001.surface"/>
            <p:cNvSpPr/>
            <p:nvPr/>
          </p:nvSpPr>
          <p:spPr>
            <a:xfrm>
              <a:off x="3016250" y="3892550"/>
              <a:ext cx="901700" cy="444500"/>
            </a:xfrm>
            <a:prstGeom prst="rect">
              <a:avLst/>
            </a:prstGeom>
            <a:solidFill>
              <a:srgbClr val="FFFFFF"/>
            </a:solidFill>
            <a:ln w="12700">
              <a:solidFill>
                <a:srgbClr val="CED7E6"/>
              </a:solidFill>
              <a:prstDash val="solid"/>
            </a:ln>
          </p:spPr>
        </p:sp>
        <p:sp>
          <p:nvSpPr>
            <p:cNvPr id="56" name="node08.rows.slot-004.cells.slot-001.text"/>
            <p:cNvSpPr/>
            <p:nvPr/>
          </p:nvSpPr>
          <p:spPr>
            <a:xfrm>
              <a:off x="3060700" y="40005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57" name="node08.rows.slot-004.cells.slot-002.surface"/>
            <p:cNvSpPr/>
            <p:nvPr/>
          </p:nvSpPr>
          <p:spPr>
            <a:xfrm>
              <a:off x="4159250" y="3892550"/>
              <a:ext cx="901700" cy="444500"/>
            </a:xfrm>
            <a:prstGeom prst="rect">
              <a:avLst/>
            </a:prstGeom>
            <a:solidFill>
              <a:srgbClr val="FFFFFF"/>
            </a:solidFill>
            <a:ln w="12700">
              <a:solidFill>
                <a:srgbClr val="CED7E6"/>
              </a:solidFill>
              <a:prstDash val="solid"/>
            </a:ln>
          </p:spPr>
        </p:sp>
        <p:sp>
          <p:nvSpPr>
            <p:cNvPr id="58" name="node08.rows.slot-004.cells.slot-002.text"/>
            <p:cNvSpPr/>
            <p:nvPr/>
          </p:nvSpPr>
          <p:spPr>
            <a:xfrm>
              <a:off x="4203700" y="40005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59" name="node08.rows.slot-004.cells.slot-003.surface"/>
            <p:cNvSpPr/>
            <p:nvPr/>
          </p:nvSpPr>
          <p:spPr>
            <a:xfrm>
              <a:off x="5302250" y="3892550"/>
              <a:ext cx="901700" cy="444500"/>
            </a:xfrm>
            <a:prstGeom prst="rect">
              <a:avLst/>
            </a:prstGeom>
            <a:solidFill>
              <a:srgbClr val="FFFFFF"/>
            </a:solidFill>
            <a:ln w="12700">
              <a:solidFill>
                <a:srgbClr val="CED7E6"/>
              </a:solidFill>
              <a:prstDash val="solid"/>
            </a:ln>
          </p:spPr>
        </p:sp>
        <p:sp>
          <p:nvSpPr>
            <p:cNvPr id="60" name="node08.rows.slot-004.cells.slot-003.text"/>
            <p:cNvSpPr/>
            <p:nvPr/>
          </p:nvSpPr>
          <p:spPr>
            <a:xfrm>
              <a:off x="5346700" y="40005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Federated</a:t>
              </a:r>
              <a:endParaRPr lang="en-US" sz="1200" spc="0" kern="0" b="0" i="0" dirty="0">
                <a:solidFill>
                  <a:srgbClr val="070154"/>
                </a:solidFill>
                <a:latin typeface="IBM Plex Sans"/>
                <a:ea typeface="IBM Plex Sans"/>
                <a:cs typeface="IBM Plex Sans"/>
              </a:endParaRPr>
            </a:p>
          </p:txBody>
        </p:sp>
        <p:sp>
          <p:nvSpPr>
            <p:cNvPr id="61" name="node08.rows.slot-004.cells.slot-004.surface"/>
            <p:cNvSpPr/>
            <p:nvPr/>
          </p:nvSpPr>
          <p:spPr>
            <a:xfrm>
              <a:off x="6438900" y="3886200"/>
              <a:ext cx="914400" cy="457200"/>
            </a:xfrm>
            <a:prstGeom prst="rect">
              <a:avLst/>
            </a:prstGeom>
            <a:solidFill>
              <a:srgbClr val="070154"/>
            </a:solidFill>
            <a:ln>
              <a:noFill/>
            </a:ln>
          </p:spPr>
        </p:sp>
        <p:sp>
          <p:nvSpPr>
            <p:cNvPr id="62" name="node08.rows.slot-004.cells.slot-004.text"/>
            <p:cNvSpPr/>
            <p:nvPr/>
          </p:nvSpPr>
          <p:spPr>
            <a:xfrm>
              <a:off x="6489700" y="40005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63" name="node08.rows.slot-004.cells.slot-005.surface"/>
            <p:cNvSpPr/>
            <p:nvPr/>
          </p:nvSpPr>
          <p:spPr>
            <a:xfrm>
              <a:off x="7581900" y="3886200"/>
              <a:ext cx="914400" cy="457200"/>
            </a:xfrm>
            <a:prstGeom prst="rect">
              <a:avLst/>
            </a:prstGeom>
            <a:solidFill>
              <a:srgbClr val="070154"/>
            </a:solidFill>
            <a:ln>
              <a:noFill/>
            </a:ln>
          </p:spPr>
        </p:sp>
        <p:sp>
          <p:nvSpPr>
            <p:cNvPr id="64" name="node08.rows.slot-004.cells.slot-005.text"/>
            <p:cNvSpPr/>
            <p:nvPr/>
          </p:nvSpPr>
          <p:spPr>
            <a:xfrm>
              <a:off x="7632700" y="40005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65" name="node08.rows.slot-005.label"/>
            <p:cNvSpPr/>
            <p:nvPr/>
          </p:nvSpPr>
          <p:spPr>
            <a:xfrm>
              <a:off x="1409700" y="47244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REPORTING</a:t>
              </a:r>
              <a:endParaRPr lang="en-US" sz="900" spc="54" kern="0" b="0" i="0" dirty="0">
                <a:solidFill>
                  <a:srgbClr val="070154"/>
                </a:solidFill>
                <a:latin typeface="IBM Plex Mono SemiBold"/>
                <a:ea typeface="IBM Plex Mono SemiBold"/>
                <a:cs typeface="IBM Plex Mono SemiBold"/>
              </a:endParaRPr>
            </a:p>
          </p:txBody>
        </p:sp>
        <p:sp>
          <p:nvSpPr>
            <p:cNvPr id="66" name="node08.rows.slot-005.cells.slot-001.surface"/>
            <p:cNvSpPr/>
            <p:nvPr/>
          </p:nvSpPr>
          <p:spPr>
            <a:xfrm>
              <a:off x="3016250" y="4578350"/>
              <a:ext cx="901700" cy="444500"/>
            </a:xfrm>
            <a:prstGeom prst="rect">
              <a:avLst/>
            </a:prstGeom>
            <a:solidFill>
              <a:srgbClr val="FFFFFF"/>
            </a:solidFill>
            <a:ln w="12700">
              <a:solidFill>
                <a:srgbClr val="CED7E6"/>
              </a:solidFill>
              <a:prstDash val="solid"/>
            </a:ln>
          </p:spPr>
        </p:sp>
        <p:sp>
          <p:nvSpPr>
            <p:cNvPr id="67" name="node08.rows.slot-005.cells.slot-001.text"/>
            <p:cNvSpPr/>
            <p:nvPr/>
          </p:nvSpPr>
          <p:spPr>
            <a:xfrm>
              <a:off x="3060700" y="4686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68" name="node08.rows.slot-005.cells.slot-002.surface"/>
            <p:cNvSpPr/>
            <p:nvPr/>
          </p:nvSpPr>
          <p:spPr>
            <a:xfrm>
              <a:off x="4159250" y="4578350"/>
              <a:ext cx="901700" cy="444500"/>
            </a:xfrm>
            <a:prstGeom prst="rect">
              <a:avLst/>
            </a:prstGeom>
            <a:solidFill>
              <a:srgbClr val="FFFFFF"/>
            </a:solidFill>
            <a:ln w="12700">
              <a:solidFill>
                <a:srgbClr val="CED7E6"/>
              </a:solidFill>
              <a:prstDash val="solid"/>
            </a:ln>
          </p:spPr>
        </p:sp>
        <p:sp>
          <p:nvSpPr>
            <p:cNvPr id="69" name="node08.rows.slot-005.cells.slot-002.text"/>
            <p:cNvSpPr/>
            <p:nvPr/>
          </p:nvSpPr>
          <p:spPr>
            <a:xfrm>
              <a:off x="4203700" y="4686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70" name="node08.rows.slot-005.cells.slot-003.surface"/>
            <p:cNvSpPr/>
            <p:nvPr/>
          </p:nvSpPr>
          <p:spPr>
            <a:xfrm>
              <a:off x="5302250" y="4578350"/>
              <a:ext cx="901700" cy="444500"/>
            </a:xfrm>
            <a:prstGeom prst="rect">
              <a:avLst/>
            </a:prstGeom>
            <a:solidFill>
              <a:srgbClr val="FFFFFF"/>
            </a:solidFill>
            <a:ln w="12700">
              <a:solidFill>
                <a:srgbClr val="CED7E6"/>
              </a:solidFill>
              <a:prstDash val="solid"/>
            </a:ln>
          </p:spPr>
        </p:sp>
        <p:sp>
          <p:nvSpPr>
            <p:cNvPr id="71" name="node08.rows.slot-005.cells.slot-003.text"/>
            <p:cNvSpPr/>
            <p:nvPr/>
          </p:nvSpPr>
          <p:spPr>
            <a:xfrm>
              <a:off x="5346700" y="4686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Per site</a:t>
              </a:r>
              <a:endParaRPr lang="en-US" sz="1200" spc="0" kern="0" b="0" i="0" dirty="0">
                <a:solidFill>
                  <a:srgbClr val="070154"/>
                </a:solidFill>
                <a:latin typeface="IBM Plex Sans"/>
                <a:ea typeface="IBM Plex Sans"/>
                <a:cs typeface="IBM Plex Sans"/>
              </a:endParaRPr>
            </a:p>
          </p:txBody>
        </p:sp>
        <p:sp>
          <p:nvSpPr>
            <p:cNvPr id="72" name="node08.rows.slot-005.cells.slot-004.surface"/>
            <p:cNvSpPr/>
            <p:nvPr/>
          </p:nvSpPr>
          <p:spPr>
            <a:xfrm>
              <a:off x="6445250" y="4578350"/>
              <a:ext cx="901700" cy="444500"/>
            </a:xfrm>
            <a:prstGeom prst="rect">
              <a:avLst/>
            </a:prstGeom>
            <a:solidFill>
              <a:srgbClr val="FFFFFF"/>
            </a:solidFill>
            <a:ln w="12700">
              <a:solidFill>
                <a:srgbClr val="CED7E6"/>
              </a:solidFill>
              <a:prstDash val="solid"/>
            </a:ln>
          </p:spPr>
        </p:sp>
        <p:sp>
          <p:nvSpPr>
            <p:cNvPr id="73" name="node08.rows.slot-005.cells.slot-004.text"/>
            <p:cNvSpPr/>
            <p:nvPr/>
          </p:nvSpPr>
          <p:spPr>
            <a:xfrm>
              <a:off x="6489700" y="4686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Dual-run</a:t>
              </a:r>
              <a:endParaRPr lang="en-US" sz="1200" spc="0" kern="0" b="0" i="0" dirty="0">
                <a:solidFill>
                  <a:srgbClr val="070154"/>
                </a:solidFill>
                <a:latin typeface="IBM Plex Sans"/>
                <a:ea typeface="IBM Plex Sans"/>
                <a:cs typeface="IBM Plex Sans"/>
              </a:endParaRPr>
            </a:p>
          </p:txBody>
        </p:sp>
        <p:sp>
          <p:nvSpPr>
            <p:cNvPr id="74" name="node08.rows.slot-005.cells.slot-005.surface"/>
            <p:cNvSpPr/>
            <p:nvPr/>
          </p:nvSpPr>
          <p:spPr>
            <a:xfrm>
              <a:off x="7581900" y="4572000"/>
              <a:ext cx="914400" cy="457200"/>
            </a:xfrm>
            <a:prstGeom prst="rect">
              <a:avLst/>
            </a:prstGeom>
            <a:solidFill>
              <a:srgbClr val="070154"/>
            </a:solidFill>
            <a:ln>
              <a:noFill/>
            </a:ln>
          </p:spPr>
        </p:sp>
        <p:sp>
          <p:nvSpPr>
            <p:cNvPr id="75" name="node08.rows.slot-005.cells.slot-005.text"/>
            <p:cNvSpPr/>
            <p:nvPr/>
          </p:nvSpPr>
          <p:spPr>
            <a:xfrm>
              <a:off x="7632700" y="46863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Cloud</a:t>
              </a:r>
              <a:endParaRPr lang="en-US" sz="1200" spc="0" kern="0" b="0" i="0" dirty="0">
                <a:solidFill>
                  <a:srgbClr val="FFFFFF"/>
                </a:solidFill>
                <a:latin typeface="IBM Plex Sans"/>
                <a:ea typeface="IBM Plex Sans"/>
                <a:cs typeface="IBM Plex Sans"/>
              </a:endParaRPr>
            </a:p>
          </p:txBody>
        </p:sp>
        <p:sp>
          <p:nvSpPr>
            <p:cNvPr id="76" name="node08.rows.slot-006.label"/>
            <p:cNvSpPr/>
            <p:nvPr/>
          </p:nvSpPr>
          <p:spPr>
            <a:xfrm>
              <a:off x="1409700" y="54102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UI CLIENTS ON SITE</a:t>
              </a:r>
              <a:endParaRPr lang="en-US" sz="900" spc="54" kern="0" b="0" i="0" dirty="0">
                <a:solidFill>
                  <a:srgbClr val="070154"/>
                </a:solidFill>
                <a:latin typeface="IBM Plex Mono SemiBold"/>
                <a:ea typeface="IBM Plex Mono SemiBold"/>
                <a:cs typeface="IBM Plex Mono SemiBold"/>
              </a:endParaRPr>
            </a:p>
          </p:txBody>
        </p:sp>
        <p:sp>
          <p:nvSpPr>
            <p:cNvPr id="77" name="node08.rows.slot-006.cells.slot-001.surface"/>
            <p:cNvSpPr/>
            <p:nvPr/>
          </p:nvSpPr>
          <p:spPr>
            <a:xfrm>
              <a:off x="3016250" y="5264150"/>
              <a:ext cx="901700" cy="444500"/>
            </a:xfrm>
            <a:prstGeom prst="rect">
              <a:avLst/>
            </a:prstGeom>
            <a:solidFill>
              <a:srgbClr val="FFFFFF"/>
            </a:solidFill>
            <a:ln w="12700">
              <a:solidFill>
                <a:srgbClr val="CED7E6"/>
              </a:solidFill>
              <a:prstDash val="solid"/>
            </a:ln>
          </p:spPr>
        </p:sp>
        <p:sp>
          <p:nvSpPr>
            <p:cNvPr id="78" name="node08.rows.slot-006.cells.slot-001.text"/>
            <p:cNvSpPr/>
            <p:nvPr/>
          </p:nvSpPr>
          <p:spPr>
            <a:xfrm>
              <a:off x="3060700" y="5372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Installed</a:t>
              </a:r>
              <a:endParaRPr lang="en-US" sz="1200" spc="0" kern="0" b="0" i="0" dirty="0">
                <a:solidFill>
                  <a:srgbClr val="070154"/>
                </a:solidFill>
                <a:latin typeface="IBM Plex Sans"/>
                <a:ea typeface="IBM Plex Sans"/>
                <a:cs typeface="IBM Plex Sans"/>
              </a:endParaRPr>
            </a:p>
          </p:txBody>
        </p:sp>
        <p:sp>
          <p:nvSpPr>
            <p:cNvPr id="79" name="node08.rows.slot-006.cells.slot-002.surface"/>
            <p:cNvSpPr/>
            <p:nvPr/>
          </p:nvSpPr>
          <p:spPr>
            <a:xfrm>
              <a:off x="4159250" y="5264150"/>
              <a:ext cx="901700" cy="444500"/>
            </a:xfrm>
            <a:prstGeom prst="rect">
              <a:avLst/>
            </a:prstGeom>
            <a:solidFill>
              <a:srgbClr val="FFFFFF"/>
            </a:solidFill>
            <a:ln w="12700">
              <a:solidFill>
                <a:srgbClr val="CED7E6"/>
              </a:solidFill>
              <a:prstDash val="solid"/>
            </a:ln>
          </p:spPr>
        </p:sp>
        <p:sp>
          <p:nvSpPr>
            <p:cNvPr id="80" name="node08.rows.slot-006.cells.slot-002.text"/>
            <p:cNvSpPr/>
            <p:nvPr/>
          </p:nvSpPr>
          <p:spPr>
            <a:xfrm>
              <a:off x="4203700" y="5372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Installed</a:t>
              </a:r>
              <a:endParaRPr lang="en-US" sz="1200" spc="0" kern="0" b="0" i="0" dirty="0">
                <a:solidFill>
                  <a:srgbClr val="070154"/>
                </a:solidFill>
                <a:latin typeface="IBM Plex Sans"/>
                <a:ea typeface="IBM Plex Sans"/>
                <a:cs typeface="IBM Plex Sans"/>
              </a:endParaRPr>
            </a:p>
          </p:txBody>
        </p:sp>
        <p:sp>
          <p:nvSpPr>
            <p:cNvPr id="81" name="node08.rows.slot-006.cells.slot-003.surface"/>
            <p:cNvSpPr/>
            <p:nvPr/>
          </p:nvSpPr>
          <p:spPr>
            <a:xfrm>
              <a:off x="5302250" y="5264150"/>
              <a:ext cx="901700" cy="444500"/>
            </a:xfrm>
            <a:prstGeom prst="rect">
              <a:avLst/>
            </a:prstGeom>
            <a:solidFill>
              <a:srgbClr val="FFFFFF"/>
            </a:solidFill>
            <a:ln w="12700">
              <a:solidFill>
                <a:srgbClr val="CED7E6"/>
              </a:solidFill>
              <a:prstDash val="solid"/>
            </a:ln>
          </p:spPr>
        </p:sp>
        <p:sp>
          <p:nvSpPr>
            <p:cNvPr id="82" name="node08.rows.slot-006.cells.slot-003.text"/>
            <p:cNvSpPr/>
            <p:nvPr/>
          </p:nvSpPr>
          <p:spPr>
            <a:xfrm>
              <a:off x="5346700" y="5372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Installed</a:t>
              </a:r>
              <a:endParaRPr lang="en-US" sz="1200" spc="0" kern="0" b="0" i="0" dirty="0">
                <a:solidFill>
                  <a:srgbClr val="070154"/>
                </a:solidFill>
                <a:latin typeface="IBM Plex Sans"/>
                <a:ea typeface="IBM Plex Sans"/>
                <a:cs typeface="IBM Plex Sans"/>
              </a:endParaRPr>
            </a:p>
          </p:txBody>
        </p:sp>
        <p:sp>
          <p:nvSpPr>
            <p:cNvPr id="83" name="node08.rows.slot-006.cells.slot-004.surface"/>
            <p:cNvSpPr/>
            <p:nvPr/>
          </p:nvSpPr>
          <p:spPr>
            <a:xfrm>
              <a:off x="6445250" y="5264150"/>
              <a:ext cx="901700" cy="444500"/>
            </a:xfrm>
            <a:prstGeom prst="rect">
              <a:avLst/>
            </a:prstGeom>
            <a:solidFill>
              <a:srgbClr val="FFFFFF"/>
            </a:solidFill>
            <a:ln w="12700">
              <a:solidFill>
                <a:srgbClr val="CED7E6"/>
              </a:solidFill>
              <a:prstDash val="solid"/>
            </a:ln>
          </p:spPr>
        </p:sp>
        <p:sp>
          <p:nvSpPr>
            <p:cNvPr id="84" name="node08.rows.slot-006.cells.slot-004.text"/>
            <p:cNvSpPr/>
            <p:nvPr/>
          </p:nvSpPr>
          <p:spPr>
            <a:xfrm>
              <a:off x="6489700" y="5372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Repointing</a:t>
              </a:r>
              <a:endParaRPr lang="en-US" sz="1200" spc="0" kern="0" b="0" i="0" dirty="0">
                <a:solidFill>
                  <a:srgbClr val="070154"/>
                </a:solidFill>
                <a:latin typeface="IBM Plex Sans"/>
                <a:ea typeface="IBM Plex Sans"/>
                <a:cs typeface="IBM Plex Sans"/>
              </a:endParaRPr>
            </a:p>
          </p:txBody>
        </p:sp>
        <p:sp>
          <p:nvSpPr>
            <p:cNvPr id="85" name="node08.rows.slot-006.cells.slot-005.surface"/>
            <p:cNvSpPr/>
            <p:nvPr/>
          </p:nvSpPr>
          <p:spPr>
            <a:xfrm>
              <a:off x="7581900" y="5257800"/>
              <a:ext cx="914400" cy="457200"/>
            </a:xfrm>
            <a:prstGeom prst="rect">
              <a:avLst/>
            </a:prstGeom>
            <a:solidFill>
              <a:srgbClr val="070154"/>
            </a:solidFill>
            <a:ln>
              <a:noFill/>
            </a:ln>
          </p:spPr>
        </p:sp>
        <p:sp>
          <p:nvSpPr>
            <p:cNvPr id="86" name="node08.rows.slot-006.cells.slot-005.text"/>
            <p:cNvSpPr/>
            <p:nvPr/>
          </p:nvSpPr>
          <p:spPr>
            <a:xfrm>
              <a:off x="7632700" y="5372100"/>
              <a:ext cx="812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Repointed</a:t>
              </a:r>
              <a:endParaRPr lang="en-US" sz="1200" spc="0" kern="0" b="0" i="0" dirty="0">
                <a:solidFill>
                  <a:srgbClr val="FFFFFF"/>
                </a:solidFill>
                <a:latin typeface="IBM Plex Sans"/>
                <a:ea typeface="IBM Plex Sans"/>
                <a:cs typeface="IBM Plex Sans"/>
              </a:endParaRPr>
            </a:p>
          </p:txBody>
        </p:sp>
      </p:grpSp>
      <p:sp>
        <p:nvSpPr>
          <p:cNvPr id="87" name="node09"/>
          <p:cNvSpPr/>
          <p:nvPr/>
        </p:nvSpPr>
        <p:spPr>
          <a:xfrm>
            <a:off x="4152900" y="1828800"/>
            <a:ext cx="914400" cy="38100"/>
          </a:xfrm>
          <a:prstGeom prst="rect">
            <a:avLst/>
          </a:prstGeom>
          <a:solidFill>
            <a:srgbClr val="0047FF"/>
          </a:solidFill>
          <a:ln>
            <a:noFill/>
          </a:ln>
        </p:spPr>
      </p:sp>
      <p:sp>
        <p:nvSpPr>
          <p:cNvPr id="88" name="node10"/>
          <p:cNvSpPr/>
          <p:nvPr/>
        </p:nvSpPr>
        <p:spPr>
          <a:xfrm>
            <a:off x="5295900" y="1828800"/>
            <a:ext cx="914400" cy="38100"/>
          </a:xfrm>
          <a:prstGeom prst="rect">
            <a:avLst/>
          </a:prstGeom>
          <a:solidFill>
            <a:srgbClr val="0047FF"/>
          </a:solidFill>
          <a:ln>
            <a:noFill/>
          </a:ln>
        </p:spPr>
      </p:sp>
      <p:grpSp>
        <p:nvGrpSpPr>
          <p:cNvPr id="133" name="node11"/>
          <p:cNvGrpSpPr/>
          <p:nvPr/>
        </p:nvGrpSpPr>
        <p:grpSpPr>
          <a:xfrm>
            <a:off x="6438900" y="1828800"/>
            <a:ext cx="914400" cy="457200"/>
            <a:chOff x="6438900" y="1828800"/>
            <a:chExt cx="914400" cy="457200"/>
          </a:xfrm>
        </p:grpSpPr>
        <p:sp>
          <p:nvSpPr>
            <p:cNvPr id="89" name="node11.surface"/>
            <p:cNvSpPr/>
            <p:nvPr/>
          </p:nvSpPr>
          <p:spPr>
            <a:xfrm>
              <a:off x="6438900" y="1828800"/>
              <a:ext cx="914400" cy="457200"/>
            </a:xfrm>
            <a:prstGeom prst="rect">
              <a:avLst/>
            </a:prstGeom>
            <a:solidFill>
              <a:srgbClr val="FFFFFF"/>
            </a:solidFill>
            <a:ln w="12700">
              <a:solidFill>
                <a:srgbClr val="50658E"/>
              </a:solidFill>
              <a:prstDash val="dash"/>
            </a:ln>
          </p:spPr>
        </p:sp>
        <p:sp>
          <p:nvSpPr>
            <p:cNvPr id="90" name="node11.label"/>
            <p:cNvSpPr/>
            <p:nvPr/>
          </p:nvSpPr>
          <p:spPr>
            <a:xfrm>
              <a:off x="6591300" y="19431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retired</a:t>
              </a:r>
              <a:endParaRPr lang="en-US" sz="1200" spc="0" kern="0" b="0" i="0" dirty="0">
                <a:solidFill>
                  <a:srgbClr val="070154"/>
                </a:solidFill>
                <a:latin typeface="IBM Plex Sans SemiBold"/>
                <a:ea typeface="IBM Plex Sans SemiBold"/>
                <a:cs typeface="IBM Plex Sans SemiBold"/>
              </a:endParaRPr>
            </a:p>
          </p:txBody>
        </p:sp>
        <p:sp>
          <p:nvSpPr>
            <p:cNvPr id="91" name="node11.label-underline-0"/>
            <p:cNvSpPr/>
            <p:nvPr/>
          </p:nvSpPr>
          <p:spPr>
            <a:xfrm>
              <a:off x="6591300" y="2137156"/>
              <a:ext cx="482600" cy="0"/>
            </a:xfrm>
            <a:custGeom>
              <a:avLst/>
              <a:gdLst/>
              <a:ahLst/>
              <a:cxnLst/>
              <a:rect l="l" t="t" r="r" b="b"/>
              <a:pathLst>
                <a:path w="482600">
                  <a:moveTo>
                    <a:pt x="0" y="0"/>
                  </a:moveTo>
                  <a:lnTo>
                    <a:pt x="482600" y="0"/>
                  </a:lnTo>
                </a:path>
              </a:pathLst>
            </a:custGeom>
            <a:ln w="9525">
              <a:solidFill>
                <a:srgbClr val="070154"/>
              </a:solidFill>
              <a:prstDash val="solid"/>
            </a:ln>
          </p:spPr>
        </p:sp>
      </p:grpSp>
      <p:grpSp>
        <p:nvGrpSpPr>
          <p:cNvPr id="134" name="node12"/>
          <p:cNvGrpSpPr/>
          <p:nvPr/>
        </p:nvGrpSpPr>
        <p:grpSpPr>
          <a:xfrm>
            <a:off x="7581900" y="1828800"/>
            <a:ext cx="914400" cy="457200"/>
            <a:chOff x="7581900" y="1828800"/>
            <a:chExt cx="914400" cy="457200"/>
          </a:xfrm>
        </p:grpSpPr>
        <p:sp>
          <p:nvSpPr>
            <p:cNvPr id="92" name="node12.surface"/>
            <p:cNvSpPr/>
            <p:nvPr/>
          </p:nvSpPr>
          <p:spPr>
            <a:xfrm>
              <a:off x="7581900" y="1828800"/>
              <a:ext cx="914400" cy="457200"/>
            </a:xfrm>
            <a:prstGeom prst="rect">
              <a:avLst/>
            </a:prstGeom>
            <a:solidFill>
              <a:srgbClr val="FFFFFF"/>
            </a:solidFill>
            <a:ln w="12700">
              <a:solidFill>
                <a:srgbClr val="50658E"/>
              </a:solidFill>
              <a:prstDash val="dash"/>
            </a:ln>
          </p:spPr>
        </p:sp>
        <p:sp>
          <p:nvSpPr>
            <p:cNvPr id="93" name="node12.label"/>
            <p:cNvSpPr/>
            <p:nvPr/>
          </p:nvSpPr>
          <p:spPr>
            <a:xfrm>
              <a:off x="7734300" y="19431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retired</a:t>
              </a:r>
              <a:endParaRPr lang="en-US" sz="1200" spc="0" kern="0" b="0" i="0" dirty="0">
                <a:solidFill>
                  <a:srgbClr val="070154"/>
                </a:solidFill>
                <a:latin typeface="IBM Plex Sans SemiBold"/>
                <a:ea typeface="IBM Plex Sans SemiBold"/>
                <a:cs typeface="IBM Plex Sans SemiBold"/>
              </a:endParaRPr>
            </a:p>
          </p:txBody>
        </p:sp>
        <p:sp>
          <p:nvSpPr>
            <p:cNvPr id="94" name="node12.label-underline-0"/>
            <p:cNvSpPr/>
            <p:nvPr/>
          </p:nvSpPr>
          <p:spPr>
            <a:xfrm>
              <a:off x="7734300" y="2137156"/>
              <a:ext cx="482600" cy="0"/>
            </a:xfrm>
            <a:custGeom>
              <a:avLst/>
              <a:gdLst/>
              <a:ahLst/>
              <a:cxnLst/>
              <a:rect l="l" t="t" r="r" b="b"/>
              <a:pathLst>
                <a:path w="482600">
                  <a:moveTo>
                    <a:pt x="0" y="0"/>
                  </a:moveTo>
                  <a:lnTo>
                    <a:pt x="482600" y="0"/>
                  </a:lnTo>
                </a:path>
              </a:pathLst>
            </a:custGeom>
            <a:ln w="9525">
              <a:solidFill>
                <a:srgbClr val="070154"/>
              </a:solidFill>
              <a:prstDash val="solid"/>
            </a:ln>
          </p:spPr>
        </p:sp>
      </p:grpSp>
      <p:grpSp>
        <p:nvGrpSpPr>
          <p:cNvPr id="135" name="node13"/>
          <p:cNvGrpSpPr/>
          <p:nvPr/>
        </p:nvGrpSpPr>
        <p:grpSpPr>
          <a:xfrm>
            <a:off x="3009900" y="2514600"/>
            <a:ext cx="914400" cy="457200"/>
            <a:chOff x="3009900" y="2514600"/>
            <a:chExt cx="914400" cy="457200"/>
          </a:xfrm>
        </p:grpSpPr>
        <p:sp>
          <p:nvSpPr>
            <p:cNvPr id="95" name="node13.surface"/>
            <p:cNvSpPr/>
            <p:nvPr/>
          </p:nvSpPr>
          <p:spPr>
            <a:xfrm>
              <a:off x="3009900" y="2514600"/>
              <a:ext cx="914400" cy="457200"/>
            </a:xfrm>
            <a:prstGeom prst="rect">
              <a:avLst/>
            </a:prstGeom>
            <a:solidFill>
              <a:srgbClr val="FFFFFF"/>
            </a:solidFill>
            <a:ln w="12700">
              <a:solidFill>
                <a:srgbClr val="50658E"/>
              </a:solidFill>
              <a:prstDash val="dash"/>
            </a:ln>
          </p:spPr>
        </p:sp>
        <p:sp>
          <p:nvSpPr>
            <p:cNvPr id="96" name="node13.label"/>
            <p:cNvSpPr/>
            <p:nvPr/>
          </p:nvSpPr>
          <p:spPr>
            <a:xfrm>
              <a:off x="3162300" y="26289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planned</a:t>
              </a:r>
              <a:endParaRPr lang="en-US" sz="1200" spc="0" kern="0" b="0" i="0" dirty="0">
                <a:solidFill>
                  <a:srgbClr val="070154"/>
                </a:solidFill>
                <a:latin typeface="IBM Plex Sans SemiBold"/>
                <a:ea typeface="IBM Plex Sans SemiBold"/>
                <a:cs typeface="IBM Plex Sans SemiBold"/>
              </a:endParaRPr>
            </a:p>
          </p:txBody>
        </p:sp>
        <p:sp>
          <p:nvSpPr>
            <p:cNvPr id="97" name="node13.label-underline-0"/>
            <p:cNvSpPr/>
            <p:nvPr/>
          </p:nvSpPr>
          <p:spPr>
            <a:xfrm>
              <a:off x="3162300" y="2822956"/>
              <a:ext cx="577850" cy="0"/>
            </a:xfrm>
            <a:custGeom>
              <a:avLst/>
              <a:gdLst/>
              <a:ahLst/>
              <a:cxnLst/>
              <a:rect l="l" t="t" r="r" b="b"/>
              <a:pathLst>
                <a:path w="577850">
                  <a:moveTo>
                    <a:pt x="0" y="0"/>
                  </a:moveTo>
                  <a:lnTo>
                    <a:pt x="577850" y="0"/>
                  </a:lnTo>
                </a:path>
              </a:pathLst>
            </a:custGeom>
            <a:ln w="9525">
              <a:solidFill>
                <a:srgbClr val="070154"/>
              </a:solidFill>
              <a:prstDash val="solid"/>
            </a:ln>
          </p:spPr>
        </p:sp>
      </p:grpSp>
      <p:sp>
        <p:nvSpPr>
          <p:cNvPr id="98" name="node14"/>
          <p:cNvSpPr/>
          <p:nvPr/>
        </p:nvSpPr>
        <p:spPr>
          <a:xfrm>
            <a:off x="4152900" y="2514600"/>
            <a:ext cx="914400" cy="38100"/>
          </a:xfrm>
          <a:prstGeom prst="rect">
            <a:avLst/>
          </a:prstGeom>
          <a:solidFill>
            <a:srgbClr val="0047FF"/>
          </a:solidFill>
          <a:ln>
            <a:noFill/>
          </a:ln>
        </p:spPr>
      </p:sp>
      <p:sp>
        <p:nvSpPr>
          <p:cNvPr id="99" name="node15"/>
          <p:cNvSpPr/>
          <p:nvPr/>
        </p:nvSpPr>
        <p:spPr>
          <a:xfrm>
            <a:off x="5295900" y="2514600"/>
            <a:ext cx="914400" cy="38100"/>
          </a:xfrm>
          <a:prstGeom prst="rect">
            <a:avLst/>
          </a:prstGeom>
          <a:solidFill>
            <a:srgbClr val="0047FF"/>
          </a:solidFill>
          <a:ln>
            <a:noFill/>
          </a:ln>
        </p:spPr>
      </p:sp>
      <p:sp>
        <p:nvSpPr>
          <p:cNvPr id="100" name="node16"/>
          <p:cNvSpPr/>
          <p:nvPr/>
        </p:nvSpPr>
        <p:spPr>
          <a:xfrm>
            <a:off x="6438900" y="2514600"/>
            <a:ext cx="914400" cy="38100"/>
          </a:xfrm>
          <a:prstGeom prst="rect">
            <a:avLst/>
          </a:prstGeom>
          <a:solidFill>
            <a:srgbClr val="0047FF"/>
          </a:solidFill>
          <a:ln>
            <a:noFill/>
          </a:ln>
        </p:spPr>
      </p:sp>
      <p:grpSp>
        <p:nvGrpSpPr>
          <p:cNvPr id="136" name="node17"/>
          <p:cNvGrpSpPr/>
          <p:nvPr/>
        </p:nvGrpSpPr>
        <p:grpSpPr>
          <a:xfrm>
            <a:off x="7581900" y="2514600"/>
            <a:ext cx="914400" cy="457200"/>
            <a:chOff x="7581900" y="2514600"/>
            <a:chExt cx="914400" cy="457200"/>
          </a:xfrm>
        </p:grpSpPr>
        <p:sp>
          <p:nvSpPr>
            <p:cNvPr id="101" name="node17.surface"/>
            <p:cNvSpPr/>
            <p:nvPr/>
          </p:nvSpPr>
          <p:spPr>
            <a:xfrm>
              <a:off x="7581900" y="2514600"/>
              <a:ext cx="914400" cy="457200"/>
            </a:xfrm>
            <a:prstGeom prst="rect">
              <a:avLst/>
            </a:prstGeom>
            <a:solidFill>
              <a:srgbClr val="FFFFFF"/>
            </a:solidFill>
            <a:ln w="12700">
              <a:solidFill>
                <a:srgbClr val="50658E"/>
              </a:solidFill>
              <a:prstDash val="dash"/>
            </a:ln>
          </p:spPr>
        </p:sp>
        <p:sp>
          <p:nvSpPr>
            <p:cNvPr id="102" name="node17.label"/>
            <p:cNvSpPr/>
            <p:nvPr/>
          </p:nvSpPr>
          <p:spPr>
            <a:xfrm>
              <a:off x="7734300" y="26289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retired</a:t>
              </a:r>
              <a:endParaRPr lang="en-US" sz="1200" spc="0" kern="0" b="0" i="0" dirty="0">
                <a:solidFill>
                  <a:srgbClr val="070154"/>
                </a:solidFill>
                <a:latin typeface="IBM Plex Sans SemiBold"/>
                <a:ea typeface="IBM Plex Sans SemiBold"/>
                <a:cs typeface="IBM Plex Sans SemiBold"/>
              </a:endParaRPr>
            </a:p>
          </p:txBody>
        </p:sp>
        <p:sp>
          <p:nvSpPr>
            <p:cNvPr id="103" name="node17.label-underline-0"/>
            <p:cNvSpPr/>
            <p:nvPr/>
          </p:nvSpPr>
          <p:spPr>
            <a:xfrm>
              <a:off x="7734300" y="2822956"/>
              <a:ext cx="482600" cy="0"/>
            </a:xfrm>
            <a:custGeom>
              <a:avLst/>
              <a:gdLst/>
              <a:ahLst/>
              <a:cxnLst/>
              <a:rect l="l" t="t" r="r" b="b"/>
              <a:pathLst>
                <a:path w="482600">
                  <a:moveTo>
                    <a:pt x="0" y="0"/>
                  </a:moveTo>
                  <a:lnTo>
                    <a:pt x="482600" y="0"/>
                  </a:lnTo>
                </a:path>
              </a:pathLst>
            </a:custGeom>
            <a:ln w="9525">
              <a:solidFill>
                <a:srgbClr val="070154"/>
              </a:solidFill>
              <a:prstDash val="solid"/>
            </a:ln>
          </p:spPr>
        </p:sp>
      </p:grpSp>
      <p:sp>
        <p:nvSpPr>
          <p:cNvPr id="104" name="node18"/>
          <p:cNvSpPr/>
          <p:nvPr/>
        </p:nvSpPr>
        <p:spPr>
          <a:xfrm>
            <a:off x="5295900" y="3200400"/>
            <a:ext cx="914400" cy="38100"/>
          </a:xfrm>
          <a:prstGeom prst="rect">
            <a:avLst/>
          </a:prstGeom>
          <a:solidFill>
            <a:srgbClr val="0047FF"/>
          </a:solidFill>
          <a:ln>
            <a:noFill/>
          </a:ln>
        </p:spPr>
      </p:sp>
      <p:sp>
        <p:nvSpPr>
          <p:cNvPr id="105" name="node19"/>
          <p:cNvSpPr/>
          <p:nvPr/>
        </p:nvSpPr>
        <p:spPr>
          <a:xfrm>
            <a:off x="5295900" y="3886200"/>
            <a:ext cx="914400" cy="38100"/>
          </a:xfrm>
          <a:prstGeom prst="rect">
            <a:avLst/>
          </a:prstGeom>
          <a:solidFill>
            <a:srgbClr val="0047FF"/>
          </a:solidFill>
          <a:ln>
            <a:noFill/>
          </a:ln>
        </p:spPr>
      </p:sp>
      <p:sp>
        <p:nvSpPr>
          <p:cNvPr id="106" name="node20"/>
          <p:cNvSpPr/>
          <p:nvPr/>
        </p:nvSpPr>
        <p:spPr>
          <a:xfrm>
            <a:off x="6438900" y="4572000"/>
            <a:ext cx="914400" cy="38100"/>
          </a:xfrm>
          <a:prstGeom prst="rect">
            <a:avLst/>
          </a:prstGeom>
          <a:solidFill>
            <a:srgbClr val="0047FF"/>
          </a:solidFill>
          <a:ln>
            <a:noFill/>
          </a:ln>
        </p:spPr>
      </p:sp>
      <p:sp>
        <p:nvSpPr>
          <p:cNvPr id="107" name="node21"/>
          <p:cNvSpPr/>
          <p:nvPr/>
        </p:nvSpPr>
        <p:spPr>
          <a:xfrm>
            <a:off x="6438900" y="5257800"/>
            <a:ext cx="914400" cy="38100"/>
          </a:xfrm>
          <a:prstGeom prst="rect">
            <a:avLst/>
          </a:prstGeom>
          <a:solidFill>
            <a:srgbClr val="0047FF"/>
          </a:solidFill>
          <a:ln>
            <a:noFill/>
          </a:ln>
        </p:spPr>
      </p:sp>
      <p:grpSp>
        <p:nvGrpSpPr>
          <p:cNvPr id="137" name="node22"/>
          <p:cNvGrpSpPr/>
          <p:nvPr/>
        </p:nvGrpSpPr>
        <p:grpSpPr>
          <a:xfrm>
            <a:off x="8724900" y="1600200"/>
            <a:ext cx="2743200" cy="228600"/>
            <a:chOff x="8724900" y="1600200"/>
            <a:chExt cx="2743200" cy="228600"/>
          </a:xfrm>
        </p:grpSpPr>
        <p:sp>
          <p:nvSpPr>
            <p:cNvPr id="108" name="node22.label"/>
            <p:cNvSpPr/>
            <p:nvPr/>
          </p:nvSpPr>
          <p:spPr>
            <a:xfrm>
              <a:off x="8724900" y="16002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RISKS AND DEPENDENCIES</a:t>
              </a:r>
              <a:endParaRPr lang="en-US" sz="900" spc="54" kern="0" b="0" i="0" dirty="0">
                <a:solidFill>
                  <a:srgbClr val="50658E"/>
                </a:solidFill>
                <a:latin typeface="IBM Plex Mono Medium"/>
                <a:ea typeface="IBM Plex Mono Medium"/>
                <a:cs typeface="IBM Plex Mono Medium"/>
              </a:endParaRPr>
            </a:p>
          </p:txBody>
        </p:sp>
        <p:sp>
          <p:nvSpPr>
            <p:cNvPr id="109" name="node22.rule"/>
            <p:cNvSpPr/>
            <p:nvPr/>
          </p:nvSpPr>
          <p:spPr>
            <a:xfrm>
              <a:off x="10529962" y="1709738"/>
              <a:ext cx="938138" cy="9525"/>
            </a:xfrm>
            <a:prstGeom prst="rect">
              <a:avLst/>
            </a:prstGeom>
            <a:solidFill>
              <a:srgbClr val="CED7E6"/>
            </a:solidFill>
            <a:ln>
              <a:noFill/>
            </a:ln>
          </p:spPr>
        </p:sp>
      </p:grpSp>
      <p:grpSp>
        <p:nvGrpSpPr>
          <p:cNvPr id="138" name="node23"/>
          <p:cNvGrpSpPr/>
          <p:nvPr/>
        </p:nvGrpSpPr>
        <p:grpSpPr>
          <a:xfrm>
            <a:off x="8724900" y="2057400"/>
            <a:ext cx="2743200" cy="762000"/>
            <a:chOff x="8724900" y="2057400"/>
            <a:chExt cx="2743200" cy="762000"/>
          </a:xfrm>
        </p:grpSpPr>
        <p:sp>
          <p:nvSpPr>
            <p:cNvPr id="110" name="node23.label"/>
            <p:cNvSpPr/>
            <p:nvPr/>
          </p:nvSpPr>
          <p:spPr>
            <a:xfrm>
              <a:off x="8724900" y="20574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W1 · DATA</a:t>
              </a:r>
              <a:endParaRPr lang="en-US" sz="900" spc="54" kern="0" b="0" i="0" dirty="0">
                <a:solidFill>
                  <a:srgbClr val="0047FF"/>
                </a:solidFill>
                <a:latin typeface="IBM Plex Mono Medium"/>
                <a:ea typeface="IBM Plex Mono Medium"/>
                <a:cs typeface="IBM Plex Mono Medium"/>
              </a:endParaRPr>
            </a:p>
          </p:txBody>
        </p:sp>
        <p:sp>
          <p:nvSpPr>
            <p:cNvPr id="111" name="node23.body"/>
            <p:cNvSpPr/>
            <p:nvPr/>
          </p:nvSpPr>
          <p:spPr>
            <a:xfrm>
              <a:off x="8724900" y="2286000"/>
              <a:ext cx="2743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Bandwidth window for the first copy; align site clocks.</a:t>
              </a:r>
              <a:endParaRPr lang="en-US" sz="1400" spc="0" kern="0" b="0" i="0" dirty="0">
                <a:solidFill>
                  <a:srgbClr val="50658E"/>
                </a:solidFill>
                <a:latin typeface="IBM Plex Sans"/>
                <a:ea typeface="IBM Plex Sans"/>
                <a:cs typeface="IBM Plex Sans"/>
              </a:endParaRPr>
            </a:p>
          </p:txBody>
        </p:sp>
      </p:grpSp>
      <p:grpSp>
        <p:nvGrpSpPr>
          <p:cNvPr id="139" name="node24"/>
          <p:cNvGrpSpPr/>
          <p:nvPr/>
        </p:nvGrpSpPr>
        <p:grpSpPr>
          <a:xfrm>
            <a:off x="8724900" y="2971800"/>
            <a:ext cx="2743200" cy="762000"/>
            <a:chOff x="8724900" y="2971800"/>
            <a:chExt cx="2743200" cy="762000"/>
          </a:xfrm>
        </p:grpSpPr>
        <p:sp>
          <p:nvSpPr>
            <p:cNvPr id="112" name="node24.label"/>
            <p:cNvSpPr/>
            <p:nvPr/>
          </p:nvSpPr>
          <p:spPr>
            <a:xfrm>
              <a:off x="8724900" y="29718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W2 · API</a:t>
              </a:r>
              <a:endParaRPr lang="en-US" sz="900" spc="54" kern="0" b="0" i="0" dirty="0">
                <a:solidFill>
                  <a:srgbClr val="0047FF"/>
                </a:solidFill>
                <a:latin typeface="IBM Plex Mono Medium"/>
                <a:ea typeface="IBM Plex Mono Medium"/>
                <a:cs typeface="IBM Plex Mono Medium"/>
              </a:endParaRPr>
            </a:p>
          </p:txBody>
        </p:sp>
        <p:sp>
          <p:nvSpPr>
            <p:cNvPr id="113" name="node24.body"/>
            <p:cNvSpPr/>
            <p:nvPr/>
          </p:nvSpPr>
          <p:spPr>
            <a:xfrm>
              <a:off x="8724900" y="3200400"/>
              <a:ext cx="2743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Federate auth first; rollback is a routing switch.</a:t>
              </a:r>
              <a:endParaRPr lang="en-US" sz="1400" spc="0" kern="0" b="0" i="0" dirty="0">
                <a:solidFill>
                  <a:srgbClr val="50658E"/>
                </a:solidFill>
                <a:latin typeface="IBM Plex Sans"/>
                <a:ea typeface="IBM Plex Sans"/>
                <a:cs typeface="IBM Plex Sans"/>
              </a:endParaRPr>
            </a:p>
          </p:txBody>
        </p:sp>
      </p:grpSp>
      <p:grpSp>
        <p:nvGrpSpPr>
          <p:cNvPr id="140" name="node25"/>
          <p:cNvGrpSpPr/>
          <p:nvPr/>
        </p:nvGrpSpPr>
        <p:grpSpPr>
          <a:xfrm>
            <a:off x="8724900" y="3886200"/>
            <a:ext cx="2743200" cy="762000"/>
            <a:chOff x="8724900" y="3886200"/>
            <a:chExt cx="2743200" cy="762000"/>
          </a:xfrm>
        </p:grpSpPr>
        <p:sp>
          <p:nvSpPr>
            <p:cNvPr id="114" name="node25.label"/>
            <p:cNvSpPr/>
            <p:nvPr/>
          </p:nvSpPr>
          <p:spPr>
            <a:xfrm>
              <a:off x="8724900" y="38862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W3 · CLIENTS</a:t>
              </a:r>
              <a:endParaRPr lang="en-US" sz="900" spc="54" kern="0" b="0" i="0" dirty="0">
                <a:solidFill>
                  <a:srgbClr val="0047FF"/>
                </a:solidFill>
                <a:latin typeface="IBM Plex Mono Medium"/>
                <a:ea typeface="IBM Plex Mono Medium"/>
                <a:cs typeface="IBM Plex Mono Medium"/>
              </a:endParaRPr>
            </a:p>
          </p:txBody>
        </p:sp>
        <p:sp>
          <p:nvSpPr>
            <p:cNvPr id="115" name="node25.body"/>
            <p:cNvSpPr/>
            <p:nvPr/>
          </p:nvSpPr>
          <p:spPr>
            <a:xfrm>
              <a:off x="8724900" y="4114800"/>
              <a:ext cx="2743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UI repoint needs a site maintenance window.</a:t>
              </a:r>
              <a:endParaRPr lang="en-US" sz="1400" spc="0" kern="0" b="0" i="0" dirty="0">
                <a:solidFill>
                  <a:srgbClr val="50658E"/>
                </a:solidFill>
                <a:latin typeface="IBM Plex Sans"/>
                <a:ea typeface="IBM Plex Sans"/>
                <a:cs typeface="IBM Plex Sans"/>
              </a:endParaRPr>
            </a:p>
          </p:txBody>
        </p:sp>
      </p:grpSp>
      <p:grpSp>
        <p:nvGrpSpPr>
          <p:cNvPr id="141" name="node26"/>
          <p:cNvGrpSpPr/>
          <p:nvPr/>
        </p:nvGrpSpPr>
        <p:grpSpPr>
          <a:xfrm>
            <a:off x="8724900" y="5029200"/>
            <a:ext cx="457200" cy="228600"/>
            <a:chOff x="8724900" y="5029200"/>
            <a:chExt cx="457200" cy="228600"/>
          </a:xfrm>
        </p:grpSpPr>
        <p:sp>
          <p:nvSpPr>
            <p:cNvPr id="116" name="node26.surface"/>
            <p:cNvSpPr/>
            <p:nvPr/>
          </p:nvSpPr>
          <p:spPr>
            <a:xfrm>
              <a:off x="8731250" y="5035550"/>
              <a:ext cx="444500" cy="215900"/>
            </a:xfrm>
            <a:prstGeom prst="rect">
              <a:avLst/>
            </a:prstGeom>
            <a:solidFill>
              <a:srgbClr val="FFFFFF"/>
            </a:solidFill>
            <a:ln w="12700">
              <a:solidFill>
                <a:srgbClr val="CED7E6"/>
              </a:solidFill>
              <a:prstDash val="solid"/>
            </a:ln>
          </p:spPr>
        </p:sp>
      </p:grpSp>
      <p:grpSp>
        <p:nvGrpSpPr>
          <p:cNvPr id="142" name="node27"/>
          <p:cNvGrpSpPr/>
          <p:nvPr/>
        </p:nvGrpSpPr>
        <p:grpSpPr>
          <a:xfrm>
            <a:off x="9296400" y="5029200"/>
            <a:ext cx="800100" cy="228600"/>
            <a:chOff x="9296400" y="5029200"/>
            <a:chExt cx="800100" cy="228600"/>
          </a:xfrm>
        </p:grpSpPr>
        <p:sp>
          <p:nvSpPr>
            <p:cNvPr id="117" name="node27.text"/>
            <p:cNvSpPr/>
            <p:nvPr/>
          </p:nvSpPr>
          <p:spPr>
            <a:xfrm>
              <a:off x="9296400" y="5029200"/>
              <a:ext cx="800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grpSp>
      <p:grpSp>
        <p:nvGrpSpPr>
          <p:cNvPr id="143" name="node28"/>
          <p:cNvGrpSpPr/>
          <p:nvPr/>
        </p:nvGrpSpPr>
        <p:grpSpPr>
          <a:xfrm>
            <a:off x="10096500" y="5029200"/>
            <a:ext cx="457200" cy="228600"/>
            <a:chOff x="10096500" y="5029200"/>
            <a:chExt cx="457200" cy="228600"/>
          </a:xfrm>
        </p:grpSpPr>
        <p:sp>
          <p:nvSpPr>
            <p:cNvPr id="118" name="node28.surface"/>
            <p:cNvSpPr/>
            <p:nvPr/>
          </p:nvSpPr>
          <p:spPr>
            <a:xfrm>
              <a:off x="10102850" y="5035550"/>
              <a:ext cx="444500" cy="215900"/>
            </a:xfrm>
            <a:prstGeom prst="rect">
              <a:avLst/>
            </a:prstGeom>
            <a:solidFill>
              <a:srgbClr val="FFFFFF"/>
            </a:solidFill>
            <a:ln w="12700">
              <a:solidFill>
                <a:srgbClr val="CED7E6"/>
              </a:solidFill>
              <a:prstDash val="solid"/>
            </a:ln>
          </p:spPr>
        </p:sp>
      </p:grpSp>
      <p:sp>
        <p:nvSpPr>
          <p:cNvPr id="119" name="node29"/>
          <p:cNvSpPr/>
          <p:nvPr/>
        </p:nvSpPr>
        <p:spPr>
          <a:xfrm>
            <a:off x="10096500" y="5029200"/>
            <a:ext cx="457200" cy="38100"/>
          </a:xfrm>
          <a:prstGeom prst="rect">
            <a:avLst/>
          </a:prstGeom>
          <a:solidFill>
            <a:srgbClr val="0047FF"/>
          </a:solidFill>
          <a:ln>
            <a:noFill/>
          </a:ln>
        </p:spPr>
      </p:sp>
      <p:grpSp>
        <p:nvGrpSpPr>
          <p:cNvPr id="144" name="node30"/>
          <p:cNvGrpSpPr/>
          <p:nvPr/>
        </p:nvGrpSpPr>
        <p:grpSpPr>
          <a:xfrm>
            <a:off x="10668000" y="5029200"/>
            <a:ext cx="800100" cy="228600"/>
            <a:chOff x="10668000" y="5029200"/>
            <a:chExt cx="800100" cy="228600"/>
          </a:xfrm>
        </p:grpSpPr>
        <p:sp>
          <p:nvSpPr>
            <p:cNvPr id="120" name="node30.text"/>
            <p:cNvSpPr/>
            <p:nvPr/>
          </p:nvSpPr>
          <p:spPr>
            <a:xfrm>
              <a:off x="10668000" y="5029200"/>
              <a:ext cx="800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a:t>
              </a:r>
              <a:endParaRPr lang="en-US" sz="1200" spc="0" kern="0" b="0" i="0" dirty="0">
                <a:solidFill>
                  <a:srgbClr val="070154"/>
                </a:solidFill>
                <a:latin typeface="IBM Plex Sans"/>
                <a:ea typeface="IBM Plex Sans"/>
                <a:cs typeface="IBM Plex Sans"/>
              </a:endParaRPr>
            </a:p>
          </p:txBody>
        </p:sp>
      </p:grpSp>
      <p:grpSp>
        <p:nvGrpSpPr>
          <p:cNvPr id="145" name="node31"/>
          <p:cNvGrpSpPr/>
          <p:nvPr/>
        </p:nvGrpSpPr>
        <p:grpSpPr>
          <a:xfrm>
            <a:off x="8724900" y="5486400"/>
            <a:ext cx="457200" cy="228600"/>
            <a:chOff x="8724900" y="5486400"/>
            <a:chExt cx="457200" cy="228600"/>
          </a:xfrm>
        </p:grpSpPr>
        <p:sp>
          <p:nvSpPr>
            <p:cNvPr id="121" name="node31.surface"/>
            <p:cNvSpPr/>
            <p:nvPr/>
          </p:nvSpPr>
          <p:spPr>
            <a:xfrm>
              <a:off x="8724900" y="5486400"/>
              <a:ext cx="457200" cy="228600"/>
            </a:xfrm>
            <a:prstGeom prst="rect">
              <a:avLst/>
            </a:prstGeom>
            <a:solidFill>
              <a:srgbClr val="070154"/>
            </a:solidFill>
            <a:ln>
              <a:noFill/>
            </a:ln>
          </p:spPr>
        </p:sp>
      </p:grpSp>
      <p:grpSp>
        <p:nvGrpSpPr>
          <p:cNvPr id="146" name="node32"/>
          <p:cNvGrpSpPr/>
          <p:nvPr/>
        </p:nvGrpSpPr>
        <p:grpSpPr>
          <a:xfrm>
            <a:off x="9296400" y="5486400"/>
            <a:ext cx="800100" cy="228600"/>
            <a:chOff x="9296400" y="5486400"/>
            <a:chExt cx="800100" cy="228600"/>
          </a:xfrm>
        </p:grpSpPr>
        <p:sp>
          <p:nvSpPr>
            <p:cNvPr id="122" name="node32.text"/>
            <p:cNvSpPr/>
            <p:nvPr/>
          </p:nvSpPr>
          <p:spPr>
            <a:xfrm>
              <a:off x="9296400" y="5486400"/>
              <a:ext cx="800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a:t>
              </a:r>
              <a:endParaRPr lang="en-US" sz="1200" spc="0" kern="0" b="0" i="0" dirty="0">
                <a:solidFill>
                  <a:srgbClr val="070154"/>
                </a:solidFill>
                <a:latin typeface="IBM Plex Sans"/>
                <a:ea typeface="IBM Plex Sans"/>
                <a:cs typeface="IBM Plex Sans"/>
              </a:endParaRPr>
            </a:p>
          </p:txBody>
        </p:sp>
      </p:grpSp>
      <p:grpSp>
        <p:nvGrpSpPr>
          <p:cNvPr id="147" name="node33"/>
          <p:cNvGrpSpPr/>
          <p:nvPr/>
        </p:nvGrpSpPr>
        <p:grpSpPr>
          <a:xfrm>
            <a:off x="10096500" y="5486400"/>
            <a:ext cx="457200" cy="228600"/>
            <a:chOff x="10096500" y="5486400"/>
            <a:chExt cx="457200" cy="228600"/>
          </a:xfrm>
        </p:grpSpPr>
        <p:sp>
          <p:nvSpPr>
            <p:cNvPr id="123" name="node33.surface"/>
            <p:cNvSpPr/>
            <p:nvPr/>
          </p:nvSpPr>
          <p:spPr>
            <a:xfrm>
              <a:off x="10096500" y="5486400"/>
              <a:ext cx="457200" cy="228600"/>
            </a:xfrm>
            <a:prstGeom prst="rect">
              <a:avLst/>
            </a:prstGeom>
            <a:solidFill>
              <a:srgbClr val="FFFFFF"/>
            </a:solidFill>
            <a:ln w="12700">
              <a:solidFill>
                <a:srgbClr val="50658E"/>
              </a:solidFill>
              <a:prstDash val="dash"/>
            </a:ln>
          </p:spPr>
        </p:sp>
      </p:grpSp>
      <p:grpSp>
        <p:nvGrpSpPr>
          <p:cNvPr id="148" name="node34"/>
          <p:cNvGrpSpPr/>
          <p:nvPr/>
        </p:nvGrpSpPr>
        <p:grpSpPr>
          <a:xfrm>
            <a:off x="10668000" y="5486400"/>
            <a:ext cx="800100" cy="228600"/>
            <a:chOff x="10668000" y="5486400"/>
            <a:chExt cx="800100" cy="228600"/>
          </a:xfrm>
        </p:grpSpPr>
        <p:sp>
          <p:nvSpPr>
            <p:cNvPr id="124" name="node34.text"/>
            <p:cNvSpPr/>
            <p:nvPr/>
          </p:nvSpPr>
          <p:spPr>
            <a:xfrm>
              <a:off x="10668000" y="5486400"/>
              <a:ext cx="800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ource-05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routing facade shifts traffic service by service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32</a:t>
            </a:fld>
            <a:endParaRPr lang="en-US" sz="700" spc="0" kern="0" b="0" i="0" dirty="0">
              <a:solidFill>
                <a:srgbClr val="070154"/>
              </a:solidFill>
              <a:latin typeface="IBM Plex Mono SemiBold"/>
              <a:ea typeface="IBM Plex Mono SemiBold"/>
              <a:cs typeface="IBM Plex Mono SemiBold"/>
            </a:endParaRPr>
          </a:p>
        </p:txBody>
      </p:sp>
      <p:grpSp>
        <p:nvGrpSpPr>
          <p:cNvPr id="110" name="node01"/>
          <p:cNvGrpSpPr/>
          <p:nvPr/>
        </p:nvGrpSpPr>
        <p:grpSpPr>
          <a:xfrm>
            <a:off x="723900" y="1828800"/>
            <a:ext cx="2743200" cy="228600"/>
            <a:chOff x="723900" y="1828800"/>
            <a:chExt cx="2743200" cy="228600"/>
          </a:xfrm>
        </p:grpSpPr>
        <p:sp>
          <p:nvSpPr>
            <p:cNvPr id="6" name="node01.label"/>
            <p:cNvSpPr/>
            <p:nvPr/>
          </p:nvSpPr>
          <p:spPr>
            <a:xfrm>
              <a:off x="723900" y="1828800"/>
              <a:ext cx="190342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LEGACY MONOLITH · ON-PREM</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2754325" y="1938337"/>
              <a:ext cx="712775" cy="9525"/>
            </a:xfrm>
            <a:prstGeom prst="rect">
              <a:avLst/>
            </a:prstGeom>
            <a:solidFill>
              <a:srgbClr val="CED7E6"/>
            </a:solidFill>
            <a:ln>
              <a:noFill/>
            </a:ln>
          </p:spPr>
        </p:sp>
      </p:grpSp>
      <p:grpSp>
        <p:nvGrpSpPr>
          <p:cNvPr id="111" name="node02"/>
          <p:cNvGrpSpPr/>
          <p:nvPr/>
        </p:nvGrpSpPr>
        <p:grpSpPr>
          <a:xfrm>
            <a:off x="8724900" y="1828800"/>
            <a:ext cx="2743200" cy="228600"/>
            <a:chOff x="8724900" y="1828800"/>
            <a:chExt cx="2743200" cy="228600"/>
          </a:xfrm>
        </p:grpSpPr>
        <p:sp>
          <p:nvSpPr>
            <p:cNvPr id="8" name="node02.label"/>
            <p:cNvSpPr/>
            <p:nvPr/>
          </p:nvSpPr>
          <p:spPr>
            <a:xfrm>
              <a:off x="8724900" y="1828800"/>
              <a:ext cx="137757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NEW CLOUD SERVICES</a:t>
              </a:r>
              <a:endParaRPr lang="en-US" sz="900" spc="54" kern="0" b="0" i="0" dirty="0">
                <a:solidFill>
                  <a:srgbClr val="50658E"/>
                </a:solidFill>
                <a:latin typeface="IBM Plex Mono Medium"/>
                <a:ea typeface="IBM Plex Mono Medium"/>
                <a:cs typeface="IBM Plex Mono Medium"/>
              </a:endParaRPr>
            </a:p>
          </p:txBody>
        </p:sp>
        <p:sp>
          <p:nvSpPr>
            <p:cNvPr id="9" name="node02.rule"/>
            <p:cNvSpPr/>
            <p:nvPr/>
          </p:nvSpPr>
          <p:spPr>
            <a:xfrm>
              <a:off x="10229478" y="1938337"/>
              <a:ext cx="1238622" cy="9525"/>
            </a:xfrm>
            <a:prstGeom prst="rect">
              <a:avLst/>
            </a:prstGeom>
            <a:solidFill>
              <a:srgbClr val="CED7E6"/>
            </a:solidFill>
            <a:ln>
              <a:noFill/>
            </a:ln>
          </p:spPr>
        </p:sp>
      </p:grpSp>
      <p:grpSp>
        <p:nvGrpSpPr>
          <p:cNvPr id="112" name="node03"/>
          <p:cNvGrpSpPr/>
          <p:nvPr/>
        </p:nvGrpSpPr>
        <p:grpSpPr>
          <a:xfrm>
            <a:off x="4610100" y="1600200"/>
            <a:ext cx="2971800" cy="457200"/>
            <a:chOff x="4610100" y="1600200"/>
            <a:chExt cx="2971800" cy="457200"/>
          </a:xfrm>
        </p:grpSpPr>
        <p:sp>
          <p:nvSpPr>
            <p:cNvPr id="10" name="node03.surface"/>
            <p:cNvSpPr/>
            <p:nvPr/>
          </p:nvSpPr>
          <p:spPr>
            <a:xfrm>
              <a:off x="4616450" y="1606550"/>
              <a:ext cx="2959100" cy="444500"/>
            </a:xfrm>
            <a:prstGeom prst="rect">
              <a:avLst/>
            </a:prstGeom>
            <a:solidFill>
              <a:srgbClr val="FFFFFF"/>
            </a:solidFill>
            <a:ln w="12700">
              <a:solidFill>
                <a:srgbClr val="CED7E6"/>
              </a:solidFill>
              <a:prstDash val="solid"/>
            </a:ln>
          </p:spPr>
        </p:sp>
        <p:sp>
          <p:nvSpPr>
            <p:cNvPr id="11" name="node03.text"/>
            <p:cNvSpPr/>
            <p:nvPr/>
          </p:nvSpPr>
          <p:spPr>
            <a:xfrm>
              <a:off x="4762500" y="1714500"/>
              <a:ext cx="2667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Clients: site UIs and partners</a:t>
              </a:r>
              <a:endParaRPr lang="en-US" sz="1200" spc="0" kern="0" b="0" i="0" dirty="0">
                <a:solidFill>
                  <a:srgbClr val="070154"/>
                </a:solidFill>
                <a:latin typeface="IBM Plex Sans"/>
                <a:ea typeface="IBM Plex Sans"/>
                <a:cs typeface="IBM Plex Sans"/>
              </a:endParaRPr>
            </a:p>
          </p:txBody>
        </p:sp>
      </p:grpSp>
      <p:grpSp>
        <p:nvGrpSpPr>
          <p:cNvPr id="113" name="node04"/>
          <p:cNvGrpSpPr/>
          <p:nvPr/>
        </p:nvGrpSpPr>
        <p:grpSpPr>
          <a:xfrm>
            <a:off x="6053379" y="2057400"/>
            <a:ext cx="85242" cy="228600"/>
            <a:chOff x="6053379" y="2057400"/>
            <a:chExt cx="85242" cy="228600"/>
          </a:xfrm>
        </p:grpSpPr>
        <p:sp>
          <p:nvSpPr>
            <p:cNvPr id="12" name="node04.segment-1"/>
            <p:cNvSpPr/>
            <p:nvPr/>
          </p:nvSpPr>
          <p:spPr>
            <a:xfrm>
              <a:off x="6096000" y="20574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13" name="node04.head-end.0"/>
            <p:cNvSpPr/>
            <p:nvPr/>
          </p:nvSpPr>
          <p:spPr>
            <a:xfrm>
              <a:off x="6053379" y="22079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4" name="node04.head-end.1"/>
            <p:cNvSpPr/>
            <p:nvPr/>
          </p:nvSpPr>
          <p:spPr>
            <a:xfrm>
              <a:off x="6096000" y="22079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15" name="node05"/>
          <p:cNvGrpSpPr/>
          <p:nvPr/>
        </p:nvGrpSpPr>
        <p:grpSpPr>
          <a:xfrm>
            <a:off x="4610100" y="2286000"/>
            <a:ext cx="2971800" cy="3200400"/>
            <a:chOff x="4610100" y="2286000"/>
            <a:chExt cx="2971800" cy="3200400"/>
          </a:xfrm>
        </p:grpSpPr>
        <p:sp>
          <p:nvSpPr>
            <p:cNvPr id="15" name="node05.surface"/>
            <p:cNvSpPr/>
            <p:nvPr/>
          </p:nvSpPr>
          <p:spPr>
            <a:xfrm>
              <a:off x="4610100" y="2286000"/>
              <a:ext cx="2971800" cy="3200400"/>
            </a:xfrm>
            <a:prstGeom prst="rect">
              <a:avLst/>
            </a:prstGeom>
            <a:solidFill>
              <a:srgbClr val="070154"/>
            </a:solidFill>
            <a:ln>
              <a:noFill/>
            </a:ln>
          </p:spPr>
        </p:sp>
        <p:grpSp>
          <p:nvGrpSpPr>
            <p:cNvPr id="114" name="node05.icon"/>
            <p:cNvGrpSpPr/>
            <p:nvPr/>
          </p:nvGrpSpPr>
          <p:grpSpPr>
            <a:xfrm>
              <a:off x="5905500" y="3390900"/>
              <a:ext cx="381000" cy="381000"/>
              <a:chOff x="5905500" y="3390900"/>
              <a:chExt cx="381000" cy="381000"/>
            </a:xfrm>
          </p:grpSpPr>
          <p:pic>
            <p:nvPicPr>
              <p:cNvPr id="16" name="node05.icon.image" descr="icon/connection-link/white; canonical SHA256=b5ae9abf42381018911c95cbba85535ba86311b9fc69132f68fbdd26794abf37">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05500" y="3390900"/>
                <a:ext cx="381000" cy="381000"/>
              </a:xfrm>
              <a:prstGeom prst="rect">
                <a:avLst/>
              </a:prstGeom>
            </p:spPr>
          </p:pic>
        </p:grpSp>
        <p:sp>
          <p:nvSpPr>
            <p:cNvPr id="17" name="node05.text"/>
            <p:cNvSpPr/>
            <p:nvPr/>
          </p:nvSpPr>
          <p:spPr>
            <a:xfrm>
              <a:off x="4762500" y="3886200"/>
              <a:ext cx="2667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Routing facade</a:t>
              </a:r>
              <a:endParaRPr lang="en-US" sz="1400" spc="0" kern="0" b="0" i="0" dirty="0">
                <a:solidFill>
                  <a:srgbClr val="FFFFFF"/>
                </a:solidFill>
                <a:latin typeface="IBM Plex Sans SemiBold"/>
                <a:ea typeface="IBM Plex Sans SemiBold"/>
                <a:cs typeface="IBM Plex Sans SemiBold"/>
              </a:endParaRPr>
            </a:p>
          </p:txBody>
        </p:sp>
        <p:sp>
          <p:nvSpPr>
            <p:cNvPr id="18" name="node05.sub"/>
            <p:cNvSpPr/>
            <p:nvPr/>
          </p:nvSpPr>
          <p:spPr>
            <a:xfrm>
              <a:off x="4762500" y="4152900"/>
              <a:ext cx="2667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CED7E6"/>
                  </a:solidFill>
                  <a:latin typeface="IBM Plex Sans"/>
                  <a:ea typeface="IBM Plex Sans"/>
                  <a:cs typeface="IBM Plex Sans"/>
                </a:rPr>
                <a:t>Share of traffic on each route</a:t>
              </a:r>
              <a:endParaRPr lang="en-US" sz="1200" spc="0" kern="0" b="0" i="0" dirty="0">
                <a:solidFill>
                  <a:srgbClr val="CED7E6"/>
                </a:solidFill>
                <a:latin typeface="IBM Plex Sans"/>
                <a:ea typeface="IBM Plex Sans"/>
                <a:cs typeface="IBM Plex Sans"/>
              </a:endParaRPr>
            </a:p>
          </p:txBody>
        </p:sp>
      </p:grpSp>
      <p:grpSp>
        <p:nvGrpSpPr>
          <p:cNvPr id="116" name="node06"/>
          <p:cNvGrpSpPr/>
          <p:nvPr/>
        </p:nvGrpSpPr>
        <p:grpSpPr>
          <a:xfrm>
            <a:off x="723900" y="2171700"/>
            <a:ext cx="2743200" cy="571500"/>
            <a:chOff x="723900" y="2171700"/>
            <a:chExt cx="2743200" cy="571500"/>
          </a:xfrm>
        </p:grpSpPr>
        <p:sp>
          <p:nvSpPr>
            <p:cNvPr id="19" name="node06.surface"/>
            <p:cNvSpPr/>
            <p:nvPr/>
          </p:nvSpPr>
          <p:spPr>
            <a:xfrm>
              <a:off x="723900" y="2286000"/>
              <a:ext cx="2743200" cy="457200"/>
            </a:xfrm>
            <a:prstGeom prst="rect">
              <a:avLst/>
            </a:prstGeom>
            <a:ln w="12700">
              <a:solidFill>
                <a:srgbClr val="50658E"/>
              </a:solidFill>
              <a:prstDash val="dash"/>
            </a:ln>
          </p:spPr>
        </p:sp>
        <p:sp>
          <p:nvSpPr>
            <p:cNvPr id="20" name="node06.label-patch"/>
            <p:cNvSpPr/>
            <p:nvPr/>
          </p:nvSpPr>
          <p:spPr>
            <a:xfrm>
              <a:off x="838200" y="2171700"/>
              <a:ext cx="602047" cy="152400"/>
            </a:xfrm>
            <a:prstGeom prst="rect">
              <a:avLst/>
            </a:prstGeom>
            <a:solidFill>
              <a:srgbClr val="FFFFFF"/>
            </a:solidFill>
            <a:ln>
              <a:noFill/>
            </a:ln>
          </p:spPr>
        </p:sp>
        <p:sp>
          <p:nvSpPr>
            <p:cNvPr id="21" name="node06.label"/>
            <p:cNvSpPr/>
            <p:nvPr/>
          </p:nvSpPr>
          <p:spPr>
            <a:xfrm>
              <a:off x="876300" y="2171700"/>
              <a:ext cx="2438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RETIRED</a:t>
              </a:r>
              <a:endParaRPr lang="en-US" sz="900" spc="54" kern="0" b="0" i="0" dirty="0">
                <a:solidFill>
                  <a:srgbClr val="070154"/>
                </a:solidFill>
                <a:latin typeface="IBM Plex Mono SemiBold"/>
                <a:ea typeface="IBM Plex Mono SemiBold"/>
                <a:cs typeface="IBM Plex Mono SemiBold"/>
              </a:endParaRPr>
            </a:p>
          </p:txBody>
        </p:sp>
      </p:grpSp>
      <p:grpSp>
        <p:nvGrpSpPr>
          <p:cNvPr id="117" name="node07"/>
          <p:cNvGrpSpPr/>
          <p:nvPr/>
        </p:nvGrpSpPr>
        <p:grpSpPr>
          <a:xfrm>
            <a:off x="876300" y="2400300"/>
            <a:ext cx="2590800" cy="228600"/>
            <a:chOff x="876300" y="2400300"/>
            <a:chExt cx="2590800" cy="228600"/>
          </a:xfrm>
        </p:grpSpPr>
        <p:sp>
          <p:nvSpPr>
            <p:cNvPr id="22" name="node07.text"/>
            <p:cNvSpPr/>
            <p:nvPr/>
          </p:nvSpPr>
          <p:spPr>
            <a:xfrm>
              <a:off x="876300" y="24003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Identity module</a:t>
              </a:r>
              <a:endParaRPr lang="en-US" sz="1200" spc="0" kern="0" b="0" i="0" dirty="0">
                <a:solidFill>
                  <a:srgbClr val="50658E"/>
                </a:solidFill>
                <a:latin typeface="IBM Plex Sans"/>
                <a:ea typeface="IBM Plex Sans"/>
                <a:cs typeface="IBM Plex Sans"/>
              </a:endParaRPr>
            </a:p>
          </p:txBody>
        </p:sp>
      </p:grpSp>
      <p:grpSp>
        <p:nvGrpSpPr>
          <p:cNvPr id="118" name="node08"/>
          <p:cNvGrpSpPr/>
          <p:nvPr/>
        </p:nvGrpSpPr>
        <p:grpSpPr>
          <a:xfrm>
            <a:off x="8724900" y="2286000"/>
            <a:ext cx="2286000" cy="457200"/>
            <a:chOff x="8724900" y="2286000"/>
            <a:chExt cx="2286000" cy="457200"/>
          </a:xfrm>
        </p:grpSpPr>
        <p:sp>
          <p:nvSpPr>
            <p:cNvPr id="23" name="node08.surface"/>
            <p:cNvSpPr/>
            <p:nvPr/>
          </p:nvSpPr>
          <p:spPr>
            <a:xfrm>
              <a:off x="8724900" y="2286000"/>
              <a:ext cx="2286000" cy="457200"/>
            </a:xfrm>
            <a:prstGeom prst="rect">
              <a:avLst/>
            </a:prstGeom>
            <a:solidFill>
              <a:srgbClr val="070154"/>
            </a:solidFill>
            <a:ln>
              <a:noFill/>
            </a:ln>
          </p:spPr>
        </p:sp>
        <p:sp>
          <p:nvSpPr>
            <p:cNvPr id="24" name="node08.text"/>
            <p:cNvSpPr/>
            <p:nvPr/>
          </p:nvSpPr>
          <p:spPr>
            <a:xfrm>
              <a:off x="8877300" y="24003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Identity service</a:t>
              </a:r>
              <a:endParaRPr lang="en-US" sz="1200" spc="0" kern="0" b="0" i="0" dirty="0">
                <a:solidFill>
                  <a:srgbClr val="FFFFFF"/>
                </a:solidFill>
                <a:latin typeface="IBM Plex Sans"/>
                <a:ea typeface="IBM Plex Sans"/>
                <a:cs typeface="IBM Plex Sans"/>
              </a:endParaRPr>
            </a:p>
          </p:txBody>
        </p:sp>
      </p:grpSp>
      <p:grpSp>
        <p:nvGrpSpPr>
          <p:cNvPr id="119" name="node09"/>
          <p:cNvGrpSpPr/>
          <p:nvPr/>
        </p:nvGrpSpPr>
        <p:grpSpPr>
          <a:xfrm>
            <a:off x="11010900" y="2286000"/>
            <a:ext cx="457200" cy="457200"/>
            <a:chOff x="11010900" y="2286000"/>
            <a:chExt cx="457200" cy="457200"/>
          </a:xfrm>
        </p:grpSpPr>
        <p:sp>
          <p:nvSpPr>
            <p:cNvPr id="25" name="node09.surface"/>
            <p:cNvSpPr/>
            <p:nvPr/>
          </p:nvSpPr>
          <p:spPr>
            <a:xfrm>
              <a:off x="11010900" y="2286000"/>
              <a:ext cx="457200" cy="457200"/>
            </a:xfrm>
            <a:prstGeom prst="rect">
              <a:avLst/>
            </a:prstGeom>
            <a:solidFill>
              <a:srgbClr val="CED7E6"/>
            </a:solidFill>
            <a:ln>
              <a:noFill/>
            </a:ln>
          </p:spPr>
        </p:sp>
        <p:sp>
          <p:nvSpPr>
            <p:cNvPr id="26" name="node09.text"/>
            <p:cNvSpPr/>
            <p:nvPr/>
          </p:nvSpPr>
          <p:spPr>
            <a:xfrm>
              <a:off x="11087100" y="2400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20" name="node10"/>
          <p:cNvGrpSpPr/>
          <p:nvPr/>
        </p:nvGrpSpPr>
        <p:grpSpPr>
          <a:xfrm>
            <a:off x="7581900" y="2400300"/>
            <a:ext cx="1143000" cy="228600"/>
            <a:chOff x="7581900" y="2400300"/>
            <a:chExt cx="1143000" cy="228600"/>
          </a:xfrm>
        </p:grpSpPr>
        <p:sp>
          <p:nvSpPr>
            <p:cNvPr id="27" name="node10.segment-1"/>
            <p:cNvSpPr/>
            <p:nvPr/>
          </p:nvSpPr>
          <p:spPr>
            <a:xfrm>
              <a:off x="7581900" y="2514600"/>
              <a:ext cx="1143000" cy="0"/>
            </a:xfrm>
            <a:custGeom>
              <a:avLst/>
              <a:gdLst/>
              <a:ahLst/>
              <a:cxnLst/>
              <a:rect l="l" t="t" r="r" b="b"/>
              <a:pathLst>
                <a:path w="1143000">
                  <a:moveTo>
                    <a:pt x="0" y="0"/>
                  </a:moveTo>
                  <a:lnTo>
                    <a:pt x="1143000" y="0"/>
                  </a:lnTo>
                </a:path>
              </a:pathLst>
            </a:custGeom>
            <a:ln w="12700">
              <a:solidFill>
                <a:srgbClr val="070154"/>
              </a:solidFill>
              <a:prstDash val="solid"/>
            </a:ln>
          </p:spPr>
        </p:sp>
        <p:sp>
          <p:nvSpPr>
            <p:cNvPr id="28" name="node10.head-end.0"/>
            <p:cNvSpPr/>
            <p:nvPr/>
          </p:nvSpPr>
          <p:spPr>
            <a:xfrm>
              <a:off x="8646883" y="2514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9" name="node10.head-end.1"/>
            <p:cNvSpPr/>
            <p:nvPr/>
          </p:nvSpPr>
          <p:spPr>
            <a:xfrm>
              <a:off x="8646883" y="2471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30" name="node10.label-patch"/>
            <p:cNvSpPr/>
            <p:nvPr/>
          </p:nvSpPr>
          <p:spPr>
            <a:xfrm>
              <a:off x="7926958" y="2400300"/>
              <a:ext cx="452884" cy="228600"/>
            </a:xfrm>
            <a:prstGeom prst="rect">
              <a:avLst/>
            </a:prstGeom>
            <a:solidFill>
              <a:srgbClr val="FFFFFF"/>
            </a:solidFill>
            <a:ln>
              <a:noFill/>
            </a:ln>
          </p:spPr>
        </p:sp>
        <p:sp>
          <p:nvSpPr>
            <p:cNvPr id="31" name="node10.label"/>
            <p:cNvSpPr/>
            <p:nvPr/>
          </p:nvSpPr>
          <p:spPr>
            <a:xfrm>
              <a:off x="7965058" y="2438400"/>
              <a:ext cx="37668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100%</a:t>
              </a:r>
              <a:endParaRPr lang="en-US" sz="900" spc="54" kern="0" b="0" i="0" dirty="0">
                <a:solidFill>
                  <a:srgbClr val="50658E"/>
                </a:solidFill>
                <a:latin typeface="IBM Plex Mono Medium"/>
                <a:ea typeface="IBM Plex Mono Medium"/>
                <a:cs typeface="IBM Plex Mono Medium"/>
              </a:endParaRPr>
            </a:p>
          </p:txBody>
        </p:sp>
      </p:grpSp>
      <p:grpSp>
        <p:nvGrpSpPr>
          <p:cNvPr id="121" name="node11"/>
          <p:cNvGrpSpPr/>
          <p:nvPr/>
        </p:nvGrpSpPr>
        <p:grpSpPr>
          <a:xfrm>
            <a:off x="723900" y="2857500"/>
            <a:ext cx="2743200" cy="571500"/>
            <a:chOff x="723900" y="2857500"/>
            <a:chExt cx="2743200" cy="571500"/>
          </a:xfrm>
        </p:grpSpPr>
        <p:sp>
          <p:nvSpPr>
            <p:cNvPr id="32" name="node11.surface"/>
            <p:cNvSpPr/>
            <p:nvPr/>
          </p:nvSpPr>
          <p:spPr>
            <a:xfrm>
              <a:off x="723900" y="2971800"/>
              <a:ext cx="2743200" cy="457200"/>
            </a:xfrm>
            <a:prstGeom prst="rect">
              <a:avLst/>
            </a:prstGeom>
            <a:ln w="12700">
              <a:solidFill>
                <a:srgbClr val="50658E"/>
              </a:solidFill>
              <a:prstDash val="dash"/>
            </a:ln>
          </p:spPr>
        </p:sp>
        <p:sp>
          <p:nvSpPr>
            <p:cNvPr id="33" name="node11.label-patch"/>
            <p:cNvSpPr/>
            <p:nvPr/>
          </p:nvSpPr>
          <p:spPr>
            <a:xfrm>
              <a:off x="838200" y="2857500"/>
              <a:ext cx="602047" cy="152400"/>
            </a:xfrm>
            <a:prstGeom prst="rect">
              <a:avLst/>
            </a:prstGeom>
            <a:solidFill>
              <a:srgbClr val="FFFFFF"/>
            </a:solidFill>
            <a:ln>
              <a:noFill/>
            </a:ln>
          </p:spPr>
        </p:sp>
        <p:sp>
          <p:nvSpPr>
            <p:cNvPr id="34" name="node11.label"/>
            <p:cNvSpPr/>
            <p:nvPr/>
          </p:nvSpPr>
          <p:spPr>
            <a:xfrm>
              <a:off x="876300" y="2857500"/>
              <a:ext cx="2438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RETIRED</a:t>
              </a:r>
              <a:endParaRPr lang="en-US" sz="900" spc="54" kern="0" b="0" i="0" dirty="0">
                <a:solidFill>
                  <a:srgbClr val="070154"/>
                </a:solidFill>
                <a:latin typeface="IBM Plex Mono SemiBold"/>
                <a:ea typeface="IBM Plex Mono SemiBold"/>
                <a:cs typeface="IBM Plex Mono SemiBold"/>
              </a:endParaRPr>
            </a:p>
          </p:txBody>
        </p:sp>
      </p:grpSp>
      <p:grpSp>
        <p:nvGrpSpPr>
          <p:cNvPr id="122" name="node12"/>
          <p:cNvGrpSpPr/>
          <p:nvPr/>
        </p:nvGrpSpPr>
        <p:grpSpPr>
          <a:xfrm>
            <a:off x="876300" y="3086100"/>
            <a:ext cx="2590800" cy="228600"/>
            <a:chOff x="876300" y="3086100"/>
            <a:chExt cx="2590800" cy="228600"/>
          </a:xfrm>
        </p:grpSpPr>
        <p:sp>
          <p:nvSpPr>
            <p:cNvPr id="35" name="node12.text"/>
            <p:cNvSpPr/>
            <p:nvPr/>
          </p:nvSpPr>
          <p:spPr>
            <a:xfrm>
              <a:off x="876300" y="30861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Scheduling module</a:t>
              </a:r>
              <a:endParaRPr lang="en-US" sz="1200" spc="0" kern="0" b="0" i="0" dirty="0">
                <a:solidFill>
                  <a:srgbClr val="50658E"/>
                </a:solidFill>
                <a:latin typeface="IBM Plex Sans"/>
                <a:ea typeface="IBM Plex Sans"/>
                <a:cs typeface="IBM Plex Sans"/>
              </a:endParaRPr>
            </a:p>
          </p:txBody>
        </p:sp>
      </p:grpSp>
      <p:grpSp>
        <p:nvGrpSpPr>
          <p:cNvPr id="123" name="node13"/>
          <p:cNvGrpSpPr/>
          <p:nvPr/>
        </p:nvGrpSpPr>
        <p:grpSpPr>
          <a:xfrm>
            <a:off x="8724900" y="2971800"/>
            <a:ext cx="2286000" cy="457200"/>
            <a:chOff x="8724900" y="2971800"/>
            <a:chExt cx="2286000" cy="457200"/>
          </a:xfrm>
        </p:grpSpPr>
        <p:sp>
          <p:nvSpPr>
            <p:cNvPr id="36" name="node13.surface"/>
            <p:cNvSpPr/>
            <p:nvPr/>
          </p:nvSpPr>
          <p:spPr>
            <a:xfrm>
              <a:off x="8724900" y="2971800"/>
              <a:ext cx="2286000" cy="457200"/>
            </a:xfrm>
            <a:prstGeom prst="rect">
              <a:avLst/>
            </a:prstGeom>
            <a:solidFill>
              <a:srgbClr val="070154"/>
            </a:solidFill>
            <a:ln>
              <a:noFill/>
            </a:ln>
          </p:spPr>
        </p:sp>
        <p:sp>
          <p:nvSpPr>
            <p:cNvPr id="37" name="node13.text"/>
            <p:cNvSpPr/>
            <p:nvPr/>
          </p:nvSpPr>
          <p:spPr>
            <a:xfrm>
              <a:off x="8877300" y="30861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Scheduling service</a:t>
              </a:r>
              <a:endParaRPr lang="en-US" sz="1200" spc="0" kern="0" b="0" i="0" dirty="0">
                <a:solidFill>
                  <a:srgbClr val="FFFFFF"/>
                </a:solidFill>
                <a:latin typeface="IBM Plex Sans"/>
                <a:ea typeface="IBM Plex Sans"/>
                <a:cs typeface="IBM Plex Sans"/>
              </a:endParaRPr>
            </a:p>
          </p:txBody>
        </p:sp>
      </p:grpSp>
      <p:grpSp>
        <p:nvGrpSpPr>
          <p:cNvPr id="124" name="node14"/>
          <p:cNvGrpSpPr/>
          <p:nvPr/>
        </p:nvGrpSpPr>
        <p:grpSpPr>
          <a:xfrm>
            <a:off x="11010900" y="2971800"/>
            <a:ext cx="457200" cy="457200"/>
            <a:chOff x="11010900" y="2971800"/>
            <a:chExt cx="457200" cy="457200"/>
          </a:xfrm>
        </p:grpSpPr>
        <p:sp>
          <p:nvSpPr>
            <p:cNvPr id="38" name="node14.surface"/>
            <p:cNvSpPr/>
            <p:nvPr/>
          </p:nvSpPr>
          <p:spPr>
            <a:xfrm>
              <a:off x="11010900" y="2971800"/>
              <a:ext cx="457200" cy="457200"/>
            </a:xfrm>
            <a:prstGeom prst="rect">
              <a:avLst/>
            </a:prstGeom>
            <a:solidFill>
              <a:srgbClr val="CED7E6"/>
            </a:solidFill>
            <a:ln>
              <a:noFill/>
            </a:ln>
          </p:spPr>
        </p:sp>
        <p:sp>
          <p:nvSpPr>
            <p:cNvPr id="39" name="node14.text"/>
            <p:cNvSpPr/>
            <p:nvPr/>
          </p:nvSpPr>
          <p:spPr>
            <a:xfrm>
              <a:off x="11087100" y="30861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25" name="node15"/>
          <p:cNvGrpSpPr/>
          <p:nvPr/>
        </p:nvGrpSpPr>
        <p:grpSpPr>
          <a:xfrm>
            <a:off x="7581900" y="3086100"/>
            <a:ext cx="1143000" cy="228600"/>
            <a:chOff x="7581900" y="3086100"/>
            <a:chExt cx="1143000" cy="228600"/>
          </a:xfrm>
        </p:grpSpPr>
        <p:sp>
          <p:nvSpPr>
            <p:cNvPr id="40" name="node15.segment-1"/>
            <p:cNvSpPr/>
            <p:nvPr/>
          </p:nvSpPr>
          <p:spPr>
            <a:xfrm>
              <a:off x="7581900" y="3200400"/>
              <a:ext cx="1143000" cy="0"/>
            </a:xfrm>
            <a:custGeom>
              <a:avLst/>
              <a:gdLst/>
              <a:ahLst/>
              <a:cxnLst/>
              <a:rect l="l" t="t" r="r" b="b"/>
              <a:pathLst>
                <a:path w="1143000">
                  <a:moveTo>
                    <a:pt x="0" y="0"/>
                  </a:moveTo>
                  <a:lnTo>
                    <a:pt x="1143000" y="0"/>
                  </a:lnTo>
                </a:path>
              </a:pathLst>
            </a:custGeom>
            <a:ln w="12700">
              <a:solidFill>
                <a:srgbClr val="070154"/>
              </a:solidFill>
              <a:prstDash val="solid"/>
            </a:ln>
          </p:spPr>
        </p:sp>
        <p:sp>
          <p:nvSpPr>
            <p:cNvPr id="41" name="node15.head-end.0"/>
            <p:cNvSpPr/>
            <p:nvPr/>
          </p:nvSpPr>
          <p:spPr>
            <a:xfrm>
              <a:off x="8646883" y="3200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2" name="node15.head-end.1"/>
            <p:cNvSpPr/>
            <p:nvPr/>
          </p:nvSpPr>
          <p:spPr>
            <a:xfrm>
              <a:off x="8646883" y="3157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43" name="node15.label-patch"/>
            <p:cNvSpPr/>
            <p:nvPr/>
          </p:nvSpPr>
          <p:spPr>
            <a:xfrm>
              <a:off x="7926958" y="3086100"/>
              <a:ext cx="452884" cy="228600"/>
            </a:xfrm>
            <a:prstGeom prst="rect">
              <a:avLst/>
            </a:prstGeom>
            <a:solidFill>
              <a:srgbClr val="FFFFFF"/>
            </a:solidFill>
            <a:ln>
              <a:noFill/>
            </a:ln>
          </p:spPr>
        </p:sp>
        <p:sp>
          <p:nvSpPr>
            <p:cNvPr id="44" name="node15.label"/>
            <p:cNvSpPr/>
            <p:nvPr/>
          </p:nvSpPr>
          <p:spPr>
            <a:xfrm>
              <a:off x="7965058" y="3124200"/>
              <a:ext cx="37668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100%</a:t>
              </a:r>
              <a:endParaRPr lang="en-US" sz="900" spc="54" kern="0" b="0" i="0" dirty="0">
                <a:solidFill>
                  <a:srgbClr val="50658E"/>
                </a:solidFill>
                <a:latin typeface="IBM Plex Mono Medium"/>
                <a:ea typeface="IBM Plex Mono Medium"/>
                <a:cs typeface="IBM Plex Mono Medium"/>
              </a:endParaRPr>
            </a:p>
          </p:txBody>
        </p:sp>
      </p:grpSp>
      <p:grpSp>
        <p:nvGrpSpPr>
          <p:cNvPr id="126" name="node16"/>
          <p:cNvGrpSpPr/>
          <p:nvPr/>
        </p:nvGrpSpPr>
        <p:grpSpPr>
          <a:xfrm>
            <a:off x="723900" y="3657600"/>
            <a:ext cx="2743200" cy="457200"/>
            <a:chOff x="723900" y="3657600"/>
            <a:chExt cx="2743200" cy="457200"/>
          </a:xfrm>
        </p:grpSpPr>
        <p:sp>
          <p:nvSpPr>
            <p:cNvPr id="45" name="node16.surface"/>
            <p:cNvSpPr/>
            <p:nvPr/>
          </p:nvSpPr>
          <p:spPr>
            <a:xfrm>
              <a:off x="730250" y="3663950"/>
              <a:ext cx="2730500" cy="444500"/>
            </a:xfrm>
            <a:prstGeom prst="rect">
              <a:avLst/>
            </a:prstGeom>
            <a:solidFill>
              <a:srgbClr val="FFFFFF"/>
            </a:solidFill>
            <a:ln w="12700">
              <a:solidFill>
                <a:srgbClr val="CED7E6"/>
              </a:solidFill>
              <a:prstDash val="solid"/>
            </a:ln>
          </p:spPr>
        </p:sp>
        <p:sp>
          <p:nvSpPr>
            <p:cNvPr id="46" name="node16.text"/>
            <p:cNvSpPr/>
            <p:nvPr/>
          </p:nvSpPr>
          <p:spPr>
            <a:xfrm>
              <a:off x="876300" y="3771900"/>
              <a:ext cx="2438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Billing module</a:t>
              </a:r>
              <a:endParaRPr lang="en-US" sz="1200" spc="0" kern="0" b="0" i="0" dirty="0">
                <a:solidFill>
                  <a:srgbClr val="070154"/>
                </a:solidFill>
                <a:latin typeface="IBM Plex Sans"/>
                <a:ea typeface="IBM Plex Sans"/>
                <a:cs typeface="IBM Plex Sans"/>
              </a:endParaRPr>
            </a:p>
          </p:txBody>
        </p:sp>
      </p:grpSp>
      <p:sp>
        <p:nvSpPr>
          <p:cNvPr id="47" name="node17"/>
          <p:cNvSpPr/>
          <p:nvPr/>
        </p:nvSpPr>
        <p:spPr>
          <a:xfrm>
            <a:off x="723900" y="3657600"/>
            <a:ext cx="2743200" cy="38100"/>
          </a:xfrm>
          <a:prstGeom prst="rect">
            <a:avLst/>
          </a:prstGeom>
          <a:solidFill>
            <a:srgbClr val="0047FF"/>
          </a:solidFill>
          <a:ln>
            <a:noFill/>
          </a:ln>
        </p:spPr>
      </p:sp>
      <p:grpSp>
        <p:nvGrpSpPr>
          <p:cNvPr id="127" name="node18"/>
          <p:cNvGrpSpPr/>
          <p:nvPr/>
        </p:nvGrpSpPr>
        <p:grpSpPr>
          <a:xfrm>
            <a:off x="8724900" y="3657600"/>
            <a:ext cx="2286000" cy="457200"/>
            <a:chOff x="8724900" y="3657600"/>
            <a:chExt cx="2286000" cy="457200"/>
          </a:xfrm>
        </p:grpSpPr>
        <p:sp>
          <p:nvSpPr>
            <p:cNvPr id="48" name="node18.surface"/>
            <p:cNvSpPr/>
            <p:nvPr/>
          </p:nvSpPr>
          <p:spPr>
            <a:xfrm>
              <a:off x="8731250" y="3663950"/>
              <a:ext cx="2273300" cy="444500"/>
            </a:xfrm>
            <a:prstGeom prst="rect">
              <a:avLst/>
            </a:prstGeom>
            <a:solidFill>
              <a:srgbClr val="FFFFFF"/>
            </a:solidFill>
            <a:ln w="12700">
              <a:solidFill>
                <a:srgbClr val="CED7E6"/>
              </a:solidFill>
              <a:prstDash val="solid"/>
            </a:ln>
          </p:spPr>
        </p:sp>
        <p:sp>
          <p:nvSpPr>
            <p:cNvPr id="49" name="node18.text"/>
            <p:cNvSpPr/>
            <p:nvPr/>
          </p:nvSpPr>
          <p:spPr>
            <a:xfrm>
              <a:off x="8877300" y="37719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Billing service</a:t>
              </a:r>
              <a:endParaRPr lang="en-US" sz="1200" spc="0" kern="0" b="0" i="0" dirty="0">
                <a:solidFill>
                  <a:srgbClr val="070154"/>
                </a:solidFill>
                <a:latin typeface="IBM Plex Sans"/>
                <a:ea typeface="IBM Plex Sans"/>
                <a:cs typeface="IBM Plex Sans"/>
              </a:endParaRPr>
            </a:p>
          </p:txBody>
        </p:sp>
      </p:grpSp>
      <p:grpSp>
        <p:nvGrpSpPr>
          <p:cNvPr id="128" name="node19"/>
          <p:cNvGrpSpPr/>
          <p:nvPr/>
        </p:nvGrpSpPr>
        <p:grpSpPr>
          <a:xfrm>
            <a:off x="11010900" y="3657600"/>
            <a:ext cx="457200" cy="457200"/>
            <a:chOff x="11010900" y="3657600"/>
            <a:chExt cx="457200" cy="457200"/>
          </a:xfrm>
        </p:grpSpPr>
        <p:sp>
          <p:nvSpPr>
            <p:cNvPr id="50" name="node19.surface"/>
            <p:cNvSpPr/>
            <p:nvPr/>
          </p:nvSpPr>
          <p:spPr>
            <a:xfrm>
              <a:off x="11010900" y="3657600"/>
              <a:ext cx="457200" cy="457200"/>
            </a:xfrm>
            <a:prstGeom prst="rect">
              <a:avLst/>
            </a:prstGeom>
            <a:solidFill>
              <a:srgbClr val="CED7E6"/>
            </a:solidFill>
            <a:ln>
              <a:noFill/>
            </a:ln>
          </p:spPr>
        </p:sp>
        <p:sp>
          <p:nvSpPr>
            <p:cNvPr id="51" name="node19.text"/>
            <p:cNvSpPr/>
            <p:nvPr/>
          </p:nvSpPr>
          <p:spPr>
            <a:xfrm>
              <a:off x="11087100" y="3771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sp>
        <p:nvSpPr>
          <p:cNvPr id="52" name="node20"/>
          <p:cNvSpPr/>
          <p:nvPr/>
        </p:nvSpPr>
        <p:spPr>
          <a:xfrm>
            <a:off x="8724900" y="3657600"/>
            <a:ext cx="2743200" cy="38100"/>
          </a:xfrm>
          <a:prstGeom prst="rect">
            <a:avLst/>
          </a:prstGeom>
          <a:solidFill>
            <a:srgbClr val="0047FF"/>
          </a:solidFill>
          <a:ln>
            <a:noFill/>
          </a:ln>
        </p:spPr>
      </p:sp>
      <p:grpSp>
        <p:nvGrpSpPr>
          <p:cNvPr id="129" name="node21"/>
          <p:cNvGrpSpPr/>
          <p:nvPr/>
        </p:nvGrpSpPr>
        <p:grpSpPr>
          <a:xfrm>
            <a:off x="3467100" y="3771900"/>
            <a:ext cx="1143000" cy="228600"/>
            <a:chOff x="3467100" y="3771900"/>
            <a:chExt cx="1143000" cy="228600"/>
          </a:xfrm>
        </p:grpSpPr>
        <p:sp>
          <p:nvSpPr>
            <p:cNvPr id="53" name="node21.segment-1"/>
            <p:cNvSpPr/>
            <p:nvPr/>
          </p:nvSpPr>
          <p:spPr>
            <a:xfrm>
              <a:off x="3467100" y="3886200"/>
              <a:ext cx="1143000" cy="0"/>
            </a:xfrm>
            <a:custGeom>
              <a:avLst/>
              <a:gdLst/>
              <a:ahLst/>
              <a:cxnLst/>
              <a:rect l="l" t="t" r="r" b="b"/>
              <a:pathLst>
                <a:path w="1143000">
                  <a:moveTo>
                    <a:pt x="1143000" y="0"/>
                  </a:moveTo>
                  <a:lnTo>
                    <a:pt x="0" y="0"/>
                  </a:lnTo>
                </a:path>
              </a:pathLst>
            </a:custGeom>
            <a:ln w="12700">
              <a:solidFill>
                <a:srgbClr val="070154"/>
              </a:solidFill>
              <a:prstDash val="dash"/>
            </a:ln>
          </p:spPr>
        </p:sp>
        <p:sp>
          <p:nvSpPr>
            <p:cNvPr id="54" name="node21.head-end.0"/>
            <p:cNvSpPr/>
            <p:nvPr/>
          </p:nvSpPr>
          <p:spPr>
            <a:xfrm>
              <a:off x="3467100" y="38435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55" name="node21.head-end.1"/>
            <p:cNvSpPr/>
            <p:nvPr/>
          </p:nvSpPr>
          <p:spPr>
            <a:xfrm>
              <a:off x="3467100" y="38862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sp>
          <p:nvSpPr>
            <p:cNvPr id="56" name="node21.label-patch"/>
            <p:cNvSpPr/>
            <p:nvPr/>
          </p:nvSpPr>
          <p:spPr>
            <a:xfrm>
              <a:off x="3849719" y="3771900"/>
              <a:ext cx="377763" cy="228600"/>
            </a:xfrm>
            <a:prstGeom prst="rect">
              <a:avLst/>
            </a:prstGeom>
            <a:solidFill>
              <a:srgbClr val="FFFFFF"/>
            </a:solidFill>
            <a:ln>
              <a:noFill/>
            </a:ln>
          </p:spPr>
        </p:sp>
        <p:sp>
          <p:nvSpPr>
            <p:cNvPr id="57" name="node21.label"/>
            <p:cNvSpPr/>
            <p:nvPr/>
          </p:nvSpPr>
          <p:spPr>
            <a:xfrm>
              <a:off x="3887819" y="38100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40%</a:t>
              </a:r>
              <a:endParaRPr lang="en-US" sz="900" spc="54" kern="0" b="0" i="0" dirty="0">
                <a:solidFill>
                  <a:srgbClr val="50658E"/>
                </a:solidFill>
                <a:latin typeface="IBM Plex Mono Medium"/>
                <a:ea typeface="IBM Plex Mono Medium"/>
                <a:cs typeface="IBM Plex Mono Medium"/>
              </a:endParaRPr>
            </a:p>
          </p:txBody>
        </p:sp>
      </p:grpSp>
      <p:grpSp>
        <p:nvGrpSpPr>
          <p:cNvPr id="130" name="node22"/>
          <p:cNvGrpSpPr/>
          <p:nvPr/>
        </p:nvGrpSpPr>
        <p:grpSpPr>
          <a:xfrm>
            <a:off x="7581900" y="3771900"/>
            <a:ext cx="1143000" cy="228600"/>
            <a:chOff x="7581900" y="3771900"/>
            <a:chExt cx="1143000" cy="228600"/>
          </a:xfrm>
        </p:grpSpPr>
        <p:sp>
          <p:nvSpPr>
            <p:cNvPr id="58" name="node22.segment-1"/>
            <p:cNvSpPr/>
            <p:nvPr/>
          </p:nvSpPr>
          <p:spPr>
            <a:xfrm>
              <a:off x="7581900" y="3886200"/>
              <a:ext cx="1143000" cy="0"/>
            </a:xfrm>
            <a:custGeom>
              <a:avLst/>
              <a:gdLst/>
              <a:ahLst/>
              <a:cxnLst/>
              <a:rect l="l" t="t" r="r" b="b"/>
              <a:pathLst>
                <a:path w="1143000">
                  <a:moveTo>
                    <a:pt x="0" y="0"/>
                  </a:moveTo>
                  <a:lnTo>
                    <a:pt x="1143000" y="0"/>
                  </a:lnTo>
                </a:path>
              </a:pathLst>
            </a:custGeom>
            <a:ln w="12700">
              <a:solidFill>
                <a:srgbClr val="070154"/>
              </a:solidFill>
              <a:prstDash val="dash"/>
            </a:ln>
          </p:spPr>
        </p:sp>
        <p:sp>
          <p:nvSpPr>
            <p:cNvPr id="59" name="node22.head-end.0"/>
            <p:cNvSpPr/>
            <p:nvPr/>
          </p:nvSpPr>
          <p:spPr>
            <a:xfrm>
              <a:off x="8646883" y="3886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0" name="node22.head-end.1"/>
            <p:cNvSpPr/>
            <p:nvPr/>
          </p:nvSpPr>
          <p:spPr>
            <a:xfrm>
              <a:off x="8646883" y="3843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61" name="node22.label-patch"/>
            <p:cNvSpPr/>
            <p:nvPr/>
          </p:nvSpPr>
          <p:spPr>
            <a:xfrm>
              <a:off x="7964519" y="3771900"/>
              <a:ext cx="377763" cy="228600"/>
            </a:xfrm>
            <a:prstGeom prst="rect">
              <a:avLst/>
            </a:prstGeom>
            <a:solidFill>
              <a:srgbClr val="FFFFFF"/>
            </a:solidFill>
            <a:ln>
              <a:noFill/>
            </a:ln>
          </p:spPr>
        </p:sp>
        <p:sp>
          <p:nvSpPr>
            <p:cNvPr id="62" name="node22.label"/>
            <p:cNvSpPr/>
            <p:nvPr/>
          </p:nvSpPr>
          <p:spPr>
            <a:xfrm>
              <a:off x="8002619" y="38100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60%</a:t>
              </a:r>
              <a:endParaRPr lang="en-US" sz="900" spc="54" kern="0" b="0" i="0" dirty="0">
                <a:solidFill>
                  <a:srgbClr val="50658E"/>
                </a:solidFill>
                <a:latin typeface="IBM Plex Mono Medium"/>
                <a:ea typeface="IBM Plex Mono Medium"/>
                <a:cs typeface="IBM Plex Mono Medium"/>
              </a:endParaRPr>
            </a:p>
          </p:txBody>
        </p:sp>
      </p:grpSp>
      <p:grpSp>
        <p:nvGrpSpPr>
          <p:cNvPr id="131" name="node23"/>
          <p:cNvGrpSpPr/>
          <p:nvPr/>
        </p:nvGrpSpPr>
        <p:grpSpPr>
          <a:xfrm>
            <a:off x="723900" y="4343400"/>
            <a:ext cx="2743200" cy="457200"/>
            <a:chOff x="723900" y="4343400"/>
            <a:chExt cx="2743200" cy="457200"/>
          </a:xfrm>
        </p:grpSpPr>
        <p:sp>
          <p:nvSpPr>
            <p:cNvPr id="63" name="node23.surface"/>
            <p:cNvSpPr/>
            <p:nvPr/>
          </p:nvSpPr>
          <p:spPr>
            <a:xfrm>
              <a:off x="730250" y="4349750"/>
              <a:ext cx="2730500" cy="444500"/>
            </a:xfrm>
            <a:prstGeom prst="rect">
              <a:avLst/>
            </a:prstGeom>
            <a:solidFill>
              <a:srgbClr val="FFFFFF"/>
            </a:solidFill>
            <a:ln w="12700">
              <a:solidFill>
                <a:srgbClr val="CED7E6"/>
              </a:solidFill>
              <a:prstDash val="solid"/>
            </a:ln>
          </p:spPr>
        </p:sp>
        <p:sp>
          <p:nvSpPr>
            <p:cNvPr id="64" name="node23.text"/>
            <p:cNvSpPr/>
            <p:nvPr/>
          </p:nvSpPr>
          <p:spPr>
            <a:xfrm>
              <a:off x="876300" y="4457700"/>
              <a:ext cx="2438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Claims module</a:t>
              </a:r>
              <a:endParaRPr lang="en-US" sz="1200" spc="0" kern="0" b="0" i="0" dirty="0">
                <a:solidFill>
                  <a:srgbClr val="070154"/>
                </a:solidFill>
                <a:latin typeface="IBM Plex Sans"/>
                <a:ea typeface="IBM Plex Sans"/>
                <a:cs typeface="IBM Plex Sans"/>
              </a:endParaRPr>
            </a:p>
          </p:txBody>
        </p:sp>
      </p:grpSp>
      <p:sp>
        <p:nvSpPr>
          <p:cNvPr id="65" name="node24"/>
          <p:cNvSpPr/>
          <p:nvPr/>
        </p:nvSpPr>
        <p:spPr>
          <a:xfrm>
            <a:off x="723900" y="4343400"/>
            <a:ext cx="2743200" cy="38100"/>
          </a:xfrm>
          <a:prstGeom prst="rect">
            <a:avLst/>
          </a:prstGeom>
          <a:solidFill>
            <a:srgbClr val="0047FF"/>
          </a:solidFill>
          <a:ln>
            <a:noFill/>
          </a:ln>
        </p:spPr>
      </p:sp>
      <p:grpSp>
        <p:nvGrpSpPr>
          <p:cNvPr id="132" name="node25"/>
          <p:cNvGrpSpPr/>
          <p:nvPr/>
        </p:nvGrpSpPr>
        <p:grpSpPr>
          <a:xfrm>
            <a:off x="8724900" y="4343400"/>
            <a:ext cx="2286000" cy="457200"/>
            <a:chOff x="8724900" y="4343400"/>
            <a:chExt cx="2286000" cy="457200"/>
          </a:xfrm>
        </p:grpSpPr>
        <p:sp>
          <p:nvSpPr>
            <p:cNvPr id="66" name="node25.surface"/>
            <p:cNvSpPr/>
            <p:nvPr/>
          </p:nvSpPr>
          <p:spPr>
            <a:xfrm>
              <a:off x="8731250" y="4349750"/>
              <a:ext cx="2273300" cy="444500"/>
            </a:xfrm>
            <a:prstGeom prst="rect">
              <a:avLst/>
            </a:prstGeom>
            <a:solidFill>
              <a:srgbClr val="FFFFFF"/>
            </a:solidFill>
            <a:ln w="12700">
              <a:solidFill>
                <a:srgbClr val="CED7E6"/>
              </a:solidFill>
              <a:prstDash val="solid"/>
            </a:ln>
          </p:spPr>
        </p:sp>
        <p:sp>
          <p:nvSpPr>
            <p:cNvPr id="67" name="node25.text"/>
            <p:cNvSpPr/>
            <p:nvPr/>
          </p:nvSpPr>
          <p:spPr>
            <a:xfrm>
              <a:off x="8877300" y="44577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Claims service</a:t>
              </a:r>
              <a:endParaRPr lang="en-US" sz="1200" spc="0" kern="0" b="0" i="0" dirty="0">
                <a:solidFill>
                  <a:srgbClr val="070154"/>
                </a:solidFill>
                <a:latin typeface="IBM Plex Sans"/>
                <a:ea typeface="IBM Plex Sans"/>
                <a:cs typeface="IBM Plex Sans"/>
              </a:endParaRPr>
            </a:p>
          </p:txBody>
        </p:sp>
      </p:grpSp>
      <p:grpSp>
        <p:nvGrpSpPr>
          <p:cNvPr id="133" name="node26"/>
          <p:cNvGrpSpPr/>
          <p:nvPr/>
        </p:nvGrpSpPr>
        <p:grpSpPr>
          <a:xfrm>
            <a:off x="11010900" y="4343400"/>
            <a:ext cx="457200" cy="457200"/>
            <a:chOff x="11010900" y="4343400"/>
            <a:chExt cx="457200" cy="457200"/>
          </a:xfrm>
        </p:grpSpPr>
        <p:sp>
          <p:nvSpPr>
            <p:cNvPr id="68" name="node26.surface"/>
            <p:cNvSpPr/>
            <p:nvPr/>
          </p:nvSpPr>
          <p:spPr>
            <a:xfrm>
              <a:off x="11010900" y="4343400"/>
              <a:ext cx="457200" cy="457200"/>
            </a:xfrm>
            <a:prstGeom prst="rect">
              <a:avLst/>
            </a:prstGeom>
            <a:solidFill>
              <a:srgbClr val="CED7E6"/>
            </a:solidFill>
            <a:ln>
              <a:noFill/>
            </a:ln>
          </p:spPr>
        </p:sp>
        <p:sp>
          <p:nvSpPr>
            <p:cNvPr id="69" name="node26.text"/>
            <p:cNvSpPr/>
            <p:nvPr/>
          </p:nvSpPr>
          <p:spPr>
            <a:xfrm>
              <a:off x="11087100" y="4457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sp>
        <p:nvSpPr>
          <p:cNvPr id="70" name="node27"/>
          <p:cNvSpPr/>
          <p:nvPr/>
        </p:nvSpPr>
        <p:spPr>
          <a:xfrm>
            <a:off x="8724900" y="4343400"/>
            <a:ext cx="2743200" cy="38100"/>
          </a:xfrm>
          <a:prstGeom prst="rect">
            <a:avLst/>
          </a:prstGeom>
          <a:solidFill>
            <a:srgbClr val="0047FF"/>
          </a:solidFill>
          <a:ln>
            <a:noFill/>
          </a:ln>
        </p:spPr>
      </p:sp>
      <p:grpSp>
        <p:nvGrpSpPr>
          <p:cNvPr id="134" name="node28"/>
          <p:cNvGrpSpPr/>
          <p:nvPr/>
        </p:nvGrpSpPr>
        <p:grpSpPr>
          <a:xfrm>
            <a:off x="3467100" y="4457700"/>
            <a:ext cx="1143000" cy="228600"/>
            <a:chOff x="3467100" y="4457700"/>
            <a:chExt cx="1143000" cy="228600"/>
          </a:xfrm>
        </p:grpSpPr>
        <p:sp>
          <p:nvSpPr>
            <p:cNvPr id="71" name="node28.segment-1"/>
            <p:cNvSpPr/>
            <p:nvPr/>
          </p:nvSpPr>
          <p:spPr>
            <a:xfrm>
              <a:off x="3467100" y="4572000"/>
              <a:ext cx="1143000" cy="0"/>
            </a:xfrm>
            <a:custGeom>
              <a:avLst/>
              <a:gdLst/>
              <a:ahLst/>
              <a:cxnLst/>
              <a:rect l="l" t="t" r="r" b="b"/>
              <a:pathLst>
                <a:path w="1143000">
                  <a:moveTo>
                    <a:pt x="1143000" y="0"/>
                  </a:moveTo>
                  <a:lnTo>
                    <a:pt x="0" y="0"/>
                  </a:lnTo>
                </a:path>
              </a:pathLst>
            </a:custGeom>
            <a:ln w="12700">
              <a:solidFill>
                <a:srgbClr val="070154"/>
              </a:solidFill>
              <a:prstDash val="dash"/>
            </a:ln>
          </p:spPr>
        </p:sp>
        <p:sp>
          <p:nvSpPr>
            <p:cNvPr id="72" name="node28.head-end.0"/>
            <p:cNvSpPr/>
            <p:nvPr/>
          </p:nvSpPr>
          <p:spPr>
            <a:xfrm>
              <a:off x="3467100" y="45293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73" name="node28.head-end.1"/>
            <p:cNvSpPr/>
            <p:nvPr/>
          </p:nvSpPr>
          <p:spPr>
            <a:xfrm>
              <a:off x="3467100" y="45720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sp>
          <p:nvSpPr>
            <p:cNvPr id="74" name="node28.label-patch"/>
            <p:cNvSpPr/>
            <p:nvPr/>
          </p:nvSpPr>
          <p:spPr>
            <a:xfrm>
              <a:off x="3849719" y="4457700"/>
              <a:ext cx="377763" cy="228600"/>
            </a:xfrm>
            <a:prstGeom prst="rect">
              <a:avLst/>
            </a:prstGeom>
            <a:solidFill>
              <a:srgbClr val="FFFFFF"/>
            </a:solidFill>
            <a:ln>
              <a:noFill/>
            </a:ln>
          </p:spPr>
        </p:sp>
        <p:sp>
          <p:nvSpPr>
            <p:cNvPr id="75" name="node28.label"/>
            <p:cNvSpPr/>
            <p:nvPr/>
          </p:nvSpPr>
          <p:spPr>
            <a:xfrm>
              <a:off x="3887819" y="44958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75%</a:t>
              </a:r>
              <a:endParaRPr lang="en-US" sz="900" spc="54" kern="0" b="0" i="0" dirty="0">
                <a:solidFill>
                  <a:srgbClr val="50658E"/>
                </a:solidFill>
                <a:latin typeface="IBM Plex Mono Medium"/>
                <a:ea typeface="IBM Plex Mono Medium"/>
                <a:cs typeface="IBM Plex Mono Medium"/>
              </a:endParaRPr>
            </a:p>
          </p:txBody>
        </p:sp>
      </p:grpSp>
      <p:grpSp>
        <p:nvGrpSpPr>
          <p:cNvPr id="135" name="node29"/>
          <p:cNvGrpSpPr/>
          <p:nvPr/>
        </p:nvGrpSpPr>
        <p:grpSpPr>
          <a:xfrm>
            <a:off x="7581900" y="4457700"/>
            <a:ext cx="1143000" cy="228600"/>
            <a:chOff x="7581900" y="4457700"/>
            <a:chExt cx="1143000" cy="228600"/>
          </a:xfrm>
        </p:grpSpPr>
        <p:sp>
          <p:nvSpPr>
            <p:cNvPr id="76" name="node29.segment-1"/>
            <p:cNvSpPr/>
            <p:nvPr/>
          </p:nvSpPr>
          <p:spPr>
            <a:xfrm>
              <a:off x="7581900" y="4572000"/>
              <a:ext cx="1143000" cy="0"/>
            </a:xfrm>
            <a:custGeom>
              <a:avLst/>
              <a:gdLst/>
              <a:ahLst/>
              <a:cxnLst/>
              <a:rect l="l" t="t" r="r" b="b"/>
              <a:pathLst>
                <a:path w="1143000">
                  <a:moveTo>
                    <a:pt x="0" y="0"/>
                  </a:moveTo>
                  <a:lnTo>
                    <a:pt x="1143000" y="0"/>
                  </a:lnTo>
                </a:path>
              </a:pathLst>
            </a:custGeom>
            <a:ln w="12700">
              <a:solidFill>
                <a:srgbClr val="070154"/>
              </a:solidFill>
              <a:prstDash val="dash"/>
            </a:ln>
          </p:spPr>
        </p:sp>
        <p:sp>
          <p:nvSpPr>
            <p:cNvPr id="77" name="node29.head-end.0"/>
            <p:cNvSpPr/>
            <p:nvPr/>
          </p:nvSpPr>
          <p:spPr>
            <a:xfrm>
              <a:off x="8646883" y="4572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8" name="node29.head-end.1"/>
            <p:cNvSpPr/>
            <p:nvPr/>
          </p:nvSpPr>
          <p:spPr>
            <a:xfrm>
              <a:off x="8646883" y="4529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79" name="node29.label-patch"/>
            <p:cNvSpPr/>
            <p:nvPr/>
          </p:nvSpPr>
          <p:spPr>
            <a:xfrm>
              <a:off x="7964519" y="4457700"/>
              <a:ext cx="377763" cy="228600"/>
            </a:xfrm>
            <a:prstGeom prst="rect">
              <a:avLst/>
            </a:prstGeom>
            <a:solidFill>
              <a:srgbClr val="FFFFFF"/>
            </a:solidFill>
            <a:ln>
              <a:noFill/>
            </a:ln>
          </p:spPr>
        </p:sp>
        <p:sp>
          <p:nvSpPr>
            <p:cNvPr id="80" name="node29.label"/>
            <p:cNvSpPr/>
            <p:nvPr/>
          </p:nvSpPr>
          <p:spPr>
            <a:xfrm>
              <a:off x="8002619" y="44958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25%</a:t>
              </a:r>
              <a:endParaRPr lang="en-US" sz="900" spc="54" kern="0" b="0" i="0" dirty="0">
                <a:solidFill>
                  <a:srgbClr val="50658E"/>
                </a:solidFill>
                <a:latin typeface="IBM Plex Mono Medium"/>
                <a:ea typeface="IBM Plex Mono Medium"/>
                <a:cs typeface="IBM Plex Mono Medium"/>
              </a:endParaRPr>
            </a:p>
          </p:txBody>
        </p:sp>
      </p:grpSp>
      <p:grpSp>
        <p:nvGrpSpPr>
          <p:cNvPr id="136" name="node30"/>
          <p:cNvGrpSpPr/>
          <p:nvPr/>
        </p:nvGrpSpPr>
        <p:grpSpPr>
          <a:xfrm>
            <a:off x="723900" y="5029200"/>
            <a:ext cx="2743200" cy="457200"/>
            <a:chOff x="723900" y="5029200"/>
            <a:chExt cx="2743200" cy="457200"/>
          </a:xfrm>
        </p:grpSpPr>
        <p:sp>
          <p:nvSpPr>
            <p:cNvPr id="81" name="node30.surface"/>
            <p:cNvSpPr/>
            <p:nvPr/>
          </p:nvSpPr>
          <p:spPr>
            <a:xfrm>
              <a:off x="730250" y="5035550"/>
              <a:ext cx="2730500" cy="444500"/>
            </a:xfrm>
            <a:prstGeom prst="rect">
              <a:avLst/>
            </a:prstGeom>
            <a:solidFill>
              <a:srgbClr val="FFFFFF"/>
            </a:solidFill>
            <a:ln w="12700">
              <a:solidFill>
                <a:srgbClr val="CED7E6"/>
              </a:solidFill>
              <a:prstDash val="solid"/>
            </a:ln>
          </p:spPr>
        </p:sp>
        <p:sp>
          <p:nvSpPr>
            <p:cNvPr id="82" name="node30.text"/>
            <p:cNvSpPr/>
            <p:nvPr/>
          </p:nvSpPr>
          <p:spPr>
            <a:xfrm>
              <a:off x="876300" y="5143500"/>
              <a:ext cx="2438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Reporting module</a:t>
              </a:r>
              <a:endParaRPr lang="en-US" sz="1200" spc="0" kern="0" b="0" i="0" dirty="0">
                <a:solidFill>
                  <a:srgbClr val="070154"/>
                </a:solidFill>
                <a:latin typeface="IBM Plex Sans"/>
                <a:ea typeface="IBM Plex Sans"/>
                <a:cs typeface="IBM Plex Sans"/>
              </a:endParaRPr>
            </a:p>
          </p:txBody>
        </p:sp>
      </p:grpSp>
      <p:grpSp>
        <p:nvGrpSpPr>
          <p:cNvPr id="137" name="node31"/>
          <p:cNvGrpSpPr/>
          <p:nvPr/>
        </p:nvGrpSpPr>
        <p:grpSpPr>
          <a:xfrm>
            <a:off x="8724900" y="4914900"/>
            <a:ext cx="2743200" cy="571500"/>
            <a:chOff x="8724900" y="4914900"/>
            <a:chExt cx="2743200" cy="571500"/>
          </a:xfrm>
        </p:grpSpPr>
        <p:sp>
          <p:nvSpPr>
            <p:cNvPr id="83" name="node31.surface"/>
            <p:cNvSpPr/>
            <p:nvPr/>
          </p:nvSpPr>
          <p:spPr>
            <a:xfrm>
              <a:off x="8724900" y="5029200"/>
              <a:ext cx="2743200" cy="457200"/>
            </a:xfrm>
            <a:prstGeom prst="rect">
              <a:avLst/>
            </a:prstGeom>
            <a:ln w="12700">
              <a:solidFill>
                <a:srgbClr val="50658E"/>
              </a:solidFill>
              <a:prstDash val="dash"/>
            </a:ln>
          </p:spPr>
        </p:sp>
        <p:sp>
          <p:nvSpPr>
            <p:cNvPr id="84" name="node31.label-patch"/>
            <p:cNvSpPr/>
            <p:nvPr/>
          </p:nvSpPr>
          <p:spPr>
            <a:xfrm>
              <a:off x="8839200" y="4914900"/>
              <a:ext cx="602047" cy="152400"/>
            </a:xfrm>
            <a:prstGeom prst="rect">
              <a:avLst/>
            </a:prstGeom>
            <a:solidFill>
              <a:srgbClr val="FFFFFF"/>
            </a:solidFill>
            <a:ln>
              <a:noFill/>
            </a:ln>
          </p:spPr>
        </p:sp>
        <p:sp>
          <p:nvSpPr>
            <p:cNvPr id="85" name="node31.label"/>
            <p:cNvSpPr/>
            <p:nvPr/>
          </p:nvSpPr>
          <p:spPr>
            <a:xfrm>
              <a:off x="8877300" y="4914900"/>
              <a:ext cx="2438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PLANNED</a:t>
              </a:r>
              <a:endParaRPr lang="en-US" sz="900" spc="54" kern="0" b="0" i="0" dirty="0">
                <a:solidFill>
                  <a:srgbClr val="070154"/>
                </a:solidFill>
                <a:latin typeface="IBM Plex Mono SemiBold"/>
                <a:ea typeface="IBM Plex Mono SemiBold"/>
                <a:cs typeface="IBM Plex Mono SemiBold"/>
              </a:endParaRPr>
            </a:p>
          </p:txBody>
        </p:sp>
      </p:grpSp>
      <p:grpSp>
        <p:nvGrpSpPr>
          <p:cNvPr id="138" name="node32"/>
          <p:cNvGrpSpPr/>
          <p:nvPr/>
        </p:nvGrpSpPr>
        <p:grpSpPr>
          <a:xfrm>
            <a:off x="8877300" y="5143500"/>
            <a:ext cx="2133600" cy="228600"/>
            <a:chOff x="8877300" y="5143500"/>
            <a:chExt cx="2133600" cy="228600"/>
          </a:xfrm>
        </p:grpSpPr>
        <p:sp>
          <p:nvSpPr>
            <p:cNvPr id="86" name="node32.text"/>
            <p:cNvSpPr/>
            <p:nvPr/>
          </p:nvSpPr>
          <p:spPr>
            <a:xfrm>
              <a:off x="8877300" y="51435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Reporting service</a:t>
              </a:r>
              <a:endParaRPr lang="en-US" sz="1200" spc="0" kern="0" b="0" i="0" dirty="0">
                <a:solidFill>
                  <a:srgbClr val="50658E"/>
                </a:solidFill>
                <a:latin typeface="IBM Plex Sans"/>
                <a:ea typeface="IBM Plex Sans"/>
                <a:cs typeface="IBM Plex Sans"/>
              </a:endParaRPr>
            </a:p>
          </p:txBody>
        </p:sp>
      </p:grpSp>
      <p:grpSp>
        <p:nvGrpSpPr>
          <p:cNvPr id="139" name="node33"/>
          <p:cNvGrpSpPr/>
          <p:nvPr/>
        </p:nvGrpSpPr>
        <p:grpSpPr>
          <a:xfrm>
            <a:off x="11010900" y="5029200"/>
            <a:ext cx="457200" cy="457200"/>
            <a:chOff x="11010900" y="5029200"/>
            <a:chExt cx="457200" cy="457200"/>
          </a:xfrm>
        </p:grpSpPr>
        <p:sp>
          <p:nvSpPr>
            <p:cNvPr id="87" name="node33.surface"/>
            <p:cNvSpPr/>
            <p:nvPr/>
          </p:nvSpPr>
          <p:spPr>
            <a:xfrm>
              <a:off x="11010900" y="5029200"/>
              <a:ext cx="457200" cy="457200"/>
            </a:xfrm>
            <a:prstGeom prst="rect">
              <a:avLst/>
            </a:prstGeom>
            <a:solidFill>
              <a:srgbClr val="CED7E6"/>
            </a:solidFill>
            <a:ln>
              <a:noFill/>
            </a:ln>
          </p:spPr>
        </p:sp>
        <p:sp>
          <p:nvSpPr>
            <p:cNvPr id="88" name="node33.text"/>
            <p:cNvSpPr/>
            <p:nvPr/>
          </p:nvSpPr>
          <p:spPr>
            <a:xfrm>
              <a:off x="11087100" y="5143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40" name="node34"/>
          <p:cNvGrpSpPr/>
          <p:nvPr/>
        </p:nvGrpSpPr>
        <p:grpSpPr>
          <a:xfrm>
            <a:off x="3467100" y="5143500"/>
            <a:ext cx="1143000" cy="228600"/>
            <a:chOff x="3467100" y="5143500"/>
            <a:chExt cx="1143000" cy="228600"/>
          </a:xfrm>
        </p:grpSpPr>
        <p:sp>
          <p:nvSpPr>
            <p:cNvPr id="89" name="node34.segment-1"/>
            <p:cNvSpPr/>
            <p:nvPr/>
          </p:nvSpPr>
          <p:spPr>
            <a:xfrm>
              <a:off x="3467100" y="5257800"/>
              <a:ext cx="1143000" cy="0"/>
            </a:xfrm>
            <a:custGeom>
              <a:avLst/>
              <a:gdLst/>
              <a:ahLst/>
              <a:cxnLst/>
              <a:rect l="l" t="t" r="r" b="b"/>
              <a:pathLst>
                <a:path w="1143000">
                  <a:moveTo>
                    <a:pt x="1143000" y="0"/>
                  </a:moveTo>
                  <a:lnTo>
                    <a:pt x="0" y="0"/>
                  </a:lnTo>
                </a:path>
              </a:pathLst>
            </a:custGeom>
            <a:ln w="12700">
              <a:solidFill>
                <a:srgbClr val="070154"/>
              </a:solidFill>
              <a:prstDash val="solid"/>
            </a:ln>
          </p:spPr>
        </p:sp>
        <p:sp>
          <p:nvSpPr>
            <p:cNvPr id="90" name="node34.head-end.0"/>
            <p:cNvSpPr/>
            <p:nvPr/>
          </p:nvSpPr>
          <p:spPr>
            <a:xfrm>
              <a:off x="3467100" y="52151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91" name="node34.head-end.1"/>
            <p:cNvSpPr/>
            <p:nvPr/>
          </p:nvSpPr>
          <p:spPr>
            <a:xfrm>
              <a:off x="3467100" y="52578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sp>
          <p:nvSpPr>
            <p:cNvPr id="92" name="node34.label-patch"/>
            <p:cNvSpPr/>
            <p:nvPr/>
          </p:nvSpPr>
          <p:spPr>
            <a:xfrm>
              <a:off x="3812158" y="5143500"/>
              <a:ext cx="452884" cy="228600"/>
            </a:xfrm>
            <a:prstGeom prst="rect">
              <a:avLst/>
            </a:prstGeom>
            <a:solidFill>
              <a:srgbClr val="FFFFFF"/>
            </a:solidFill>
            <a:ln>
              <a:noFill/>
            </a:ln>
          </p:spPr>
        </p:sp>
        <p:sp>
          <p:nvSpPr>
            <p:cNvPr id="93" name="node34.label"/>
            <p:cNvSpPr/>
            <p:nvPr/>
          </p:nvSpPr>
          <p:spPr>
            <a:xfrm>
              <a:off x="3850258" y="5181600"/>
              <a:ext cx="37668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100%</a:t>
              </a:r>
              <a:endParaRPr lang="en-US" sz="900" spc="54" kern="0" b="0" i="0" dirty="0">
                <a:solidFill>
                  <a:srgbClr val="50658E"/>
                </a:solidFill>
                <a:latin typeface="IBM Plex Mono Medium"/>
                <a:ea typeface="IBM Plex Mono Medium"/>
                <a:cs typeface="IBM Plex Mono Medium"/>
              </a:endParaRPr>
            </a:p>
          </p:txBody>
        </p:sp>
      </p:grpSp>
      <p:grpSp>
        <p:nvGrpSpPr>
          <p:cNvPr id="141" name="node35"/>
          <p:cNvGrpSpPr/>
          <p:nvPr/>
        </p:nvGrpSpPr>
        <p:grpSpPr>
          <a:xfrm>
            <a:off x="723900" y="5715000"/>
            <a:ext cx="457200" cy="228600"/>
            <a:chOff x="723900" y="5715000"/>
            <a:chExt cx="457200" cy="228600"/>
          </a:xfrm>
        </p:grpSpPr>
        <p:sp>
          <p:nvSpPr>
            <p:cNvPr id="94" name="node35.surface"/>
            <p:cNvSpPr/>
            <p:nvPr/>
          </p:nvSpPr>
          <p:spPr>
            <a:xfrm>
              <a:off x="730250" y="5721350"/>
              <a:ext cx="444500" cy="215900"/>
            </a:xfrm>
            <a:prstGeom prst="rect">
              <a:avLst/>
            </a:prstGeom>
            <a:solidFill>
              <a:srgbClr val="FFFFFF"/>
            </a:solidFill>
            <a:ln w="12700">
              <a:solidFill>
                <a:srgbClr val="CED7E6"/>
              </a:solidFill>
              <a:prstDash val="solid"/>
            </a:ln>
          </p:spPr>
        </p:sp>
      </p:grpSp>
      <p:grpSp>
        <p:nvGrpSpPr>
          <p:cNvPr id="142" name="node36"/>
          <p:cNvGrpSpPr/>
          <p:nvPr/>
        </p:nvGrpSpPr>
        <p:grpSpPr>
          <a:xfrm>
            <a:off x="1295400" y="5715000"/>
            <a:ext cx="1371600" cy="228600"/>
            <a:chOff x="1295400" y="5715000"/>
            <a:chExt cx="1371600" cy="228600"/>
          </a:xfrm>
        </p:grpSpPr>
        <p:sp>
          <p:nvSpPr>
            <p:cNvPr id="95" name="node36.text"/>
            <p:cNvSpPr/>
            <p:nvPr/>
          </p:nvSpPr>
          <p:spPr>
            <a:xfrm>
              <a:off x="1295400" y="5715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 / on-prem</a:t>
              </a:r>
              <a:endParaRPr lang="en-US" sz="1200" spc="0" kern="0" b="0" i="0" dirty="0">
                <a:solidFill>
                  <a:srgbClr val="070154"/>
                </a:solidFill>
                <a:latin typeface="IBM Plex Sans"/>
                <a:ea typeface="IBM Plex Sans"/>
                <a:cs typeface="IBM Plex Sans"/>
              </a:endParaRPr>
            </a:p>
          </p:txBody>
        </p:sp>
      </p:grpSp>
      <p:grpSp>
        <p:nvGrpSpPr>
          <p:cNvPr id="143" name="node37"/>
          <p:cNvGrpSpPr/>
          <p:nvPr/>
        </p:nvGrpSpPr>
        <p:grpSpPr>
          <a:xfrm>
            <a:off x="2781300" y="5715000"/>
            <a:ext cx="457200" cy="228600"/>
            <a:chOff x="2781300" y="5715000"/>
            <a:chExt cx="457200" cy="228600"/>
          </a:xfrm>
        </p:grpSpPr>
        <p:sp>
          <p:nvSpPr>
            <p:cNvPr id="96" name="node37.surface"/>
            <p:cNvSpPr/>
            <p:nvPr/>
          </p:nvSpPr>
          <p:spPr>
            <a:xfrm>
              <a:off x="2787650" y="5721350"/>
              <a:ext cx="444500" cy="215900"/>
            </a:xfrm>
            <a:prstGeom prst="rect">
              <a:avLst/>
            </a:prstGeom>
            <a:solidFill>
              <a:srgbClr val="FFFFFF"/>
            </a:solidFill>
            <a:ln w="12700">
              <a:solidFill>
                <a:srgbClr val="CED7E6"/>
              </a:solidFill>
              <a:prstDash val="solid"/>
            </a:ln>
          </p:spPr>
        </p:sp>
      </p:grpSp>
      <p:sp>
        <p:nvSpPr>
          <p:cNvPr id="97" name="node38"/>
          <p:cNvSpPr/>
          <p:nvPr/>
        </p:nvSpPr>
        <p:spPr>
          <a:xfrm>
            <a:off x="2781300" y="5715000"/>
            <a:ext cx="457200" cy="38100"/>
          </a:xfrm>
          <a:prstGeom prst="rect">
            <a:avLst/>
          </a:prstGeom>
          <a:solidFill>
            <a:srgbClr val="0047FF"/>
          </a:solidFill>
          <a:ln>
            <a:noFill/>
          </a:ln>
        </p:spPr>
      </p:sp>
      <p:grpSp>
        <p:nvGrpSpPr>
          <p:cNvPr id="144" name="node39"/>
          <p:cNvGrpSpPr/>
          <p:nvPr/>
        </p:nvGrpSpPr>
        <p:grpSpPr>
          <a:xfrm>
            <a:off x="3352800" y="5715000"/>
            <a:ext cx="889000" cy="228600"/>
            <a:chOff x="3352800" y="5715000"/>
            <a:chExt cx="889000" cy="228600"/>
          </a:xfrm>
        </p:grpSpPr>
        <p:sp>
          <p:nvSpPr>
            <p:cNvPr id="98" name="node39.text"/>
            <p:cNvSpPr/>
            <p:nvPr/>
          </p:nvSpPr>
          <p:spPr>
            <a:xfrm>
              <a:off x="3352800" y="5715000"/>
              <a:ext cx="88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a:t>
              </a:r>
              <a:endParaRPr lang="en-US" sz="1200" spc="0" kern="0" b="0" i="0" dirty="0">
                <a:solidFill>
                  <a:srgbClr val="070154"/>
                </a:solidFill>
                <a:latin typeface="IBM Plex Sans"/>
                <a:ea typeface="IBM Plex Sans"/>
                <a:cs typeface="IBM Plex Sans"/>
              </a:endParaRPr>
            </a:p>
          </p:txBody>
        </p:sp>
      </p:grpSp>
      <p:grpSp>
        <p:nvGrpSpPr>
          <p:cNvPr id="145" name="node40"/>
          <p:cNvGrpSpPr/>
          <p:nvPr/>
        </p:nvGrpSpPr>
        <p:grpSpPr>
          <a:xfrm>
            <a:off x="4381500" y="5715000"/>
            <a:ext cx="457200" cy="228600"/>
            <a:chOff x="4381500" y="5715000"/>
            <a:chExt cx="457200" cy="228600"/>
          </a:xfrm>
        </p:grpSpPr>
        <p:sp>
          <p:nvSpPr>
            <p:cNvPr id="99" name="node40.surface"/>
            <p:cNvSpPr/>
            <p:nvPr/>
          </p:nvSpPr>
          <p:spPr>
            <a:xfrm>
              <a:off x="4381500" y="5715000"/>
              <a:ext cx="457200" cy="228600"/>
            </a:xfrm>
            <a:prstGeom prst="rect">
              <a:avLst/>
            </a:prstGeom>
            <a:solidFill>
              <a:srgbClr val="070154"/>
            </a:solidFill>
            <a:ln>
              <a:noFill/>
            </a:ln>
          </p:spPr>
        </p:sp>
      </p:grpSp>
      <p:grpSp>
        <p:nvGrpSpPr>
          <p:cNvPr id="146" name="node41"/>
          <p:cNvGrpSpPr/>
          <p:nvPr/>
        </p:nvGrpSpPr>
        <p:grpSpPr>
          <a:xfrm>
            <a:off x="4953000" y="5715000"/>
            <a:ext cx="723900" cy="228600"/>
            <a:chOff x="4953000" y="5715000"/>
            <a:chExt cx="723900" cy="228600"/>
          </a:xfrm>
        </p:grpSpPr>
        <p:sp>
          <p:nvSpPr>
            <p:cNvPr id="100" name="node41.text"/>
            <p:cNvSpPr/>
            <p:nvPr/>
          </p:nvSpPr>
          <p:spPr>
            <a:xfrm>
              <a:off x="4953000" y="5715000"/>
              <a:ext cx="723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a:t>
              </a:r>
              <a:endParaRPr lang="en-US" sz="1200" spc="0" kern="0" b="0" i="0" dirty="0">
                <a:solidFill>
                  <a:srgbClr val="070154"/>
                </a:solidFill>
                <a:latin typeface="IBM Plex Sans"/>
                <a:ea typeface="IBM Plex Sans"/>
                <a:cs typeface="IBM Plex Sans"/>
              </a:endParaRPr>
            </a:p>
          </p:txBody>
        </p:sp>
      </p:grpSp>
      <p:grpSp>
        <p:nvGrpSpPr>
          <p:cNvPr id="147" name="node42"/>
          <p:cNvGrpSpPr/>
          <p:nvPr/>
        </p:nvGrpSpPr>
        <p:grpSpPr>
          <a:xfrm>
            <a:off x="5753100" y="5715000"/>
            <a:ext cx="457200" cy="228600"/>
            <a:chOff x="5753100" y="5715000"/>
            <a:chExt cx="457200" cy="228600"/>
          </a:xfrm>
        </p:grpSpPr>
        <p:sp>
          <p:nvSpPr>
            <p:cNvPr id="101" name="node42.surface"/>
            <p:cNvSpPr/>
            <p:nvPr/>
          </p:nvSpPr>
          <p:spPr>
            <a:xfrm>
              <a:off x="5753100" y="5715000"/>
              <a:ext cx="457200" cy="228600"/>
            </a:xfrm>
            <a:prstGeom prst="rect">
              <a:avLst/>
            </a:prstGeom>
            <a:solidFill>
              <a:srgbClr val="FFFFFF"/>
            </a:solidFill>
            <a:ln w="12700">
              <a:solidFill>
                <a:srgbClr val="50658E"/>
              </a:solidFill>
              <a:prstDash val="dash"/>
            </a:ln>
          </p:spPr>
        </p:sp>
      </p:grpSp>
      <p:grpSp>
        <p:nvGrpSpPr>
          <p:cNvPr id="148" name="node43"/>
          <p:cNvGrpSpPr/>
          <p:nvPr/>
        </p:nvGrpSpPr>
        <p:grpSpPr>
          <a:xfrm>
            <a:off x="6324600" y="5715000"/>
            <a:ext cx="1447800" cy="228600"/>
            <a:chOff x="6324600" y="5715000"/>
            <a:chExt cx="1447800" cy="228600"/>
          </a:xfrm>
        </p:grpSpPr>
        <p:sp>
          <p:nvSpPr>
            <p:cNvPr id="102" name="node43.text"/>
            <p:cNvSpPr/>
            <p:nvPr/>
          </p:nvSpPr>
          <p:spPr>
            <a:xfrm>
              <a:off x="6324600" y="57150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 / planned</a:t>
              </a:r>
              <a:endParaRPr lang="en-US" sz="1200" spc="0" kern="0" b="0" i="0" dirty="0">
                <a:solidFill>
                  <a:srgbClr val="070154"/>
                </a:solidFill>
                <a:latin typeface="IBM Plex Sans"/>
                <a:ea typeface="IBM Plex Sans"/>
                <a:cs typeface="IBM Plex Sans"/>
              </a:endParaRPr>
            </a:p>
          </p:txBody>
        </p:sp>
      </p:grpSp>
      <p:grpSp>
        <p:nvGrpSpPr>
          <p:cNvPr id="149" name="node44"/>
          <p:cNvGrpSpPr/>
          <p:nvPr/>
        </p:nvGrpSpPr>
        <p:grpSpPr>
          <a:xfrm>
            <a:off x="7810500" y="5715000"/>
            <a:ext cx="457200" cy="228600"/>
            <a:chOff x="7810500" y="5715000"/>
            <a:chExt cx="457200" cy="228600"/>
          </a:xfrm>
        </p:grpSpPr>
        <p:sp>
          <p:nvSpPr>
            <p:cNvPr id="103" name="node44.surface"/>
            <p:cNvSpPr/>
            <p:nvPr/>
          </p:nvSpPr>
          <p:spPr>
            <a:xfrm>
              <a:off x="7810500" y="5715000"/>
              <a:ext cx="457200" cy="228600"/>
            </a:xfrm>
            <a:prstGeom prst="rect">
              <a:avLst/>
            </a:prstGeom>
            <a:solidFill>
              <a:srgbClr val="CED7E6"/>
            </a:solidFill>
            <a:ln>
              <a:noFill/>
            </a:ln>
          </p:spPr>
        </p:sp>
        <p:sp>
          <p:nvSpPr>
            <p:cNvPr id="104" name="node44.text"/>
            <p:cNvSpPr/>
            <p:nvPr/>
          </p:nvSpPr>
          <p:spPr>
            <a:xfrm>
              <a:off x="7886700" y="57150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50" name="node45"/>
          <p:cNvGrpSpPr/>
          <p:nvPr/>
        </p:nvGrpSpPr>
        <p:grpSpPr>
          <a:xfrm>
            <a:off x="8382000" y="5715000"/>
            <a:ext cx="393700" cy="228600"/>
            <a:chOff x="8382000" y="5715000"/>
            <a:chExt cx="393700" cy="228600"/>
          </a:xfrm>
        </p:grpSpPr>
        <p:sp>
          <p:nvSpPr>
            <p:cNvPr id="105" name="node45.text"/>
            <p:cNvSpPr/>
            <p:nvPr/>
          </p:nvSpPr>
          <p:spPr>
            <a:xfrm>
              <a:off x="8382000" y="5715000"/>
              <a:ext cx="39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a:t>
              </a:r>
              <a:endParaRPr lang="en-US" sz="1200" spc="0" kern="0" b="0" i="0" dirty="0">
                <a:solidFill>
                  <a:srgbClr val="070154"/>
                </a:solidFill>
                <a:latin typeface="IBM Plex Sans"/>
                <a:ea typeface="IBM Plex Sans"/>
                <a:cs typeface="IBM Plex Sans"/>
              </a:endParaRPr>
            </a:p>
          </p:txBody>
        </p:sp>
      </p:grpSp>
      <p:grpSp>
        <p:nvGrpSpPr>
          <p:cNvPr id="151" name="node46"/>
          <p:cNvGrpSpPr/>
          <p:nvPr/>
        </p:nvGrpSpPr>
        <p:grpSpPr>
          <a:xfrm>
            <a:off x="8953500" y="5786679"/>
            <a:ext cx="457200" cy="85242"/>
            <a:chOff x="8953500" y="5786679"/>
            <a:chExt cx="457200" cy="85242"/>
          </a:xfrm>
        </p:grpSpPr>
        <p:sp>
          <p:nvSpPr>
            <p:cNvPr id="106" name="node46.segment-1"/>
            <p:cNvSpPr/>
            <p:nvPr/>
          </p:nvSpPr>
          <p:spPr>
            <a:xfrm>
              <a:off x="8953500" y="58293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107" name="node46.head-end.0"/>
            <p:cNvSpPr/>
            <p:nvPr/>
          </p:nvSpPr>
          <p:spPr>
            <a:xfrm>
              <a:off x="9332683" y="5829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08" name="node46.head-end.1"/>
            <p:cNvSpPr/>
            <p:nvPr/>
          </p:nvSpPr>
          <p:spPr>
            <a:xfrm>
              <a:off x="9332683" y="5786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52" name="node47"/>
          <p:cNvGrpSpPr/>
          <p:nvPr/>
        </p:nvGrpSpPr>
        <p:grpSpPr>
          <a:xfrm>
            <a:off x="9525000" y="5715000"/>
            <a:ext cx="1206500" cy="228600"/>
            <a:chOff x="9525000" y="5715000"/>
            <a:chExt cx="1206500" cy="228600"/>
          </a:xfrm>
        </p:grpSpPr>
        <p:sp>
          <p:nvSpPr>
            <p:cNvPr id="109" name="node47.text"/>
            <p:cNvSpPr/>
            <p:nvPr/>
          </p:nvSpPr>
          <p:spPr>
            <a:xfrm>
              <a:off x="9525000" y="5715000"/>
              <a:ext cx="120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 routing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ource-05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A routing facade shifts traffic service by service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33</a:t>
            </a:fld>
            <a:endParaRPr lang="en-US" sz="700" spc="0" kern="0" b="0" i="0" dirty="0">
              <a:solidFill>
                <a:srgbClr val="070154"/>
              </a:solidFill>
              <a:latin typeface="IBM Plex Mono SemiBold"/>
              <a:ea typeface="IBM Plex Mono SemiBold"/>
              <a:cs typeface="IBM Plex Mono SemiBold"/>
            </a:endParaRPr>
          </a:p>
        </p:txBody>
      </p:sp>
      <p:grpSp>
        <p:nvGrpSpPr>
          <p:cNvPr id="113" name="node01"/>
          <p:cNvGrpSpPr/>
          <p:nvPr/>
        </p:nvGrpSpPr>
        <p:grpSpPr>
          <a:xfrm>
            <a:off x="723900" y="1828800"/>
            <a:ext cx="3429000" cy="533400"/>
            <a:chOff x="723900" y="1828800"/>
            <a:chExt cx="3429000" cy="533400"/>
          </a:xfrm>
        </p:grpSpPr>
        <p:sp>
          <p:nvSpPr>
            <p:cNvPr id="6" name="node01.text"/>
            <p:cNvSpPr/>
            <p:nvPr/>
          </p:nvSpPr>
          <p:spPr>
            <a:xfrm>
              <a:off x="723900" y="18288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Each percentage is the share of live traffic the facade sends down that route.</a:t>
              </a:r>
              <a:endParaRPr lang="en-US" sz="1400" spc="0" kern="0" b="0" i="0" dirty="0">
                <a:solidFill>
                  <a:srgbClr val="50658E"/>
                </a:solidFill>
                <a:latin typeface="IBM Plex Sans"/>
                <a:ea typeface="IBM Plex Sans"/>
                <a:cs typeface="IBM Plex Sans"/>
              </a:endParaRPr>
            </a:p>
          </p:txBody>
        </p:sp>
      </p:grpSp>
      <p:grpSp>
        <p:nvGrpSpPr>
          <p:cNvPr id="114" name="node02"/>
          <p:cNvGrpSpPr/>
          <p:nvPr/>
        </p:nvGrpSpPr>
        <p:grpSpPr>
          <a:xfrm>
            <a:off x="723900" y="3200400"/>
            <a:ext cx="3429000" cy="228600"/>
            <a:chOff x="723900" y="3200400"/>
            <a:chExt cx="3429000" cy="228600"/>
          </a:xfrm>
        </p:grpSpPr>
        <p:sp>
          <p:nvSpPr>
            <p:cNvPr id="7" name="node02.label"/>
            <p:cNvSpPr/>
            <p:nvPr/>
          </p:nvSpPr>
          <p:spPr>
            <a:xfrm>
              <a:off x="723900" y="3200400"/>
              <a:ext cx="70148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STATE KEY</a:t>
              </a:r>
              <a:endParaRPr lang="en-US" sz="900" spc="54" kern="0" b="0" i="0" dirty="0">
                <a:solidFill>
                  <a:srgbClr val="50658E"/>
                </a:solidFill>
                <a:latin typeface="IBM Plex Mono Medium"/>
                <a:ea typeface="IBM Plex Mono Medium"/>
                <a:cs typeface="IBM Plex Mono Medium"/>
              </a:endParaRPr>
            </a:p>
          </p:txBody>
        </p:sp>
        <p:sp>
          <p:nvSpPr>
            <p:cNvPr id="8" name="node02.rule"/>
            <p:cNvSpPr/>
            <p:nvPr/>
          </p:nvSpPr>
          <p:spPr>
            <a:xfrm>
              <a:off x="1552389" y="3309938"/>
              <a:ext cx="2600511" cy="9525"/>
            </a:xfrm>
            <a:prstGeom prst="rect">
              <a:avLst/>
            </a:prstGeom>
            <a:solidFill>
              <a:srgbClr val="CED7E6"/>
            </a:solidFill>
            <a:ln>
              <a:noFill/>
            </a:ln>
          </p:spPr>
        </p:sp>
      </p:grpSp>
      <p:grpSp>
        <p:nvGrpSpPr>
          <p:cNvPr id="115" name="node03"/>
          <p:cNvGrpSpPr/>
          <p:nvPr/>
        </p:nvGrpSpPr>
        <p:grpSpPr>
          <a:xfrm>
            <a:off x="723900" y="3429000"/>
            <a:ext cx="457200" cy="228600"/>
            <a:chOff x="723900" y="3429000"/>
            <a:chExt cx="457200" cy="228600"/>
          </a:xfrm>
        </p:grpSpPr>
        <p:sp>
          <p:nvSpPr>
            <p:cNvPr id="9" name="node03.surface"/>
            <p:cNvSpPr/>
            <p:nvPr/>
          </p:nvSpPr>
          <p:spPr>
            <a:xfrm>
              <a:off x="730250" y="3435350"/>
              <a:ext cx="444500" cy="215900"/>
            </a:xfrm>
            <a:prstGeom prst="rect">
              <a:avLst/>
            </a:prstGeom>
            <a:solidFill>
              <a:srgbClr val="FFFFFF"/>
            </a:solidFill>
            <a:ln w="12700">
              <a:solidFill>
                <a:srgbClr val="CED7E6"/>
              </a:solidFill>
              <a:prstDash val="solid"/>
            </a:ln>
          </p:spPr>
        </p:sp>
      </p:grpSp>
      <p:grpSp>
        <p:nvGrpSpPr>
          <p:cNvPr id="116" name="node04"/>
          <p:cNvGrpSpPr/>
          <p:nvPr/>
        </p:nvGrpSpPr>
        <p:grpSpPr>
          <a:xfrm>
            <a:off x="1295400" y="3429000"/>
            <a:ext cx="2667000" cy="228600"/>
            <a:chOff x="1295400" y="3429000"/>
            <a:chExt cx="2667000" cy="228600"/>
          </a:xfrm>
        </p:grpSpPr>
        <p:sp>
          <p:nvSpPr>
            <p:cNvPr id="10" name="node04.text"/>
            <p:cNvSpPr/>
            <p:nvPr/>
          </p:nvSpPr>
          <p:spPr>
            <a:xfrm>
              <a:off x="1295400" y="34290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 / on-prem</a:t>
              </a:r>
              <a:endParaRPr lang="en-US" sz="1200" spc="0" kern="0" b="0" i="0" dirty="0">
                <a:solidFill>
                  <a:srgbClr val="070154"/>
                </a:solidFill>
                <a:latin typeface="IBM Plex Sans"/>
                <a:ea typeface="IBM Plex Sans"/>
                <a:cs typeface="IBM Plex Sans"/>
              </a:endParaRPr>
            </a:p>
          </p:txBody>
        </p:sp>
      </p:grpSp>
      <p:grpSp>
        <p:nvGrpSpPr>
          <p:cNvPr id="117" name="node05"/>
          <p:cNvGrpSpPr/>
          <p:nvPr/>
        </p:nvGrpSpPr>
        <p:grpSpPr>
          <a:xfrm>
            <a:off x="723900" y="3886200"/>
            <a:ext cx="457200" cy="228600"/>
            <a:chOff x="723900" y="3886200"/>
            <a:chExt cx="457200" cy="228600"/>
          </a:xfrm>
        </p:grpSpPr>
        <p:sp>
          <p:nvSpPr>
            <p:cNvPr id="11" name="node05.surface"/>
            <p:cNvSpPr/>
            <p:nvPr/>
          </p:nvSpPr>
          <p:spPr>
            <a:xfrm>
              <a:off x="730250" y="3892550"/>
              <a:ext cx="444500" cy="215900"/>
            </a:xfrm>
            <a:prstGeom prst="rect">
              <a:avLst/>
            </a:prstGeom>
            <a:solidFill>
              <a:srgbClr val="FFFFFF"/>
            </a:solidFill>
            <a:ln w="12700">
              <a:solidFill>
                <a:srgbClr val="CED7E6"/>
              </a:solidFill>
              <a:prstDash val="solid"/>
            </a:ln>
          </p:spPr>
        </p:sp>
      </p:grpSp>
      <p:sp>
        <p:nvSpPr>
          <p:cNvPr id="12" name="node06"/>
          <p:cNvSpPr/>
          <p:nvPr/>
        </p:nvSpPr>
        <p:spPr>
          <a:xfrm>
            <a:off x="723900" y="3886200"/>
            <a:ext cx="457200" cy="38100"/>
          </a:xfrm>
          <a:prstGeom prst="rect">
            <a:avLst/>
          </a:prstGeom>
          <a:solidFill>
            <a:srgbClr val="0047FF"/>
          </a:solidFill>
          <a:ln>
            <a:noFill/>
          </a:ln>
        </p:spPr>
      </p:sp>
      <p:grpSp>
        <p:nvGrpSpPr>
          <p:cNvPr id="118" name="node07"/>
          <p:cNvGrpSpPr/>
          <p:nvPr/>
        </p:nvGrpSpPr>
        <p:grpSpPr>
          <a:xfrm>
            <a:off x="1295400" y="3886200"/>
            <a:ext cx="2667000" cy="228600"/>
            <a:chOff x="1295400" y="3886200"/>
            <a:chExt cx="2667000" cy="228600"/>
          </a:xfrm>
        </p:grpSpPr>
        <p:sp>
          <p:nvSpPr>
            <p:cNvPr id="13" name="node07.text"/>
            <p:cNvSpPr/>
            <p:nvPr/>
          </p:nvSpPr>
          <p:spPr>
            <a:xfrm>
              <a:off x="1295400" y="38862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a:t>
              </a:r>
              <a:endParaRPr lang="en-US" sz="1200" spc="0" kern="0" b="0" i="0" dirty="0">
                <a:solidFill>
                  <a:srgbClr val="070154"/>
                </a:solidFill>
                <a:latin typeface="IBM Plex Sans"/>
                <a:ea typeface="IBM Plex Sans"/>
                <a:cs typeface="IBM Plex Sans"/>
              </a:endParaRPr>
            </a:p>
          </p:txBody>
        </p:sp>
      </p:grpSp>
      <p:grpSp>
        <p:nvGrpSpPr>
          <p:cNvPr id="119" name="node08"/>
          <p:cNvGrpSpPr/>
          <p:nvPr/>
        </p:nvGrpSpPr>
        <p:grpSpPr>
          <a:xfrm>
            <a:off x="723900" y="4343400"/>
            <a:ext cx="457200" cy="228600"/>
            <a:chOff x="723900" y="4343400"/>
            <a:chExt cx="457200" cy="228600"/>
          </a:xfrm>
        </p:grpSpPr>
        <p:sp>
          <p:nvSpPr>
            <p:cNvPr id="14" name="node08.surface"/>
            <p:cNvSpPr/>
            <p:nvPr/>
          </p:nvSpPr>
          <p:spPr>
            <a:xfrm>
              <a:off x="723900" y="4343400"/>
              <a:ext cx="457200" cy="228600"/>
            </a:xfrm>
            <a:prstGeom prst="rect">
              <a:avLst/>
            </a:prstGeom>
            <a:solidFill>
              <a:srgbClr val="070154"/>
            </a:solidFill>
            <a:ln>
              <a:noFill/>
            </a:ln>
          </p:spPr>
        </p:sp>
      </p:grpSp>
      <p:grpSp>
        <p:nvGrpSpPr>
          <p:cNvPr id="120" name="node09"/>
          <p:cNvGrpSpPr/>
          <p:nvPr/>
        </p:nvGrpSpPr>
        <p:grpSpPr>
          <a:xfrm>
            <a:off x="1295400" y="4343400"/>
            <a:ext cx="2667000" cy="228600"/>
            <a:chOff x="1295400" y="4343400"/>
            <a:chExt cx="2667000" cy="228600"/>
          </a:xfrm>
        </p:grpSpPr>
        <p:sp>
          <p:nvSpPr>
            <p:cNvPr id="15" name="node09.text"/>
            <p:cNvSpPr/>
            <p:nvPr/>
          </p:nvSpPr>
          <p:spPr>
            <a:xfrm>
              <a:off x="1295400" y="43434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a:t>
              </a:r>
              <a:endParaRPr lang="en-US" sz="1200" spc="0" kern="0" b="0" i="0" dirty="0">
                <a:solidFill>
                  <a:srgbClr val="070154"/>
                </a:solidFill>
                <a:latin typeface="IBM Plex Sans"/>
                <a:ea typeface="IBM Plex Sans"/>
                <a:cs typeface="IBM Plex Sans"/>
              </a:endParaRPr>
            </a:p>
          </p:txBody>
        </p:sp>
      </p:grpSp>
      <p:grpSp>
        <p:nvGrpSpPr>
          <p:cNvPr id="121" name="node10"/>
          <p:cNvGrpSpPr/>
          <p:nvPr/>
        </p:nvGrpSpPr>
        <p:grpSpPr>
          <a:xfrm>
            <a:off x="723900" y="4800600"/>
            <a:ext cx="457200" cy="228600"/>
            <a:chOff x="723900" y="4800600"/>
            <a:chExt cx="457200" cy="228600"/>
          </a:xfrm>
        </p:grpSpPr>
        <p:sp>
          <p:nvSpPr>
            <p:cNvPr id="16" name="node10.surface"/>
            <p:cNvSpPr/>
            <p:nvPr/>
          </p:nvSpPr>
          <p:spPr>
            <a:xfrm>
              <a:off x="723900" y="4800600"/>
              <a:ext cx="457200" cy="228600"/>
            </a:xfrm>
            <a:prstGeom prst="rect">
              <a:avLst/>
            </a:prstGeom>
            <a:solidFill>
              <a:srgbClr val="FFFFFF"/>
            </a:solidFill>
            <a:ln w="12700">
              <a:solidFill>
                <a:srgbClr val="50658E"/>
              </a:solidFill>
              <a:prstDash val="dash"/>
            </a:ln>
          </p:spPr>
        </p:sp>
      </p:grpSp>
      <p:grpSp>
        <p:nvGrpSpPr>
          <p:cNvPr id="122" name="node11"/>
          <p:cNvGrpSpPr/>
          <p:nvPr/>
        </p:nvGrpSpPr>
        <p:grpSpPr>
          <a:xfrm>
            <a:off x="1295400" y="4800600"/>
            <a:ext cx="2667000" cy="228600"/>
            <a:chOff x="1295400" y="4800600"/>
            <a:chExt cx="2667000" cy="228600"/>
          </a:xfrm>
        </p:grpSpPr>
        <p:sp>
          <p:nvSpPr>
            <p:cNvPr id="17" name="node11.text"/>
            <p:cNvSpPr/>
            <p:nvPr/>
          </p:nvSpPr>
          <p:spPr>
            <a:xfrm>
              <a:off x="1295400" y="48006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 / planned</a:t>
              </a:r>
              <a:endParaRPr lang="en-US" sz="1200" spc="0" kern="0" b="0" i="0" dirty="0">
                <a:solidFill>
                  <a:srgbClr val="070154"/>
                </a:solidFill>
                <a:latin typeface="IBM Plex Sans"/>
                <a:ea typeface="IBM Plex Sans"/>
                <a:cs typeface="IBM Plex Sans"/>
              </a:endParaRPr>
            </a:p>
          </p:txBody>
        </p:sp>
      </p:grpSp>
      <p:grpSp>
        <p:nvGrpSpPr>
          <p:cNvPr id="123" name="node12"/>
          <p:cNvGrpSpPr/>
          <p:nvPr/>
        </p:nvGrpSpPr>
        <p:grpSpPr>
          <a:xfrm>
            <a:off x="723900" y="5257800"/>
            <a:ext cx="457200" cy="228600"/>
            <a:chOff x="723900" y="5257800"/>
            <a:chExt cx="457200" cy="228600"/>
          </a:xfrm>
        </p:grpSpPr>
        <p:sp>
          <p:nvSpPr>
            <p:cNvPr id="18" name="node12.surface"/>
            <p:cNvSpPr/>
            <p:nvPr/>
          </p:nvSpPr>
          <p:spPr>
            <a:xfrm>
              <a:off x="723900" y="5257800"/>
              <a:ext cx="457200" cy="228600"/>
            </a:xfrm>
            <a:prstGeom prst="rect">
              <a:avLst/>
            </a:prstGeom>
            <a:solidFill>
              <a:srgbClr val="CED7E6"/>
            </a:solidFill>
            <a:ln>
              <a:noFill/>
            </a:ln>
          </p:spPr>
        </p:sp>
        <p:sp>
          <p:nvSpPr>
            <p:cNvPr id="19" name="node12.text"/>
            <p:cNvSpPr/>
            <p:nvPr/>
          </p:nvSpPr>
          <p:spPr>
            <a:xfrm>
              <a:off x="800100" y="52578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24" name="node13"/>
          <p:cNvGrpSpPr/>
          <p:nvPr/>
        </p:nvGrpSpPr>
        <p:grpSpPr>
          <a:xfrm>
            <a:off x="1295400" y="5257800"/>
            <a:ext cx="2667000" cy="228600"/>
            <a:chOff x="1295400" y="5257800"/>
            <a:chExt cx="2667000" cy="228600"/>
          </a:xfrm>
        </p:grpSpPr>
        <p:sp>
          <p:nvSpPr>
            <p:cNvPr id="20" name="node13.text"/>
            <p:cNvSpPr/>
            <p:nvPr/>
          </p:nvSpPr>
          <p:spPr>
            <a:xfrm>
              <a:off x="1295400" y="52578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a:t>
              </a:r>
              <a:endParaRPr lang="en-US" sz="1200" spc="0" kern="0" b="0" i="0" dirty="0">
                <a:solidFill>
                  <a:srgbClr val="070154"/>
                </a:solidFill>
                <a:latin typeface="IBM Plex Sans"/>
                <a:ea typeface="IBM Plex Sans"/>
                <a:cs typeface="IBM Plex Sans"/>
              </a:endParaRPr>
            </a:p>
          </p:txBody>
        </p:sp>
      </p:grpSp>
      <p:grpSp>
        <p:nvGrpSpPr>
          <p:cNvPr id="125" name="node14"/>
          <p:cNvGrpSpPr/>
          <p:nvPr/>
        </p:nvGrpSpPr>
        <p:grpSpPr>
          <a:xfrm>
            <a:off x="723900" y="5786679"/>
            <a:ext cx="457200" cy="85242"/>
            <a:chOff x="723900" y="5786679"/>
            <a:chExt cx="457200" cy="85242"/>
          </a:xfrm>
        </p:grpSpPr>
        <p:sp>
          <p:nvSpPr>
            <p:cNvPr id="21" name="node14.segment-1"/>
            <p:cNvSpPr/>
            <p:nvPr/>
          </p:nvSpPr>
          <p:spPr>
            <a:xfrm>
              <a:off x="723900" y="58293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22" name="node14.head-end.0"/>
            <p:cNvSpPr/>
            <p:nvPr/>
          </p:nvSpPr>
          <p:spPr>
            <a:xfrm>
              <a:off x="1103083" y="5829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3" name="node14.head-end.1"/>
            <p:cNvSpPr/>
            <p:nvPr/>
          </p:nvSpPr>
          <p:spPr>
            <a:xfrm>
              <a:off x="1103083" y="5786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26" name="node15"/>
          <p:cNvGrpSpPr/>
          <p:nvPr/>
        </p:nvGrpSpPr>
        <p:grpSpPr>
          <a:xfrm>
            <a:off x="1295400" y="5715000"/>
            <a:ext cx="2667000" cy="228600"/>
            <a:chOff x="1295400" y="5715000"/>
            <a:chExt cx="2667000" cy="228600"/>
          </a:xfrm>
        </p:grpSpPr>
        <p:sp>
          <p:nvSpPr>
            <p:cNvPr id="24" name="node15.text"/>
            <p:cNvSpPr/>
            <p:nvPr/>
          </p:nvSpPr>
          <p:spPr>
            <a:xfrm>
              <a:off x="1295400" y="57150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 routing</a:t>
              </a:r>
              <a:endParaRPr lang="en-US" sz="1200" spc="0" kern="0" b="0" i="0" dirty="0">
                <a:solidFill>
                  <a:srgbClr val="070154"/>
                </a:solidFill>
                <a:latin typeface="IBM Plex Sans"/>
                <a:ea typeface="IBM Plex Sans"/>
                <a:cs typeface="IBM Plex Sans"/>
              </a:endParaRPr>
            </a:p>
          </p:txBody>
        </p:sp>
      </p:grpSp>
      <p:grpSp>
        <p:nvGrpSpPr>
          <p:cNvPr id="127" name="node16"/>
          <p:cNvGrpSpPr/>
          <p:nvPr/>
        </p:nvGrpSpPr>
        <p:grpSpPr>
          <a:xfrm>
            <a:off x="6667500" y="457200"/>
            <a:ext cx="2514600" cy="457200"/>
            <a:chOff x="6667500" y="457200"/>
            <a:chExt cx="2514600" cy="457200"/>
          </a:xfrm>
        </p:grpSpPr>
        <p:sp>
          <p:nvSpPr>
            <p:cNvPr id="25" name="node16.surface"/>
            <p:cNvSpPr/>
            <p:nvPr/>
          </p:nvSpPr>
          <p:spPr>
            <a:xfrm>
              <a:off x="6673850" y="463550"/>
              <a:ext cx="2501900" cy="444500"/>
            </a:xfrm>
            <a:prstGeom prst="rect">
              <a:avLst/>
            </a:prstGeom>
            <a:solidFill>
              <a:srgbClr val="FFFFFF"/>
            </a:solidFill>
            <a:ln w="12700">
              <a:solidFill>
                <a:srgbClr val="CED7E6"/>
              </a:solidFill>
              <a:prstDash val="solid"/>
            </a:ln>
          </p:spPr>
        </p:sp>
        <p:sp>
          <p:nvSpPr>
            <p:cNvPr id="26" name="node16.text"/>
            <p:cNvSpPr/>
            <p:nvPr/>
          </p:nvSpPr>
          <p:spPr>
            <a:xfrm>
              <a:off x="6819900" y="571500"/>
              <a:ext cx="2209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Clients: site UIs, partners</a:t>
              </a:r>
              <a:endParaRPr lang="en-US" sz="1200" spc="0" kern="0" b="0" i="0" dirty="0">
                <a:solidFill>
                  <a:srgbClr val="070154"/>
                </a:solidFill>
                <a:latin typeface="IBM Plex Sans"/>
                <a:ea typeface="IBM Plex Sans"/>
                <a:cs typeface="IBM Plex Sans"/>
              </a:endParaRPr>
            </a:p>
          </p:txBody>
        </p:sp>
      </p:grpSp>
      <p:grpSp>
        <p:nvGrpSpPr>
          <p:cNvPr id="128" name="node17"/>
          <p:cNvGrpSpPr/>
          <p:nvPr/>
        </p:nvGrpSpPr>
        <p:grpSpPr>
          <a:xfrm>
            <a:off x="7882179" y="914400"/>
            <a:ext cx="85242" cy="228600"/>
            <a:chOff x="7882179" y="914400"/>
            <a:chExt cx="85242" cy="228600"/>
          </a:xfrm>
        </p:grpSpPr>
        <p:sp>
          <p:nvSpPr>
            <p:cNvPr id="27" name="node17.segment-1"/>
            <p:cNvSpPr/>
            <p:nvPr/>
          </p:nvSpPr>
          <p:spPr>
            <a:xfrm>
              <a:off x="7924800" y="9144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28" name="node17.head-end.0"/>
            <p:cNvSpPr/>
            <p:nvPr/>
          </p:nvSpPr>
          <p:spPr>
            <a:xfrm>
              <a:off x="7882179" y="10649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9" name="node17.head-end.1"/>
            <p:cNvSpPr/>
            <p:nvPr/>
          </p:nvSpPr>
          <p:spPr>
            <a:xfrm>
              <a:off x="7924800" y="10649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30" name="node18"/>
          <p:cNvGrpSpPr/>
          <p:nvPr/>
        </p:nvGrpSpPr>
        <p:grpSpPr>
          <a:xfrm>
            <a:off x="7124700" y="1143000"/>
            <a:ext cx="1600200" cy="4800600"/>
            <a:chOff x="7124700" y="1143000"/>
            <a:chExt cx="1600200" cy="4800600"/>
          </a:xfrm>
        </p:grpSpPr>
        <p:sp>
          <p:nvSpPr>
            <p:cNvPr id="30" name="node18.surface"/>
            <p:cNvSpPr/>
            <p:nvPr/>
          </p:nvSpPr>
          <p:spPr>
            <a:xfrm>
              <a:off x="7124700" y="1143000"/>
              <a:ext cx="1600200" cy="4800600"/>
            </a:xfrm>
            <a:prstGeom prst="rect">
              <a:avLst/>
            </a:prstGeom>
            <a:solidFill>
              <a:srgbClr val="070154"/>
            </a:solidFill>
            <a:ln>
              <a:noFill/>
            </a:ln>
          </p:spPr>
        </p:sp>
        <p:grpSp>
          <p:nvGrpSpPr>
            <p:cNvPr id="129" name="node18.icon"/>
            <p:cNvGrpSpPr/>
            <p:nvPr/>
          </p:nvGrpSpPr>
          <p:grpSpPr>
            <a:xfrm>
              <a:off x="7734300" y="2933700"/>
              <a:ext cx="381000" cy="381000"/>
              <a:chOff x="7734300" y="2933700"/>
              <a:chExt cx="381000" cy="381000"/>
            </a:xfrm>
          </p:grpSpPr>
          <p:pic>
            <p:nvPicPr>
              <p:cNvPr id="31" name="node18.icon.image" descr="icon/connection-link/white; canonical SHA256=b5ae9abf42381018911c95cbba85535ba86311b9fc69132f68fbdd26794abf37">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34300" y="2933700"/>
                <a:ext cx="381000" cy="381000"/>
              </a:xfrm>
              <a:prstGeom prst="rect">
                <a:avLst/>
              </a:prstGeom>
            </p:spPr>
          </p:pic>
        </p:grpSp>
        <p:sp>
          <p:nvSpPr>
            <p:cNvPr id="32" name="node18.text"/>
            <p:cNvSpPr/>
            <p:nvPr/>
          </p:nvSpPr>
          <p:spPr>
            <a:xfrm>
              <a:off x="7277100" y="3429000"/>
              <a:ext cx="1295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Routing facade</a:t>
              </a:r>
              <a:endParaRPr lang="en-US" sz="1400" spc="0" kern="0" b="0" i="0" dirty="0">
                <a:solidFill>
                  <a:srgbClr val="FFFFFF"/>
                </a:solidFill>
                <a:latin typeface="IBM Plex Sans SemiBold"/>
                <a:ea typeface="IBM Plex Sans SemiBold"/>
                <a:cs typeface="IBM Plex Sans SemiBold"/>
              </a:endParaRPr>
            </a:p>
          </p:txBody>
        </p:sp>
        <p:sp>
          <p:nvSpPr>
            <p:cNvPr id="33" name="node18.sub"/>
            <p:cNvSpPr/>
            <p:nvPr/>
          </p:nvSpPr>
          <p:spPr>
            <a:xfrm>
              <a:off x="7277100" y="3695700"/>
              <a:ext cx="12954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CED7E6"/>
                  </a:solidFill>
                  <a:latin typeface="IBM Plex Sans"/>
                  <a:ea typeface="IBM Plex Sans"/>
                  <a:cs typeface="IBM Plex Sans"/>
                </a:rPr>
                <a:t>Traffic share per route</a:t>
              </a:r>
              <a:endParaRPr lang="en-US" sz="1200" spc="0" kern="0" b="0" i="0" dirty="0">
                <a:solidFill>
                  <a:srgbClr val="CED7E6"/>
                </a:solidFill>
                <a:latin typeface="IBM Plex Sans"/>
                <a:ea typeface="IBM Plex Sans"/>
                <a:cs typeface="IBM Plex Sans"/>
              </a:endParaRPr>
            </a:p>
          </p:txBody>
        </p:sp>
      </p:grpSp>
      <p:grpSp>
        <p:nvGrpSpPr>
          <p:cNvPr id="131" name="node19"/>
          <p:cNvGrpSpPr/>
          <p:nvPr/>
        </p:nvGrpSpPr>
        <p:grpSpPr>
          <a:xfrm>
            <a:off x="4381500" y="1143000"/>
            <a:ext cx="2057400" cy="228600"/>
            <a:chOff x="4381500" y="1143000"/>
            <a:chExt cx="2057400" cy="228600"/>
          </a:xfrm>
        </p:grpSpPr>
        <p:sp>
          <p:nvSpPr>
            <p:cNvPr id="34" name="node19.label"/>
            <p:cNvSpPr/>
            <p:nvPr/>
          </p:nvSpPr>
          <p:spPr>
            <a:xfrm>
              <a:off x="4381500" y="1143000"/>
              <a:ext cx="122733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LEGACY · ON-PREM</a:t>
              </a:r>
              <a:endParaRPr lang="en-US" sz="900" spc="54" kern="0" b="0" i="0" dirty="0">
                <a:solidFill>
                  <a:srgbClr val="50658E"/>
                </a:solidFill>
                <a:latin typeface="IBM Plex Mono Medium"/>
                <a:ea typeface="IBM Plex Mono Medium"/>
                <a:cs typeface="IBM Plex Mono Medium"/>
              </a:endParaRPr>
            </a:p>
          </p:txBody>
        </p:sp>
        <p:sp>
          <p:nvSpPr>
            <p:cNvPr id="35" name="node19.rule"/>
            <p:cNvSpPr/>
            <p:nvPr/>
          </p:nvSpPr>
          <p:spPr>
            <a:xfrm>
              <a:off x="5735836" y="1252538"/>
              <a:ext cx="703064" cy="9525"/>
            </a:xfrm>
            <a:prstGeom prst="rect">
              <a:avLst/>
            </a:prstGeom>
            <a:solidFill>
              <a:srgbClr val="CED7E6"/>
            </a:solidFill>
            <a:ln>
              <a:noFill/>
            </a:ln>
          </p:spPr>
        </p:sp>
      </p:grpSp>
      <p:grpSp>
        <p:nvGrpSpPr>
          <p:cNvPr id="132" name="node20"/>
          <p:cNvGrpSpPr/>
          <p:nvPr/>
        </p:nvGrpSpPr>
        <p:grpSpPr>
          <a:xfrm>
            <a:off x="9410700" y="1143000"/>
            <a:ext cx="2057400" cy="228600"/>
            <a:chOff x="9410700" y="1143000"/>
            <a:chExt cx="2057400" cy="228600"/>
          </a:xfrm>
        </p:grpSpPr>
        <p:sp>
          <p:nvSpPr>
            <p:cNvPr id="36" name="node20.label"/>
            <p:cNvSpPr/>
            <p:nvPr/>
          </p:nvSpPr>
          <p:spPr>
            <a:xfrm>
              <a:off x="9410700" y="1143000"/>
              <a:ext cx="137757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NEW CLOUD SERVICES</a:t>
              </a:r>
              <a:endParaRPr lang="en-US" sz="900" spc="54" kern="0" b="0" i="0" dirty="0">
                <a:solidFill>
                  <a:srgbClr val="50658E"/>
                </a:solidFill>
                <a:latin typeface="IBM Plex Mono Medium"/>
                <a:ea typeface="IBM Plex Mono Medium"/>
                <a:cs typeface="IBM Plex Mono Medium"/>
              </a:endParaRPr>
            </a:p>
          </p:txBody>
        </p:sp>
        <p:sp>
          <p:nvSpPr>
            <p:cNvPr id="37" name="node20.rule"/>
            <p:cNvSpPr/>
            <p:nvPr/>
          </p:nvSpPr>
          <p:spPr>
            <a:xfrm>
              <a:off x="10915278" y="1252538"/>
              <a:ext cx="552822" cy="9525"/>
            </a:xfrm>
            <a:prstGeom prst="rect">
              <a:avLst/>
            </a:prstGeom>
            <a:solidFill>
              <a:srgbClr val="CED7E6"/>
            </a:solidFill>
            <a:ln>
              <a:noFill/>
            </a:ln>
          </p:spPr>
        </p:sp>
      </p:grpSp>
      <p:grpSp>
        <p:nvGrpSpPr>
          <p:cNvPr id="133" name="node21"/>
          <p:cNvGrpSpPr/>
          <p:nvPr/>
        </p:nvGrpSpPr>
        <p:grpSpPr>
          <a:xfrm>
            <a:off x="4381500" y="1485900"/>
            <a:ext cx="2057400" cy="800100"/>
            <a:chOff x="4381500" y="1485900"/>
            <a:chExt cx="2057400" cy="800100"/>
          </a:xfrm>
        </p:grpSpPr>
        <p:sp>
          <p:nvSpPr>
            <p:cNvPr id="38" name="node21.surface"/>
            <p:cNvSpPr/>
            <p:nvPr/>
          </p:nvSpPr>
          <p:spPr>
            <a:xfrm>
              <a:off x="4381500" y="1600200"/>
              <a:ext cx="2057400" cy="685800"/>
            </a:xfrm>
            <a:prstGeom prst="rect">
              <a:avLst/>
            </a:prstGeom>
            <a:ln w="12700">
              <a:solidFill>
                <a:srgbClr val="50658E"/>
              </a:solidFill>
              <a:prstDash val="dash"/>
            </a:ln>
          </p:spPr>
        </p:sp>
        <p:sp>
          <p:nvSpPr>
            <p:cNvPr id="39" name="node21.label-patch"/>
            <p:cNvSpPr/>
            <p:nvPr/>
          </p:nvSpPr>
          <p:spPr>
            <a:xfrm>
              <a:off x="4495800" y="1485900"/>
              <a:ext cx="602047" cy="152400"/>
            </a:xfrm>
            <a:prstGeom prst="rect">
              <a:avLst/>
            </a:prstGeom>
            <a:solidFill>
              <a:srgbClr val="FFFFFF"/>
            </a:solidFill>
            <a:ln>
              <a:noFill/>
            </a:ln>
          </p:spPr>
        </p:sp>
        <p:sp>
          <p:nvSpPr>
            <p:cNvPr id="40" name="node21.label"/>
            <p:cNvSpPr/>
            <p:nvPr/>
          </p:nvSpPr>
          <p:spPr>
            <a:xfrm>
              <a:off x="4533900" y="14859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RETIRED</a:t>
              </a:r>
              <a:endParaRPr lang="en-US" sz="900" spc="54" kern="0" b="0" i="0" dirty="0">
                <a:solidFill>
                  <a:srgbClr val="070154"/>
                </a:solidFill>
                <a:latin typeface="IBM Plex Mono SemiBold"/>
                <a:ea typeface="IBM Plex Mono SemiBold"/>
                <a:cs typeface="IBM Plex Mono SemiBold"/>
              </a:endParaRPr>
            </a:p>
          </p:txBody>
        </p:sp>
      </p:grpSp>
      <p:grpSp>
        <p:nvGrpSpPr>
          <p:cNvPr id="134" name="node22"/>
          <p:cNvGrpSpPr/>
          <p:nvPr/>
        </p:nvGrpSpPr>
        <p:grpSpPr>
          <a:xfrm>
            <a:off x="4533900" y="1828800"/>
            <a:ext cx="1905000" cy="228600"/>
            <a:chOff x="4533900" y="1828800"/>
            <a:chExt cx="1905000" cy="228600"/>
          </a:xfrm>
        </p:grpSpPr>
        <p:sp>
          <p:nvSpPr>
            <p:cNvPr id="41" name="node22.text"/>
            <p:cNvSpPr/>
            <p:nvPr/>
          </p:nvSpPr>
          <p:spPr>
            <a:xfrm>
              <a:off x="4533900" y="18288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Identity module</a:t>
              </a:r>
              <a:endParaRPr lang="en-US" sz="1200" spc="0" kern="0" b="0" i="0" dirty="0">
                <a:solidFill>
                  <a:srgbClr val="50658E"/>
                </a:solidFill>
                <a:latin typeface="IBM Plex Sans"/>
                <a:ea typeface="IBM Plex Sans"/>
                <a:cs typeface="IBM Plex Sans"/>
              </a:endParaRPr>
            </a:p>
          </p:txBody>
        </p:sp>
      </p:grpSp>
      <p:grpSp>
        <p:nvGrpSpPr>
          <p:cNvPr id="135" name="node23"/>
          <p:cNvGrpSpPr/>
          <p:nvPr/>
        </p:nvGrpSpPr>
        <p:grpSpPr>
          <a:xfrm>
            <a:off x="9410700" y="1600200"/>
            <a:ext cx="1600200" cy="685800"/>
            <a:chOff x="9410700" y="1600200"/>
            <a:chExt cx="1600200" cy="685800"/>
          </a:xfrm>
        </p:grpSpPr>
        <p:sp>
          <p:nvSpPr>
            <p:cNvPr id="42" name="node23.surface"/>
            <p:cNvSpPr/>
            <p:nvPr/>
          </p:nvSpPr>
          <p:spPr>
            <a:xfrm>
              <a:off x="9410700" y="1600200"/>
              <a:ext cx="1600200" cy="685800"/>
            </a:xfrm>
            <a:prstGeom prst="rect">
              <a:avLst/>
            </a:prstGeom>
            <a:solidFill>
              <a:srgbClr val="070154"/>
            </a:solidFill>
            <a:ln>
              <a:noFill/>
            </a:ln>
          </p:spPr>
        </p:sp>
        <p:sp>
          <p:nvSpPr>
            <p:cNvPr id="43" name="node23.text"/>
            <p:cNvSpPr/>
            <p:nvPr/>
          </p:nvSpPr>
          <p:spPr>
            <a:xfrm>
              <a:off x="9563100" y="18288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Identity service</a:t>
              </a:r>
              <a:endParaRPr lang="en-US" sz="1200" spc="0" kern="0" b="0" i="0" dirty="0">
                <a:solidFill>
                  <a:srgbClr val="FFFFFF"/>
                </a:solidFill>
                <a:latin typeface="IBM Plex Sans"/>
                <a:ea typeface="IBM Plex Sans"/>
                <a:cs typeface="IBM Plex Sans"/>
              </a:endParaRPr>
            </a:p>
          </p:txBody>
        </p:sp>
      </p:grpSp>
      <p:grpSp>
        <p:nvGrpSpPr>
          <p:cNvPr id="136" name="node24"/>
          <p:cNvGrpSpPr/>
          <p:nvPr/>
        </p:nvGrpSpPr>
        <p:grpSpPr>
          <a:xfrm>
            <a:off x="11010900" y="1600200"/>
            <a:ext cx="457200" cy="685800"/>
            <a:chOff x="11010900" y="1600200"/>
            <a:chExt cx="457200" cy="685800"/>
          </a:xfrm>
        </p:grpSpPr>
        <p:sp>
          <p:nvSpPr>
            <p:cNvPr id="44" name="node24.surface"/>
            <p:cNvSpPr/>
            <p:nvPr/>
          </p:nvSpPr>
          <p:spPr>
            <a:xfrm>
              <a:off x="11010900" y="1600200"/>
              <a:ext cx="457200" cy="685800"/>
            </a:xfrm>
            <a:prstGeom prst="rect">
              <a:avLst/>
            </a:prstGeom>
            <a:solidFill>
              <a:srgbClr val="CED7E6"/>
            </a:solidFill>
            <a:ln>
              <a:noFill/>
            </a:ln>
          </p:spPr>
        </p:sp>
        <p:sp>
          <p:nvSpPr>
            <p:cNvPr id="45" name="node24.text"/>
            <p:cNvSpPr/>
            <p:nvPr/>
          </p:nvSpPr>
          <p:spPr>
            <a:xfrm>
              <a:off x="11087100" y="18288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37" name="node25"/>
          <p:cNvGrpSpPr/>
          <p:nvPr/>
        </p:nvGrpSpPr>
        <p:grpSpPr>
          <a:xfrm>
            <a:off x="8724900" y="1828800"/>
            <a:ext cx="685800" cy="228600"/>
            <a:chOff x="8724900" y="1828800"/>
            <a:chExt cx="685800" cy="228600"/>
          </a:xfrm>
        </p:grpSpPr>
        <p:sp>
          <p:nvSpPr>
            <p:cNvPr id="46" name="node25.segment-1"/>
            <p:cNvSpPr/>
            <p:nvPr/>
          </p:nvSpPr>
          <p:spPr>
            <a:xfrm>
              <a:off x="8724900" y="1943100"/>
              <a:ext cx="685800" cy="0"/>
            </a:xfrm>
            <a:custGeom>
              <a:avLst/>
              <a:gdLst/>
              <a:ahLst/>
              <a:cxnLst/>
              <a:rect l="l" t="t" r="r" b="b"/>
              <a:pathLst>
                <a:path w="685800">
                  <a:moveTo>
                    <a:pt x="0" y="0"/>
                  </a:moveTo>
                  <a:lnTo>
                    <a:pt x="685800" y="0"/>
                  </a:lnTo>
                </a:path>
              </a:pathLst>
            </a:custGeom>
            <a:ln w="12700">
              <a:solidFill>
                <a:srgbClr val="070154"/>
              </a:solidFill>
              <a:prstDash val="solid"/>
            </a:ln>
          </p:spPr>
        </p:sp>
        <p:sp>
          <p:nvSpPr>
            <p:cNvPr id="47" name="node25.head-end.0"/>
            <p:cNvSpPr/>
            <p:nvPr/>
          </p:nvSpPr>
          <p:spPr>
            <a:xfrm>
              <a:off x="9332683" y="1943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8" name="node25.head-end.1"/>
            <p:cNvSpPr/>
            <p:nvPr/>
          </p:nvSpPr>
          <p:spPr>
            <a:xfrm>
              <a:off x="9332683" y="1900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49" name="node25.label-patch"/>
            <p:cNvSpPr/>
            <p:nvPr/>
          </p:nvSpPr>
          <p:spPr>
            <a:xfrm>
              <a:off x="8841358" y="1828800"/>
              <a:ext cx="452884" cy="228600"/>
            </a:xfrm>
            <a:prstGeom prst="rect">
              <a:avLst/>
            </a:prstGeom>
            <a:solidFill>
              <a:srgbClr val="FFFFFF"/>
            </a:solidFill>
            <a:ln>
              <a:noFill/>
            </a:ln>
          </p:spPr>
        </p:sp>
        <p:sp>
          <p:nvSpPr>
            <p:cNvPr id="50" name="node25.label"/>
            <p:cNvSpPr/>
            <p:nvPr/>
          </p:nvSpPr>
          <p:spPr>
            <a:xfrm>
              <a:off x="8879458" y="1866900"/>
              <a:ext cx="37668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100%</a:t>
              </a:r>
              <a:endParaRPr lang="en-US" sz="900" spc="54" kern="0" b="0" i="0" dirty="0">
                <a:solidFill>
                  <a:srgbClr val="50658E"/>
                </a:solidFill>
                <a:latin typeface="IBM Plex Mono Medium"/>
                <a:ea typeface="IBM Plex Mono Medium"/>
                <a:cs typeface="IBM Plex Mono Medium"/>
              </a:endParaRPr>
            </a:p>
          </p:txBody>
        </p:sp>
      </p:grpSp>
      <p:grpSp>
        <p:nvGrpSpPr>
          <p:cNvPr id="138" name="node26"/>
          <p:cNvGrpSpPr/>
          <p:nvPr/>
        </p:nvGrpSpPr>
        <p:grpSpPr>
          <a:xfrm>
            <a:off x="4381500" y="2400300"/>
            <a:ext cx="2057400" cy="800100"/>
            <a:chOff x="4381500" y="2400300"/>
            <a:chExt cx="2057400" cy="800100"/>
          </a:xfrm>
        </p:grpSpPr>
        <p:sp>
          <p:nvSpPr>
            <p:cNvPr id="51" name="node26.surface"/>
            <p:cNvSpPr/>
            <p:nvPr/>
          </p:nvSpPr>
          <p:spPr>
            <a:xfrm>
              <a:off x="4381500" y="2514600"/>
              <a:ext cx="2057400" cy="685800"/>
            </a:xfrm>
            <a:prstGeom prst="rect">
              <a:avLst/>
            </a:prstGeom>
            <a:ln w="12700">
              <a:solidFill>
                <a:srgbClr val="50658E"/>
              </a:solidFill>
              <a:prstDash val="dash"/>
            </a:ln>
          </p:spPr>
        </p:sp>
        <p:sp>
          <p:nvSpPr>
            <p:cNvPr id="52" name="node26.label-patch"/>
            <p:cNvSpPr/>
            <p:nvPr/>
          </p:nvSpPr>
          <p:spPr>
            <a:xfrm>
              <a:off x="4495800" y="2400300"/>
              <a:ext cx="602047" cy="152400"/>
            </a:xfrm>
            <a:prstGeom prst="rect">
              <a:avLst/>
            </a:prstGeom>
            <a:solidFill>
              <a:srgbClr val="FFFFFF"/>
            </a:solidFill>
            <a:ln>
              <a:noFill/>
            </a:ln>
          </p:spPr>
        </p:sp>
        <p:sp>
          <p:nvSpPr>
            <p:cNvPr id="53" name="node26.label"/>
            <p:cNvSpPr/>
            <p:nvPr/>
          </p:nvSpPr>
          <p:spPr>
            <a:xfrm>
              <a:off x="4533900" y="24003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RETIRED</a:t>
              </a:r>
              <a:endParaRPr lang="en-US" sz="900" spc="54" kern="0" b="0" i="0" dirty="0">
                <a:solidFill>
                  <a:srgbClr val="070154"/>
                </a:solidFill>
                <a:latin typeface="IBM Plex Mono SemiBold"/>
                <a:ea typeface="IBM Plex Mono SemiBold"/>
                <a:cs typeface="IBM Plex Mono SemiBold"/>
              </a:endParaRPr>
            </a:p>
          </p:txBody>
        </p:sp>
      </p:grpSp>
      <p:grpSp>
        <p:nvGrpSpPr>
          <p:cNvPr id="139" name="node27"/>
          <p:cNvGrpSpPr/>
          <p:nvPr/>
        </p:nvGrpSpPr>
        <p:grpSpPr>
          <a:xfrm>
            <a:off x="4533900" y="2743200"/>
            <a:ext cx="1905000" cy="228600"/>
            <a:chOff x="4533900" y="2743200"/>
            <a:chExt cx="1905000" cy="228600"/>
          </a:xfrm>
        </p:grpSpPr>
        <p:sp>
          <p:nvSpPr>
            <p:cNvPr id="54" name="node27.text"/>
            <p:cNvSpPr/>
            <p:nvPr/>
          </p:nvSpPr>
          <p:spPr>
            <a:xfrm>
              <a:off x="4533900" y="27432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Scheduling module</a:t>
              </a:r>
              <a:endParaRPr lang="en-US" sz="1200" spc="0" kern="0" b="0" i="0" dirty="0">
                <a:solidFill>
                  <a:srgbClr val="50658E"/>
                </a:solidFill>
                <a:latin typeface="IBM Plex Sans"/>
                <a:ea typeface="IBM Plex Sans"/>
                <a:cs typeface="IBM Plex Sans"/>
              </a:endParaRPr>
            </a:p>
          </p:txBody>
        </p:sp>
      </p:grpSp>
      <p:grpSp>
        <p:nvGrpSpPr>
          <p:cNvPr id="140" name="node28"/>
          <p:cNvGrpSpPr/>
          <p:nvPr/>
        </p:nvGrpSpPr>
        <p:grpSpPr>
          <a:xfrm>
            <a:off x="9410700" y="2514600"/>
            <a:ext cx="1600200" cy="685800"/>
            <a:chOff x="9410700" y="2514600"/>
            <a:chExt cx="1600200" cy="685800"/>
          </a:xfrm>
        </p:grpSpPr>
        <p:sp>
          <p:nvSpPr>
            <p:cNvPr id="55" name="node28.surface"/>
            <p:cNvSpPr/>
            <p:nvPr/>
          </p:nvSpPr>
          <p:spPr>
            <a:xfrm>
              <a:off x="9410700" y="2514600"/>
              <a:ext cx="1600200" cy="685800"/>
            </a:xfrm>
            <a:prstGeom prst="rect">
              <a:avLst/>
            </a:prstGeom>
            <a:solidFill>
              <a:srgbClr val="070154"/>
            </a:solidFill>
            <a:ln>
              <a:noFill/>
            </a:ln>
          </p:spPr>
        </p:sp>
        <p:sp>
          <p:nvSpPr>
            <p:cNvPr id="56" name="node28.text"/>
            <p:cNvSpPr/>
            <p:nvPr/>
          </p:nvSpPr>
          <p:spPr>
            <a:xfrm>
              <a:off x="9563100" y="27432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Scheduling service</a:t>
              </a:r>
              <a:endParaRPr lang="en-US" sz="1200" spc="0" kern="0" b="0" i="0" dirty="0">
                <a:solidFill>
                  <a:srgbClr val="FFFFFF"/>
                </a:solidFill>
                <a:latin typeface="IBM Plex Sans"/>
                <a:ea typeface="IBM Plex Sans"/>
                <a:cs typeface="IBM Plex Sans"/>
              </a:endParaRPr>
            </a:p>
          </p:txBody>
        </p:sp>
      </p:grpSp>
      <p:grpSp>
        <p:nvGrpSpPr>
          <p:cNvPr id="141" name="node29"/>
          <p:cNvGrpSpPr/>
          <p:nvPr/>
        </p:nvGrpSpPr>
        <p:grpSpPr>
          <a:xfrm>
            <a:off x="11010900" y="2514600"/>
            <a:ext cx="457200" cy="685800"/>
            <a:chOff x="11010900" y="2514600"/>
            <a:chExt cx="457200" cy="685800"/>
          </a:xfrm>
        </p:grpSpPr>
        <p:sp>
          <p:nvSpPr>
            <p:cNvPr id="57" name="node29.surface"/>
            <p:cNvSpPr/>
            <p:nvPr/>
          </p:nvSpPr>
          <p:spPr>
            <a:xfrm>
              <a:off x="11010900" y="2514600"/>
              <a:ext cx="457200" cy="685800"/>
            </a:xfrm>
            <a:prstGeom prst="rect">
              <a:avLst/>
            </a:prstGeom>
            <a:solidFill>
              <a:srgbClr val="CED7E6"/>
            </a:solidFill>
            <a:ln>
              <a:noFill/>
            </a:ln>
          </p:spPr>
        </p:sp>
        <p:sp>
          <p:nvSpPr>
            <p:cNvPr id="58" name="node29.text"/>
            <p:cNvSpPr/>
            <p:nvPr/>
          </p:nvSpPr>
          <p:spPr>
            <a:xfrm>
              <a:off x="11087100" y="27432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42" name="node30"/>
          <p:cNvGrpSpPr/>
          <p:nvPr/>
        </p:nvGrpSpPr>
        <p:grpSpPr>
          <a:xfrm>
            <a:off x="8724900" y="2743200"/>
            <a:ext cx="685800" cy="228600"/>
            <a:chOff x="8724900" y="2743200"/>
            <a:chExt cx="685800" cy="228600"/>
          </a:xfrm>
        </p:grpSpPr>
        <p:sp>
          <p:nvSpPr>
            <p:cNvPr id="59" name="node30.segment-1"/>
            <p:cNvSpPr/>
            <p:nvPr/>
          </p:nvSpPr>
          <p:spPr>
            <a:xfrm>
              <a:off x="8724900" y="2857500"/>
              <a:ext cx="685800" cy="0"/>
            </a:xfrm>
            <a:custGeom>
              <a:avLst/>
              <a:gdLst/>
              <a:ahLst/>
              <a:cxnLst/>
              <a:rect l="l" t="t" r="r" b="b"/>
              <a:pathLst>
                <a:path w="685800">
                  <a:moveTo>
                    <a:pt x="0" y="0"/>
                  </a:moveTo>
                  <a:lnTo>
                    <a:pt x="685800" y="0"/>
                  </a:lnTo>
                </a:path>
              </a:pathLst>
            </a:custGeom>
            <a:ln w="12700">
              <a:solidFill>
                <a:srgbClr val="070154"/>
              </a:solidFill>
              <a:prstDash val="solid"/>
            </a:ln>
          </p:spPr>
        </p:sp>
        <p:sp>
          <p:nvSpPr>
            <p:cNvPr id="60" name="node30.head-end.0"/>
            <p:cNvSpPr/>
            <p:nvPr/>
          </p:nvSpPr>
          <p:spPr>
            <a:xfrm>
              <a:off x="9332683" y="28575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1" name="node30.head-end.1"/>
            <p:cNvSpPr/>
            <p:nvPr/>
          </p:nvSpPr>
          <p:spPr>
            <a:xfrm>
              <a:off x="9332683" y="28148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62" name="node30.label-patch"/>
            <p:cNvSpPr/>
            <p:nvPr/>
          </p:nvSpPr>
          <p:spPr>
            <a:xfrm>
              <a:off x="8841358" y="2743200"/>
              <a:ext cx="452884" cy="228600"/>
            </a:xfrm>
            <a:prstGeom prst="rect">
              <a:avLst/>
            </a:prstGeom>
            <a:solidFill>
              <a:srgbClr val="FFFFFF"/>
            </a:solidFill>
            <a:ln>
              <a:noFill/>
            </a:ln>
          </p:spPr>
        </p:sp>
        <p:sp>
          <p:nvSpPr>
            <p:cNvPr id="63" name="node30.label"/>
            <p:cNvSpPr/>
            <p:nvPr/>
          </p:nvSpPr>
          <p:spPr>
            <a:xfrm>
              <a:off x="8879458" y="2781300"/>
              <a:ext cx="37668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100%</a:t>
              </a:r>
              <a:endParaRPr lang="en-US" sz="900" spc="54" kern="0" b="0" i="0" dirty="0">
                <a:solidFill>
                  <a:srgbClr val="50658E"/>
                </a:solidFill>
                <a:latin typeface="IBM Plex Mono Medium"/>
                <a:ea typeface="IBM Plex Mono Medium"/>
                <a:cs typeface="IBM Plex Mono Medium"/>
              </a:endParaRPr>
            </a:p>
          </p:txBody>
        </p:sp>
      </p:grpSp>
      <p:grpSp>
        <p:nvGrpSpPr>
          <p:cNvPr id="143" name="node31"/>
          <p:cNvGrpSpPr/>
          <p:nvPr/>
        </p:nvGrpSpPr>
        <p:grpSpPr>
          <a:xfrm>
            <a:off x="4381500" y="3429000"/>
            <a:ext cx="2057400" cy="685800"/>
            <a:chOff x="4381500" y="3429000"/>
            <a:chExt cx="2057400" cy="685800"/>
          </a:xfrm>
        </p:grpSpPr>
        <p:sp>
          <p:nvSpPr>
            <p:cNvPr id="64" name="node31.surface"/>
            <p:cNvSpPr/>
            <p:nvPr/>
          </p:nvSpPr>
          <p:spPr>
            <a:xfrm>
              <a:off x="4387850" y="3435350"/>
              <a:ext cx="2044700" cy="673100"/>
            </a:xfrm>
            <a:prstGeom prst="rect">
              <a:avLst/>
            </a:prstGeom>
            <a:solidFill>
              <a:srgbClr val="FFFFFF"/>
            </a:solidFill>
            <a:ln w="12700">
              <a:solidFill>
                <a:srgbClr val="CED7E6"/>
              </a:solidFill>
              <a:prstDash val="solid"/>
            </a:ln>
          </p:spPr>
        </p:sp>
        <p:sp>
          <p:nvSpPr>
            <p:cNvPr id="65" name="node31.text"/>
            <p:cNvSpPr/>
            <p:nvPr/>
          </p:nvSpPr>
          <p:spPr>
            <a:xfrm>
              <a:off x="4533900" y="3657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Billing module</a:t>
              </a:r>
              <a:endParaRPr lang="en-US" sz="1200" spc="0" kern="0" b="0" i="0" dirty="0">
                <a:solidFill>
                  <a:srgbClr val="070154"/>
                </a:solidFill>
                <a:latin typeface="IBM Plex Sans"/>
                <a:ea typeface="IBM Plex Sans"/>
                <a:cs typeface="IBM Plex Sans"/>
              </a:endParaRPr>
            </a:p>
          </p:txBody>
        </p:sp>
      </p:grpSp>
      <p:sp>
        <p:nvSpPr>
          <p:cNvPr id="66" name="node32"/>
          <p:cNvSpPr/>
          <p:nvPr/>
        </p:nvSpPr>
        <p:spPr>
          <a:xfrm>
            <a:off x="4381500" y="3429000"/>
            <a:ext cx="2057400" cy="38100"/>
          </a:xfrm>
          <a:prstGeom prst="rect">
            <a:avLst/>
          </a:prstGeom>
          <a:solidFill>
            <a:srgbClr val="0047FF"/>
          </a:solidFill>
          <a:ln>
            <a:noFill/>
          </a:ln>
        </p:spPr>
      </p:sp>
      <p:grpSp>
        <p:nvGrpSpPr>
          <p:cNvPr id="144" name="node33"/>
          <p:cNvGrpSpPr/>
          <p:nvPr/>
        </p:nvGrpSpPr>
        <p:grpSpPr>
          <a:xfrm>
            <a:off x="9410700" y="3429000"/>
            <a:ext cx="1600200" cy="685800"/>
            <a:chOff x="9410700" y="3429000"/>
            <a:chExt cx="1600200" cy="685800"/>
          </a:xfrm>
        </p:grpSpPr>
        <p:sp>
          <p:nvSpPr>
            <p:cNvPr id="67" name="node33.surface"/>
            <p:cNvSpPr/>
            <p:nvPr/>
          </p:nvSpPr>
          <p:spPr>
            <a:xfrm>
              <a:off x="9417050" y="3435350"/>
              <a:ext cx="1587500" cy="673100"/>
            </a:xfrm>
            <a:prstGeom prst="rect">
              <a:avLst/>
            </a:prstGeom>
            <a:solidFill>
              <a:srgbClr val="FFFFFF"/>
            </a:solidFill>
            <a:ln w="12700">
              <a:solidFill>
                <a:srgbClr val="CED7E6"/>
              </a:solidFill>
              <a:prstDash val="solid"/>
            </a:ln>
          </p:spPr>
        </p:sp>
        <p:sp>
          <p:nvSpPr>
            <p:cNvPr id="68" name="node33.text"/>
            <p:cNvSpPr/>
            <p:nvPr/>
          </p:nvSpPr>
          <p:spPr>
            <a:xfrm>
              <a:off x="9563100" y="36576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Billing service</a:t>
              </a:r>
              <a:endParaRPr lang="en-US" sz="1200" spc="0" kern="0" b="0" i="0" dirty="0">
                <a:solidFill>
                  <a:srgbClr val="070154"/>
                </a:solidFill>
                <a:latin typeface="IBM Plex Sans"/>
                <a:ea typeface="IBM Plex Sans"/>
                <a:cs typeface="IBM Plex Sans"/>
              </a:endParaRPr>
            </a:p>
          </p:txBody>
        </p:sp>
      </p:grpSp>
      <p:sp>
        <p:nvSpPr>
          <p:cNvPr id="69" name="node34"/>
          <p:cNvSpPr/>
          <p:nvPr/>
        </p:nvSpPr>
        <p:spPr>
          <a:xfrm>
            <a:off x="9410700" y="3429000"/>
            <a:ext cx="2057400" cy="38100"/>
          </a:xfrm>
          <a:prstGeom prst="rect">
            <a:avLst/>
          </a:prstGeom>
          <a:solidFill>
            <a:srgbClr val="0047FF"/>
          </a:solidFill>
          <a:ln>
            <a:noFill/>
          </a:ln>
        </p:spPr>
      </p:sp>
      <p:grpSp>
        <p:nvGrpSpPr>
          <p:cNvPr id="145" name="node35"/>
          <p:cNvGrpSpPr/>
          <p:nvPr/>
        </p:nvGrpSpPr>
        <p:grpSpPr>
          <a:xfrm>
            <a:off x="11010900" y="3429000"/>
            <a:ext cx="457200" cy="685800"/>
            <a:chOff x="11010900" y="3429000"/>
            <a:chExt cx="457200" cy="685800"/>
          </a:xfrm>
        </p:grpSpPr>
        <p:sp>
          <p:nvSpPr>
            <p:cNvPr id="70" name="node35.surface"/>
            <p:cNvSpPr/>
            <p:nvPr/>
          </p:nvSpPr>
          <p:spPr>
            <a:xfrm>
              <a:off x="11010900" y="3429000"/>
              <a:ext cx="457200" cy="685800"/>
            </a:xfrm>
            <a:prstGeom prst="rect">
              <a:avLst/>
            </a:prstGeom>
            <a:solidFill>
              <a:srgbClr val="CED7E6"/>
            </a:solidFill>
            <a:ln>
              <a:noFill/>
            </a:ln>
          </p:spPr>
        </p:sp>
        <p:sp>
          <p:nvSpPr>
            <p:cNvPr id="71" name="node35.text"/>
            <p:cNvSpPr/>
            <p:nvPr/>
          </p:nvSpPr>
          <p:spPr>
            <a:xfrm>
              <a:off x="11087100" y="36576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46" name="node36"/>
          <p:cNvGrpSpPr/>
          <p:nvPr/>
        </p:nvGrpSpPr>
        <p:grpSpPr>
          <a:xfrm>
            <a:off x="6438900" y="3657600"/>
            <a:ext cx="685800" cy="228600"/>
            <a:chOff x="6438900" y="3657600"/>
            <a:chExt cx="685800" cy="228600"/>
          </a:xfrm>
        </p:grpSpPr>
        <p:sp>
          <p:nvSpPr>
            <p:cNvPr id="72" name="node36.segment-1"/>
            <p:cNvSpPr/>
            <p:nvPr/>
          </p:nvSpPr>
          <p:spPr>
            <a:xfrm>
              <a:off x="6438900" y="3771900"/>
              <a:ext cx="685800" cy="0"/>
            </a:xfrm>
            <a:custGeom>
              <a:avLst/>
              <a:gdLst/>
              <a:ahLst/>
              <a:cxnLst/>
              <a:rect l="l" t="t" r="r" b="b"/>
              <a:pathLst>
                <a:path w="685800">
                  <a:moveTo>
                    <a:pt x="685800" y="0"/>
                  </a:moveTo>
                  <a:lnTo>
                    <a:pt x="0" y="0"/>
                  </a:lnTo>
                </a:path>
              </a:pathLst>
            </a:custGeom>
            <a:ln w="12700">
              <a:solidFill>
                <a:srgbClr val="070154"/>
              </a:solidFill>
              <a:prstDash val="dash"/>
            </a:ln>
          </p:spPr>
        </p:sp>
        <p:sp>
          <p:nvSpPr>
            <p:cNvPr id="73" name="node36.head-end.0"/>
            <p:cNvSpPr/>
            <p:nvPr/>
          </p:nvSpPr>
          <p:spPr>
            <a:xfrm>
              <a:off x="6438900" y="37292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74" name="node36.head-end.1"/>
            <p:cNvSpPr/>
            <p:nvPr/>
          </p:nvSpPr>
          <p:spPr>
            <a:xfrm>
              <a:off x="6438900" y="37719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sp>
          <p:nvSpPr>
            <p:cNvPr id="75" name="node36.label-patch"/>
            <p:cNvSpPr/>
            <p:nvPr/>
          </p:nvSpPr>
          <p:spPr>
            <a:xfrm>
              <a:off x="6592919" y="3657600"/>
              <a:ext cx="377763" cy="228600"/>
            </a:xfrm>
            <a:prstGeom prst="rect">
              <a:avLst/>
            </a:prstGeom>
            <a:solidFill>
              <a:srgbClr val="FFFFFF"/>
            </a:solidFill>
            <a:ln>
              <a:noFill/>
            </a:ln>
          </p:spPr>
        </p:sp>
        <p:sp>
          <p:nvSpPr>
            <p:cNvPr id="76" name="node36.label"/>
            <p:cNvSpPr/>
            <p:nvPr/>
          </p:nvSpPr>
          <p:spPr>
            <a:xfrm>
              <a:off x="6631019" y="36957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40%</a:t>
              </a:r>
              <a:endParaRPr lang="en-US" sz="900" spc="54" kern="0" b="0" i="0" dirty="0">
                <a:solidFill>
                  <a:srgbClr val="50658E"/>
                </a:solidFill>
                <a:latin typeface="IBM Plex Mono Medium"/>
                <a:ea typeface="IBM Plex Mono Medium"/>
                <a:cs typeface="IBM Plex Mono Medium"/>
              </a:endParaRPr>
            </a:p>
          </p:txBody>
        </p:sp>
      </p:grpSp>
      <p:grpSp>
        <p:nvGrpSpPr>
          <p:cNvPr id="147" name="node37"/>
          <p:cNvGrpSpPr/>
          <p:nvPr/>
        </p:nvGrpSpPr>
        <p:grpSpPr>
          <a:xfrm>
            <a:off x="8724900" y="3657600"/>
            <a:ext cx="685800" cy="228600"/>
            <a:chOff x="8724900" y="3657600"/>
            <a:chExt cx="685800" cy="228600"/>
          </a:xfrm>
        </p:grpSpPr>
        <p:sp>
          <p:nvSpPr>
            <p:cNvPr id="77" name="node37.segment-1"/>
            <p:cNvSpPr/>
            <p:nvPr/>
          </p:nvSpPr>
          <p:spPr>
            <a:xfrm>
              <a:off x="8724900" y="3771900"/>
              <a:ext cx="685800" cy="0"/>
            </a:xfrm>
            <a:custGeom>
              <a:avLst/>
              <a:gdLst/>
              <a:ahLst/>
              <a:cxnLst/>
              <a:rect l="l" t="t" r="r" b="b"/>
              <a:pathLst>
                <a:path w="685800">
                  <a:moveTo>
                    <a:pt x="0" y="0"/>
                  </a:moveTo>
                  <a:lnTo>
                    <a:pt x="685800" y="0"/>
                  </a:lnTo>
                </a:path>
              </a:pathLst>
            </a:custGeom>
            <a:ln w="12700">
              <a:solidFill>
                <a:srgbClr val="070154"/>
              </a:solidFill>
              <a:prstDash val="dash"/>
            </a:ln>
          </p:spPr>
        </p:sp>
        <p:sp>
          <p:nvSpPr>
            <p:cNvPr id="78" name="node37.head-end.0"/>
            <p:cNvSpPr/>
            <p:nvPr/>
          </p:nvSpPr>
          <p:spPr>
            <a:xfrm>
              <a:off x="9332683" y="37719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9" name="node37.head-end.1"/>
            <p:cNvSpPr/>
            <p:nvPr/>
          </p:nvSpPr>
          <p:spPr>
            <a:xfrm>
              <a:off x="9332683" y="37292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80" name="node37.label-patch"/>
            <p:cNvSpPr/>
            <p:nvPr/>
          </p:nvSpPr>
          <p:spPr>
            <a:xfrm>
              <a:off x="8878919" y="3657600"/>
              <a:ext cx="377763" cy="228600"/>
            </a:xfrm>
            <a:prstGeom prst="rect">
              <a:avLst/>
            </a:prstGeom>
            <a:solidFill>
              <a:srgbClr val="FFFFFF"/>
            </a:solidFill>
            <a:ln>
              <a:noFill/>
            </a:ln>
          </p:spPr>
        </p:sp>
        <p:sp>
          <p:nvSpPr>
            <p:cNvPr id="81" name="node37.label"/>
            <p:cNvSpPr/>
            <p:nvPr/>
          </p:nvSpPr>
          <p:spPr>
            <a:xfrm>
              <a:off x="8917019" y="36957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60%</a:t>
              </a:r>
              <a:endParaRPr lang="en-US" sz="900" spc="54" kern="0" b="0" i="0" dirty="0">
                <a:solidFill>
                  <a:srgbClr val="50658E"/>
                </a:solidFill>
                <a:latin typeface="IBM Plex Mono Medium"/>
                <a:ea typeface="IBM Plex Mono Medium"/>
                <a:cs typeface="IBM Plex Mono Medium"/>
              </a:endParaRPr>
            </a:p>
          </p:txBody>
        </p:sp>
      </p:grpSp>
      <p:grpSp>
        <p:nvGrpSpPr>
          <p:cNvPr id="148" name="node38"/>
          <p:cNvGrpSpPr/>
          <p:nvPr/>
        </p:nvGrpSpPr>
        <p:grpSpPr>
          <a:xfrm>
            <a:off x="4381500" y="4343400"/>
            <a:ext cx="2057400" cy="685800"/>
            <a:chOff x="4381500" y="4343400"/>
            <a:chExt cx="2057400" cy="685800"/>
          </a:xfrm>
        </p:grpSpPr>
        <p:sp>
          <p:nvSpPr>
            <p:cNvPr id="82" name="node38.surface"/>
            <p:cNvSpPr/>
            <p:nvPr/>
          </p:nvSpPr>
          <p:spPr>
            <a:xfrm>
              <a:off x="4387850" y="4349750"/>
              <a:ext cx="2044700" cy="673100"/>
            </a:xfrm>
            <a:prstGeom prst="rect">
              <a:avLst/>
            </a:prstGeom>
            <a:solidFill>
              <a:srgbClr val="FFFFFF"/>
            </a:solidFill>
            <a:ln w="12700">
              <a:solidFill>
                <a:srgbClr val="CED7E6"/>
              </a:solidFill>
              <a:prstDash val="solid"/>
            </a:ln>
          </p:spPr>
        </p:sp>
        <p:sp>
          <p:nvSpPr>
            <p:cNvPr id="83" name="node38.text"/>
            <p:cNvSpPr/>
            <p:nvPr/>
          </p:nvSpPr>
          <p:spPr>
            <a:xfrm>
              <a:off x="4533900" y="45720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Claims module</a:t>
              </a:r>
              <a:endParaRPr lang="en-US" sz="1200" spc="0" kern="0" b="0" i="0" dirty="0">
                <a:solidFill>
                  <a:srgbClr val="070154"/>
                </a:solidFill>
                <a:latin typeface="IBM Plex Sans"/>
                <a:ea typeface="IBM Plex Sans"/>
                <a:cs typeface="IBM Plex Sans"/>
              </a:endParaRPr>
            </a:p>
          </p:txBody>
        </p:sp>
      </p:grpSp>
      <p:sp>
        <p:nvSpPr>
          <p:cNvPr id="84" name="node39"/>
          <p:cNvSpPr/>
          <p:nvPr/>
        </p:nvSpPr>
        <p:spPr>
          <a:xfrm>
            <a:off x="4381500" y="4343400"/>
            <a:ext cx="2057400" cy="38100"/>
          </a:xfrm>
          <a:prstGeom prst="rect">
            <a:avLst/>
          </a:prstGeom>
          <a:solidFill>
            <a:srgbClr val="0047FF"/>
          </a:solidFill>
          <a:ln>
            <a:noFill/>
          </a:ln>
        </p:spPr>
      </p:sp>
      <p:grpSp>
        <p:nvGrpSpPr>
          <p:cNvPr id="149" name="node40"/>
          <p:cNvGrpSpPr/>
          <p:nvPr/>
        </p:nvGrpSpPr>
        <p:grpSpPr>
          <a:xfrm>
            <a:off x="9410700" y="4343400"/>
            <a:ext cx="1600200" cy="685800"/>
            <a:chOff x="9410700" y="4343400"/>
            <a:chExt cx="1600200" cy="685800"/>
          </a:xfrm>
        </p:grpSpPr>
        <p:sp>
          <p:nvSpPr>
            <p:cNvPr id="85" name="node40.surface"/>
            <p:cNvSpPr/>
            <p:nvPr/>
          </p:nvSpPr>
          <p:spPr>
            <a:xfrm>
              <a:off x="9417050" y="4349750"/>
              <a:ext cx="1587500" cy="673100"/>
            </a:xfrm>
            <a:prstGeom prst="rect">
              <a:avLst/>
            </a:prstGeom>
            <a:solidFill>
              <a:srgbClr val="FFFFFF"/>
            </a:solidFill>
            <a:ln w="12700">
              <a:solidFill>
                <a:srgbClr val="CED7E6"/>
              </a:solidFill>
              <a:prstDash val="solid"/>
            </a:ln>
          </p:spPr>
        </p:sp>
        <p:sp>
          <p:nvSpPr>
            <p:cNvPr id="86" name="node40.text"/>
            <p:cNvSpPr/>
            <p:nvPr/>
          </p:nvSpPr>
          <p:spPr>
            <a:xfrm>
              <a:off x="9563100" y="45720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Claims service</a:t>
              </a:r>
              <a:endParaRPr lang="en-US" sz="1200" spc="0" kern="0" b="0" i="0" dirty="0">
                <a:solidFill>
                  <a:srgbClr val="070154"/>
                </a:solidFill>
                <a:latin typeface="IBM Plex Sans"/>
                <a:ea typeface="IBM Plex Sans"/>
                <a:cs typeface="IBM Plex Sans"/>
              </a:endParaRPr>
            </a:p>
          </p:txBody>
        </p:sp>
      </p:grpSp>
      <p:sp>
        <p:nvSpPr>
          <p:cNvPr id="87" name="node41"/>
          <p:cNvSpPr/>
          <p:nvPr/>
        </p:nvSpPr>
        <p:spPr>
          <a:xfrm>
            <a:off x="9410700" y="4343400"/>
            <a:ext cx="2057400" cy="38100"/>
          </a:xfrm>
          <a:prstGeom prst="rect">
            <a:avLst/>
          </a:prstGeom>
          <a:solidFill>
            <a:srgbClr val="0047FF"/>
          </a:solidFill>
          <a:ln>
            <a:noFill/>
          </a:ln>
        </p:spPr>
      </p:sp>
      <p:grpSp>
        <p:nvGrpSpPr>
          <p:cNvPr id="150" name="node42"/>
          <p:cNvGrpSpPr/>
          <p:nvPr/>
        </p:nvGrpSpPr>
        <p:grpSpPr>
          <a:xfrm>
            <a:off x="11010900" y="4343400"/>
            <a:ext cx="457200" cy="685800"/>
            <a:chOff x="11010900" y="4343400"/>
            <a:chExt cx="457200" cy="685800"/>
          </a:xfrm>
        </p:grpSpPr>
        <p:sp>
          <p:nvSpPr>
            <p:cNvPr id="88" name="node42.surface"/>
            <p:cNvSpPr/>
            <p:nvPr/>
          </p:nvSpPr>
          <p:spPr>
            <a:xfrm>
              <a:off x="11010900" y="4343400"/>
              <a:ext cx="457200" cy="685800"/>
            </a:xfrm>
            <a:prstGeom prst="rect">
              <a:avLst/>
            </a:prstGeom>
            <a:solidFill>
              <a:srgbClr val="CED7E6"/>
            </a:solidFill>
            <a:ln>
              <a:noFill/>
            </a:ln>
          </p:spPr>
        </p:sp>
        <p:sp>
          <p:nvSpPr>
            <p:cNvPr id="89" name="node42.text"/>
            <p:cNvSpPr/>
            <p:nvPr/>
          </p:nvSpPr>
          <p:spPr>
            <a:xfrm>
              <a:off x="11087100" y="45720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51" name="node43"/>
          <p:cNvGrpSpPr/>
          <p:nvPr/>
        </p:nvGrpSpPr>
        <p:grpSpPr>
          <a:xfrm>
            <a:off x="6438900" y="4572000"/>
            <a:ext cx="685800" cy="228600"/>
            <a:chOff x="6438900" y="4572000"/>
            <a:chExt cx="685800" cy="228600"/>
          </a:xfrm>
        </p:grpSpPr>
        <p:sp>
          <p:nvSpPr>
            <p:cNvPr id="90" name="node43.segment-1"/>
            <p:cNvSpPr/>
            <p:nvPr/>
          </p:nvSpPr>
          <p:spPr>
            <a:xfrm>
              <a:off x="6438900" y="4686300"/>
              <a:ext cx="685800" cy="0"/>
            </a:xfrm>
            <a:custGeom>
              <a:avLst/>
              <a:gdLst/>
              <a:ahLst/>
              <a:cxnLst/>
              <a:rect l="l" t="t" r="r" b="b"/>
              <a:pathLst>
                <a:path w="685800">
                  <a:moveTo>
                    <a:pt x="685800" y="0"/>
                  </a:moveTo>
                  <a:lnTo>
                    <a:pt x="0" y="0"/>
                  </a:lnTo>
                </a:path>
              </a:pathLst>
            </a:custGeom>
            <a:ln w="12700">
              <a:solidFill>
                <a:srgbClr val="070154"/>
              </a:solidFill>
              <a:prstDash val="dash"/>
            </a:ln>
          </p:spPr>
        </p:sp>
        <p:sp>
          <p:nvSpPr>
            <p:cNvPr id="91" name="node43.head-end.0"/>
            <p:cNvSpPr/>
            <p:nvPr/>
          </p:nvSpPr>
          <p:spPr>
            <a:xfrm>
              <a:off x="6438900" y="46436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92" name="node43.head-end.1"/>
            <p:cNvSpPr/>
            <p:nvPr/>
          </p:nvSpPr>
          <p:spPr>
            <a:xfrm>
              <a:off x="6438900" y="46863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sp>
          <p:nvSpPr>
            <p:cNvPr id="93" name="node43.label-patch"/>
            <p:cNvSpPr/>
            <p:nvPr/>
          </p:nvSpPr>
          <p:spPr>
            <a:xfrm>
              <a:off x="6592919" y="4572000"/>
              <a:ext cx="377763" cy="228600"/>
            </a:xfrm>
            <a:prstGeom prst="rect">
              <a:avLst/>
            </a:prstGeom>
            <a:solidFill>
              <a:srgbClr val="FFFFFF"/>
            </a:solidFill>
            <a:ln>
              <a:noFill/>
            </a:ln>
          </p:spPr>
        </p:sp>
        <p:sp>
          <p:nvSpPr>
            <p:cNvPr id="94" name="node43.label"/>
            <p:cNvSpPr/>
            <p:nvPr/>
          </p:nvSpPr>
          <p:spPr>
            <a:xfrm>
              <a:off x="6631019" y="46101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75%</a:t>
              </a:r>
              <a:endParaRPr lang="en-US" sz="900" spc="54" kern="0" b="0" i="0" dirty="0">
                <a:solidFill>
                  <a:srgbClr val="50658E"/>
                </a:solidFill>
                <a:latin typeface="IBM Plex Mono Medium"/>
                <a:ea typeface="IBM Plex Mono Medium"/>
                <a:cs typeface="IBM Plex Mono Medium"/>
              </a:endParaRPr>
            </a:p>
          </p:txBody>
        </p:sp>
      </p:grpSp>
      <p:grpSp>
        <p:nvGrpSpPr>
          <p:cNvPr id="152" name="node44"/>
          <p:cNvGrpSpPr/>
          <p:nvPr/>
        </p:nvGrpSpPr>
        <p:grpSpPr>
          <a:xfrm>
            <a:off x="8724900" y="4572000"/>
            <a:ext cx="685800" cy="228600"/>
            <a:chOff x="8724900" y="4572000"/>
            <a:chExt cx="685800" cy="228600"/>
          </a:xfrm>
        </p:grpSpPr>
        <p:sp>
          <p:nvSpPr>
            <p:cNvPr id="95" name="node44.segment-1"/>
            <p:cNvSpPr/>
            <p:nvPr/>
          </p:nvSpPr>
          <p:spPr>
            <a:xfrm>
              <a:off x="8724900" y="4686300"/>
              <a:ext cx="685800" cy="0"/>
            </a:xfrm>
            <a:custGeom>
              <a:avLst/>
              <a:gdLst/>
              <a:ahLst/>
              <a:cxnLst/>
              <a:rect l="l" t="t" r="r" b="b"/>
              <a:pathLst>
                <a:path w="685800">
                  <a:moveTo>
                    <a:pt x="0" y="0"/>
                  </a:moveTo>
                  <a:lnTo>
                    <a:pt x="685800" y="0"/>
                  </a:lnTo>
                </a:path>
              </a:pathLst>
            </a:custGeom>
            <a:ln w="12700">
              <a:solidFill>
                <a:srgbClr val="070154"/>
              </a:solidFill>
              <a:prstDash val="dash"/>
            </a:ln>
          </p:spPr>
        </p:sp>
        <p:sp>
          <p:nvSpPr>
            <p:cNvPr id="96" name="node44.head-end.0"/>
            <p:cNvSpPr/>
            <p:nvPr/>
          </p:nvSpPr>
          <p:spPr>
            <a:xfrm>
              <a:off x="9332683" y="4686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97" name="node44.head-end.1"/>
            <p:cNvSpPr/>
            <p:nvPr/>
          </p:nvSpPr>
          <p:spPr>
            <a:xfrm>
              <a:off x="9332683" y="4643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98" name="node44.label-patch"/>
            <p:cNvSpPr/>
            <p:nvPr/>
          </p:nvSpPr>
          <p:spPr>
            <a:xfrm>
              <a:off x="8878919" y="4572000"/>
              <a:ext cx="377763" cy="228600"/>
            </a:xfrm>
            <a:prstGeom prst="rect">
              <a:avLst/>
            </a:prstGeom>
            <a:solidFill>
              <a:srgbClr val="FFFFFF"/>
            </a:solidFill>
            <a:ln>
              <a:noFill/>
            </a:ln>
          </p:spPr>
        </p:sp>
        <p:sp>
          <p:nvSpPr>
            <p:cNvPr id="99" name="node44.label"/>
            <p:cNvSpPr/>
            <p:nvPr/>
          </p:nvSpPr>
          <p:spPr>
            <a:xfrm>
              <a:off x="8917019" y="46101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25%</a:t>
              </a:r>
              <a:endParaRPr lang="en-US" sz="900" spc="54" kern="0" b="0" i="0" dirty="0">
                <a:solidFill>
                  <a:srgbClr val="50658E"/>
                </a:solidFill>
                <a:latin typeface="IBM Plex Mono Medium"/>
                <a:ea typeface="IBM Plex Mono Medium"/>
                <a:cs typeface="IBM Plex Mono Medium"/>
              </a:endParaRPr>
            </a:p>
          </p:txBody>
        </p:sp>
      </p:grpSp>
      <p:grpSp>
        <p:nvGrpSpPr>
          <p:cNvPr id="153" name="node45"/>
          <p:cNvGrpSpPr/>
          <p:nvPr/>
        </p:nvGrpSpPr>
        <p:grpSpPr>
          <a:xfrm>
            <a:off x="4381500" y="5257800"/>
            <a:ext cx="2057400" cy="685800"/>
            <a:chOff x="4381500" y="5257800"/>
            <a:chExt cx="2057400" cy="685800"/>
          </a:xfrm>
        </p:grpSpPr>
        <p:sp>
          <p:nvSpPr>
            <p:cNvPr id="100" name="node45.surface"/>
            <p:cNvSpPr/>
            <p:nvPr/>
          </p:nvSpPr>
          <p:spPr>
            <a:xfrm>
              <a:off x="4387850" y="5264150"/>
              <a:ext cx="2044700" cy="673100"/>
            </a:xfrm>
            <a:prstGeom prst="rect">
              <a:avLst/>
            </a:prstGeom>
            <a:solidFill>
              <a:srgbClr val="FFFFFF"/>
            </a:solidFill>
            <a:ln w="12700">
              <a:solidFill>
                <a:srgbClr val="CED7E6"/>
              </a:solidFill>
              <a:prstDash val="solid"/>
            </a:ln>
          </p:spPr>
        </p:sp>
        <p:sp>
          <p:nvSpPr>
            <p:cNvPr id="101" name="node45.text"/>
            <p:cNvSpPr/>
            <p:nvPr/>
          </p:nvSpPr>
          <p:spPr>
            <a:xfrm>
              <a:off x="4533900" y="54864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Reporting module</a:t>
              </a:r>
              <a:endParaRPr lang="en-US" sz="1200" spc="0" kern="0" b="0" i="0" dirty="0">
                <a:solidFill>
                  <a:srgbClr val="070154"/>
                </a:solidFill>
                <a:latin typeface="IBM Plex Sans"/>
                <a:ea typeface="IBM Plex Sans"/>
                <a:cs typeface="IBM Plex Sans"/>
              </a:endParaRPr>
            </a:p>
          </p:txBody>
        </p:sp>
      </p:grpSp>
      <p:grpSp>
        <p:nvGrpSpPr>
          <p:cNvPr id="154" name="node46"/>
          <p:cNvGrpSpPr/>
          <p:nvPr/>
        </p:nvGrpSpPr>
        <p:grpSpPr>
          <a:xfrm>
            <a:off x="9410700" y="5143500"/>
            <a:ext cx="2057400" cy="800100"/>
            <a:chOff x="9410700" y="5143500"/>
            <a:chExt cx="2057400" cy="800100"/>
          </a:xfrm>
        </p:grpSpPr>
        <p:sp>
          <p:nvSpPr>
            <p:cNvPr id="102" name="node46.surface"/>
            <p:cNvSpPr/>
            <p:nvPr/>
          </p:nvSpPr>
          <p:spPr>
            <a:xfrm>
              <a:off x="9410700" y="5257800"/>
              <a:ext cx="2057400" cy="685800"/>
            </a:xfrm>
            <a:prstGeom prst="rect">
              <a:avLst/>
            </a:prstGeom>
            <a:ln w="12700">
              <a:solidFill>
                <a:srgbClr val="50658E"/>
              </a:solidFill>
              <a:prstDash val="dash"/>
            </a:ln>
          </p:spPr>
        </p:sp>
        <p:sp>
          <p:nvSpPr>
            <p:cNvPr id="103" name="node46.label-patch"/>
            <p:cNvSpPr/>
            <p:nvPr/>
          </p:nvSpPr>
          <p:spPr>
            <a:xfrm>
              <a:off x="9525000" y="5143500"/>
              <a:ext cx="602047" cy="152400"/>
            </a:xfrm>
            <a:prstGeom prst="rect">
              <a:avLst/>
            </a:prstGeom>
            <a:solidFill>
              <a:srgbClr val="FFFFFF"/>
            </a:solidFill>
            <a:ln>
              <a:noFill/>
            </a:ln>
          </p:spPr>
        </p:sp>
        <p:sp>
          <p:nvSpPr>
            <p:cNvPr id="104" name="node46.label"/>
            <p:cNvSpPr/>
            <p:nvPr/>
          </p:nvSpPr>
          <p:spPr>
            <a:xfrm>
              <a:off x="9563100" y="51435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PLANNED</a:t>
              </a:r>
              <a:endParaRPr lang="en-US" sz="900" spc="54" kern="0" b="0" i="0" dirty="0">
                <a:solidFill>
                  <a:srgbClr val="070154"/>
                </a:solidFill>
                <a:latin typeface="IBM Plex Mono SemiBold"/>
                <a:ea typeface="IBM Plex Mono SemiBold"/>
                <a:cs typeface="IBM Plex Mono SemiBold"/>
              </a:endParaRPr>
            </a:p>
          </p:txBody>
        </p:sp>
      </p:grpSp>
      <p:grpSp>
        <p:nvGrpSpPr>
          <p:cNvPr id="155" name="node47"/>
          <p:cNvGrpSpPr/>
          <p:nvPr/>
        </p:nvGrpSpPr>
        <p:grpSpPr>
          <a:xfrm>
            <a:off x="9563100" y="5486400"/>
            <a:ext cx="1447800" cy="228600"/>
            <a:chOff x="9563100" y="5486400"/>
            <a:chExt cx="1447800" cy="228600"/>
          </a:xfrm>
        </p:grpSpPr>
        <p:sp>
          <p:nvSpPr>
            <p:cNvPr id="105" name="node47.text"/>
            <p:cNvSpPr/>
            <p:nvPr/>
          </p:nvSpPr>
          <p:spPr>
            <a:xfrm>
              <a:off x="9563100" y="54864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Reporting service</a:t>
              </a:r>
              <a:endParaRPr lang="en-US" sz="1200" spc="0" kern="0" b="0" i="0" dirty="0">
                <a:solidFill>
                  <a:srgbClr val="50658E"/>
                </a:solidFill>
                <a:latin typeface="IBM Plex Sans"/>
                <a:ea typeface="IBM Plex Sans"/>
                <a:cs typeface="IBM Plex Sans"/>
              </a:endParaRPr>
            </a:p>
          </p:txBody>
        </p:sp>
      </p:grpSp>
      <p:grpSp>
        <p:nvGrpSpPr>
          <p:cNvPr id="156" name="node48"/>
          <p:cNvGrpSpPr/>
          <p:nvPr/>
        </p:nvGrpSpPr>
        <p:grpSpPr>
          <a:xfrm>
            <a:off x="11010900" y="5257800"/>
            <a:ext cx="457200" cy="685800"/>
            <a:chOff x="11010900" y="5257800"/>
            <a:chExt cx="457200" cy="685800"/>
          </a:xfrm>
        </p:grpSpPr>
        <p:sp>
          <p:nvSpPr>
            <p:cNvPr id="106" name="node48.surface"/>
            <p:cNvSpPr/>
            <p:nvPr/>
          </p:nvSpPr>
          <p:spPr>
            <a:xfrm>
              <a:off x="11010900" y="5257800"/>
              <a:ext cx="457200" cy="685800"/>
            </a:xfrm>
            <a:prstGeom prst="rect">
              <a:avLst/>
            </a:prstGeom>
            <a:solidFill>
              <a:srgbClr val="CED7E6"/>
            </a:solidFill>
            <a:ln>
              <a:noFill/>
            </a:ln>
          </p:spPr>
        </p:sp>
        <p:sp>
          <p:nvSpPr>
            <p:cNvPr id="107" name="node48.text"/>
            <p:cNvSpPr/>
            <p:nvPr/>
          </p:nvSpPr>
          <p:spPr>
            <a:xfrm>
              <a:off x="11087100" y="54864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57" name="node49"/>
          <p:cNvGrpSpPr/>
          <p:nvPr/>
        </p:nvGrpSpPr>
        <p:grpSpPr>
          <a:xfrm>
            <a:off x="6438900" y="5486400"/>
            <a:ext cx="685800" cy="228600"/>
            <a:chOff x="6438900" y="5486400"/>
            <a:chExt cx="685800" cy="228600"/>
          </a:xfrm>
        </p:grpSpPr>
        <p:sp>
          <p:nvSpPr>
            <p:cNvPr id="108" name="node49.segment-1"/>
            <p:cNvSpPr/>
            <p:nvPr/>
          </p:nvSpPr>
          <p:spPr>
            <a:xfrm>
              <a:off x="6438900" y="5600700"/>
              <a:ext cx="685800" cy="0"/>
            </a:xfrm>
            <a:custGeom>
              <a:avLst/>
              <a:gdLst/>
              <a:ahLst/>
              <a:cxnLst/>
              <a:rect l="l" t="t" r="r" b="b"/>
              <a:pathLst>
                <a:path w="685800">
                  <a:moveTo>
                    <a:pt x="685800" y="0"/>
                  </a:moveTo>
                  <a:lnTo>
                    <a:pt x="0" y="0"/>
                  </a:lnTo>
                </a:path>
              </a:pathLst>
            </a:custGeom>
            <a:ln w="12700">
              <a:solidFill>
                <a:srgbClr val="070154"/>
              </a:solidFill>
              <a:prstDash val="solid"/>
            </a:ln>
          </p:spPr>
        </p:sp>
        <p:sp>
          <p:nvSpPr>
            <p:cNvPr id="109" name="node49.head-end.0"/>
            <p:cNvSpPr/>
            <p:nvPr/>
          </p:nvSpPr>
          <p:spPr>
            <a:xfrm>
              <a:off x="6438900" y="55580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110" name="node49.head-end.1"/>
            <p:cNvSpPr/>
            <p:nvPr/>
          </p:nvSpPr>
          <p:spPr>
            <a:xfrm>
              <a:off x="6438900" y="56007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sp>
          <p:nvSpPr>
            <p:cNvPr id="111" name="node49.label-patch"/>
            <p:cNvSpPr/>
            <p:nvPr/>
          </p:nvSpPr>
          <p:spPr>
            <a:xfrm>
              <a:off x="6555358" y="5486400"/>
              <a:ext cx="452884" cy="228600"/>
            </a:xfrm>
            <a:prstGeom prst="rect">
              <a:avLst/>
            </a:prstGeom>
            <a:solidFill>
              <a:srgbClr val="FFFFFF"/>
            </a:solidFill>
            <a:ln>
              <a:noFill/>
            </a:ln>
          </p:spPr>
        </p:sp>
        <p:sp>
          <p:nvSpPr>
            <p:cNvPr id="112" name="node49.label"/>
            <p:cNvSpPr/>
            <p:nvPr/>
          </p:nvSpPr>
          <p:spPr>
            <a:xfrm>
              <a:off x="6593458" y="5524500"/>
              <a:ext cx="37668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100%</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ource-05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cohorts cut over, each behind a go/no-go gate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34</a:t>
            </a:fld>
            <a:endParaRPr lang="en-US" sz="700" spc="0" kern="0" b="0" i="0" dirty="0">
              <a:solidFill>
                <a:srgbClr val="070154"/>
              </a:solidFill>
              <a:latin typeface="IBM Plex Mono SemiBold"/>
              <a:ea typeface="IBM Plex Mono SemiBold"/>
              <a:cs typeface="IBM Plex Mono SemiBold"/>
            </a:endParaRPr>
          </a:p>
        </p:txBody>
      </p:sp>
      <p:grpSp>
        <p:nvGrpSpPr>
          <p:cNvPr id="105" name="node01"/>
          <p:cNvGrpSpPr/>
          <p:nvPr/>
        </p:nvGrpSpPr>
        <p:grpSpPr>
          <a:xfrm>
            <a:off x="723900" y="1600200"/>
            <a:ext cx="10744200" cy="3530600"/>
            <a:chOff x="723900" y="1600200"/>
            <a:chExt cx="10744200" cy="3530600"/>
          </a:xfrm>
        </p:grpSpPr>
        <p:sp>
          <p:nvSpPr>
            <p:cNvPr id="6" name="node01.period-header"/>
            <p:cNvSpPr/>
            <p:nvPr/>
          </p:nvSpPr>
          <p:spPr>
            <a:xfrm>
              <a:off x="723900" y="2286000"/>
              <a:ext cx="10744200" cy="304800"/>
            </a:xfrm>
            <a:prstGeom prst="rect">
              <a:avLst/>
            </a:prstGeom>
            <a:solidFill>
              <a:srgbClr val="E8EEF8"/>
            </a:solidFill>
            <a:ln>
              <a:noFill/>
            </a:ln>
          </p:spPr>
        </p:sp>
        <p:sp>
          <p:nvSpPr>
            <p:cNvPr id="7" name="node01.sidebar-heading"/>
            <p:cNvSpPr/>
            <p:nvPr/>
          </p:nvSpPr>
          <p:spPr>
            <a:xfrm>
              <a:off x="800100" y="2362200"/>
              <a:ext cx="2590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COHORT · SITES</a:t>
              </a:r>
              <a:endParaRPr lang="en-US" sz="900" spc="54" kern="0" b="0" i="0" dirty="0">
                <a:solidFill>
                  <a:srgbClr val="50658E"/>
                </a:solidFill>
                <a:latin typeface="IBM Plex Mono SemiBold"/>
                <a:ea typeface="IBM Plex Mono SemiBold"/>
                <a:cs typeface="IBM Plex Mono SemiBold"/>
              </a:endParaRPr>
            </a:p>
          </p:txBody>
        </p:sp>
        <p:sp>
          <p:nvSpPr>
            <p:cNvPr id="8" name="node01.periods.slot-001.label"/>
            <p:cNvSpPr/>
            <p:nvPr/>
          </p:nvSpPr>
          <p:spPr>
            <a:xfrm>
              <a:off x="3467100"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OCT</a:t>
              </a:r>
              <a:endParaRPr lang="en-US" sz="900" spc="54" kern="0" b="0" i="0" dirty="0">
                <a:solidFill>
                  <a:srgbClr val="070154"/>
                </a:solidFill>
                <a:latin typeface="IBM Plex Mono SemiBold"/>
                <a:ea typeface="IBM Plex Mono SemiBold"/>
                <a:cs typeface="IBM Plex Mono SemiBold"/>
              </a:endParaRPr>
            </a:p>
          </p:txBody>
        </p:sp>
        <p:sp>
          <p:nvSpPr>
            <p:cNvPr id="9" name="node01.periods.slot-002.label"/>
            <p:cNvSpPr/>
            <p:nvPr/>
          </p:nvSpPr>
          <p:spPr>
            <a:xfrm>
              <a:off x="4194464"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NOV</a:t>
              </a:r>
              <a:endParaRPr lang="en-US" sz="900" spc="54" kern="0" b="0" i="0" dirty="0">
                <a:solidFill>
                  <a:srgbClr val="070154"/>
                </a:solidFill>
                <a:latin typeface="IBM Plex Mono SemiBold"/>
                <a:ea typeface="IBM Plex Mono SemiBold"/>
                <a:cs typeface="IBM Plex Mono SemiBold"/>
              </a:endParaRPr>
            </a:p>
          </p:txBody>
        </p:sp>
        <p:sp>
          <p:nvSpPr>
            <p:cNvPr id="10" name="node01.periods.slot-003.label"/>
            <p:cNvSpPr/>
            <p:nvPr/>
          </p:nvSpPr>
          <p:spPr>
            <a:xfrm>
              <a:off x="4921827"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DEC</a:t>
              </a:r>
              <a:endParaRPr lang="en-US" sz="900" spc="54" kern="0" b="0" i="0" dirty="0">
                <a:solidFill>
                  <a:srgbClr val="070154"/>
                </a:solidFill>
                <a:latin typeface="IBM Plex Mono SemiBold"/>
                <a:ea typeface="IBM Plex Mono SemiBold"/>
                <a:cs typeface="IBM Plex Mono SemiBold"/>
              </a:endParaRPr>
            </a:p>
          </p:txBody>
        </p:sp>
        <p:sp>
          <p:nvSpPr>
            <p:cNvPr id="11" name="node01.periods.slot-004.label"/>
            <p:cNvSpPr/>
            <p:nvPr/>
          </p:nvSpPr>
          <p:spPr>
            <a:xfrm>
              <a:off x="5649191"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JAN</a:t>
              </a:r>
              <a:endParaRPr lang="en-US" sz="900" spc="54" kern="0" b="0" i="0" dirty="0">
                <a:solidFill>
                  <a:srgbClr val="070154"/>
                </a:solidFill>
                <a:latin typeface="IBM Plex Mono SemiBold"/>
                <a:ea typeface="IBM Plex Mono SemiBold"/>
                <a:cs typeface="IBM Plex Mono SemiBold"/>
              </a:endParaRPr>
            </a:p>
          </p:txBody>
        </p:sp>
        <p:sp>
          <p:nvSpPr>
            <p:cNvPr id="12" name="node01.periods.slot-005.label"/>
            <p:cNvSpPr/>
            <p:nvPr/>
          </p:nvSpPr>
          <p:spPr>
            <a:xfrm>
              <a:off x="6376555"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FEB</a:t>
              </a:r>
              <a:endParaRPr lang="en-US" sz="900" spc="54" kern="0" b="0" i="0" dirty="0">
                <a:solidFill>
                  <a:srgbClr val="070154"/>
                </a:solidFill>
                <a:latin typeface="IBM Plex Mono SemiBold"/>
                <a:ea typeface="IBM Plex Mono SemiBold"/>
                <a:cs typeface="IBM Plex Mono SemiBold"/>
              </a:endParaRPr>
            </a:p>
          </p:txBody>
        </p:sp>
        <p:sp>
          <p:nvSpPr>
            <p:cNvPr id="13" name="node01.periods.slot-006.label"/>
            <p:cNvSpPr/>
            <p:nvPr/>
          </p:nvSpPr>
          <p:spPr>
            <a:xfrm>
              <a:off x="7103918"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MAR</a:t>
              </a:r>
              <a:endParaRPr lang="en-US" sz="900" spc="54" kern="0" b="0" i="0" dirty="0">
                <a:solidFill>
                  <a:srgbClr val="070154"/>
                </a:solidFill>
                <a:latin typeface="IBM Plex Mono SemiBold"/>
                <a:ea typeface="IBM Plex Mono SemiBold"/>
                <a:cs typeface="IBM Plex Mono SemiBold"/>
              </a:endParaRPr>
            </a:p>
          </p:txBody>
        </p:sp>
        <p:sp>
          <p:nvSpPr>
            <p:cNvPr id="14" name="node01.periods.slot-007.label"/>
            <p:cNvSpPr/>
            <p:nvPr/>
          </p:nvSpPr>
          <p:spPr>
            <a:xfrm>
              <a:off x="7831282"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APR</a:t>
              </a:r>
              <a:endParaRPr lang="en-US" sz="900" spc="54" kern="0" b="0" i="0" dirty="0">
                <a:solidFill>
                  <a:srgbClr val="070154"/>
                </a:solidFill>
                <a:latin typeface="IBM Plex Mono SemiBold"/>
                <a:ea typeface="IBM Plex Mono SemiBold"/>
                <a:cs typeface="IBM Plex Mono SemiBold"/>
              </a:endParaRPr>
            </a:p>
          </p:txBody>
        </p:sp>
        <p:sp>
          <p:nvSpPr>
            <p:cNvPr id="15" name="node01.periods.slot-008.label"/>
            <p:cNvSpPr/>
            <p:nvPr/>
          </p:nvSpPr>
          <p:spPr>
            <a:xfrm>
              <a:off x="8558645"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MAY</a:t>
              </a:r>
              <a:endParaRPr lang="en-US" sz="900" spc="54" kern="0" b="0" i="0" dirty="0">
                <a:solidFill>
                  <a:srgbClr val="070154"/>
                </a:solidFill>
                <a:latin typeface="IBM Plex Mono SemiBold"/>
                <a:ea typeface="IBM Plex Mono SemiBold"/>
                <a:cs typeface="IBM Plex Mono SemiBold"/>
              </a:endParaRPr>
            </a:p>
          </p:txBody>
        </p:sp>
        <p:sp>
          <p:nvSpPr>
            <p:cNvPr id="16" name="node01.periods.slot-009.label"/>
            <p:cNvSpPr/>
            <p:nvPr/>
          </p:nvSpPr>
          <p:spPr>
            <a:xfrm>
              <a:off x="9286009"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JUN</a:t>
              </a:r>
              <a:endParaRPr lang="en-US" sz="900" spc="54" kern="0" b="0" i="0" dirty="0">
                <a:solidFill>
                  <a:srgbClr val="070154"/>
                </a:solidFill>
                <a:latin typeface="IBM Plex Mono SemiBold"/>
                <a:ea typeface="IBM Plex Mono SemiBold"/>
                <a:cs typeface="IBM Plex Mono SemiBold"/>
              </a:endParaRPr>
            </a:p>
          </p:txBody>
        </p:sp>
        <p:sp>
          <p:nvSpPr>
            <p:cNvPr id="17" name="node01.periods.slot-010.label"/>
            <p:cNvSpPr/>
            <p:nvPr/>
          </p:nvSpPr>
          <p:spPr>
            <a:xfrm>
              <a:off x="10013373"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JUL</a:t>
              </a:r>
              <a:endParaRPr lang="en-US" sz="900" spc="54" kern="0" b="0" i="0" dirty="0">
                <a:solidFill>
                  <a:srgbClr val="070154"/>
                </a:solidFill>
                <a:latin typeface="IBM Plex Mono SemiBold"/>
                <a:ea typeface="IBM Plex Mono SemiBold"/>
                <a:cs typeface="IBM Plex Mono SemiBold"/>
              </a:endParaRPr>
            </a:p>
          </p:txBody>
        </p:sp>
        <p:sp>
          <p:nvSpPr>
            <p:cNvPr id="18" name="node01.periods.slot-011.label"/>
            <p:cNvSpPr/>
            <p:nvPr/>
          </p:nvSpPr>
          <p:spPr>
            <a:xfrm>
              <a:off x="10740736" y="2362200"/>
              <a:ext cx="72736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AUG</a:t>
              </a:r>
              <a:endParaRPr lang="en-US" sz="900" spc="54" kern="0" b="0" i="0" dirty="0">
                <a:solidFill>
                  <a:srgbClr val="070154"/>
                </a:solidFill>
                <a:latin typeface="IBM Plex Mono SemiBold"/>
                <a:ea typeface="IBM Plex Mono SemiBold"/>
                <a:cs typeface="IBM Plex Mono SemiBold"/>
              </a:endParaRPr>
            </a:p>
          </p:txBody>
        </p:sp>
        <p:sp>
          <p:nvSpPr>
            <p:cNvPr id="19" name="node01.phases.slot-001.rule"/>
            <p:cNvSpPr/>
            <p:nvPr/>
          </p:nvSpPr>
          <p:spPr>
            <a:xfrm>
              <a:off x="3479800" y="1981200"/>
              <a:ext cx="2156691" cy="38100"/>
            </a:xfrm>
            <a:prstGeom prst="rect">
              <a:avLst/>
            </a:prstGeom>
            <a:solidFill>
              <a:srgbClr val="0047FF"/>
            </a:solidFill>
            <a:ln>
              <a:noFill/>
            </a:ln>
          </p:spPr>
        </p:sp>
        <p:sp>
          <p:nvSpPr>
            <p:cNvPr id="20" name="node01.phases.slot-001.label"/>
            <p:cNvSpPr/>
            <p:nvPr/>
          </p:nvSpPr>
          <p:spPr>
            <a:xfrm>
              <a:off x="3543300" y="2019300"/>
              <a:ext cx="2080491"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PROVE</a:t>
              </a:r>
              <a:endParaRPr lang="en-US" sz="900" spc="54" kern="0" b="0" i="0" dirty="0">
                <a:solidFill>
                  <a:srgbClr val="070154"/>
                </a:solidFill>
                <a:latin typeface="IBM Plex Mono SemiBold"/>
                <a:ea typeface="IBM Plex Mono SemiBold"/>
                <a:cs typeface="IBM Plex Mono SemiBold"/>
              </a:endParaRPr>
            </a:p>
          </p:txBody>
        </p:sp>
        <p:sp>
          <p:nvSpPr>
            <p:cNvPr id="21" name="node01.phases.slot-002.rule"/>
            <p:cNvSpPr/>
            <p:nvPr/>
          </p:nvSpPr>
          <p:spPr>
            <a:xfrm>
              <a:off x="5661891" y="1981200"/>
              <a:ext cx="2884055" cy="38100"/>
            </a:xfrm>
            <a:prstGeom prst="rect">
              <a:avLst/>
            </a:prstGeom>
            <a:solidFill>
              <a:srgbClr val="070154"/>
            </a:solidFill>
            <a:ln>
              <a:noFill/>
            </a:ln>
          </p:spPr>
        </p:sp>
        <p:sp>
          <p:nvSpPr>
            <p:cNvPr id="22" name="node01.phases.slot-002.label"/>
            <p:cNvSpPr/>
            <p:nvPr/>
          </p:nvSpPr>
          <p:spPr>
            <a:xfrm>
              <a:off x="5725391" y="2019300"/>
              <a:ext cx="2807855"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SCALE</a:t>
              </a:r>
              <a:endParaRPr lang="en-US" sz="900" spc="54" kern="0" b="0" i="0" dirty="0">
                <a:solidFill>
                  <a:srgbClr val="070154"/>
                </a:solidFill>
                <a:latin typeface="IBM Plex Mono SemiBold"/>
                <a:ea typeface="IBM Plex Mono SemiBold"/>
                <a:cs typeface="IBM Plex Mono SemiBold"/>
              </a:endParaRPr>
            </a:p>
          </p:txBody>
        </p:sp>
        <p:sp>
          <p:nvSpPr>
            <p:cNvPr id="23" name="node01.phases.slot-003.rule"/>
            <p:cNvSpPr/>
            <p:nvPr/>
          </p:nvSpPr>
          <p:spPr>
            <a:xfrm>
              <a:off x="8571345" y="1981200"/>
              <a:ext cx="2884055" cy="38100"/>
            </a:xfrm>
            <a:prstGeom prst="rect">
              <a:avLst/>
            </a:prstGeom>
            <a:solidFill>
              <a:srgbClr val="CED7E6"/>
            </a:solidFill>
            <a:ln>
              <a:noFill/>
            </a:ln>
          </p:spPr>
        </p:sp>
        <p:sp>
          <p:nvSpPr>
            <p:cNvPr id="24" name="node01.phases.slot-003.label"/>
            <p:cNvSpPr/>
            <p:nvPr/>
          </p:nvSpPr>
          <p:spPr>
            <a:xfrm>
              <a:off x="8634845" y="2019300"/>
              <a:ext cx="2807855"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COMPLETE</a:t>
              </a:r>
              <a:endParaRPr lang="en-US" sz="900" spc="54" kern="0" b="0" i="0" dirty="0">
                <a:solidFill>
                  <a:srgbClr val="070154"/>
                </a:solidFill>
                <a:latin typeface="IBM Plex Mono SemiBold"/>
                <a:ea typeface="IBM Plex Mono SemiBold"/>
                <a:cs typeface="IBM Plex Mono SemiBold"/>
              </a:endParaRPr>
            </a:p>
          </p:txBody>
        </p:sp>
        <p:sp>
          <p:nvSpPr>
            <p:cNvPr id="25" name="node01.grid-1"/>
            <p:cNvSpPr/>
            <p:nvPr/>
          </p:nvSpPr>
          <p:spPr>
            <a:xfrm>
              <a:off x="4194464"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26" name="node01.grid-2"/>
            <p:cNvSpPr/>
            <p:nvPr/>
          </p:nvSpPr>
          <p:spPr>
            <a:xfrm>
              <a:off x="4921827"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27" name="node01.grid-3"/>
            <p:cNvSpPr/>
            <p:nvPr/>
          </p:nvSpPr>
          <p:spPr>
            <a:xfrm>
              <a:off x="5649191"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28" name="node01.grid-4"/>
            <p:cNvSpPr/>
            <p:nvPr/>
          </p:nvSpPr>
          <p:spPr>
            <a:xfrm>
              <a:off x="6376555"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29" name="node01.grid-5"/>
            <p:cNvSpPr/>
            <p:nvPr/>
          </p:nvSpPr>
          <p:spPr>
            <a:xfrm>
              <a:off x="7103918"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30" name="node01.grid-6"/>
            <p:cNvSpPr/>
            <p:nvPr/>
          </p:nvSpPr>
          <p:spPr>
            <a:xfrm>
              <a:off x="7831282"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31" name="node01.grid-7"/>
            <p:cNvSpPr/>
            <p:nvPr/>
          </p:nvSpPr>
          <p:spPr>
            <a:xfrm>
              <a:off x="8558645"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32" name="node01.grid-8"/>
            <p:cNvSpPr/>
            <p:nvPr/>
          </p:nvSpPr>
          <p:spPr>
            <a:xfrm>
              <a:off x="9286009"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33" name="node01.grid-9"/>
            <p:cNvSpPr/>
            <p:nvPr/>
          </p:nvSpPr>
          <p:spPr>
            <a:xfrm>
              <a:off x="10013373"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34" name="node01.grid-10"/>
            <p:cNvSpPr/>
            <p:nvPr/>
          </p:nvSpPr>
          <p:spPr>
            <a:xfrm>
              <a:off x="10740736" y="2590800"/>
              <a:ext cx="0" cy="2133600"/>
            </a:xfrm>
            <a:custGeom>
              <a:avLst/>
              <a:gdLst/>
              <a:ahLst/>
              <a:cxnLst/>
              <a:rect l="l" t="t" r="r" b="b"/>
              <a:pathLst>
                <a:path h="2133600">
                  <a:moveTo>
                    <a:pt x="0" y="0"/>
                  </a:moveTo>
                  <a:lnTo>
                    <a:pt x="0" y="2133600"/>
                  </a:lnTo>
                </a:path>
              </a:pathLst>
            </a:custGeom>
            <a:ln w="9525">
              <a:solidFill>
                <a:srgbClr val="CED7E6"/>
              </a:solidFill>
              <a:prstDash val="solid"/>
            </a:ln>
          </p:spPr>
        </p:sp>
        <p:sp>
          <p:nvSpPr>
            <p:cNvPr id="35" name="node01.timeline-left"/>
            <p:cNvSpPr/>
            <p:nvPr/>
          </p:nvSpPr>
          <p:spPr>
            <a:xfrm>
              <a:off x="3467100" y="1905000"/>
              <a:ext cx="0" cy="2819400"/>
            </a:xfrm>
            <a:custGeom>
              <a:avLst/>
              <a:gdLst/>
              <a:ahLst/>
              <a:cxnLst/>
              <a:rect l="l" t="t" r="r" b="b"/>
              <a:pathLst>
                <a:path h="2819400">
                  <a:moveTo>
                    <a:pt x="0" y="0"/>
                  </a:moveTo>
                  <a:lnTo>
                    <a:pt x="0" y="2819400"/>
                  </a:lnTo>
                </a:path>
              </a:pathLst>
            </a:custGeom>
            <a:ln w="12700">
              <a:solidFill>
                <a:srgbClr val="CED7E6"/>
              </a:solidFill>
              <a:prstDash val="solid"/>
            </a:ln>
          </p:spPr>
        </p:sp>
        <p:sp>
          <p:nvSpPr>
            <p:cNvPr id="36" name="node01.gates.slot-001.line"/>
            <p:cNvSpPr/>
            <p:nvPr/>
          </p:nvSpPr>
          <p:spPr>
            <a:xfrm>
              <a:off x="5649191" y="1828800"/>
              <a:ext cx="0" cy="2895600"/>
            </a:xfrm>
            <a:custGeom>
              <a:avLst/>
              <a:gdLst/>
              <a:ahLst/>
              <a:cxnLst/>
              <a:rect l="l" t="t" r="r" b="b"/>
              <a:pathLst>
                <a:path h="2895600">
                  <a:moveTo>
                    <a:pt x="0" y="0"/>
                  </a:moveTo>
                  <a:lnTo>
                    <a:pt x="0" y="2895600"/>
                  </a:lnTo>
                </a:path>
              </a:pathLst>
            </a:custGeom>
            <a:ln w="19050">
              <a:solidFill>
                <a:srgbClr val="F900D3"/>
              </a:solidFill>
              <a:prstDash val="dash"/>
            </a:ln>
          </p:spPr>
        </p:sp>
        <p:sp>
          <p:nvSpPr>
            <p:cNvPr id="37" name="node01.gates.slot-001.chip"/>
            <p:cNvSpPr/>
            <p:nvPr/>
          </p:nvSpPr>
          <p:spPr>
            <a:xfrm>
              <a:off x="5649191" y="1600200"/>
              <a:ext cx="1030610" cy="228600"/>
            </a:xfrm>
            <a:prstGeom prst="rect">
              <a:avLst/>
            </a:prstGeom>
            <a:solidFill>
              <a:srgbClr val="F900D3"/>
            </a:solidFill>
            <a:ln>
              <a:noFill/>
            </a:ln>
          </p:spPr>
        </p:sp>
        <p:sp>
          <p:nvSpPr>
            <p:cNvPr id="38" name="node01.gates.slot-001.label"/>
            <p:cNvSpPr/>
            <p:nvPr/>
          </p:nvSpPr>
          <p:spPr>
            <a:xfrm>
              <a:off x="5776191" y="1638300"/>
              <a:ext cx="77661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G1 · PILOT</a:t>
              </a:r>
              <a:endParaRPr lang="en-US" sz="900" spc="54" kern="0" b="0" i="0" dirty="0">
                <a:solidFill>
                  <a:srgbClr val="070154"/>
                </a:solidFill>
                <a:latin typeface="IBM Plex Mono SemiBold"/>
                <a:ea typeface="IBM Plex Mono SemiBold"/>
                <a:cs typeface="IBM Plex Mono SemiBold"/>
              </a:endParaRPr>
            </a:p>
          </p:txBody>
        </p:sp>
        <p:sp>
          <p:nvSpPr>
            <p:cNvPr id="39" name="node01.gates.slot-002.line"/>
            <p:cNvSpPr/>
            <p:nvPr/>
          </p:nvSpPr>
          <p:spPr>
            <a:xfrm>
              <a:off x="7103918" y="1828800"/>
              <a:ext cx="0" cy="2895600"/>
            </a:xfrm>
            <a:custGeom>
              <a:avLst/>
              <a:gdLst/>
              <a:ahLst/>
              <a:cxnLst/>
              <a:rect l="l" t="t" r="r" b="b"/>
              <a:pathLst>
                <a:path h="2895600">
                  <a:moveTo>
                    <a:pt x="0" y="0"/>
                  </a:moveTo>
                  <a:lnTo>
                    <a:pt x="0" y="2895600"/>
                  </a:lnTo>
                </a:path>
              </a:pathLst>
            </a:custGeom>
            <a:ln w="19050">
              <a:solidFill>
                <a:srgbClr val="070154"/>
              </a:solidFill>
              <a:prstDash val="dash"/>
            </a:ln>
          </p:spPr>
        </p:sp>
        <p:sp>
          <p:nvSpPr>
            <p:cNvPr id="40" name="node01.gates.slot-002.chip"/>
            <p:cNvSpPr/>
            <p:nvPr/>
          </p:nvSpPr>
          <p:spPr>
            <a:xfrm>
              <a:off x="7103918" y="1600200"/>
              <a:ext cx="1255973" cy="228600"/>
            </a:xfrm>
            <a:prstGeom prst="rect">
              <a:avLst/>
            </a:prstGeom>
            <a:solidFill>
              <a:srgbClr val="070154"/>
            </a:solidFill>
            <a:ln>
              <a:noFill/>
            </a:ln>
          </p:spPr>
        </p:sp>
        <p:sp>
          <p:nvSpPr>
            <p:cNvPr id="41" name="node01.gates.slot-002.label"/>
            <p:cNvSpPr/>
            <p:nvPr/>
          </p:nvSpPr>
          <p:spPr>
            <a:xfrm>
              <a:off x="7230918" y="1638300"/>
              <a:ext cx="1001973"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G2 · COHORT 1</a:t>
              </a:r>
              <a:endParaRPr lang="en-US" sz="900" spc="54" kern="0" b="0" i="0" dirty="0">
                <a:solidFill>
                  <a:srgbClr val="FFFFFF"/>
                </a:solidFill>
                <a:latin typeface="IBM Plex Mono SemiBold"/>
                <a:ea typeface="IBM Plex Mono SemiBold"/>
                <a:cs typeface="IBM Plex Mono SemiBold"/>
              </a:endParaRPr>
            </a:p>
          </p:txBody>
        </p:sp>
        <p:sp>
          <p:nvSpPr>
            <p:cNvPr id="42" name="node01.gates.slot-003.line"/>
            <p:cNvSpPr/>
            <p:nvPr/>
          </p:nvSpPr>
          <p:spPr>
            <a:xfrm>
              <a:off x="8558645" y="1828800"/>
              <a:ext cx="0" cy="2895600"/>
            </a:xfrm>
            <a:custGeom>
              <a:avLst/>
              <a:gdLst/>
              <a:ahLst/>
              <a:cxnLst/>
              <a:rect l="l" t="t" r="r" b="b"/>
              <a:pathLst>
                <a:path h="2895600">
                  <a:moveTo>
                    <a:pt x="0" y="0"/>
                  </a:moveTo>
                  <a:lnTo>
                    <a:pt x="0" y="2895600"/>
                  </a:lnTo>
                </a:path>
              </a:pathLst>
            </a:custGeom>
            <a:ln w="19050">
              <a:solidFill>
                <a:srgbClr val="070154"/>
              </a:solidFill>
              <a:prstDash val="dash"/>
            </a:ln>
          </p:spPr>
        </p:sp>
        <p:sp>
          <p:nvSpPr>
            <p:cNvPr id="43" name="node01.gates.slot-003.chip"/>
            <p:cNvSpPr/>
            <p:nvPr/>
          </p:nvSpPr>
          <p:spPr>
            <a:xfrm>
              <a:off x="8558645" y="1600200"/>
              <a:ext cx="1255973" cy="228600"/>
            </a:xfrm>
            <a:prstGeom prst="rect">
              <a:avLst/>
            </a:prstGeom>
            <a:solidFill>
              <a:srgbClr val="070154"/>
            </a:solidFill>
            <a:ln>
              <a:noFill/>
            </a:ln>
          </p:spPr>
        </p:sp>
        <p:sp>
          <p:nvSpPr>
            <p:cNvPr id="44" name="node01.gates.slot-003.label"/>
            <p:cNvSpPr/>
            <p:nvPr/>
          </p:nvSpPr>
          <p:spPr>
            <a:xfrm>
              <a:off x="8685645" y="1638300"/>
              <a:ext cx="1001973"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G3 · COHORT 2</a:t>
              </a:r>
              <a:endParaRPr lang="en-US" sz="900" spc="54" kern="0" b="0" i="0" dirty="0">
                <a:solidFill>
                  <a:srgbClr val="FFFFFF"/>
                </a:solidFill>
                <a:latin typeface="IBM Plex Mono SemiBold"/>
                <a:ea typeface="IBM Plex Mono SemiBold"/>
                <a:cs typeface="IBM Plex Mono SemiBold"/>
              </a:endParaRPr>
            </a:p>
          </p:txBody>
        </p:sp>
        <p:sp>
          <p:nvSpPr>
            <p:cNvPr id="45" name="node01.gates.slot-004.line"/>
            <p:cNvSpPr/>
            <p:nvPr/>
          </p:nvSpPr>
          <p:spPr>
            <a:xfrm>
              <a:off x="10013373" y="1828800"/>
              <a:ext cx="0" cy="2895600"/>
            </a:xfrm>
            <a:custGeom>
              <a:avLst/>
              <a:gdLst/>
              <a:ahLst/>
              <a:cxnLst/>
              <a:rect l="l" t="t" r="r" b="b"/>
              <a:pathLst>
                <a:path h="2895600">
                  <a:moveTo>
                    <a:pt x="0" y="0"/>
                  </a:moveTo>
                  <a:lnTo>
                    <a:pt x="0" y="2895600"/>
                  </a:lnTo>
                </a:path>
              </a:pathLst>
            </a:custGeom>
            <a:ln w="19050">
              <a:solidFill>
                <a:srgbClr val="070154"/>
              </a:solidFill>
              <a:prstDash val="dash"/>
            </a:ln>
          </p:spPr>
        </p:sp>
        <p:sp>
          <p:nvSpPr>
            <p:cNvPr id="46" name="node01.gates.slot-004.chip"/>
            <p:cNvSpPr/>
            <p:nvPr/>
          </p:nvSpPr>
          <p:spPr>
            <a:xfrm>
              <a:off x="10013373" y="1600200"/>
              <a:ext cx="1255973" cy="228600"/>
            </a:xfrm>
            <a:prstGeom prst="rect">
              <a:avLst/>
            </a:prstGeom>
            <a:solidFill>
              <a:srgbClr val="070154"/>
            </a:solidFill>
            <a:ln>
              <a:noFill/>
            </a:ln>
          </p:spPr>
        </p:sp>
        <p:sp>
          <p:nvSpPr>
            <p:cNvPr id="47" name="node01.gates.slot-004.label"/>
            <p:cNvSpPr/>
            <p:nvPr/>
          </p:nvSpPr>
          <p:spPr>
            <a:xfrm>
              <a:off x="10140373" y="1638300"/>
              <a:ext cx="1001973"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G4 · COHORT 3</a:t>
              </a:r>
              <a:endParaRPr lang="en-US" sz="900" spc="54" kern="0" b="0" i="0" dirty="0">
                <a:solidFill>
                  <a:srgbClr val="FFFFFF"/>
                </a:solidFill>
                <a:latin typeface="IBM Plex Mono SemiBold"/>
                <a:ea typeface="IBM Plex Mono SemiBold"/>
                <a:cs typeface="IBM Plex Mono SemiBold"/>
              </a:endParaRPr>
            </a:p>
          </p:txBody>
        </p:sp>
        <p:sp>
          <p:nvSpPr>
            <p:cNvPr id="48" name="node01.groups.slot-001.tab"/>
            <p:cNvSpPr/>
            <p:nvPr/>
          </p:nvSpPr>
          <p:spPr>
            <a:xfrm>
              <a:off x="723900" y="2628900"/>
              <a:ext cx="304800" cy="2057400"/>
            </a:xfrm>
            <a:prstGeom prst="rect">
              <a:avLst/>
            </a:prstGeom>
            <a:solidFill>
              <a:srgbClr val="070154"/>
            </a:solidFill>
            <a:ln>
              <a:noFill/>
            </a:ln>
          </p:spPr>
        </p:sp>
        <p:sp>
          <p:nvSpPr>
            <p:cNvPr id="49" name="node01.groups.slot-001.label"/>
            <p:cNvSpPr/>
            <p:nvPr/>
          </p:nvSpPr>
          <p:spPr>
            <a:xfrm rot="-5400000">
              <a:off x="-114300" y="3581400"/>
              <a:ext cx="19812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ROLLOUT</a:t>
              </a:r>
              <a:endParaRPr lang="en-US" sz="800" spc="80" kern="0" b="0" i="0" dirty="0">
                <a:solidFill>
                  <a:srgbClr val="FFFFFF"/>
                </a:solidFill>
                <a:latin typeface="IBM Plex Mono SemiBold"/>
                <a:ea typeface="IBM Plex Mono SemiBold"/>
                <a:cs typeface="IBM Plex Mono SemiBold"/>
              </a:endParaRPr>
            </a:p>
          </p:txBody>
        </p:sp>
        <p:grpSp>
          <p:nvGrpSpPr>
            <p:cNvPr id="100" name="node01.groups.slot-001.lanes.slot-001.icon"/>
            <p:cNvGrpSpPr/>
            <p:nvPr/>
          </p:nvGrpSpPr>
          <p:grpSpPr>
            <a:xfrm>
              <a:off x="1143000" y="2743200"/>
              <a:ext cx="228600" cy="228600"/>
              <a:chOff x="1143000" y="2743200"/>
              <a:chExt cx="228600" cy="228600"/>
            </a:xfrm>
          </p:grpSpPr>
          <p:pic>
            <p:nvPicPr>
              <p:cNvPr id="50" name="node01.groups.slot-001.lanes.slot-001.icon.image" descr="icon/map-pin/navy; canonical SHA256=88ee59b01769b2bbe952fade42598182a29ab82691f87279ea144535b71fe9b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2743200"/>
                <a:ext cx="228600" cy="228600"/>
              </a:xfrm>
              <a:prstGeom prst="rect">
                <a:avLst/>
              </a:prstGeom>
            </p:spPr>
          </p:pic>
        </p:grpSp>
        <p:sp>
          <p:nvSpPr>
            <p:cNvPr id="51" name="node01.groups.slot-001.lanes.slot-001.title"/>
            <p:cNvSpPr/>
            <p:nvPr/>
          </p:nvSpPr>
          <p:spPr>
            <a:xfrm>
              <a:off x="1485900" y="26289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Pilot · Site A</a:t>
              </a:r>
              <a:endParaRPr lang="en-US" sz="1250" spc="0" kern="0" b="0" i="0" dirty="0">
                <a:solidFill>
                  <a:srgbClr val="070154"/>
                </a:solidFill>
                <a:latin typeface="IBM Plex Sans SemiBold"/>
                <a:ea typeface="IBM Plex Sans SemiBold"/>
                <a:cs typeface="IBM Plex Sans SemiBold"/>
              </a:endParaRPr>
            </a:p>
          </p:txBody>
        </p:sp>
        <p:sp>
          <p:nvSpPr>
            <p:cNvPr id="52" name="node01.groups.slot-001.lanes.slot-001.sub"/>
            <p:cNvSpPr/>
            <p:nvPr/>
          </p:nvSpPr>
          <p:spPr>
            <a:xfrm>
              <a:off x="1485900" y="28575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1 site</a:t>
              </a:r>
              <a:endParaRPr lang="en-US" sz="1200" spc="0" kern="0" b="0" i="0" dirty="0">
                <a:solidFill>
                  <a:srgbClr val="50658E"/>
                </a:solidFill>
                <a:latin typeface="IBM Plex Sans"/>
                <a:ea typeface="IBM Plex Sans"/>
                <a:cs typeface="IBM Plex Sans"/>
              </a:endParaRPr>
            </a:p>
          </p:txBody>
        </p:sp>
        <p:sp>
          <p:nvSpPr>
            <p:cNvPr id="53" name="node01.groups.slot-001.lanes.slot-001.separator"/>
            <p:cNvSpPr/>
            <p:nvPr/>
          </p:nvSpPr>
          <p:spPr>
            <a:xfrm>
              <a:off x="1028700" y="31194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54" name="node01.groups.slot-001.lanes.slot-001.items.slot-001.segment-0"/>
            <p:cNvSpPr/>
            <p:nvPr/>
          </p:nvSpPr>
          <p:spPr>
            <a:xfrm>
              <a:off x="3467100" y="2717800"/>
              <a:ext cx="727364" cy="279400"/>
            </a:xfrm>
            <a:prstGeom prst="rect">
              <a:avLst/>
            </a:prstGeom>
            <a:solidFill>
              <a:srgbClr val="FFFFFF"/>
            </a:solidFill>
            <a:ln w="9525">
              <a:solidFill>
                <a:srgbClr val="070154"/>
              </a:solidFill>
              <a:prstDash val="solid"/>
            </a:ln>
          </p:spPr>
        </p:sp>
        <p:sp>
          <p:nvSpPr>
            <p:cNvPr id="55" name="node01.groups.slot-001.lanes.slot-001.items.slot-001.label"/>
            <p:cNvSpPr/>
            <p:nvPr/>
          </p:nvSpPr>
          <p:spPr>
            <a:xfrm>
              <a:off x="3556000" y="2743200"/>
              <a:ext cx="5413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Legacy</a:t>
              </a:r>
              <a:endParaRPr lang="en-US" sz="1200" spc="0" kern="0" b="0" i="0" dirty="0">
                <a:solidFill>
                  <a:srgbClr val="070154"/>
                </a:solidFill>
                <a:latin typeface="IBM Plex Sans SemiBold"/>
                <a:ea typeface="IBM Plex Sans SemiBold"/>
                <a:cs typeface="IBM Plex Sans SemiBold"/>
              </a:endParaRPr>
            </a:p>
          </p:txBody>
        </p:sp>
        <p:sp>
          <p:nvSpPr>
            <p:cNvPr id="56" name="node01.groups.slot-001.lanes.slot-001.items.slot-002.segment-0"/>
            <p:cNvSpPr/>
            <p:nvPr/>
          </p:nvSpPr>
          <p:spPr>
            <a:xfrm>
              <a:off x="4194464" y="2717800"/>
              <a:ext cx="1454727" cy="279400"/>
            </a:xfrm>
            <a:prstGeom prst="rect">
              <a:avLst/>
            </a:prstGeom>
            <a:solidFill>
              <a:srgbClr val="0047FF"/>
            </a:solidFill>
            <a:ln w="9525">
              <a:solidFill>
                <a:srgbClr val="070154"/>
              </a:solidFill>
              <a:prstDash val="solid"/>
            </a:ln>
          </p:spPr>
        </p:sp>
        <p:sp>
          <p:nvSpPr>
            <p:cNvPr id="57" name="node01.groups.slot-001.lanes.slot-001.items.slot-002.label"/>
            <p:cNvSpPr/>
            <p:nvPr/>
          </p:nvSpPr>
          <p:spPr>
            <a:xfrm>
              <a:off x="4283364" y="2743200"/>
              <a:ext cx="6746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Dual-run</a:t>
              </a:r>
              <a:endParaRPr lang="en-US" sz="1200" spc="0" kern="0" b="0" i="0" dirty="0">
                <a:solidFill>
                  <a:srgbClr val="FFFFFF"/>
                </a:solidFill>
                <a:latin typeface="IBM Plex Sans SemiBold"/>
                <a:ea typeface="IBM Plex Sans SemiBold"/>
                <a:cs typeface="IBM Plex Sans SemiBold"/>
              </a:endParaRPr>
            </a:p>
          </p:txBody>
        </p:sp>
        <p:sp>
          <p:nvSpPr>
            <p:cNvPr id="58" name="node01.groups.slot-001.lanes.slot-001.items.slot-003.segment-0"/>
            <p:cNvSpPr/>
            <p:nvPr/>
          </p:nvSpPr>
          <p:spPr>
            <a:xfrm>
              <a:off x="5649191" y="2717800"/>
              <a:ext cx="5818909" cy="279400"/>
            </a:xfrm>
            <a:prstGeom prst="rect">
              <a:avLst/>
            </a:prstGeom>
            <a:solidFill>
              <a:srgbClr val="070154"/>
            </a:solidFill>
            <a:ln w="9525">
              <a:solidFill>
                <a:srgbClr val="070154"/>
              </a:solidFill>
              <a:prstDash val="solid"/>
            </a:ln>
          </p:spPr>
        </p:sp>
        <p:sp>
          <p:nvSpPr>
            <p:cNvPr id="59" name="node01.groups.slot-001.lanes.slot-001.items.slot-003.label"/>
            <p:cNvSpPr/>
            <p:nvPr/>
          </p:nvSpPr>
          <p:spPr>
            <a:xfrm>
              <a:off x="5738091" y="2743200"/>
              <a:ext cx="6429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Cut over</a:t>
              </a:r>
              <a:endParaRPr lang="en-US" sz="1200" spc="0" kern="0" b="0" i="0" dirty="0">
                <a:solidFill>
                  <a:srgbClr val="FFFFFF"/>
                </a:solidFill>
                <a:latin typeface="IBM Plex Sans SemiBold"/>
                <a:ea typeface="IBM Plex Sans SemiBold"/>
                <a:cs typeface="IBM Plex Sans SemiBold"/>
              </a:endParaRPr>
            </a:p>
          </p:txBody>
        </p:sp>
        <p:grpSp>
          <p:nvGrpSpPr>
            <p:cNvPr id="101" name="node01.groups.slot-001.lanes.slot-002.icon"/>
            <p:cNvGrpSpPr/>
            <p:nvPr/>
          </p:nvGrpSpPr>
          <p:grpSpPr>
            <a:xfrm>
              <a:off x="1143000" y="3276600"/>
              <a:ext cx="228600" cy="228600"/>
              <a:chOff x="1143000" y="3276600"/>
              <a:chExt cx="228600" cy="228600"/>
            </a:xfrm>
          </p:grpSpPr>
          <p:pic>
            <p:nvPicPr>
              <p:cNvPr id="60" name="node01.groups.slot-001.lanes.slot-002.icon.image" descr="icon/map-pin/navy; canonical SHA256=88ee59b01769b2bbe952fade42598182a29ab82691f87279ea144535b71fe9b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3276600"/>
                <a:ext cx="228600" cy="228600"/>
              </a:xfrm>
              <a:prstGeom prst="rect">
                <a:avLst/>
              </a:prstGeom>
            </p:spPr>
          </p:pic>
        </p:grpSp>
        <p:sp>
          <p:nvSpPr>
            <p:cNvPr id="61" name="node01.groups.slot-001.lanes.slot-002.title"/>
            <p:cNvSpPr/>
            <p:nvPr/>
          </p:nvSpPr>
          <p:spPr>
            <a:xfrm>
              <a:off x="1485900" y="31623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Cohort 1 · Sites B to E</a:t>
              </a:r>
              <a:endParaRPr lang="en-US" sz="1250" spc="0" kern="0" b="0" i="0" dirty="0">
                <a:solidFill>
                  <a:srgbClr val="070154"/>
                </a:solidFill>
                <a:latin typeface="IBM Plex Sans SemiBold"/>
                <a:ea typeface="IBM Plex Sans SemiBold"/>
                <a:cs typeface="IBM Plex Sans SemiBold"/>
              </a:endParaRPr>
            </a:p>
          </p:txBody>
        </p:sp>
        <p:sp>
          <p:nvSpPr>
            <p:cNvPr id="62" name="node01.groups.slot-001.lanes.slot-002.sub"/>
            <p:cNvSpPr/>
            <p:nvPr/>
          </p:nvSpPr>
          <p:spPr>
            <a:xfrm>
              <a:off x="1485900" y="33909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4 sites</a:t>
              </a:r>
              <a:endParaRPr lang="en-US" sz="1200" spc="0" kern="0" b="0" i="0" dirty="0">
                <a:solidFill>
                  <a:srgbClr val="50658E"/>
                </a:solidFill>
                <a:latin typeface="IBM Plex Sans"/>
                <a:ea typeface="IBM Plex Sans"/>
                <a:cs typeface="IBM Plex Sans"/>
              </a:endParaRPr>
            </a:p>
          </p:txBody>
        </p:sp>
        <p:sp>
          <p:nvSpPr>
            <p:cNvPr id="63" name="node01.groups.slot-001.lanes.slot-002.separator"/>
            <p:cNvSpPr/>
            <p:nvPr/>
          </p:nvSpPr>
          <p:spPr>
            <a:xfrm>
              <a:off x="1028700" y="36528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64" name="node01.groups.slot-001.lanes.slot-002.items.slot-001.segment-0"/>
            <p:cNvSpPr/>
            <p:nvPr/>
          </p:nvSpPr>
          <p:spPr>
            <a:xfrm>
              <a:off x="3467100" y="3251200"/>
              <a:ext cx="2182091" cy="279400"/>
            </a:xfrm>
            <a:prstGeom prst="rect">
              <a:avLst/>
            </a:prstGeom>
            <a:solidFill>
              <a:srgbClr val="FFFFFF"/>
            </a:solidFill>
            <a:ln w="9525">
              <a:solidFill>
                <a:srgbClr val="070154"/>
              </a:solidFill>
              <a:prstDash val="solid"/>
            </a:ln>
          </p:spPr>
        </p:sp>
        <p:sp>
          <p:nvSpPr>
            <p:cNvPr id="65" name="node01.groups.slot-001.lanes.slot-002.items.slot-001.label"/>
            <p:cNvSpPr/>
            <p:nvPr/>
          </p:nvSpPr>
          <p:spPr>
            <a:xfrm>
              <a:off x="3556000" y="3276600"/>
              <a:ext cx="5413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Legacy</a:t>
              </a:r>
              <a:endParaRPr lang="en-US" sz="1200" spc="0" kern="0" b="0" i="0" dirty="0">
                <a:solidFill>
                  <a:srgbClr val="070154"/>
                </a:solidFill>
                <a:latin typeface="IBM Plex Sans SemiBold"/>
                <a:ea typeface="IBM Plex Sans SemiBold"/>
                <a:cs typeface="IBM Plex Sans SemiBold"/>
              </a:endParaRPr>
            </a:p>
          </p:txBody>
        </p:sp>
        <p:sp>
          <p:nvSpPr>
            <p:cNvPr id="66" name="node01.groups.slot-001.lanes.slot-002.items.slot-002.segment-0"/>
            <p:cNvSpPr/>
            <p:nvPr/>
          </p:nvSpPr>
          <p:spPr>
            <a:xfrm>
              <a:off x="5649191" y="3251200"/>
              <a:ext cx="1454727" cy="279400"/>
            </a:xfrm>
            <a:prstGeom prst="rect">
              <a:avLst/>
            </a:prstGeom>
            <a:solidFill>
              <a:srgbClr val="0047FF"/>
            </a:solidFill>
            <a:ln w="9525">
              <a:solidFill>
                <a:srgbClr val="070154"/>
              </a:solidFill>
              <a:prstDash val="solid"/>
            </a:ln>
          </p:spPr>
        </p:sp>
        <p:sp>
          <p:nvSpPr>
            <p:cNvPr id="67" name="node01.groups.slot-001.lanes.slot-002.items.slot-002.label"/>
            <p:cNvSpPr/>
            <p:nvPr/>
          </p:nvSpPr>
          <p:spPr>
            <a:xfrm>
              <a:off x="5738091" y="3276600"/>
              <a:ext cx="6746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Dual-run</a:t>
              </a:r>
              <a:endParaRPr lang="en-US" sz="1200" spc="0" kern="0" b="0" i="0" dirty="0">
                <a:solidFill>
                  <a:srgbClr val="FFFFFF"/>
                </a:solidFill>
                <a:latin typeface="IBM Plex Sans SemiBold"/>
                <a:ea typeface="IBM Plex Sans SemiBold"/>
                <a:cs typeface="IBM Plex Sans SemiBold"/>
              </a:endParaRPr>
            </a:p>
          </p:txBody>
        </p:sp>
        <p:sp>
          <p:nvSpPr>
            <p:cNvPr id="68" name="node01.groups.slot-001.lanes.slot-002.items.slot-003.segment-0"/>
            <p:cNvSpPr/>
            <p:nvPr/>
          </p:nvSpPr>
          <p:spPr>
            <a:xfrm>
              <a:off x="7103918" y="3251200"/>
              <a:ext cx="4364182" cy="279400"/>
            </a:xfrm>
            <a:prstGeom prst="rect">
              <a:avLst/>
            </a:prstGeom>
            <a:solidFill>
              <a:srgbClr val="070154"/>
            </a:solidFill>
            <a:ln w="9525">
              <a:solidFill>
                <a:srgbClr val="070154"/>
              </a:solidFill>
              <a:prstDash val="solid"/>
            </a:ln>
          </p:spPr>
        </p:sp>
        <p:sp>
          <p:nvSpPr>
            <p:cNvPr id="69" name="node01.groups.slot-001.lanes.slot-002.items.slot-003.label"/>
            <p:cNvSpPr/>
            <p:nvPr/>
          </p:nvSpPr>
          <p:spPr>
            <a:xfrm>
              <a:off x="7192818" y="3276600"/>
              <a:ext cx="6429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Cut over</a:t>
              </a:r>
              <a:endParaRPr lang="en-US" sz="1200" spc="0" kern="0" b="0" i="0" dirty="0">
                <a:solidFill>
                  <a:srgbClr val="FFFFFF"/>
                </a:solidFill>
                <a:latin typeface="IBM Plex Sans SemiBold"/>
                <a:ea typeface="IBM Plex Sans SemiBold"/>
                <a:cs typeface="IBM Plex Sans SemiBold"/>
              </a:endParaRPr>
            </a:p>
          </p:txBody>
        </p:sp>
        <p:grpSp>
          <p:nvGrpSpPr>
            <p:cNvPr id="102" name="node01.groups.slot-001.lanes.slot-003.icon"/>
            <p:cNvGrpSpPr/>
            <p:nvPr/>
          </p:nvGrpSpPr>
          <p:grpSpPr>
            <a:xfrm>
              <a:off x="1143000" y="3810000"/>
              <a:ext cx="228600" cy="228600"/>
              <a:chOff x="1143000" y="3810000"/>
              <a:chExt cx="228600" cy="228600"/>
            </a:xfrm>
          </p:grpSpPr>
          <p:pic>
            <p:nvPicPr>
              <p:cNvPr id="70" name="node01.groups.slot-001.lanes.slot-003.icon.image" descr="icon/map-pin/navy; canonical SHA256=88ee59b01769b2bbe952fade42598182a29ab82691f87279ea144535b71fe9b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3000" y="3810000"/>
                <a:ext cx="228600" cy="228600"/>
              </a:xfrm>
              <a:prstGeom prst="rect">
                <a:avLst/>
              </a:prstGeom>
            </p:spPr>
          </p:pic>
        </p:grpSp>
        <p:sp>
          <p:nvSpPr>
            <p:cNvPr id="71" name="node01.groups.slot-001.lanes.slot-003.title"/>
            <p:cNvSpPr/>
            <p:nvPr/>
          </p:nvSpPr>
          <p:spPr>
            <a:xfrm>
              <a:off x="1485900" y="36957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Cohort 2 · Sites F to J</a:t>
              </a:r>
              <a:endParaRPr lang="en-US" sz="1250" spc="0" kern="0" b="0" i="0" dirty="0">
                <a:solidFill>
                  <a:srgbClr val="070154"/>
                </a:solidFill>
                <a:latin typeface="IBM Plex Sans SemiBold"/>
                <a:ea typeface="IBM Plex Sans SemiBold"/>
                <a:cs typeface="IBM Plex Sans SemiBold"/>
              </a:endParaRPr>
            </a:p>
          </p:txBody>
        </p:sp>
        <p:sp>
          <p:nvSpPr>
            <p:cNvPr id="72" name="node01.groups.slot-001.lanes.slot-003.sub"/>
            <p:cNvSpPr/>
            <p:nvPr/>
          </p:nvSpPr>
          <p:spPr>
            <a:xfrm>
              <a:off x="1485900" y="39243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5 sites</a:t>
              </a:r>
              <a:endParaRPr lang="en-US" sz="1200" spc="0" kern="0" b="0" i="0" dirty="0">
                <a:solidFill>
                  <a:srgbClr val="50658E"/>
                </a:solidFill>
                <a:latin typeface="IBM Plex Sans"/>
                <a:ea typeface="IBM Plex Sans"/>
                <a:cs typeface="IBM Plex Sans"/>
              </a:endParaRPr>
            </a:p>
          </p:txBody>
        </p:sp>
        <p:sp>
          <p:nvSpPr>
            <p:cNvPr id="73" name="node01.groups.slot-001.lanes.slot-003.separator"/>
            <p:cNvSpPr/>
            <p:nvPr/>
          </p:nvSpPr>
          <p:spPr>
            <a:xfrm>
              <a:off x="1028700" y="41862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74" name="node01.groups.slot-001.lanes.slot-003.items.slot-001.segment-0"/>
            <p:cNvSpPr/>
            <p:nvPr/>
          </p:nvSpPr>
          <p:spPr>
            <a:xfrm>
              <a:off x="3467100" y="3784600"/>
              <a:ext cx="3636818" cy="279400"/>
            </a:xfrm>
            <a:prstGeom prst="rect">
              <a:avLst/>
            </a:prstGeom>
            <a:solidFill>
              <a:srgbClr val="FFFFFF"/>
            </a:solidFill>
            <a:ln w="9525">
              <a:solidFill>
                <a:srgbClr val="070154"/>
              </a:solidFill>
              <a:prstDash val="solid"/>
            </a:ln>
          </p:spPr>
        </p:sp>
        <p:sp>
          <p:nvSpPr>
            <p:cNvPr id="75" name="node01.groups.slot-001.lanes.slot-003.items.slot-001.label"/>
            <p:cNvSpPr/>
            <p:nvPr/>
          </p:nvSpPr>
          <p:spPr>
            <a:xfrm>
              <a:off x="3556000" y="3810000"/>
              <a:ext cx="5413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Legacy</a:t>
              </a:r>
              <a:endParaRPr lang="en-US" sz="1200" spc="0" kern="0" b="0" i="0" dirty="0">
                <a:solidFill>
                  <a:srgbClr val="070154"/>
                </a:solidFill>
                <a:latin typeface="IBM Plex Sans SemiBold"/>
                <a:ea typeface="IBM Plex Sans SemiBold"/>
                <a:cs typeface="IBM Plex Sans SemiBold"/>
              </a:endParaRPr>
            </a:p>
          </p:txBody>
        </p:sp>
        <p:sp>
          <p:nvSpPr>
            <p:cNvPr id="76" name="node01.groups.slot-001.lanes.slot-003.items.slot-002.segment-0"/>
            <p:cNvSpPr/>
            <p:nvPr/>
          </p:nvSpPr>
          <p:spPr>
            <a:xfrm>
              <a:off x="7103918" y="3784600"/>
              <a:ext cx="1454727" cy="279400"/>
            </a:xfrm>
            <a:prstGeom prst="rect">
              <a:avLst/>
            </a:prstGeom>
            <a:solidFill>
              <a:srgbClr val="0047FF"/>
            </a:solidFill>
            <a:ln w="9525">
              <a:solidFill>
                <a:srgbClr val="070154"/>
              </a:solidFill>
              <a:prstDash val="solid"/>
            </a:ln>
          </p:spPr>
        </p:sp>
        <p:sp>
          <p:nvSpPr>
            <p:cNvPr id="77" name="node01.groups.slot-001.lanes.slot-003.items.slot-002.label"/>
            <p:cNvSpPr/>
            <p:nvPr/>
          </p:nvSpPr>
          <p:spPr>
            <a:xfrm>
              <a:off x="7192818" y="3810000"/>
              <a:ext cx="6746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Dual-run</a:t>
              </a:r>
              <a:endParaRPr lang="en-US" sz="1200" spc="0" kern="0" b="0" i="0" dirty="0">
                <a:solidFill>
                  <a:srgbClr val="FFFFFF"/>
                </a:solidFill>
                <a:latin typeface="IBM Plex Sans SemiBold"/>
                <a:ea typeface="IBM Plex Sans SemiBold"/>
                <a:cs typeface="IBM Plex Sans SemiBold"/>
              </a:endParaRPr>
            </a:p>
          </p:txBody>
        </p:sp>
        <p:sp>
          <p:nvSpPr>
            <p:cNvPr id="78" name="node01.groups.slot-001.lanes.slot-003.items.slot-003.segment-0"/>
            <p:cNvSpPr/>
            <p:nvPr/>
          </p:nvSpPr>
          <p:spPr>
            <a:xfrm>
              <a:off x="8558645" y="3784600"/>
              <a:ext cx="2909455" cy="279400"/>
            </a:xfrm>
            <a:prstGeom prst="rect">
              <a:avLst/>
            </a:prstGeom>
            <a:solidFill>
              <a:srgbClr val="070154"/>
            </a:solidFill>
            <a:ln w="9525">
              <a:solidFill>
                <a:srgbClr val="070154"/>
              </a:solidFill>
              <a:prstDash val="solid"/>
            </a:ln>
          </p:spPr>
        </p:sp>
        <p:sp>
          <p:nvSpPr>
            <p:cNvPr id="79" name="node01.groups.slot-001.lanes.slot-003.items.slot-003.label"/>
            <p:cNvSpPr/>
            <p:nvPr/>
          </p:nvSpPr>
          <p:spPr>
            <a:xfrm>
              <a:off x="8647545" y="3810000"/>
              <a:ext cx="6429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Cut over</a:t>
              </a:r>
              <a:endParaRPr lang="en-US" sz="1200" spc="0" kern="0" b="0" i="0" dirty="0">
                <a:solidFill>
                  <a:srgbClr val="FFFFFF"/>
                </a:solidFill>
                <a:latin typeface="IBM Plex Sans SemiBold"/>
                <a:ea typeface="IBM Plex Sans SemiBold"/>
                <a:cs typeface="IBM Plex Sans SemiBold"/>
              </a:endParaRPr>
            </a:p>
          </p:txBody>
        </p:sp>
        <p:grpSp>
          <p:nvGrpSpPr>
            <p:cNvPr id="103" name="node01.groups.slot-001.lanes.slot-004.icon"/>
            <p:cNvGrpSpPr/>
            <p:nvPr/>
          </p:nvGrpSpPr>
          <p:grpSpPr>
            <a:xfrm>
              <a:off x="1143000" y="4343400"/>
              <a:ext cx="228600" cy="228600"/>
              <a:chOff x="1143000" y="4343400"/>
              <a:chExt cx="228600" cy="228600"/>
            </a:xfrm>
          </p:grpSpPr>
          <p:pic>
            <p:nvPicPr>
              <p:cNvPr id="80" name="node01.groups.slot-001.lanes.slot-004.icon.image" descr="icon/map-pin/navy; canonical SHA256=88ee59b01769b2bbe952fade42598182a29ab82691f87279ea144535b71fe9be">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3000" y="4343400"/>
                <a:ext cx="228600" cy="228600"/>
              </a:xfrm>
              <a:prstGeom prst="rect">
                <a:avLst/>
              </a:prstGeom>
            </p:spPr>
          </p:pic>
        </p:grpSp>
        <p:sp>
          <p:nvSpPr>
            <p:cNvPr id="81" name="node01.groups.slot-001.lanes.slot-004.title"/>
            <p:cNvSpPr/>
            <p:nvPr/>
          </p:nvSpPr>
          <p:spPr>
            <a:xfrm>
              <a:off x="1485900" y="42291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Cohort 3 · Sites K to O</a:t>
              </a:r>
              <a:endParaRPr lang="en-US" sz="1250" spc="0" kern="0" b="0" i="0" dirty="0">
                <a:solidFill>
                  <a:srgbClr val="070154"/>
                </a:solidFill>
                <a:latin typeface="IBM Plex Sans SemiBold"/>
                <a:ea typeface="IBM Plex Sans SemiBold"/>
                <a:cs typeface="IBM Plex Sans SemiBold"/>
              </a:endParaRPr>
            </a:p>
          </p:txBody>
        </p:sp>
        <p:sp>
          <p:nvSpPr>
            <p:cNvPr id="82" name="node01.groups.slot-001.lanes.slot-004.sub"/>
            <p:cNvSpPr/>
            <p:nvPr/>
          </p:nvSpPr>
          <p:spPr>
            <a:xfrm>
              <a:off x="1485900" y="44577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5 sites</a:t>
              </a:r>
              <a:endParaRPr lang="en-US" sz="1200" spc="0" kern="0" b="0" i="0" dirty="0">
                <a:solidFill>
                  <a:srgbClr val="50658E"/>
                </a:solidFill>
                <a:latin typeface="IBM Plex Sans"/>
                <a:ea typeface="IBM Plex Sans"/>
                <a:cs typeface="IBM Plex Sans"/>
              </a:endParaRPr>
            </a:p>
          </p:txBody>
        </p:sp>
        <p:sp>
          <p:nvSpPr>
            <p:cNvPr id="83" name="node01.groups.slot-001.lanes.slot-004.separator"/>
            <p:cNvSpPr/>
            <p:nvPr/>
          </p:nvSpPr>
          <p:spPr>
            <a:xfrm>
              <a:off x="723900" y="47180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84" name="node01.groups.slot-001.lanes.slot-004.items.slot-001.segment-0"/>
            <p:cNvSpPr/>
            <p:nvPr/>
          </p:nvSpPr>
          <p:spPr>
            <a:xfrm>
              <a:off x="3467100" y="4318000"/>
              <a:ext cx="5091545" cy="279400"/>
            </a:xfrm>
            <a:prstGeom prst="rect">
              <a:avLst/>
            </a:prstGeom>
            <a:solidFill>
              <a:srgbClr val="FFFFFF"/>
            </a:solidFill>
            <a:ln w="9525">
              <a:solidFill>
                <a:srgbClr val="070154"/>
              </a:solidFill>
              <a:prstDash val="solid"/>
            </a:ln>
          </p:spPr>
        </p:sp>
        <p:sp>
          <p:nvSpPr>
            <p:cNvPr id="85" name="node01.groups.slot-001.lanes.slot-004.items.slot-001.label"/>
            <p:cNvSpPr/>
            <p:nvPr/>
          </p:nvSpPr>
          <p:spPr>
            <a:xfrm>
              <a:off x="3556000" y="4343400"/>
              <a:ext cx="5413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Legacy</a:t>
              </a:r>
              <a:endParaRPr lang="en-US" sz="1200" spc="0" kern="0" b="0" i="0" dirty="0">
                <a:solidFill>
                  <a:srgbClr val="070154"/>
                </a:solidFill>
                <a:latin typeface="IBM Plex Sans SemiBold"/>
                <a:ea typeface="IBM Plex Sans SemiBold"/>
                <a:cs typeface="IBM Plex Sans SemiBold"/>
              </a:endParaRPr>
            </a:p>
          </p:txBody>
        </p:sp>
        <p:sp>
          <p:nvSpPr>
            <p:cNvPr id="86" name="node01.groups.slot-001.lanes.slot-004.items.slot-002.segment-0"/>
            <p:cNvSpPr/>
            <p:nvPr/>
          </p:nvSpPr>
          <p:spPr>
            <a:xfrm>
              <a:off x="8558645" y="4318000"/>
              <a:ext cx="1454727" cy="279400"/>
            </a:xfrm>
            <a:prstGeom prst="rect">
              <a:avLst/>
            </a:prstGeom>
            <a:solidFill>
              <a:srgbClr val="0047FF"/>
            </a:solidFill>
            <a:ln w="9525">
              <a:solidFill>
                <a:srgbClr val="070154"/>
              </a:solidFill>
              <a:prstDash val="solid"/>
            </a:ln>
          </p:spPr>
        </p:sp>
        <p:sp>
          <p:nvSpPr>
            <p:cNvPr id="87" name="node01.groups.slot-001.lanes.slot-004.items.slot-002.label"/>
            <p:cNvSpPr/>
            <p:nvPr/>
          </p:nvSpPr>
          <p:spPr>
            <a:xfrm>
              <a:off x="8647545" y="4343400"/>
              <a:ext cx="6746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Dual-run</a:t>
              </a:r>
              <a:endParaRPr lang="en-US" sz="1200" spc="0" kern="0" b="0" i="0" dirty="0">
                <a:solidFill>
                  <a:srgbClr val="FFFFFF"/>
                </a:solidFill>
                <a:latin typeface="IBM Plex Sans SemiBold"/>
                <a:ea typeface="IBM Plex Sans SemiBold"/>
                <a:cs typeface="IBM Plex Sans SemiBold"/>
              </a:endParaRPr>
            </a:p>
          </p:txBody>
        </p:sp>
        <p:sp>
          <p:nvSpPr>
            <p:cNvPr id="88" name="node01.groups.slot-001.lanes.slot-004.items.slot-003.segment-0"/>
            <p:cNvSpPr/>
            <p:nvPr/>
          </p:nvSpPr>
          <p:spPr>
            <a:xfrm>
              <a:off x="10013373" y="4318000"/>
              <a:ext cx="1454727" cy="279400"/>
            </a:xfrm>
            <a:prstGeom prst="rect">
              <a:avLst/>
            </a:prstGeom>
            <a:solidFill>
              <a:srgbClr val="070154"/>
            </a:solidFill>
            <a:ln w="9525">
              <a:solidFill>
                <a:srgbClr val="070154"/>
              </a:solidFill>
              <a:prstDash val="solid"/>
            </a:ln>
          </p:spPr>
        </p:sp>
        <p:sp>
          <p:nvSpPr>
            <p:cNvPr id="89" name="node01.groups.slot-001.lanes.slot-004.items.slot-003.label"/>
            <p:cNvSpPr/>
            <p:nvPr/>
          </p:nvSpPr>
          <p:spPr>
            <a:xfrm>
              <a:off x="10102273" y="4343400"/>
              <a:ext cx="6429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Cut over</a:t>
              </a:r>
              <a:endParaRPr lang="en-US" sz="1200" spc="0" kern="0" b="0" i="0" dirty="0">
                <a:solidFill>
                  <a:srgbClr val="FFFFFF"/>
                </a:solidFill>
                <a:latin typeface="IBM Plex Sans SemiBold"/>
                <a:ea typeface="IBM Plex Sans SemiBold"/>
                <a:cs typeface="IBM Plex Sans SemiBold"/>
              </a:endParaRPr>
            </a:p>
          </p:txBody>
        </p:sp>
        <p:grpSp>
          <p:nvGrpSpPr>
            <p:cNvPr id="104" name="node01.legend"/>
            <p:cNvGrpSpPr/>
            <p:nvPr/>
          </p:nvGrpSpPr>
          <p:grpSpPr>
            <a:xfrm>
              <a:off x="3467100" y="4902200"/>
              <a:ext cx="7488238" cy="228600"/>
              <a:chOff x="3467100" y="4902200"/>
              <a:chExt cx="7488238" cy="228600"/>
            </a:xfrm>
          </p:grpSpPr>
          <p:sp>
            <p:nvSpPr>
              <p:cNvPr id="90" name="node01.legend.items.kind-co.swatch"/>
              <p:cNvSpPr/>
              <p:nvPr/>
            </p:nvSpPr>
            <p:spPr>
              <a:xfrm>
                <a:off x="3467100" y="4953000"/>
                <a:ext cx="127000" cy="127000"/>
              </a:xfrm>
              <a:prstGeom prst="rect">
                <a:avLst/>
              </a:prstGeom>
              <a:solidFill>
                <a:srgbClr val="0047FF"/>
              </a:solidFill>
              <a:ln w="9525">
                <a:solidFill>
                  <a:srgbClr val="070154"/>
                </a:solidFill>
                <a:prstDash val="solid"/>
              </a:ln>
            </p:spPr>
          </p:sp>
          <p:sp>
            <p:nvSpPr>
              <p:cNvPr id="91" name="node01.legend.items.kind-co.text"/>
              <p:cNvSpPr/>
              <p:nvPr/>
            </p:nvSpPr>
            <p:spPr>
              <a:xfrm>
                <a:off x="3657600" y="4902200"/>
                <a:ext cx="24272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 (replicate and dual-run)</a:t>
                </a:r>
                <a:endParaRPr lang="en-US" sz="1200" spc="0" kern="0" b="0" i="0" dirty="0">
                  <a:solidFill>
                    <a:srgbClr val="070154"/>
                  </a:solidFill>
                  <a:latin typeface="IBM Plex Sans"/>
                  <a:ea typeface="IBM Plex Sans"/>
                  <a:cs typeface="IBM Plex Sans"/>
                </a:endParaRPr>
              </a:p>
            </p:txBody>
          </p:sp>
          <p:sp>
            <p:nvSpPr>
              <p:cNvPr id="92" name="node01.legend.items.kind-leg.swatch"/>
              <p:cNvSpPr/>
              <p:nvPr/>
            </p:nvSpPr>
            <p:spPr>
              <a:xfrm>
                <a:off x="6313488" y="4953000"/>
                <a:ext cx="127000" cy="127000"/>
              </a:xfrm>
              <a:prstGeom prst="rect">
                <a:avLst/>
              </a:prstGeom>
              <a:solidFill>
                <a:srgbClr val="FFFFFF"/>
              </a:solidFill>
              <a:ln w="9525">
                <a:solidFill>
                  <a:srgbClr val="070154"/>
                </a:solidFill>
                <a:prstDash val="solid"/>
              </a:ln>
            </p:spPr>
          </p:sp>
          <p:sp>
            <p:nvSpPr>
              <p:cNvPr id="93" name="node01.legend.items.kind-leg.text"/>
              <p:cNvSpPr/>
              <p:nvPr/>
            </p:nvSpPr>
            <p:spPr>
              <a:xfrm>
                <a:off x="6503988" y="4902200"/>
                <a:ext cx="7223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 legacy</a:t>
                </a:r>
                <a:endParaRPr lang="en-US" sz="1200" spc="0" kern="0" b="0" i="0" dirty="0">
                  <a:solidFill>
                    <a:srgbClr val="070154"/>
                  </a:solidFill>
                  <a:latin typeface="IBM Plex Sans"/>
                  <a:ea typeface="IBM Plex Sans"/>
                  <a:cs typeface="IBM Plex Sans"/>
                </a:endParaRPr>
              </a:p>
            </p:txBody>
          </p:sp>
          <p:sp>
            <p:nvSpPr>
              <p:cNvPr id="94" name="node01.legend.items.kind-mig.swatch"/>
              <p:cNvSpPr/>
              <p:nvPr/>
            </p:nvSpPr>
            <p:spPr>
              <a:xfrm>
                <a:off x="7454900" y="4953000"/>
                <a:ext cx="127000" cy="127000"/>
              </a:xfrm>
              <a:prstGeom prst="rect">
                <a:avLst/>
              </a:prstGeom>
              <a:solidFill>
                <a:srgbClr val="070154"/>
              </a:solidFill>
              <a:ln w="9525">
                <a:solidFill>
                  <a:srgbClr val="070154"/>
                </a:solidFill>
                <a:prstDash val="solid"/>
              </a:ln>
            </p:spPr>
          </p:sp>
          <p:sp>
            <p:nvSpPr>
              <p:cNvPr id="95" name="node01.legend.items.kind-mig.text"/>
              <p:cNvSpPr/>
              <p:nvPr/>
            </p:nvSpPr>
            <p:spPr>
              <a:xfrm>
                <a:off x="7645400" y="4902200"/>
                <a:ext cx="241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 (cut over, site DB retired)</a:t>
                </a:r>
                <a:endParaRPr lang="en-US" sz="1200" spc="0" kern="0" b="0" i="0" dirty="0">
                  <a:solidFill>
                    <a:srgbClr val="070154"/>
                  </a:solidFill>
                  <a:latin typeface="IBM Plex Sans"/>
                  <a:ea typeface="IBM Plex Sans"/>
                  <a:cs typeface="IBM Plex Sans"/>
                </a:endParaRPr>
              </a:p>
            </p:txBody>
          </p:sp>
          <p:sp>
            <p:nvSpPr>
              <p:cNvPr id="96" name="node01.legend.items.gate.swatch"/>
              <p:cNvSpPr/>
              <p:nvPr/>
            </p:nvSpPr>
            <p:spPr>
              <a:xfrm>
                <a:off x="10287000" y="5016500"/>
                <a:ext cx="228600" cy="0"/>
              </a:xfrm>
              <a:custGeom>
                <a:avLst/>
                <a:gdLst/>
                <a:ahLst/>
                <a:cxnLst/>
                <a:rect l="l" t="t" r="r" b="b"/>
                <a:pathLst>
                  <a:path w="228600">
                    <a:moveTo>
                      <a:pt x="0" y="0"/>
                    </a:moveTo>
                    <a:lnTo>
                      <a:pt x="228600" y="0"/>
                    </a:lnTo>
                  </a:path>
                </a:pathLst>
              </a:custGeom>
              <a:ln w="38100">
                <a:solidFill>
                  <a:srgbClr val="070154"/>
                </a:solidFill>
                <a:prstDash val="dash"/>
              </a:ln>
            </p:spPr>
          </p:sp>
          <p:sp>
            <p:nvSpPr>
              <p:cNvPr id="97" name="node01.legend.items.gate.text"/>
              <p:cNvSpPr/>
              <p:nvPr/>
            </p:nvSpPr>
            <p:spPr>
              <a:xfrm>
                <a:off x="10579100" y="4902200"/>
                <a:ext cx="376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Gate</a:t>
                </a:r>
                <a:endParaRPr lang="en-US" sz="1200" spc="0" kern="0" b="0" i="0" dirty="0">
                  <a:solidFill>
                    <a:srgbClr val="070154"/>
                  </a:solidFill>
                  <a:latin typeface="IBM Plex Sans"/>
                  <a:ea typeface="IBM Plex Sans"/>
                  <a:cs typeface="IBM Plex Sans"/>
                </a:endParaRPr>
              </a:p>
            </p:txBody>
          </p:sp>
        </p:grpSp>
      </p:grpSp>
      <p:grpSp>
        <p:nvGrpSpPr>
          <p:cNvPr id="106" name="node02"/>
          <p:cNvGrpSpPr/>
          <p:nvPr/>
        </p:nvGrpSpPr>
        <p:grpSpPr>
          <a:xfrm>
            <a:off x="723900" y="5257800"/>
            <a:ext cx="10744200" cy="685800"/>
            <a:chOff x="723900" y="5257800"/>
            <a:chExt cx="10744200" cy="685800"/>
          </a:xfrm>
        </p:grpSpPr>
        <p:sp>
          <p:nvSpPr>
            <p:cNvPr id="98" name="node02.surface"/>
            <p:cNvSpPr/>
            <p:nvPr/>
          </p:nvSpPr>
          <p:spPr>
            <a:xfrm>
              <a:off x="723900" y="5257800"/>
              <a:ext cx="10744200" cy="685800"/>
            </a:xfrm>
            <a:prstGeom prst="rect">
              <a:avLst/>
            </a:prstGeom>
            <a:solidFill>
              <a:srgbClr val="E8EEF8"/>
            </a:solidFill>
            <a:ln>
              <a:noFill/>
            </a:ln>
          </p:spPr>
        </p:sp>
        <p:sp>
          <p:nvSpPr>
            <p:cNvPr id="99" name="node02.text"/>
            <p:cNvSpPr/>
            <p:nvPr/>
          </p:nvSpPr>
          <p:spPr>
            <a:xfrm>
              <a:off x="876300" y="53721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Go/no-go: data reconciles within 0.1 percent and no severity-1 defects for five days. Rollback: repoint the site UI to its local API; the site database stays read-only for 30 days.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ource-05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Services move from Cloud A to Cloud B in waves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35</a:t>
            </a:fld>
            <a:endParaRPr lang="en-US" sz="700" spc="0" kern="0" b="0" i="0" dirty="0">
              <a:solidFill>
                <a:srgbClr val="070154"/>
              </a:solidFill>
              <a:latin typeface="IBM Plex Mono SemiBold"/>
              <a:ea typeface="IBM Plex Mono SemiBold"/>
              <a:cs typeface="IBM Plex Mono SemiBold"/>
            </a:endParaRPr>
          </a:p>
        </p:txBody>
      </p:sp>
      <p:grpSp>
        <p:nvGrpSpPr>
          <p:cNvPr id="105" name="node01"/>
          <p:cNvGrpSpPr/>
          <p:nvPr/>
        </p:nvGrpSpPr>
        <p:grpSpPr>
          <a:xfrm>
            <a:off x="723900" y="2057400"/>
            <a:ext cx="4114800" cy="228600"/>
            <a:chOff x="723900" y="2057400"/>
            <a:chExt cx="4114800" cy="228600"/>
          </a:xfrm>
        </p:grpSpPr>
        <p:sp>
          <p:nvSpPr>
            <p:cNvPr id="6" name="node01.surface"/>
            <p:cNvSpPr/>
            <p:nvPr/>
          </p:nvSpPr>
          <p:spPr>
            <a:xfrm>
              <a:off x="723900" y="2057400"/>
              <a:ext cx="4114800" cy="228600"/>
            </a:xfrm>
            <a:prstGeom prst="rect">
              <a:avLst/>
            </a:prstGeom>
            <a:solidFill>
              <a:srgbClr val="070154"/>
            </a:solidFill>
            <a:ln>
              <a:noFill/>
            </a:ln>
          </p:spPr>
        </p:sp>
        <p:sp>
          <p:nvSpPr>
            <p:cNvPr id="7" name="node01.text"/>
            <p:cNvSpPr/>
            <p:nvPr/>
          </p:nvSpPr>
          <p:spPr>
            <a:xfrm>
              <a:off x="800100" y="2057400"/>
              <a:ext cx="396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A · current</a:t>
              </a:r>
              <a:endParaRPr lang="en-US" sz="1200" spc="0" kern="0" b="0" i="0" dirty="0">
                <a:solidFill>
                  <a:srgbClr val="FFFFFF"/>
                </a:solidFill>
                <a:latin typeface="IBM Plex Sans"/>
                <a:ea typeface="IBM Plex Sans"/>
                <a:cs typeface="IBM Plex Sans"/>
              </a:endParaRPr>
            </a:p>
          </p:txBody>
        </p:sp>
      </p:grpSp>
      <p:grpSp>
        <p:nvGrpSpPr>
          <p:cNvPr id="106" name="node02"/>
          <p:cNvGrpSpPr/>
          <p:nvPr/>
        </p:nvGrpSpPr>
        <p:grpSpPr>
          <a:xfrm>
            <a:off x="7353300" y="2057400"/>
            <a:ext cx="4114800" cy="228600"/>
            <a:chOff x="7353300" y="2057400"/>
            <a:chExt cx="4114800" cy="228600"/>
          </a:xfrm>
        </p:grpSpPr>
        <p:sp>
          <p:nvSpPr>
            <p:cNvPr id="8" name="node02.surface"/>
            <p:cNvSpPr/>
            <p:nvPr/>
          </p:nvSpPr>
          <p:spPr>
            <a:xfrm>
              <a:off x="7353300" y="2057400"/>
              <a:ext cx="4114800" cy="228600"/>
            </a:xfrm>
            <a:prstGeom prst="rect">
              <a:avLst/>
            </a:prstGeom>
            <a:solidFill>
              <a:srgbClr val="070154"/>
            </a:solidFill>
            <a:ln>
              <a:noFill/>
            </a:ln>
          </p:spPr>
        </p:sp>
        <p:sp>
          <p:nvSpPr>
            <p:cNvPr id="9" name="node02.text"/>
            <p:cNvSpPr/>
            <p:nvPr/>
          </p:nvSpPr>
          <p:spPr>
            <a:xfrm>
              <a:off x="7429500" y="2057400"/>
              <a:ext cx="396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B · target</a:t>
              </a:r>
              <a:endParaRPr lang="en-US" sz="1200" spc="0" kern="0" b="0" i="0" dirty="0">
                <a:solidFill>
                  <a:srgbClr val="FFFFFF"/>
                </a:solidFill>
                <a:latin typeface="IBM Plex Sans"/>
                <a:ea typeface="IBM Plex Sans"/>
                <a:cs typeface="IBM Plex Sans"/>
              </a:endParaRPr>
            </a:p>
          </p:txBody>
        </p:sp>
      </p:grpSp>
      <p:grpSp>
        <p:nvGrpSpPr>
          <p:cNvPr id="107" name="node03"/>
          <p:cNvGrpSpPr/>
          <p:nvPr/>
        </p:nvGrpSpPr>
        <p:grpSpPr>
          <a:xfrm>
            <a:off x="723900" y="2286000"/>
            <a:ext cx="4114800" cy="3200400"/>
            <a:chOff x="723900" y="2286000"/>
            <a:chExt cx="4114800" cy="3200400"/>
          </a:xfrm>
        </p:grpSpPr>
        <p:sp>
          <p:nvSpPr>
            <p:cNvPr id="10" name="node03.surface"/>
            <p:cNvSpPr/>
            <p:nvPr/>
          </p:nvSpPr>
          <p:spPr>
            <a:xfrm>
              <a:off x="723900" y="2286000"/>
              <a:ext cx="4114800" cy="3200400"/>
            </a:xfrm>
            <a:prstGeom prst="rect">
              <a:avLst/>
            </a:prstGeom>
            <a:solidFill>
              <a:srgbClr val="E8EEF8"/>
            </a:solidFill>
            <a:ln>
              <a:noFill/>
            </a:ln>
          </p:spPr>
        </p:sp>
      </p:grpSp>
      <p:grpSp>
        <p:nvGrpSpPr>
          <p:cNvPr id="108" name="node04"/>
          <p:cNvGrpSpPr/>
          <p:nvPr/>
        </p:nvGrpSpPr>
        <p:grpSpPr>
          <a:xfrm>
            <a:off x="7353300" y="2286000"/>
            <a:ext cx="4114800" cy="3200400"/>
            <a:chOff x="7353300" y="2286000"/>
            <a:chExt cx="4114800" cy="3200400"/>
          </a:xfrm>
        </p:grpSpPr>
        <p:sp>
          <p:nvSpPr>
            <p:cNvPr id="11" name="node04.surface"/>
            <p:cNvSpPr/>
            <p:nvPr/>
          </p:nvSpPr>
          <p:spPr>
            <a:xfrm>
              <a:off x="7353300" y="2286000"/>
              <a:ext cx="4114800" cy="3200400"/>
            </a:xfrm>
            <a:prstGeom prst="rect">
              <a:avLst/>
            </a:prstGeom>
            <a:solidFill>
              <a:srgbClr val="E8EEF8"/>
            </a:solidFill>
            <a:ln>
              <a:noFill/>
            </a:ln>
          </p:spPr>
        </p:sp>
      </p:grpSp>
      <p:grpSp>
        <p:nvGrpSpPr>
          <p:cNvPr id="109" name="node05"/>
          <p:cNvGrpSpPr/>
          <p:nvPr/>
        </p:nvGrpSpPr>
        <p:grpSpPr>
          <a:xfrm>
            <a:off x="5981700" y="2286000"/>
            <a:ext cx="228600" cy="3200400"/>
            <a:chOff x="5981700" y="2286000"/>
            <a:chExt cx="228600" cy="3200400"/>
          </a:xfrm>
        </p:grpSpPr>
        <p:sp>
          <p:nvSpPr>
            <p:cNvPr id="12" name="node05.surface"/>
            <p:cNvSpPr/>
            <p:nvPr/>
          </p:nvSpPr>
          <p:spPr>
            <a:xfrm>
              <a:off x="5981700" y="2286000"/>
              <a:ext cx="228600" cy="3200400"/>
            </a:xfrm>
            <a:prstGeom prst="rect">
              <a:avLst/>
            </a:prstGeom>
            <a:solidFill>
              <a:srgbClr val="CED7E6"/>
            </a:solidFill>
            <a:ln>
              <a:noFill/>
            </a:ln>
          </p:spPr>
        </p:sp>
      </p:grpSp>
      <p:grpSp>
        <p:nvGrpSpPr>
          <p:cNvPr id="110" name="node06"/>
          <p:cNvGrpSpPr/>
          <p:nvPr/>
        </p:nvGrpSpPr>
        <p:grpSpPr>
          <a:xfrm>
            <a:off x="4838700" y="1600200"/>
            <a:ext cx="2057400" cy="457200"/>
            <a:chOff x="4838700" y="1600200"/>
            <a:chExt cx="2057400" cy="457200"/>
          </a:xfrm>
        </p:grpSpPr>
        <p:sp>
          <p:nvSpPr>
            <p:cNvPr id="13" name="node06.surface"/>
            <p:cNvSpPr/>
            <p:nvPr/>
          </p:nvSpPr>
          <p:spPr>
            <a:xfrm>
              <a:off x="4845050" y="1606550"/>
              <a:ext cx="2044700" cy="444500"/>
            </a:xfrm>
            <a:prstGeom prst="rect">
              <a:avLst/>
            </a:prstGeom>
            <a:solidFill>
              <a:srgbClr val="FFFFFF"/>
            </a:solidFill>
            <a:ln w="12700">
              <a:solidFill>
                <a:srgbClr val="CED7E6"/>
              </a:solidFill>
              <a:prstDash val="solid"/>
            </a:ln>
          </p:spPr>
        </p:sp>
        <p:sp>
          <p:nvSpPr>
            <p:cNvPr id="14" name="node06.text"/>
            <p:cNvSpPr/>
            <p:nvPr/>
          </p:nvSpPr>
          <p:spPr>
            <a:xfrm>
              <a:off x="4991100" y="17145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Traffic manager</a:t>
              </a:r>
              <a:endParaRPr lang="en-US" sz="1200" spc="0" kern="0" b="0" i="0" dirty="0">
                <a:solidFill>
                  <a:srgbClr val="070154"/>
                </a:solidFill>
                <a:latin typeface="IBM Plex Sans"/>
                <a:ea typeface="IBM Plex Sans"/>
                <a:cs typeface="IBM Plex Sans"/>
              </a:endParaRPr>
            </a:p>
          </p:txBody>
        </p:sp>
      </p:grpSp>
      <p:grpSp>
        <p:nvGrpSpPr>
          <p:cNvPr id="111" name="node07"/>
          <p:cNvGrpSpPr/>
          <p:nvPr/>
        </p:nvGrpSpPr>
        <p:grpSpPr>
          <a:xfrm>
            <a:off x="6896100" y="1600200"/>
            <a:ext cx="457200" cy="457200"/>
            <a:chOff x="6896100" y="1600200"/>
            <a:chExt cx="457200" cy="457200"/>
          </a:xfrm>
        </p:grpSpPr>
        <p:sp>
          <p:nvSpPr>
            <p:cNvPr id="15" name="node07.surface"/>
            <p:cNvSpPr/>
            <p:nvPr/>
          </p:nvSpPr>
          <p:spPr>
            <a:xfrm>
              <a:off x="6896100" y="1600200"/>
              <a:ext cx="457200" cy="457200"/>
            </a:xfrm>
            <a:prstGeom prst="rect">
              <a:avLst/>
            </a:prstGeom>
            <a:solidFill>
              <a:srgbClr val="CED7E6"/>
            </a:solidFill>
            <a:ln>
              <a:noFill/>
            </a:ln>
          </p:spPr>
        </p:sp>
        <p:sp>
          <p:nvSpPr>
            <p:cNvPr id="16" name="node07.text"/>
            <p:cNvSpPr/>
            <p:nvPr/>
          </p:nvSpPr>
          <p:spPr>
            <a:xfrm>
              <a:off x="6972300" y="1714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sp>
        <p:nvSpPr>
          <p:cNvPr id="17" name="node08"/>
          <p:cNvSpPr/>
          <p:nvPr/>
        </p:nvSpPr>
        <p:spPr>
          <a:xfrm>
            <a:off x="4838700" y="1600200"/>
            <a:ext cx="2514600" cy="38100"/>
          </a:xfrm>
          <a:prstGeom prst="rect">
            <a:avLst/>
          </a:prstGeom>
          <a:solidFill>
            <a:srgbClr val="0047FF"/>
          </a:solidFill>
          <a:ln>
            <a:noFill/>
          </a:ln>
        </p:spPr>
      </p:sp>
      <p:grpSp>
        <p:nvGrpSpPr>
          <p:cNvPr id="112" name="node09"/>
          <p:cNvGrpSpPr/>
          <p:nvPr/>
        </p:nvGrpSpPr>
        <p:grpSpPr>
          <a:xfrm>
            <a:off x="2738679" y="1714500"/>
            <a:ext cx="2100021" cy="342900"/>
            <a:chOff x="2738679" y="1714500"/>
            <a:chExt cx="2100021" cy="342900"/>
          </a:xfrm>
        </p:grpSpPr>
        <p:sp>
          <p:nvSpPr>
            <p:cNvPr id="18" name="node09.segment-1"/>
            <p:cNvSpPr/>
            <p:nvPr/>
          </p:nvSpPr>
          <p:spPr>
            <a:xfrm>
              <a:off x="2781300" y="1828800"/>
              <a:ext cx="2057400" cy="0"/>
            </a:xfrm>
            <a:custGeom>
              <a:avLst/>
              <a:gdLst/>
              <a:ahLst/>
              <a:cxnLst/>
              <a:rect l="l" t="t" r="r" b="b"/>
              <a:pathLst>
                <a:path w="2057400">
                  <a:moveTo>
                    <a:pt x="2057400" y="0"/>
                  </a:moveTo>
                  <a:lnTo>
                    <a:pt x="0" y="0"/>
                  </a:lnTo>
                </a:path>
              </a:pathLst>
            </a:custGeom>
            <a:ln w="12700">
              <a:solidFill>
                <a:srgbClr val="070154"/>
              </a:solidFill>
              <a:prstDash val="dash"/>
            </a:ln>
          </p:spPr>
        </p:sp>
        <p:sp>
          <p:nvSpPr>
            <p:cNvPr id="19" name="node09.segment-2"/>
            <p:cNvSpPr/>
            <p:nvPr/>
          </p:nvSpPr>
          <p:spPr>
            <a:xfrm>
              <a:off x="2781300" y="1828800"/>
              <a:ext cx="0" cy="228600"/>
            </a:xfrm>
            <a:custGeom>
              <a:avLst/>
              <a:gdLst/>
              <a:ahLst/>
              <a:cxnLst/>
              <a:rect l="l" t="t" r="r" b="b"/>
              <a:pathLst>
                <a:path h="228600">
                  <a:moveTo>
                    <a:pt x="0" y="0"/>
                  </a:moveTo>
                  <a:lnTo>
                    <a:pt x="0" y="228600"/>
                  </a:lnTo>
                </a:path>
              </a:pathLst>
            </a:custGeom>
            <a:ln w="12700">
              <a:solidFill>
                <a:srgbClr val="070154"/>
              </a:solidFill>
              <a:prstDash val="dash"/>
            </a:ln>
          </p:spPr>
        </p:sp>
        <p:sp>
          <p:nvSpPr>
            <p:cNvPr id="20" name="node09.head-end.0"/>
            <p:cNvSpPr/>
            <p:nvPr/>
          </p:nvSpPr>
          <p:spPr>
            <a:xfrm>
              <a:off x="2738679" y="1979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1" name="node09.head-end.1"/>
            <p:cNvSpPr/>
            <p:nvPr/>
          </p:nvSpPr>
          <p:spPr>
            <a:xfrm>
              <a:off x="2781300" y="1979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22" name="node09.label-patch"/>
            <p:cNvSpPr/>
            <p:nvPr/>
          </p:nvSpPr>
          <p:spPr>
            <a:xfrm>
              <a:off x="3621119" y="1714500"/>
              <a:ext cx="377763" cy="228600"/>
            </a:xfrm>
            <a:prstGeom prst="rect">
              <a:avLst/>
            </a:prstGeom>
            <a:solidFill>
              <a:srgbClr val="FFFFFF"/>
            </a:solidFill>
            <a:ln>
              <a:noFill/>
            </a:ln>
          </p:spPr>
        </p:sp>
        <p:sp>
          <p:nvSpPr>
            <p:cNvPr id="23" name="node09.label"/>
            <p:cNvSpPr/>
            <p:nvPr/>
          </p:nvSpPr>
          <p:spPr>
            <a:xfrm>
              <a:off x="3659219" y="17526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35%</a:t>
              </a:r>
              <a:endParaRPr lang="en-US" sz="900" spc="54" kern="0" b="0" i="0" dirty="0">
                <a:solidFill>
                  <a:srgbClr val="50658E"/>
                </a:solidFill>
                <a:latin typeface="IBM Plex Mono Medium"/>
                <a:ea typeface="IBM Plex Mono Medium"/>
                <a:cs typeface="IBM Plex Mono Medium"/>
              </a:endParaRPr>
            </a:p>
          </p:txBody>
        </p:sp>
      </p:grpSp>
      <p:grpSp>
        <p:nvGrpSpPr>
          <p:cNvPr id="113" name="node10"/>
          <p:cNvGrpSpPr/>
          <p:nvPr/>
        </p:nvGrpSpPr>
        <p:grpSpPr>
          <a:xfrm>
            <a:off x="7353300" y="1714500"/>
            <a:ext cx="2100021" cy="342900"/>
            <a:chOff x="7353300" y="1714500"/>
            <a:chExt cx="2100021" cy="342900"/>
          </a:xfrm>
        </p:grpSpPr>
        <p:sp>
          <p:nvSpPr>
            <p:cNvPr id="24" name="node10.segment-1"/>
            <p:cNvSpPr/>
            <p:nvPr/>
          </p:nvSpPr>
          <p:spPr>
            <a:xfrm>
              <a:off x="7353300" y="1828800"/>
              <a:ext cx="2057400" cy="0"/>
            </a:xfrm>
            <a:custGeom>
              <a:avLst/>
              <a:gdLst/>
              <a:ahLst/>
              <a:cxnLst/>
              <a:rect l="l" t="t" r="r" b="b"/>
              <a:pathLst>
                <a:path w="2057400">
                  <a:moveTo>
                    <a:pt x="0" y="0"/>
                  </a:moveTo>
                  <a:lnTo>
                    <a:pt x="2057400" y="0"/>
                  </a:lnTo>
                </a:path>
              </a:pathLst>
            </a:custGeom>
            <a:ln w="12700">
              <a:solidFill>
                <a:srgbClr val="070154"/>
              </a:solidFill>
              <a:prstDash val="dash"/>
            </a:ln>
          </p:spPr>
        </p:sp>
        <p:sp>
          <p:nvSpPr>
            <p:cNvPr id="25" name="node10.segment-2"/>
            <p:cNvSpPr/>
            <p:nvPr/>
          </p:nvSpPr>
          <p:spPr>
            <a:xfrm>
              <a:off x="9410700" y="1828800"/>
              <a:ext cx="0" cy="228600"/>
            </a:xfrm>
            <a:custGeom>
              <a:avLst/>
              <a:gdLst/>
              <a:ahLst/>
              <a:cxnLst/>
              <a:rect l="l" t="t" r="r" b="b"/>
              <a:pathLst>
                <a:path h="228600">
                  <a:moveTo>
                    <a:pt x="0" y="0"/>
                  </a:moveTo>
                  <a:lnTo>
                    <a:pt x="0" y="228600"/>
                  </a:lnTo>
                </a:path>
              </a:pathLst>
            </a:custGeom>
            <a:ln w="12700">
              <a:solidFill>
                <a:srgbClr val="070154"/>
              </a:solidFill>
              <a:prstDash val="dash"/>
            </a:ln>
          </p:spPr>
        </p:sp>
        <p:sp>
          <p:nvSpPr>
            <p:cNvPr id="26" name="node10.head-end.0"/>
            <p:cNvSpPr/>
            <p:nvPr/>
          </p:nvSpPr>
          <p:spPr>
            <a:xfrm>
              <a:off x="9368079" y="1979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7" name="node10.head-end.1"/>
            <p:cNvSpPr/>
            <p:nvPr/>
          </p:nvSpPr>
          <p:spPr>
            <a:xfrm>
              <a:off x="9410700" y="1979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28" name="node10.label-patch"/>
            <p:cNvSpPr/>
            <p:nvPr/>
          </p:nvSpPr>
          <p:spPr>
            <a:xfrm>
              <a:off x="8193119" y="1714500"/>
              <a:ext cx="377763" cy="228600"/>
            </a:xfrm>
            <a:prstGeom prst="rect">
              <a:avLst/>
            </a:prstGeom>
            <a:solidFill>
              <a:srgbClr val="FFFFFF"/>
            </a:solidFill>
            <a:ln>
              <a:noFill/>
            </a:ln>
          </p:spPr>
        </p:sp>
        <p:sp>
          <p:nvSpPr>
            <p:cNvPr id="29" name="node10.label"/>
            <p:cNvSpPr/>
            <p:nvPr/>
          </p:nvSpPr>
          <p:spPr>
            <a:xfrm>
              <a:off x="8231219" y="17526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65%</a:t>
              </a:r>
              <a:endParaRPr lang="en-US" sz="900" spc="54" kern="0" b="0" i="0" dirty="0">
                <a:solidFill>
                  <a:srgbClr val="50658E"/>
                </a:solidFill>
                <a:latin typeface="IBM Plex Mono Medium"/>
                <a:ea typeface="IBM Plex Mono Medium"/>
                <a:cs typeface="IBM Plex Mono Medium"/>
              </a:endParaRPr>
            </a:p>
          </p:txBody>
        </p:sp>
      </p:grpSp>
      <p:grpSp>
        <p:nvGrpSpPr>
          <p:cNvPr id="114" name="node11"/>
          <p:cNvGrpSpPr/>
          <p:nvPr/>
        </p:nvGrpSpPr>
        <p:grpSpPr>
          <a:xfrm>
            <a:off x="952500" y="2628900"/>
            <a:ext cx="3657600" cy="571500"/>
            <a:chOff x="952500" y="2628900"/>
            <a:chExt cx="3657600" cy="571500"/>
          </a:xfrm>
        </p:grpSpPr>
        <p:sp>
          <p:nvSpPr>
            <p:cNvPr id="30" name="node11.surface"/>
            <p:cNvSpPr/>
            <p:nvPr/>
          </p:nvSpPr>
          <p:spPr>
            <a:xfrm>
              <a:off x="952500" y="2743200"/>
              <a:ext cx="3657600" cy="457200"/>
            </a:xfrm>
            <a:prstGeom prst="rect">
              <a:avLst/>
            </a:prstGeom>
            <a:ln w="12700">
              <a:solidFill>
                <a:srgbClr val="50658E"/>
              </a:solidFill>
              <a:prstDash val="dash"/>
            </a:ln>
          </p:spPr>
        </p:sp>
        <p:sp>
          <p:nvSpPr>
            <p:cNvPr id="31" name="node11.label-patch"/>
            <p:cNvSpPr/>
            <p:nvPr/>
          </p:nvSpPr>
          <p:spPr>
            <a:xfrm>
              <a:off x="1066800" y="2628900"/>
              <a:ext cx="602047" cy="152400"/>
            </a:xfrm>
            <a:prstGeom prst="rect">
              <a:avLst/>
            </a:prstGeom>
            <a:solidFill>
              <a:srgbClr val="FFFFFF"/>
            </a:solidFill>
            <a:ln>
              <a:noFill/>
            </a:ln>
          </p:spPr>
        </p:sp>
        <p:sp>
          <p:nvSpPr>
            <p:cNvPr id="32" name="node11.label"/>
            <p:cNvSpPr/>
            <p:nvPr/>
          </p:nvSpPr>
          <p:spPr>
            <a:xfrm>
              <a:off x="1104900" y="2628900"/>
              <a:ext cx="3352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RETIRED</a:t>
              </a:r>
              <a:endParaRPr lang="en-US" sz="900" spc="54" kern="0" b="0" i="0" dirty="0">
                <a:solidFill>
                  <a:srgbClr val="070154"/>
                </a:solidFill>
                <a:latin typeface="IBM Plex Mono SemiBold"/>
                <a:ea typeface="IBM Plex Mono SemiBold"/>
                <a:cs typeface="IBM Plex Mono SemiBold"/>
              </a:endParaRPr>
            </a:p>
          </p:txBody>
        </p:sp>
      </p:grpSp>
      <p:grpSp>
        <p:nvGrpSpPr>
          <p:cNvPr id="115" name="node12"/>
          <p:cNvGrpSpPr/>
          <p:nvPr/>
        </p:nvGrpSpPr>
        <p:grpSpPr>
          <a:xfrm>
            <a:off x="1104900" y="2857500"/>
            <a:ext cx="3048000" cy="228600"/>
            <a:chOff x="1104900" y="2857500"/>
            <a:chExt cx="3048000" cy="228600"/>
          </a:xfrm>
        </p:grpSpPr>
        <p:sp>
          <p:nvSpPr>
            <p:cNvPr id="33" name="node12.text"/>
            <p:cNvSpPr/>
            <p:nvPr/>
          </p:nvSpPr>
          <p:spPr>
            <a:xfrm>
              <a:off x="1104900" y="28575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Web front end</a:t>
              </a:r>
              <a:endParaRPr lang="en-US" sz="1200" spc="0" kern="0" b="0" i="0" dirty="0">
                <a:solidFill>
                  <a:srgbClr val="50658E"/>
                </a:solidFill>
                <a:latin typeface="IBM Plex Sans"/>
                <a:ea typeface="IBM Plex Sans"/>
                <a:cs typeface="IBM Plex Sans"/>
              </a:endParaRPr>
            </a:p>
          </p:txBody>
        </p:sp>
      </p:grpSp>
      <p:grpSp>
        <p:nvGrpSpPr>
          <p:cNvPr id="116" name="node13"/>
          <p:cNvGrpSpPr/>
          <p:nvPr/>
        </p:nvGrpSpPr>
        <p:grpSpPr>
          <a:xfrm>
            <a:off x="4152900" y="2743200"/>
            <a:ext cx="457200" cy="457200"/>
            <a:chOff x="4152900" y="2743200"/>
            <a:chExt cx="457200" cy="457200"/>
          </a:xfrm>
        </p:grpSpPr>
        <p:sp>
          <p:nvSpPr>
            <p:cNvPr id="34" name="node13.surface"/>
            <p:cNvSpPr/>
            <p:nvPr/>
          </p:nvSpPr>
          <p:spPr>
            <a:xfrm>
              <a:off x="4152900" y="2743200"/>
              <a:ext cx="457200" cy="457200"/>
            </a:xfrm>
            <a:prstGeom prst="rect">
              <a:avLst/>
            </a:prstGeom>
            <a:solidFill>
              <a:srgbClr val="CED7E6"/>
            </a:solidFill>
            <a:ln>
              <a:noFill/>
            </a:ln>
          </p:spPr>
        </p:sp>
        <p:sp>
          <p:nvSpPr>
            <p:cNvPr id="35" name="node13.text"/>
            <p:cNvSpPr/>
            <p:nvPr/>
          </p:nvSpPr>
          <p:spPr>
            <a:xfrm>
              <a:off x="4229100" y="2857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17" name="node14"/>
          <p:cNvGrpSpPr/>
          <p:nvPr/>
        </p:nvGrpSpPr>
        <p:grpSpPr>
          <a:xfrm>
            <a:off x="7581900" y="2743200"/>
            <a:ext cx="3200400" cy="457200"/>
            <a:chOff x="7581900" y="2743200"/>
            <a:chExt cx="3200400" cy="457200"/>
          </a:xfrm>
        </p:grpSpPr>
        <p:sp>
          <p:nvSpPr>
            <p:cNvPr id="36" name="node14.surface"/>
            <p:cNvSpPr/>
            <p:nvPr/>
          </p:nvSpPr>
          <p:spPr>
            <a:xfrm>
              <a:off x="7581900" y="2743200"/>
              <a:ext cx="3200400" cy="457200"/>
            </a:xfrm>
            <a:prstGeom prst="rect">
              <a:avLst/>
            </a:prstGeom>
            <a:solidFill>
              <a:srgbClr val="070154"/>
            </a:solidFill>
            <a:ln>
              <a:noFill/>
            </a:ln>
          </p:spPr>
        </p:sp>
        <p:sp>
          <p:nvSpPr>
            <p:cNvPr id="37" name="node14.text"/>
            <p:cNvSpPr/>
            <p:nvPr/>
          </p:nvSpPr>
          <p:spPr>
            <a:xfrm>
              <a:off x="7734300" y="28575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Web front end</a:t>
              </a:r>
              <a:endParaRPr lang="en-US" sz="1200" spc="0" kern="0" b="0" i="0" dirty="0">
                <a:solidFill>
                  <a:srgbClr val="FFFFFF"/>
                </a:solidFill>
                <a:latin typeface="IBM Plex Sans"/>
                <a:ea typeface="IBM Plex Sans"/>
                <a:cs typeface="IBM Plex Sans"/>
              </a:endParaRPr>
            </a:p>
          </p:txBody>
        </p:sp>
      </p:grpSp>
      <p:grpSp>
        <p:nvGrpSpPr>
          <p:cNvPr id="118" name="node15"/>
          <p:cNvGrpSpPr/>
          <p:nvPr/>
        </p:nvGrpSpPr>
        <p:grpSpPr>
          <a:xfrm>
            <a:off x="10782300" y="2743200"/>
            <a:ext cx="457200" cy="457200"/>
            <a:chOff x="10782300" y="2743200"/>
            <a:chExt cx="457200" cy="457200"/>
          </a:xfrm>
        </p:grpSpPr>
        <p:sp>
          <p:nvSpPr>
            <p:cNvPr id="38" name="node15.surface"/>
            <p:cNvSpPr/>
            <p:nvPr/>
          </p:nvSpPr>
          <p:spPr>
            <a:xfrm>
              <a:off x="10782300" y="2743200"/>
              <a:ext cx="457200" cy="457200"/>
            </a:xfrm>
            <a:prstGeom prst="rect">
              <a:avLst/>
            </a:prstGeom>
            <a:solidFill>
              <a:srgbClr val="CED7E6"/>
            </a:solidFill>
            <a:ln>
              <a:noFill/>
            </a:ln>
          </p:spPr>
        </p:sp>
        <p:sp>
          <p:nvSpPr>
            <p:cNvPr id="39" name="node15.text"/>
            <p:cNvSpPr/>
            <p:nvPr/>
          </p:nvSpPr>
          <p:spPr>
            <a:xfrm>
              <a:off x="10858500" y="28575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19" name="node16"/>
          <p:cNvGrpSpPr/>
          <p:nvPr/>
        </p:nvGrpSpPr>
        <p:grpSpPr>
          <a:xfrm>
            <a:off x="4610100" y="2857500"/>
            <a:ext cx="2971800" cy="228600"/>
            <a:chOff x="4610100" y="2857500"/>
            <a:chExt cx="2971800" cy="228600"/>
          </a:xfrm>
        </p:grpSpPr>
        <p:sp>
          <p:nvSpPr>
            <p:cNvPr id="40" name="node16.segment-1"/>
            <p:cNvSpPr/>
            <p:nvPr/>
          </p:nvSpPr>
          <p:spPr>
            <a:xfrm>
              <a:off x="4610100" y="2971800"/>
              <a:ext cx="2971800" cy="0"/>
            </a:xfrm>
            <a:custGeom>
              <a:avLst/>
              <a:gdLst/>
              <a:ahLst/>
              <a:cxnLst/>
              <a:rect l="l" t="t" r="r" b="b"/>
              <a:pathLst>
                <a:path w="2971800">
                  <a:moveTo>
                    <a:pt x="0" y="0"/>
                  </a:moveTo>
                  <a:lnTo>
                    <a:pt x="2971800" y="0"/>
                  </a:lnTo>
                </a:path>
              </a:pathLst>
            </a:custGeom>
            <a:ln w="19050">
              <a:solidFill>
                <a:srgbClr val="070154"/>
              </a:solidFill>
              <a:prstDash val="sysDot"/>
            </a:ln>
          </p:spPr>
        </p:sp>
        <p:sp>
          <p:nvSpPr>
            <p:cNvPr id="41" name="node16.label-patch"/>
            <p:cNvSpPr/>
            <p:nvPr/>
          </p:nvSpPr>
          <p:spPr>
            <a:xfrm>
              <a:off x="5681756" y="2857500"/>
              <a:ext cx="828489" cy="228600"/>
            </a:xfrm>
            <a:prstGeom prst="rect">
              <a:avLst/>
            </a:prstGeom>
            <a:solidFill>
              <a:srgbClr val="FFFFFF"/>
            </a:solidFill>
            <a:ln>
              <a:noFill/>
            </a:ln>
          </p:spPr>
        </p:sp>
        <p:sp>
          <p:nvSpPr>
            <p:cNvPr id="42" name="node16.label"/>
            <p:cNvSpPr/>
            <p:nvPr/>
          </p:nvSpPr>
          <p:spPr>
            <a:xfrm>
              <a:off x="5719856" y="2895600"/>
              <a:ext cx="752289"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100% ON B</a:t>
              </a:r>
              <a:endParaRPr lang="en-US" sz="900" spc="54" kern="0" b="0" i="0" dirty="0">
                <a:solidFill>
                  <a:srgbClr val="50658E"/>
                </a:solidFill>
                <a:latin typeface="IBM Plex Mono Medium"/>
                <a:ea typeface="IBM Plex Mono Medium"/>
                <a:cs typeface="IBM Plex Mono Medium"/>
              </a:endParaRPr>
            </a:p>
          </p:txBody>
        </p:sp>
      </p:grpSp>
      <p:grpSp>
        <p:nvGrpSpPr>
          <p:cNvPr id="120" name="node17"/>
          <p:cNvGrpSpPr/>
          <p:nvPr/>
        </p:nvGrpSpPr>
        <p:grpSpPr>
          <a:xfrm>
            <a:off x="952500" y="3429000"/>
            <a:ext cx="3200400" cy="457200"/>
            <a:chOff x="952500" y="3429000"/>
            <a:chExt cx="3200400" cy="457200"/>
          </a:xfrm>
        </p:grpSpPr>
        <p:sp>
          <p:nvSpPr>
            <p:cNvPr id="43" name="node17.surface"/>
            <p:cNvSpPr/>
            <p:nvPr/>
          </p:nvSpPr>
          <p:spPr>
            <a:xfrm>
              <a:off x="958850" y="3435350"/>
              <a:ext cx="3187700" cy="444500"/>
            </a:xfrm>
            <a:prstGeom prst="rect">
              <a:avLst/>
            </a:prstGeom>
            <a:solidFill>
              <a:srgbClr val="FFFFFF"/>
            </a:solidFill>
            <a:ln w="12700">
              <a:solidFill>
                <a:srgbClr val="CED7E6"/>
              </a:solidFill>
              <a:prstDash val="solid"/>
            </a:ln>
          </p:spPr>
        </p:sp>
        <p:sp>
          <p:nvSpPr>
            <p:cNvPr id="44" name="node17.text"/>
            <p:cNvSpPr/>
            <p:nvPr/>
          </p:nvSpPr>
          <p:spPr>
            <a:xfrm>
              <a:off x="1104900" y="35433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Orders API</a:t>
              </a:r>
              <a:endParaRPr lang="en-US" sz="1200" spc="0" kern="0" b="0" i="0" dirty="0">
                <a:solidFill>
                  <a:srgbClr val="070154"/>
                </a:solidFill>
                <a:latin typeface="IBM Plex Sans"/>
                <a:ea typeface="IBM Plex Sans"/>
                <a:cs typeface="IBM Plex Sans"/>
              </a:endParaRPr>
            </a:p>
          </p:txBody>
        </p:sp>
      </p:grpSp>
      <p:grpSp>
        <p:nvGrpSpPr>
          <p:cNvPr id="121" name="node18"/>
          <p:cNvGrpSpPr/>
          <p:nvPr/>
        </p:nvGrpSpPr>
        <p:grpSpPr>
          <a:xfrm>
            <a:off x="4152900" y="3429000"/>
            <a:ext cx="457200" cy="457200"/>
            <a:chOff x="4152900" y="3429000"/>
            <a:chExt cx="457200" cy="457200"/>
          </a:xfrm>
        </p:grpSpPr>
        <p:sp>
          <p:nvSpPr>
            <p:cNvPr id="45" name="node18.surface"/>
            <p:cNvSpPr/>
            <p:nvPr/>
          </p:nvSpPr>
          <p:spPr>
            <a:xfrm>
              <a:off x="4152900" y="3429000"/>
              <a:ext cx="457200" cy="457200"/>
            </a:xfrm>
            <a:prstGeom prst="rect">
              <a:avLst/>
            </a:prstGeom>
            <a:solidFill>
              <a:srgbClr val="CED7E6"/>
            </a:solidFill>
            <a:ln>
              <a:noFill/>
            </a:ln>
          </p:spPr>
        </p:sp>
        <p:sp>
          <p:nvSpPr>
            <p:cNvPr id="46" name="node18.text"/>
            <p:cNvSpPr/>
            <p:nvPr/>
          </p:nvSpPr>
          <p:spPr>
            <a:xfrm>
              <a:off x="4229100" y="3543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sp>
        <p:nvSpPr>
          <p:cNvPr id="47" name="node19"/>
          <p:cNvSpPr/>
          <p:nvPr/>
        </p:nvSpPr>
        <p:spPr>
          <a:xfrm>
            <a:off x="952500" y="3429000"/>
            <a:ext cx="3657600" cy="38100"/>
          </a:xfrm>
          <a:prstGeom prst="rect">
            <a:avLst/>
          </a:prstGeom>
          <a:solidFill>
            <a:srgbClr val="0047FF"/>
          </a:solidFill>
          <a:ln>
            <a:noFill/>
          </a:ln>
        </p:spPr>
      </p:sp>
      <p:grpSp>
        <p:nvGrpSpPr>
          <p:cNvPr id="122" name="node20"/>
          <p:cNvGrpSpPr/>
          <p:nvPr/>
        </p:nvGrpSpPr>
        <p:grpSpPr>
          <a:xfrm>
            <a:off x="7581900" y="3429000"/>
            <a:ext cx="3200400" cy="457200"/>
            <a:chOff x="7581900" y="3429000"/>
            <a:chExt cx="3200400" cy="457200"/>
          </a:xfrm>
        </p:grpSpPr>
        <p:sp>
          <p:nvSpPr>
            <p:cNvPr id="48" name="node20.surface"/>
            <p:cNvSpPr/>
            <p:nvPr/>
          </p:nvSpPr>
          <p:spPr>
            <a:xfrm>
              <a:off x="7588250" y="3435350"/>
              <a:ext cx="3187700" cy="444500"/>
            </a:xfrm>
            <a:prstGeom prst="rect">
              <a:avLst/>
            </a:prstGeom>
            <a:solidFill>
              <a:srgbClr val="FFFFFF"/>
            </a:solidFill>
            <a:ln w="12700">
              <a:solidFill>
                <a:srgbClr val="CED7E6"/>
              </a:solidFill>
              <a:prstDash val="solid"/>
            </a:ln>
          </p:spPr>
        </p:sp>
        <p:sp>
          <p:nvSpPr>
            <p:cNvPr id="49" name="node20.text"/>
            <p:cNvSpPr/>
            <p:nvPr/>
          </p:nvSpPr>
          <p:spPr>
            <a:xfrm>
              <a:off x="7734300" y="35433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Orders API</a:t>
              </a:r>
              <a:endParaRPr lang="en-US" sz="1200" spc="0" kern="0" b="0" i="0" dirty="0">
                <a:solidFill>
                  <a:srgbClr val="070154"/>
                </a:solidFill>
                <a:latin typeface="IBM Plex Sans"/>
                <a:ea typeface="IBM Plex Sans"/>
                <a:cs typeface="IBM Plex Sans"/>
              </a:endParaRPr>
            </a:p>
          </p:txBody>
        </p:sp>
      </p:grpSp>
      <p:grpSp>
        <p:nvGrpSpPr>
          <p:cNvPr id="123" name="node21"/>
          <p:cNvGrpSpPr/>
          <p:nvPr/>
        </p:nvGrpSpPr>
        <p:grpSpPr>
          <a:xfrm>
            <a:off x="10782300" y="3429000"/>
            <a:ext cx="457200" cy="457200"/>
            <a:chOff x="10782300" y="3429000"/>
            <a:chExt cx="457200" cy="457200"/>
          </a:xfrm>
        </p:grpSpPr>
        <p:sp>
          <p:nvSpPr>
            <p:cNvPr id="50" name="node21.surface"/>
            <p:cNvSpPr/>
            <p:nvPr/>
          </p:nvSpPr>
          <p:spPr>
            <a:xfrm>
              <a:off x="10782300" y="3429000"/>
              <a:ext cx="457200" cy="457200"/>
            </a:xfrm>
            <a:prstGeom prst="rect">
              <a:avLst/>
            </a:prstGeom>
            <a:solidFill>
              <a:srgbClr val="CED7E6"/>
            </a:solidFill>
            <a:ln>
              <a:noFill/>
            </a:ln>
          </p:spPr>
        </p:sp>
        <p:sp>
          <p:nvSpPr>
            <p:cNvPr id="51" name="node21.text"/>
            <p:cNvSpPr/>
            <p:nvPr/>
          </p:nvSpPr>
          <p:spPr>
            <a:xfrm>
              <a:off x="10858500" y="35433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sp>
        <p:nvSpPr>
          <p:cNvPr id="52" name="node22"/>
          <p:cNvSpPr/>
          <p:nvPr/>
        </p:nvSpPr>
        <p:spPr>
          <a:xfrm>
            <a:off x="7581900" y="3429000"/>
            <a:ext cx="3657600" cy="38100"/>
          </a:xfrm>
          <a:prstGeom prst="rect">
            <a:avLst/>
          </a:prstGeom>
          <a:solidFill>
            <a:srgbClr val="0047FF"/>
          </a:solidFill>
          <a:ln>
            <a:noFill/>
          </a:ln>
        </p:spPr>
      </p:sp>
      <p:grpSp>
        <p:nvGrpSpPr>
          <p:cNvPr id="124" name="node23"/>
          <p:cNvGrpSpPr/>
          <p:nvPr/>
        </p:nvGrpSpPr>
        <p:grpSpPr>
          <a:xfrm>
            <a:off x="4610100" y="3543300"/>
            <a:ext cx="2971800" cy="228600"/>
            <a:chOff x="4610100" y="3543300"/>
            <a:chExt cx="2971800" cy="228600"/>
          </a:xfrm>
        </p:grpSpPr>
        <p:sp>
          <p:nvSpPr>
            <p:cNvPr id="53" name="node23.segment-1"/>
            <p:cNvSpPr/>
            <p:nvPr/>
          </p:nvSpPr>
          <p:spPr>
            <a:xfrm>
              <a:off x="4610100" y="3657600"/>
              <a:ext cx="2971800" cy="0"/>
            </a:xfrm>
            <a:custGeom>
              <a:avLst/>
              <a:gdLst/>
              <a:ahLst/>
              <a:cxnLst/>
              <a:rect l="l" t="t" r="r" b="b"/>
              <a:pathLst>
                <a:path w="2971800">
                  <a:moveTo>
                    <a:pt x="0" y="0"/>
                  </a:moveTo>
                  <a:lnTo>
                    <a:pt x="2971800" y="0"/>
                  </a:lnTo>
                </a:path>
              </a:pathLst>
            </a:custGeom>
            <a:ln w="12700">
              <a:solidFill>
                <a:srgbClr val="070154"/>
              </a:solidFill>
              <a:prstDash val="dash"/>
            </a:ln>
          </p:spPr>
        </p:sp>
        <p:sp>
          <p:nvSpPr>
            <p:cNvPr id="54" name="node23.head-end.0"/>
            <p:cNvSpPr/>
            <p:nvPr/>
          </p:nvSpPr>
          <p:spPr>
            <a:xfrm>
              <a:off x="7503883" y="3657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5" name="node23.head-end.1"/>
            <p:cNvSpPr/>
            <p:nvPr/>
          </p:nvSpPr>
          <p:spPr>
            <a:xfrm>
              <a:off x="7503883" y="3614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56" name="node23.head-start.0"/>
            <p:cNvSpPr/>
            <p:nvPr/>
          </p:nvSpPr>
          <p:spPr>
            <a:xfrm>
              <a:off x="4610100" y="36149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57" name="node23.head-start.1"/>
            <p:cNvSpPr/>
            <p:nvPr/>
          </p:nvSpPr>
          <p:spPr>
            <a:xfrm>
              <a:off x="4610100" y="36576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sp>
          <p:nvSpPr>
            <p:cNvPr id="58" name="node23.label-patch"/>
            <p:cNvSpPr/>
            <p:nvPr/>
          </p:nvSpPr>
          <p:spPr>
            <a:xfrm>
              <a:off x="5493953" y="3543300"/>
              <a:ext cx="1204094" cy="228600"/>
            </a:xfrm>
            <a:prstGeom prst="rect">
              <a:avLst/>
            </a:prstGeom>
            <a:solidFill>
              <a:srgbClr val="FFFFFF"/>
            </a:solidFill>
            <a:ln>
              <a:noFill/>
            </a:ln>
          </p:spPr>
        </p:sp>
        <p:sp>
          <p:nvSpPr>
            <p:cNvPr id="59" name="node23.label"/>
            <p:cNvSpPr/>
            <p:nvPr/>
          </p:nvSpPr>
          <p:spPr>
            <a:xfrm>
              <a:off x="5532053" y="3581400"/>
              <a:ext cx="112789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DUAL-RUN 60/40</a:t>
              </a:r>
              <a:endParaRPr lang="en-US" sz="900" spc="54" kern="0" b="0" i="0" dirty="0">
                <a:solidFill>
                  <a:srgbClr val="50658E"/>
                </a:solidFill>
                <a:latin typeface="IBM Plex Mono Medium"/>
                <a:ea typeface="IBM Plex Mono Medium"/>
                <a:cs typeface="IBM Plex Mono Medium"/>
              </a:endParaRPr>
            </a:p>
          </p:txBody>
        </p:sp>
      </p:grpSp>
      <p:grpSp>
        <p:nvGrpSpPr>
          <p:cNvPr id="125" name="node24"/>
          <p:cNvGrpSpPr/>
          <p:nvPr/>
        </p:nvGrpSpPr>
        <p:grpSpPr>
          <a:xfrm>
            <a:off x="952500" y="4114800"/>
            <a:ext cx="3200400" cy="457200"/>
            <a:chOff x="952500" y="4114800"/>
            <a:chExt cx="3200400" cy="457200"/>
          </a:xfrm>
        </p:grpSpPr>
        <p:sp>
          <p:nvSpPr>
            <p:cNvPr id="60" name="node24.surface"/>
            <p:cNvSpPr/>
            <p:nvPr/>
          </p:nvSpPr>
          <p:spPr>
            <a:xfrm>
              <a:off x="958850" y="4121150"/>
              <a:ext cx="3187700" cy="444500"/>
            </a:xfrm>
            <a:prstGeom prst="rect">
              <a:avLst/>
            </a:prstGeom>
            <a:solidFill>
              <a:srgbClr val="FFFFFF"/>
            </a:solidFill>
            <a:ln w="12700">
              <a:solidFill>
                <a:srgbClr val="CED7E6"/>
              </a:solidFill>
              <a:prstDash val="solid"/>
            </a:ln>
          </p:spPr>
        </p:sp>
        <p:sp>
          <p:nvSpPr>
            <p:cNvPr id="61" name="node24.text"/>
            <p:cNvSpPr/>
            <p:nvPr/>
          </p:nvSpPr>
          <p:spPr>
            <a:xfrm>
              <a:off x="1104900" y="42291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Inventory service</a:t>
              </a:r>
              <a:endParaRPr lang="en-US" sz="1200" spc="0" kern="0" b="0" i="0" dirty="0">
                <a:solidFill>
                  <a:srgbClr val="070154"/>
                </a:solidFill>
                <a:latin typeface="IBM Plex Sans"/>
                <a:ea typeface="IBM Plex Sans"/>
                <a:cs typeface="IBM Plex Sans"/>
              </a:endParaRPr>
            </a:p>
          </p:txBody>
        </p:sp>
      </p:grpSp>
      <p:grpSp>
        <p:nvGrpSpPr>
          <p:cNvPr id="126" name="node25"/>
          <p:cNvGrpSpPr/>
          <p:nvPr/>
        </p:nvGrpSpPr>
        <p:grpSpPr>
          <a:xfrm>
            <a:off x="4152900" y="4114800"/>
            <a:ext cx="457200" cy="457200"/>
            <a:chOff x="4152900" y="4114800"/>
            <a:chExt cx="457200" cy="457200"/>
          </a:xfrm>
        </p:grpSpPr>
        <p:sp>
          <p:nvSpPr>
            <p:cNvPr id="62" name="node25.surface"/>
            <p:cNvSpPr/>
            <p:nvPr/>
          </p:nvSpPr>
          <p:spPr>
            <a:xfrm>
              <a:off x="4152900" y="4114800"/>
              <a:ext cx="457200" cy="457200"/>
            </a:xfrm>
            <a:prstGeom prst="rect">
              <a:avLst/>
            </a:prstGeom>
            <a:solidFill>
              <a:srgbClr val="CED7E6"/>
            </a:solidFill>
            <a:ln>
              <a:noFill/>
            </a:ln>
          </p:spPr>
        </p:sp>
        <p:sp>
          <p:nvSpPr>
            <p:cNvPr id="63" name="node25.text"/>
            <p:cNvSpPr/>
            <p:nvPr/>
          </p:nvSpPr>
          <p:spPr>
            <a:xfrm>
              <a:off x="4229100" y="42291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27" name="node26"/>
          <p:cNvGrpSpPr/>
          <p:nvPr/>
        </p:nvGrpSpPr>
        <p:grpSpPr>
          <a:xfrm>
            <a:off x="7581900" y="4114800"/>
            <a:ext cx="3200400" cy="457200"/>
            <a:chOff x="7581900" y="4114800"/>
            <a:chExt cx="3200400" cy="457200"/>
          </a:xfrm>
        </p:grpSpPr>
        <p:sp>
          <p:nvSpPr>
            <p:cNvPr id="64" name="node26.surface"/>
            <p:cNvSpPr/>
            <p:nvPr/>
          </p:nvSpPr>
          <p:spPr>
            <a:xfrm>
              <a:off x="7588250" y="4121150"/>
              <a:ext cx="3187700" cy="444500"/>
            </a:xfrm>
            <a:prstGeom prst="rect">
              <a:avLst/>
            </a:prstGeom>
            <a:solidFill>
              <a:srgbClr val="FFFFFF"/>
            </a:solidFill>
            <a:ln w="12700">
              <a:solidFill>
                <a:srgbClr val="CED7E6"/>
              </a:solidFill>
              <a:prstDash val="solid"/>
            </a:ln>
          </p:spPr>
        </p:sp>
        <p:sp>
          <p:nvSpPr>
            <p:cNvPr id="65" name="node26.text"/>
            <p:cNvSpPr/>
            <p:nvPr/>
          </p:nvSpPr>
          <p:spPr>
            <a:xfrm>
              <a:off x="7734300" y="42291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Inventory service</a:t>
              </a:r>
              <a:endParaRPr lang="en-US" sz="1200" spc="0" kern="0" b="0" i="0" dirty="0">
                <a:solidFill>
                  <a:srgbClr val="070154"/>
                </a:solidFill>
                <a:latin typeface="IBM Plex Sans"/>
                <a:ea typeface="IBM Plex Sans"/>
                <a:cs typeface="IBM Plex Sans"/>
              </a:endParaRPr>
            </a:p>
          </p:txBody>
        </p:sp>
      </p:grpSp>
      <p:grpSp>
        <p:nvGrpSpPr>
          <p:cNvPr id="128" name="node27"/>
          <p:cNvGrpSpPr/>
          <p:nvPr/>
        </p:nvGrpSpPr>
        <p:grpSpPr>
          <a:xfrm>
            <a:off x="10782300" y="4114800"/>
            <a:ext cx="457200" cy="457200"/>
            <a:chOff x="10782300" y="4114800"/>
            <a:chExt cx="457200" cy="457200"/>
          </a:xfrm>
        </p:grpSpPr>
        <p:sp>
          <p:nvSpPr>
            <p:cNvPr id="66" name="node27.surface"/>
            <p:cNvSpPr/>
            <p:nvPr/>
          </p:nvSpPr>
          <p:spPr>
            <a:xfrm>
              <a:off x="10782300" y="4114800"/>
              <a:ext cx="457200" cy="457200"/>
            </a:xfrm>
            <a:prstGeom prst="rect">
              <a:avLst/>
            </a:prstGeom>
            <a:solidFill>
              <a:srgbClr val="CED7E6"/>
            </a:solidFill>
            <a:ln>
              <a:noFill/>
            </a:ln>
          </p:spPr>
        </p:sp>
        <p:sp>
          <p:nvSpPr>
            <p:cNvPr id="67" name="node27.text"/>
            <p:cNvSpPr/>
            <p:nvPr/>
          </p:nvSpPr>
          <p:spPr>
            <a:xfrm>
              <a:off x="10858500" y="42291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sp>
        <p:nvSpPr>
          <p:cNvPr id="68" name="node28"/>
          <p:cNvSpPr/>
          <p:nvPr/>
        </p:nvSpPr>
        <p:spPr>
          <a:xfrm>
            <a:off x="7581900" y="4114800"/>
            <a:ext cx="3657600" cy="38100"/>
          </a:xfrm>
          <a:prstGeom prst="rect">
            <a:avLst/>
          </a:prstGeom>
          <a:solidFill>
            <a:srgbClr val="0047FF"/>
          </a:solidFill>
          <a:ln>
            <a:noFill/>
          </a:ln>
        </p:spPr>
      </p:sp>
      <p:grpSp>
        <p:nvGrpSpPr>
          <p:cNvPr id="129" name="node29"/>
          <p:cNvGrpSpPr/>
          <p:nvPr/>
        </p:nvGrpSpPr>
        <p:grpSpPr>
          <a:xfrm>
            <a:off x="4610100" y="4229100"/>
            <a:ext cx="2971800" cy="228600"/>
            <a:chOff x="4610100" y="4229100"/>
            <a:chExt cx="2971800" cy="228600"/>
          </a:xfrm>
        </p:grpSpPr>
        <p:sp>
          <p:nvSpPr>
            <p:cNvPr id="69" name="node29.segment-1"/>
            <p:cNvSpPr/>
            <p:nvPr/>
          </p:nvSpPr>
          <p:spPr>
            <a:xfrm>
              <a:off x="4610100" y="4343400"/>
              <a:ext cx="2971800" cy="0"/>
            </a:xfrm>
            <a:custGeom>
              <a:avLst/>
              <a:gdLst/>
              <a:ahLst/>
              <a:cxnLst/>
              <a:rect l="l" t="t" r="r" b="b"/>
              <a:pathLst>
                <a:path w="2971800">
                  <a:moveTo>
                    <a:pt x="0" y="0"/>
                  </a:moveTo>
                  <a:lnTo>
                    <a:pt x="2971800" y="0"/>
                  </a:lnTo>
                </a:path>
              </a:pathLst>
            </a:custGeom>
            <a:ln w="12700">
              <a:solidFill>
                <a:srgbClr val="070154"/>
              </a:solidFill>
              <a:prstDash val="dash"/>
            </a:ln>
          </p:spPr>
        </p:sp>
        <p:sp>
          <p:nvSpPr>
            <p:cNvPr id="70" name="node29.head-end.0"/>
            <p:cNvSpPr/>
            <p:nvPr/>
          </p:nvSpPr>
          <p:spPr>
            <a:xfrm>
              <a:off x="7503883" y="4343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1" name="node29.head-end.1"/>
            <p:cNvSpPr/>
            <p:nvPr/>
          </p:nvSpPr>
          <p:spPr>
            <a:xfrm>
              <a:off x="7503883" y="4300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72" name="node29.label-patch"/>
            <p:cNvSpPr/>
            <p:nvPr/>
          </p:nvSpPr>
          <p:spPr>
            <a:xfrm>
              <a:off x="5644195" y="4229100"/>
              <a:ext cx="903610" cy="228600"/>
            </a:xfrm>
            <a:prstGeom prst="rect">
              <a:avLst/>
            </a:prstGeom>
            <a:solidFill>
              <a:srgbClr val="FFFFFF"/>
            </a:solidFill>
            <a:ln>
              <a:noFill/>
            </a:ln>
          </p:spPr>
        </p:sp>
        <p:sp>
          <p:nvSpPr>
            <p:cNvPr id="73" name="node29.label"/>
            <p:cNvSpPr/>
            <p:nvPr/>
          </p:nvSpPr>
          <p:spPr>
            <a:xfrm>
              <a:off x="5682295" y="4267200"/>
              <a:ext cx="82741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10% CANARY</a:t>
              </a:r>
              <a:endParaRPr lang="en-US" sz="900" spc="54" kern="0" b="0" i="0" dirty="0">
                <a:solidFill>
                  <a:srgbClr val="50658E"/>
                </a:solidFill>
                <a:latin typeface="IBM Plex Mono Medium"/>
                <a:ea typeface="IBM Plex Mono Medium"/>
                <a:cs typeface="IBM Plex Mono Medium"/>
              </a:endParaRPr>
            </a:p>
          </p:txBody>
        </p:sp>
      </p:grpSp>
      <p:grpSp>
        <p:nvGrpSpPr>
          <p:cNvPr id="130" name="node30"/>
          <p:cNvGrpSpPr/>
          <p:nvPr/>
        </p:nvGrpSpPr>
        <p:grpSpPr>
          <a:xfrm>
            <a:off x="952500" y="4800600"/>
            <a:ext cx="3200400" cy="457200"/>
            <a:chOff x="952500" y="4800600"/>
            <a:chExt cx="3200400" cy="457200"/>
          </a:xfrm>
        </p:grpSpPr>
        <p:sp>
          <p:nvSpPr>
            <p:cNvPr id="74" name="node30.surface"/>
            <p:cNvSpPr/>
            <p:nvPr/>
          </p:nvSpPr>
          <p:spPr>
            <a:xfrm>
              <a:off x="958850" y="4806950"/>
              <a:ext cx="3187700" cy="444500"/>
            </a:xfrm>
            <a:prstGeom prst="rect">
              <a:avLst/>
            </a:prstGeom>
            <a:solidFill>
              <a:srgbClr val="FFFFFF"/>
            </a:solidFill>
            <a:ln w="12700">
              <a:solidFill>
                <a:srgbClr val="CED7E6"/>
              </a:solidFill>
              <a:prstDash val="solid"/>
            </a:ln>
          </p:spPr>
        </p:sp>
        <p:sp>
          <p:nvSpPr>
            <p:cNvPr id="75" name="node30.text"/>
            <p:cNvSpPr/>
            <p:nvPr/>
          </p:nvSpPr>
          <p:spPr>
            <a:xfrm>
              <a:off x="1104900" y="49149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Database</a:t>
              </a:r>
              <a:endParaRPr lang="en-US" sz="1200" spc="0" kern="0" b="0" i="0" dirty="0">
                <a:solidFill>
                  <a:srgbClr val="070154"/>
                </a:solidFill>
                <a:latin typeface="IBM Plex Sans"/>
                <a:ea typeface="IBM Plex Sans"/>
                <a:cs typeface="IBM Plex Sans"/>
              </a:endParaRPr>
            </a:p>
          </p:txBody>
        </p:sp>
      </p:grpSp>
      <p:grpSp>
        <p:nvGrpSpPr>
          <p:cNvPr id="131" name="node31"/>
          <p:cNvGrpSpPr/>
          <p:nvPr/>
        </p:nvGrpSpPr>
        <p:grpSpPr>
          <a:xfrm>
            <a:off x="4152900" y="4800600"/>
            <a:ext cx="457200" cy="457200"/>
            <a:chOff x="4152900" y="4800600"/>
            <a:chExt cx="457200" cy="457200"/>
          </a:xfrm>
        </p:grpSpPr>
        <p:sp>
          <p:nvSpPr>
            <p:cNvPr id="76" name="node31.surface"/>
            <p:cNvSpPr/>
            <p:nvPr/>
          </p:nvSpPr>
          <p:spPr>
            <a:xfrm>
              <a:off x="4152900" y="4800600"/>
              <a:ext cx="457200" cy="457200"/>
            </a:xfrm>
            <a:prstGeom prst="rect">
              <a:avLst/>
            </a:prstGeom>
            <a:solidFill>
              <a:srgbClr val="CED7E6"/>
            </a:solidFill>
            <a:ln>
              <a:noFill/>
            </a:ln>
          </p:spPr>
        </p:sp>
        <p:sp>
          <p:nvSpPr>
            <p:cNvPr id="77" name="node31.text"/>
            <p:cNvSpPr/>
            <p:nvPr/>
          </p:nvSpPr>
          <p:spPr>
            <a:xfrm>
              <a:off x="4229100" y="4914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sp>
        <p:nvSpPr>
          <p:cNvPr id="78" name="node32"/>
          <p:cNvSpPr/>
          <p:nvPr/>
        </p:nvSpPr>
        <p:spPr>
          <a:xfrm>
            <a:off x="952500" y="4800600"/>
            <a:ext cx="3657600" cy="38100"/>
          </a:xfrm>
          <a:prstGeom prst="rect">
            <a:avLst/>
          </a:prstGeom>
          <a:solidFill>
            <a:srgbClr val="0047FF"/>
          </a:solidFill>
          <a:ln>
            <a:noFill/>
          </a:ln>
        </p:spPr>
      </p:sp>
      <p:grpSp>
        <p:nvGrpSpPr>
          <p:cNvPr id="132" name="node33"/>
          <p:cNvGrpSpPr/>
          <p:nvPr/>
        </p:nvGrpSpPr>
        <p:grpSpPr>
          <a:xfrm>
            <a:off x="7581900" y="4800600"/>
            <a:ext cx="3200400" cy="457200"/>
            <a:chOff x="7581900" y="4800600"/>
            <a:chExt cx="3200400" cy="457200"/>
          </a:xfrm>
        </p:grpSpPr>
        <p:sp>
          <p:nvSpPr>
            <p:cNvPr id="79" name="node33.surface"/>
            <p:cNvSpPr/>
            <p:nvPr/>
          </p:nvSpPr>
          <p:spPr>
            <a:xfrm>
              <a:off x="7588250" y="4806950"/>
              <a:ext cx="3187700" cy="444500"/>
            </a:xfrm>
            <a:prstGeom prst="rect">
              <a:avLst/>
            </a:prstGeom>
            <a:solidFill>
              <a:srgbClr val="FFFFFF"/>
            </a:solidFill>
            <a:ln w="12700">
              <a:solidFill>
                <a:srgbClr val="CED7E6"/>
              </a:solidFill>
              <a:prstDash val="solid"/>
            </a:ln>
          </p:spPr>
        </p:sp>
        <p:sp>
          <p:nvSpPr>
            <p:cNvPr id="80" name="node33.text"/>
            <p:cNvSpPr/>
            <p:nvPr/>
          </p:nvSpPr>
          <p:spPr>
            <a:xfrm>
              <a:off x="7734300" y="49149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Database</a:t>
              </a:r>
              <a:endParaRPr lang="en-US" sz="1200" spc="0" kern="0" b="0" i="0" dirty="0">
                <a:solidFill>
                  <a:srgbClr val="070154"/>
                </a:solidFill>
                <a:latin typeface="IBM Plex Sans"/>
                <a:ea typeface="IBM Plex Sans"/>
                <a:cs typeface="IBM Plex Sans"/>
              </a:endParaRPr>
            </a:p>
          </p:txBody>
        </p:sp>
      </p:grpSp>
      <p:grpSp>
        <p:nvGrpSpPr>
          <p:cNvPr id="133" name="node34"/>
          <p:cNvGrpSpPr/>
          <p:nvPr/>
        </p:nvGrpSpPr>
        <p:grpSpPr>
          <a:xfrm>
            <a:off x="10782300" y="4800600"/>
            <a:ext cx="457200" cy="457200"/>
            <a:chOff x="10782300" y="4800600"/>
            <a:chExt cx="457200" cy="457200"/>
          </a:xfrm>
        </p:grpSpPr>
        <p:sp>
          <p:nvSpPr>
            <p:cNvPr id="81" name="node34.surface"/>
            <p:cNvSpPr/>
            <p:nvPr/>
          </p:nvSpPr>
          <p:spPr>
            <a:xfrm>
              <a:off x="10782300" y="4800600"/>
              <a:ext cx="457200" cy="457200"/>
            </a:xfrm>
            <a:prstGeom prst="rect">
              <a:avLst/>
            </a:prstGeom>
            <a:solidFill>
              <a:srgbClr val="CED7E6"/>
            </a:solidFill>
            <a:ln>
              <a:noFill/>
            </a:ln>
          </p:spPr>
        </p:sp>
        <p:sp>
          <p:nvSpPr>
            <p:cNvPr id="82" name="node34.text"/>
            <p:cNvSpPr/>
            <p:nvPr/>
          </p:nvSpPr>
          <p:spPr>
            <a:xfrm>
              <a:off x="10858500" y="4914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sp>
        <p:nvSpPr>
          <p:cNvPr id="83" name="node35"/>
          <p:cNvSpPr/>
          <p:nvPr/>
        </p:nvSpPr>
        <p:spPr>
          <a:xfrm>
            <a:off x="7581900" y="4800600"/>
            <a:ext cx="3657600" cy="38100"/>
          </a:xfrm>
          <a:prstGeom prst="rect">
            <a:avLst/>
          </a:prstGeom>
          <a:solidFill>
            <a:srgbClr val="0047FF"/>
          </a:solidFill>
          <a:ln>
            <a:noFill/>
          </a:ln>
        </p:spPr>
      </p:sp>
      <p:grpSp>
        <p:nvGrpSpPr>
          <p:cNvPr id="134" name="node36"/>
          <p:cNvGrpSpPr/>
          <p:nvPr/>
        </p:nvGrpSpPr>
        <p:grpSpPr>
          <a:xfrm>
            <a:off x="4610100" y="4914900"/>
            <a:ext cx="2971800" cy="228600"/>
            <a:chOff x="4610100" y="4914900"/>
            <a:chExt cx="2971800" cy="228600"/>
          </a:xfrm>
        </p:grpSpPr>
        <p:sp>
          <p:nvSpPr>
            <p:cNvPr id="84" name="node36.segment-1"/>
            <p:cNvSpPr/>
            <p:nvPr/>
          </p:nvSpPr>
          <p:spPr>
            <a:xfrm>
              <a:off x="4610100" y="5029200"/>
              <a:ext cx="2971800" cy="0"/>
            </a:xfrm>
            <a:custGeom>
              <a:avLst/>
              <a:gdLst/>
              <a:ahLst/>
              <a:cxnLst/>
              <a:rect l="l" t="t" r="r" b="b"/>
              <a:pathLst>
                <a:path w="2971800">
                  <a:moveTo>
                    <a:pt x="0" y="0"/>
                  </a:moveTo>
                  <a:lnTo>
                    <a:pt x="2971800" y="0"/>
                  </a:lnTo>
                </a:path>
              </a:pathLst>
            </a:custGeom>
            <a:ln w="12700">
              <a:solidFill>
                <a:srgbClr val="070154"/>
              </a:solidFill>
              <a:prstDash val="dash"/>
            </a:ln>
          </p:spPr>
        </p:sp>
        <p:sp>
          <p:nvSpPr>
            <p:cNvPr id="85" name="node36.head-end.0"/>
            <p:cNvSpPr/>
            <p:nvPr/>
          </p:nvSpPr>
          <p:spPr>
            <a:xfrm>
              <a:off x="7503883" y="5029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6" name="node36.head-end.1"/>
            <p:cNvSpPr/>
            <p:nvPr/>
          </p:nvSpPr>
          <p:spPr>
            <a:xfrm>
              <a:off x="7503883" y="4986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87" name="node36.label-patch"/>
            <p:cNvSpPr/>
            <p:nvPr/>
          </p:nvSpPr>
          <p:spPr>
            <a:xfrm>
              <a:off x="5606635" y="4914900"/>
              <a:ext cx="978731" cy="228600"/>
            </a:xfrm>
            <a:prstGeom prst="rect">
              <a:avLst/>
            </a:prstGeom>
            <a:solidFill>
              <a:srgbClr val="FFFFFF"/>
            </a:solidFill>
            <a:ln>
              <a:noFill/>
            </a:ln>
          </p:spPr>
        </p:sp>
        <p:sp>
          <p:nvSpPr>
            <p:cNvPr id="88" name="node36.label"/>
            <p:cNvSpPr/>
            <p:nvPr/>
          </p:nvSpPr>
          <p:spPr>
            <a:xfrm>
              <a:off x="5644735" y="4953000"/>
              <a:ext cx="902531"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REPLICATION</a:t>
              </a:r>
              <a:endParaRPr lang="en-US" sz="900" spc="54" kern="0" b="0" i="0" dirty="0">
                <a:solidFill>
                  <a:srgbClr val="50658E"/>
                </a:solidFill>
                <a:latin typeface="IBM Plex Mono Medium"/>
                <a:ea typeface="IBM Plex Mono Medium"/>
                <a:cs typeface="IBM Plex Mono Medium"/>
              </a:endParaRPr>
            </a:p>
          </p:txBody>
        </p:sp>
      </p:grpSp>
      <p:grpSp>
        <p:nvGrpSpPr>
          <p:cNvPr id="135" name="node37"/>
          <p:cNvGrpSpPr/>
          <p:nvPr/>
        </p:nvGrpSpPr>
        <p:grpSpPr>
          <a:xfrm>
            <a:off x="723900" y="5715000"/>
            <a:ext cx="457200" cy="228600"/>
            <a:chOff x="723900" y="5715000"/>
            <a:chExt cx="457200" cy="228600"/>
          </a:xfrm>
        </p:grpSpPr>
        <p:sp>
          <p:nvSpPr>
            <p:cNvPr id="89" name="node37.surface"/>
            <p:cNvSpPr/>
            <p:nvPr/>
          </p:nvSpPr>
          <p:spPr>
            <a:xfrm>
              <a:off x="730250" y="5721350"/>
              <a:ext cx="444500" cy="215900"/>
            </a:xfrm>
            <a:prstGeom prst="rect">
              <a:avLst/>
            </a:prstGeom>
            <a:solidFill>
              <a:srgbClr val="FFFFFF"/>
            </a:solidFill>
            <a:ln w="12700">
              <a:solidFill>
                <a:srgbClr val="CED7E6"/>
              </a:solidFill>
              <a:prstDash val="solid"/>
            </a:ln>
          </p:spPr>
        </p:sp>
      </p:grpSp>
      <p:grpSp>
        <p:nvGrpSpPr>
          <p:cNvPr id="136" name="node38"/>
          <p:cNvGrpSpPr/>
          <p:nvPr/>
        </p:nvGrpSpPr>
        <p:grpSpPr>
          <a:xfrm>
            <a:off x="1295400" y="5715000"/>
            <a:ext cx="1371600" cy="228600"/>
            <a:chOff x="1295400" y="5715000"/>
            <a:chExt cx="1371600" cy="228600"/>
          </a:xfrm>
        </p:grpSpPr>
        <p:sp>
          <p:nvSpPr>
            <p:cNvPr id="90" name="node38.text"/>
            <p:cNvSpPr/>
            <p:nvPr/>
          </p:nvSpPr>
          <p:spPr>
            <a:xfrm>
              <a:off x="1295400" y="5715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 / on-prem</a:t>
              </a:r>
              <a:endParaRPr lang="en-US" sz="1200" spc="0" kern="0" b="0" i="0" dirty="0">
                <a:solidFill>
                  <a:srgbClr val="070154"/>
                </a:solidFill>
                <a:latin typeface="IBM Plex Sans"/>
                <a:ea typeface="IBM Plex Sans"/>
                <a:cs typeface="IBM Plex Sans"/>
              </a:endParaRPr>
            </a:p>
          </p:txBody>
        </p:sp>
      </p:grpSp>
      <p:grpSp>
        <p:nvGrpSpPr>
          <p:cNvPr id="137" name="node39"/>
          <p:cNvGrpSpPr/>
          <p:nvPr/>
        </p:nvGrpSpPr>
        <p:grpSpPr>
          <a:xfrm>
            <a:off x="2781300" y="5715000"/>
            <a:ext cx="457200" cy="228600"/>
            <a:chOff x="2781300" y="5715000"/>
            <a:chExt cx="457200" cy="228600"/>
          </a:xfrm>
        </p:grpSpPr>
        <p:sp>
          <p:nvSpPr>
            <p:cNvPr id="91" name="node39.surface"/>
            <p:cNvSpPr/>
            <p:nvPr/>
          </p:nvSpPr>
          <p:spPr>
            <a:xfrm>
              <a:off x="2787650" y="5721350"/>
              <a:ext cx="444500" cy="215900"/>
            </a:xfrm>
            <a:prstGeom prst="rect">
              <a:avLst/>
            </a:prstGeom>
            <a:solidFill>
              <a:srgbClr val="FFFFFF"/>
            </a:solidFill>
            <a:ln w="12700">
              <a:solidFill>
                <a:srgbClr val="CED7E6"/>
              </a:solidFill>
              <a:prstDash val="solid"/>
            </a:ln>
          </p:spPr>
        </p:sp>
      </p:grpSp>
      <p:sp>
        <p:nvSpPr>
          <p:cNvPr id="92" name="node40"/>
          <p:cNvSpPr/>
          <p:nvPr/>
        </p:nvSpPr>
        <p:spPr>
          <a:xfrm>
            <a:off x="2781300" y="5715000"/>
            <a:ext cx="457200" cy="38100"/>
          </a:xfrm>
          <a:prstGeom prst="rect">
            <a:avLst/>
          </a:prstGeom>
          <a:solidFill>
            <a:srgbClr val="0047FF"/>
          </a:solidFill>
          <a:ln>
            <a:noFill/>
          </a:ln>
        </p:spPr>
      </p:sp>
      <p:grpSp>
        <p:nvGrpSpPr>
          <p:cNvPr id="138" name="node41"/>
          <p:cNvGrpSpPr/>
          <p:nvPr/>
        </p:nvGrpSpPr>
        <p:grpSpPr>
          <a:xfrm>
            <a:off x="3352800" y="5715000"/>
            <a:ext cx="889000" cy="228600"/>
            <a:chOff x="3352800" y="5715000"/>
            <a:chExt cx="889000" cy="228600"/>
          </a:xfrm>
        </p:grpSpPr>
        <p:sp>
          <p:nvSpPr>
            <p:cNvPr id="93" name="node41.text"/>
            <p:cNvSpPr/>
            <p:nvPr/>
          </p:nvSpPr>
          <p:spPr>
            <a:xfrm>
              <a:off x="3352800" y="5715000"/>
              <a:ext cx="88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a:t>
              </a:r>
              <a:endParaRPr lang="en-US" sz="1200" spc="0" kern="0" b="0" i="0" dirty="0">
                <a:solidFill>
                  <a:srgbClr val="070154"/>
                </a:solidFill>
                <a:latin typeface="IBM Plex Sans"/>
                <a:ea typeface="IBM Plex Sans"/>
                <a:cs typeface="IBM Plex Sans"/>
              </a:endParaRPr>
            </a:p>
          </p:txBody>
        </p:sp>
      </p:grpSp>
      <p:grpSp>
        <p:nvGrpSpPr>
          <p:cNvPr id="139" name="node42"/>
          <p:cNvGrpSpPr/>
          <p:nvPr/>
        </p:nvGrpSpPr>
        <p:grpSpPr>
          <a:xfrm>
            <a:off x="4381500" y="5715000"/>
            <a:ext cx="457200" cy="228600"/>
            <a:chOff x="4381500" y="5715000"/>
            <a:chExt cx="457200" cy="228600"/>
          </a:xfrm>
        </p:grpSpPr>
        <p:sp>
          <p:nvSpPr>
            <p:cNvPr id="94" name="node42.surface"/>
            <p:cNvSpPr/>
            <p:nvPr/>
          </p:nvSpPr>
          <p:spPr>
            <a:xfrm>
              <a:off x="4381500" y="5715000"/>
              <a:ext cx="457200" cy="228600"/>
            </a:xfrm>
            <a:prstGeom prst="rect">
              <a:avLst/>
            </a:prstGeom>
            <a:solidFill>
              <a:srgbClr val="070154"/>
            </a:solidFill>
            <a:ln>
              <a:noFill/>
            </a:ln>
          </p:spPr>
        </p:sp>
      </p:grpSp>
      <p:grpSp>
        <p:nvGrpSpPr>
          <p:cNvPr id="140" name="node43"/>
          <p:cNvGrpSpPr/>
          <p:nvPr/>
        </p:nvGrpSpPr>
        <p:grpSpPr>
          <a:xfrm>
            <a:off x="4953000" y="5715000"/>
            <a:ext cx="723900" cy="228600"/>
            <a:chOff x="4953000" y="5715000"/>
            <a:chExt cx="723900" cy="228600"/>
          </a:xfrm>
        </p:grpSpPr>
        <p:sp>
          <p:nvSpPr>
            <p:cNvPr id="95" name="node43.text"/>
            <p:cNvSpPr/>
            <p:nvPr/>
          </p:nvSpPr>
          <p:spPr>
            <a:xfrm>
              <a:off x="4953000" y="5715000"/>
              <a:ext cx="723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a:t>
              </a:r>
              <a:endParaRPr lang="en-US" sz="1200" spc="0" kern="0" b="0" i="0" dirty="0">
                <a:solidFill>
                  <a:srgbClr val="070154"/>
                </a:solidFill>
                <a:latin typeface="IBM Plex Sans"/>
                <a:ea typeface="IBM Plex Sans"/>
                <a:cs typeface="IBM Plex Sans"/>
              </a:endParaRPr>
            </a:p>
          </p:txBody>
        </p:sp>
      </p:grpSp>
      <p:grpSp>
        <p:nvGrpSpPr>
          <p:cNvPr id="141" name="node44"/>
          <p:cNvGrpSpPr/>
          <p:nvPr/>
        </p:nvGrpSpPr>
        <p:grpSpPr>
          <a:xfrm>
            <a:off x="5753100" y="5715000"/>
            <a:ext cx="457200" cy="228600"/>
            <a:chOff x="5753100" y="5715000"/>
            <a:chExt cx="457200" cy="228600"/>
          </a:xfrm>
        </p:grpSpPr>
        <p:sp>
          <p:nvSpPr>
            <p:cNvPr id="96" name="node44.surface"/>
            <p:cNvSpPr/>
            <p:nvPr/>
          </p:nvSpPr>
          <p:spPr>
            <a:xfrm>
              <a:off x="5753100" y="5715000"/>
              <a:ext cx="457200" cy="228600"/>
            </a:xfrm>
            <a:prstGeom prst="rect">
              <a:avLst/>
            </a:prstGeom>
            <a:solidFill>
              <a:srgbClr val="FFFFFF"/>
            </a:solidFill>
            <a:ln w="12700">
              <a:solidFill>
                <a:srgbClr val="50658E"/>
              </a:solidFill>
              <a:prstDash val="dash"/>
            </a:ln>
          </p:spPr>
        </p:sp>
      </p:grpSp>
      <p:grpSp>
        <p:nvGrpSpPr>
          <p:cNvPr id="142" name="node45"/>
          <p:cNvGrpSpPr/>
          <p:nvPr/>
        </p:nvGrpSpPr>
        <p:grpSpPr>
          <a:xfrm>
            <a:off x="6324600" y="5715000"/>
            <a:ext cx="1447800" cy="228600"/>
            <a:chOff x="6324600" y="5715000"/>
            <a:chExt cx="1447800" cy="228600"/>
          </a:xfrm>
        </p:grpSpPr>
        <p:sp>
          <p:nvSpPr>
            <p:cNvPr id="97" name="node45.text"/>
            <p:cNvSpPr/>
            <p:nvPr/>
          </p:nvSpPr>
          <p:spPr>
            <a:xfrm>
              <a:off x="6324600" y="57150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 / planned</a:t>
              </a:r>
              <a:endParaRPr lang="en-US" sz="1200" spc="0" kern="0" b="0" i="0" dirty="0">
                <a:solidFill>
                  <a:srgbClr val="070154"/>
                </a:solidFill>
                <a:latin typeface="IBM Plex Sans"/>
                <a:ea typeface="IBM Plex Sans"/>
                <a:cs typeface="IBM Plex Sans"/>
              </a:endParaRPr>
            </a:p>
          </p:txBody>
        </p:sp>
      </p:grpSp>
      <p:grpSp>
        <p:nvGrpSpPr>
          <p:cNvPr id="143" name="node46"/>
          <p:cNvGrpSpPr/>
          <p:nvPr/>
        </p:nvGrpSpPr>
        <p:grpSpPr>
          <a:xfrm>
            <a:off x="7810500" y="5715000"/>
            <a:ext cx="457200" cy="228600"/>
            <a:chOff x="7810500" y="5715000"/>
            <a:chExt cx="457200" cy="228600"/>
          </a:xfrm>
        </p:grpSpPr>
        <p:sp>
          <p:nvSpPr>
            <p:cNvPr id="98" name="node46.surface"/>
            <p:cNvSpPr/>
            <p:nvPr/>
          </p:nvSpPr>
          <p:spPr>
            <a:xfrm>
              <a:off x="7810500" y="5715000"/>
              <a:ext cx="457200" cy="228600"/>
            </a:xfrm>
            <a:prstGeom prst="rect">
              <a:avLst/>
            </a:prstGeom>
            <a:solidFill>
              <a:srgbClr val="CED7E6"/>
            </a:solidFill>
            <a:ln>
              <a:noFill/>
            </a:ln>
          </p:spPr>
        </p:sp>
        <p:sp>
          <p:nvSpPr>
            <p:cNvPr id="99" name="node46.text"/>
            <p:cNvSpPr/>
            <p:nvPr/>
          </p:nvSpPr>
          <p:spPr>
            <a:xfrm>
              <a:off x="7886700" y="57150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44" name="node47"/>
          <p:cNvGrpSpPr/>
          <p:nvPr/>
        </p:nvGrpSpPr>
        <p:grpSpPr>
          <a:xfrm>
            <a:off x="8382000" y="5715000"/>
            <a:ext cx="393700" cy="228600"/>
            <a:chOff x="8382000" y="5715000"/>
            <a:chExt cx="393700" cy="228600"/>
          </a:xfrm>
        </p:grpSpPr>
        <p:sp>
          <p:nvSpPr>
            <p:cNvPr id="100" name="node47.text"/>
            <p:cNvSpPr/>
            <p:nvPr/>
          </p:nvSpPr>
          <p:spPr>
            <a:xfrm>
              <a:off x="8382000" y="5715000"/>
              <a:ext cx="39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a:t>
              </a:r>
              <a:endParaRPr lang="en-US" sz="1200" spc="0" kern="0" b="0" i="0" dirty="0">
                <a:solidFill>
                  <a:srgbClr val="070154"/>
                </a:solidFill>
                <a:latin typeface="IBM Plex Sans"/>
                <a:ea typeface="IBM Plex Sans"/>
                <a:cs typeface="IBM Plex Sans"/>
              </a:endParaRPr>
            </a:p>
          </p:txBody>
        </p:sp>
      </p:grpSp>
      <p:grpSp>
        <p:nvGrpSpPr>
          <p:cNvPr id="145" name="node48"/>
          <p:cNvGrpSpPr/>
          <p:nvPr/>
        </p:nvGrpSpPr>
        <p:grpSpPr>
          <a:xfrm>
            <a:off x="8953500" y="5786679"/>
            <a:ext cx="457200" cy="85242"/>
            <a:chOff x="8953500" y="5786679"/>
            <a:chExt cx="457200" cy="85242"/>
          </a:xfrm>
        </p:grpSpPr>
        <p:sp>
          <p:nvSpPr>
            <p:cNvPr id="101" name="node48.segment-1"/>
            <p:cNvSpPr/>
            <p:nvPr/>
          </p:nvSpPr>
          <p:spPr>
            <a:xfrm>
              <a:off x="8953500" y="58293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102" name="node48.head-end.0"/>
            <p:cNvSpPr/>
            <p:nvPr/>
          </p:nvSpPr>
          <p:spPr>
            <a:xfrm>
              <a:off x="9332683" y="5829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03" name="node48.head-end.1"/>
            <p:cNvSpPr/>
            <p:nvPr/>
          </p:nvSpPr>
          <p:spPr>
            <a:xfrm>
              <a:off x="9332683" y="5786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46" name="node49"/>
          <p:cNvGrpSpPr/>
          <p:nvPr/>
        </p:nvGrpSpPr>
        <p:grpSpPr>
          <a:xfrm>
            <a:off x="9525000" y="5715000"/>
            <a:ext cx="1206500" cy="228600"/>
            <a:chOff x="9525000" y="5715000"/>
            <a:chExt cx="1206500" cy="228600"/>
          </a:xfrm>
        </p:grpSpPr>
        <p:sp>
          <p:nvSpPr>
            <p:cNvPr id="104" name="node49.text"/>
            <p:cNvSpPr/>
            <p:nvPr/>
          </p:nvSpPr>
          <p:spPr>
            <a:xfrm>
              <a:off x="9525000" y="5715000"/>
              <a:ext cx="120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 routing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ource-04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CURRENT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Quote to cash today crosses 12 systems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Illustrative current state.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36</a:t>
            </a:fld>
            <a:endParaRPr lang="en-US" sz="700" spc="0" kern="0" b="0" i="0" dirty="0">
              <a:solidFill>
                <a:srgbClr val="070154"/>
              </a:solidFill>
              <a:latin typeface="IBM Plex Mono SemiBold"/>
              <a:ea typeface="IBM Plex Mono SemiBold"/>
              <a:cs typeface="IBM Plex Mono SemiBold"/>
            </a:endParaRPr>
          </a:p>
        </p:txBody>
      </p:sp>
      <p:grpSp>
        <p:nvGrpSpPr>
          <p:cNvPr id="143" name="node01"/>
          <p:cNvGrpSpPr/>
          <p:nvPr/>
        </p:nvGrpSpPr>
        <p:grpSpPr>
          <a:xfrm>
            <a:off x="723900" y="1600200"/>
            <a:ext cx="2209800" cy="457200"/>
            <a:chOff x="723900" y="1600200"/>
            <a:chExt cx="2209800" cy="457200"/>
          </a:xfrm>
        </p:grpSpPr>
        <p:sp>
          <p:nvSpPr>
            <p:cNvPr id="7" name="node01.surface"/>
            <p:cNvSpPr/>
            <p:nvPr/>
          </p:nvSpPr>
          <p:spPr>
            <a:xfrm>
              <a:off x="723900" y="1600200"/>
              <a:ext cx="2209800" cy="457200"/>
            </a:xfrm>
            <a:custGeom>
              <a:avLst/>
              <a:gdLst/>
              <a:ahLst/>
              <a:cxnLst/>
              <a:rect l="l" t="t" r="r" b="b"/>
              <a:pathLst>
                <a:path w="2209800" h="457200">
                  <a:moveTo>
                    <a:pt x="0" y="0"/>
                  </a:moveTo>
                  <a:lnTo>
                    <a:pt x="2057400" y="0"/>
                  </a:lnTo>
                  <a:lnTo>
                    <a:pt x="2209800" y="228600"/>
                  </a:lnTo>
                  <a:lnTo>
                    <a:pt x="2057400" y="457200"/>
                  </a:lnTo>
                  <a:lnTo>
                    <a:pt x="0" y="457200"/>
                  </a:lnTo>
                  <a:close/>
                </a:path>
              </a:pathLst>
            </a:custGeom>
            <a:solidFill>
              <a:srgbClr val="070154"/>
            </a:solidFill>
            <a:ln>
              <a:noFill/>
            </a:ln>
          </p:spPr>
        </p:sp>
        <p:sp>
          <p:nvSpPr>
            <p:cNvPr id="8" name="node01.text"/>
            <p:cNvSpPr/>
            <p:nvPr/>
          </p:nvSpPr>
          <p:spPr>
            <a:xfrm>
              <a:off x="876300" y="1752600"/>
              <a:ext cx="1828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QUOTE</a:t>
              </a:r>
              <a:endParaRPr lang="en-US" sz="900" spc="54" kern="0" b="0" i="0" dirty="0">
                <a:solidFill>
                  <a:srgbClr val="FFFFFF"/>
                </a:solidFill>
                <a:latin typeface="IBM Plex Mono Medium"/>
                <a:ea typeface="IBM Plex Mono Medium"/>
                <a:cs typeface="IBM Plex Mono Medium"/>
              </a:endParaRPr>
            </a:p>
          </p:txBody>
        </p:sp>
      </p:grpSp>
      <p:grpSp>
        <p:nvGrpSpPr>
          <p:cNvPr id="144" name="node02"/>
          <p:cNvGrpSpPr/>
          <p:nvPr/>
        </p:nvGrpSpPr>
        <p:grpSpPr>
          <a:xfrm>
            <a:off x="2781300" y="1600200"/>
            <a:ext cx="2209800" cy="457200"/>
            <a:chOff x="2781300" y="1600200"/>
            <a:chExt cx="2209800" cy="457200"/>
          </a:xfrm>
        </p:grpSpPr>
        <p:sp>
          <p:nvSpPr>
            <p:cNvPr id="9" name="node02.surface"/>
            <p:cNvSpPr/>
            <p:nvPr/>
          </p:nvSpPr>
          <p:spPr>
            <a:xfrm>
              <a:off x="2781300" y="1600200"/>
              <a:ext cx="2209800" cy="457200"/>
            </a:xfrm>
            <a:custGeom>
              <a:avLst/>
              <a:gdLst/>
              <a:ahLst/>
              <a:cxnLst/>
              <a:rect l="l" t="t" r="r" b="b"/>
              <a:pathLst>
                <a:path w="2209800" h="457200">
                  <a:moveTo>
                    <a:pt x="0" y="0"/>
                  </a:moveTo>
                  <a:lnTo>
                    <a:pt x="2057400" y="0"/>
                  </a:lnTo>
                  <a:lnTo>
                    <a:pt x="2209800" y="228600"/>
                  </a:lnTo>
                  <a:lnTo>
                    <a:pt x="2057400" y="457200"/>
                  </a:lnTo>
                  <a:lnTo>
                    <a:pt x="0" y="457200"/>
                  </a:lnTo>
                  <a:lnTo>
                    <a:pt x="152400" y="228600"/>
                  </a:lnTo>
                  <a:close/>
                </a:path>
              </a:pathLst>
            </a:custGeom>
            <a:solidFill>
              <a:srgbClr val="CED7E6"/>
            </a:solidFill>
            <a:ln>
              <a:noFill/>
            </a:ln>
          </p:spPr>
        </p:sp>
        <p:sp>
          <p:nvSpPr>
            <p:cNvPr id="10" name="node02.text"/>
            <p:cNvSpPr/>
            <p:nvPr/>
          </p:nvSpPr>
          <p:spPr>
            <a:xfrm>
              <a:off x="3086100" y="1752600"/>
              <a:ext cx="1676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ORDER</a:t>
              </a:r>
              <a:endParaRPr lang="en-US" sz="900" spc="54" kern="0" b="0" i="0" dirty="0">
                <a:solidFill>
                  <a:srgbClr val="070154"/>
                </a:solidFill>
                <a:latin typeface="IBM Plex Mono Medium"/>
                <a:ea typeface="IBM Plex Mono Medium"/>
                <a:cs typeface="IBM Plex Mono Medium"/>
              </a:endParaRPr>
            </a:p>
          </p:txBody>
        </p:sp>
      </p:grpSp>
      <p:grpSp>
        <p:nvGrpSpPr>
          <p:cNvPr id="145" name="node03"/>
          <p:cNvGrpSpPr/>
          <p:nvPr/>
        </p:nvGrpSpPr>
        <p:grpSpPr>
          <a:xfrm>
            <a:off x="4838700" y="1600200"/>
            <a:ext cx="2209800" cy="457200"/>
            <a:chOff x="4838700" y="1600200"/>
            <a:chExt cx="2209800" cy="457200"/>
          </a:xfrm>
        </p:grpSpPr>
        <p:sp>
          <p:nvSpPr>
            <p:cNvPr id="11" name="node03.surface"/>
            <p:cNvSpPr/>
            <p:nvPr/>
          </p:nvSpPr>
          <p:spPr>
            <a:xfrm>
              <a:off x="4838700" y="1600200"/>
              <a:ext cx="2209800" cy="457200"/>
            </a:xfrm>
            <a:custGeom>
              <a:avLst/>
              <a:gdLst/>
              <a:ahLst/>
              <a:cxnLst/>
              <a:rect l="l" t="t" r="r" b="b"/>
              <a:pathLst>
                <a:path w="2209800" h="457200">
                  <a:moveTo>
                    <a:pt x="0" y="0"/>
                  </a:moveTo>
                  <a:lnTo>
                    <a:pt x="2057400" y="0"/>
                  </a:lnTo>
                  <a:lnTo>
                    <a:pt x="2209800" y="228600"/>
                  </a:lnTo>
                  <a:lnTo>
                    <a:pt x="2057400" y="457200"/>
                  </a:lnTo>
                  <a:lnTo>
                    <a:pt x="0" y="457200"/>
                  </a:lnTo>
                  <a:lnTo>
                    <a:pt x="152400" y="228600"/>
                  </a:lnTo>
                  <a:close/>
                </a:path>
              </a:pathLst>
            </a:custGeom>
            <a:solidFill>
              <a:srgbClr val="CED7E6"/>
            </a:solidFill>
            <a:ln>
              <a:noFill/>
            </a:ln>
          </p:spPr>
        </p:sp>
        <p:sp>
          <p:nvSpPr>
            <p:cNvPr id="12" name="node03.text"/>
            <p:cNvSpPr/>
            <p:nvPr/>
          </p:nvSpPr>
          <p:spPr>
            <a:xfrm>
              <a:off x="5143500" y="1752600"/>
              <a:ext cx="1676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FULFIL</a:t>
              </a:r>
              <a:endParaRPr lang="en-US" sz="900" spc="54" kern="0" b="0" i="0" dirty="0">
                <a:solidFill>
                  <a:srgbClr val="070154"/>
                </a:solidFill>
                <a:latin typeface="IBM Plex Mono Medium"/>
                <a:ea typeface="IBM Plex Mono Medium"/>
                <a:cs typeface="IBM Plex Mono Medium"/>
              </a:endParaRPr>
            </a:p>
          </p:txBody>
        </p:sp>
      </p:grpSp>
      <p:grpSp>
        <p:nvGrpSpPr>
          <p:cNvPr id="146" name="node04"/>
          <p:cNvGrpSpPr/>
          <p:nvPr/>
        </p:nvGrpSpPr>
        <p:grpSpPr>
          <a:xfrm>
            <a:off x="6896100" y="1600200"/>
            <a:ext cx="2209800" cy="457200"/>
            <a:chOff x="6896100" y="1600200"/>
            <a:chExt cx="2209800" cy="457200"/>
          </a:xfrm>
        </p:grpSpPr>
        <p:sp>
          <p:nvSpPr>
            <p:cNvPr id="13" name="node04.surface"/>
            <p:cNvSpPr/>
            <p:nvPr/>
          </p:nvSpPr>
          <p:spPr>
            <a:xfrm>
              <a:off x="6896100" y="1600200"/>
              <a:ext cx="2209800" cy="457200"/>
            </a:xfrm>
            <a:custGeom>
              <a:avLst/>
              <a:gdLst/>
              <a:ahLst/>
              <a:cxnLst/>
              <a:rect l="l" t="t" r="r" b="b"/>
              <a:pathLst>
                <a:path w="2209800" h="457200">
                  <a:moveTo>
                    <a:pt x="0" y="0"/>
                  </a:moveTo>
                  <a:lnTo>
                    <a:pt x="2057400" y="0"/>
                  </a:lnTo>
                  <a:lnTo>
                    <a:pt x="2209800" y="228600"/>
                  </a:lnTo>
                  <a:lnTo>
                    <a:pt x="2057400" y="457200"/>
                  </a:lnTo>
                  <a:lnTo>
                    <a:pt x="0" y="457200"/>
                  </a:lnTo>
                  <a:lnTo>
                    <a:pt x="152400" y="228600"/>
                  </a:lnTo>
                  <a:close/>
                </a:path>
              </a:pathLst>
            </a:custGeom>
            <a:solidFill>
              <a:srgbClr val="CED7E6"/>
            </a:solidFill>
            <a:ln>
              <a:noFill/>
            </a:ln>
          </p:spPr>
        </p:sp>
        <p:sp>
          <p:nvSpPr>
            <p:cNvPr id="14" name="node04.text"/>
            <p:cNvSpPr/>
            <p:nvPr/>
          </p:nvSpPr>
          <p:spPr>
            <a:xfrm>
              <a:off x="7200900" y="1752600"/>
              <a:ext cx="1676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INVOICE</a:t>
              </a:r>
              <a:endParaRPr lang="en-US" sz="900" spc="54" kern="0" b="0" i="0" dirty="0">
                <a:solidFill>
                  <a:srgbClr val="070154"/>
                </a:solidFill>
                <a:latin typeface="IBM Plex Mono Medium"/>
                <a:ea typeface="IBM Plex Mono Medium"/>
                <a:cs typeface="IBM Plex Mono Medium"/>
              </a:endParaRPr>
            </a:p>
          </p:txBody>
        </p:sp>
      </p:grpSp>
      <p:grpSp>
        <p:nvGrpSpPr>
          <p:cNvPr id="147" name="node05"/>
          <p:cNvGrpSpPr/>
          <p:nvPr/>
        </p:nvGrpSpPr>
        <p:grpSpPr>
          <a:xfrm>
            <a:off x="8953500" y="1600200"/>
            <a:ext cx="2514600" cy="457200"/>
            <a:chOff x="8953500" y="1600200"/>
            <a:chExt cx="2514600" cy="457200"/>
          </a:xfrm>
        </p:grpSpPr>
        <p:sp>
          <p:nvSpPr>
            <p:cNvPr id="15" name="node05.surface"/>
            <p:cNvSpPr/>
            <p:nvPr/>
          </p:nvSpPr>
          <p:spPr>
            <a:xfrm>
              <a:off x="8953500" y="1600200"/>
              <a:ext cx="2514600" cy="457200"/>
            </a:xfrm>
            <a:custGeom>
              <a:avLst/>
              <a:gdLst/>
              <a:ahLst/>
              <a:cxnLst/>
              <a:rect l="l" t="t" r="r" b="b"/>
              <a:pathLst>
                <a:path w="2514600" h="457200">
                  <a:moveTo>
                    <a:pt x="0" y="0"/>
                  </a:moveTo>
                  <a:lnTo>
                    <a:pt x="2362200" y="0"/>
                  </a:lnTo>
                  <a:lnTo>
                    <a:pt x="2514600" y="228600"/>
                  </a:lnTo>
                  <a:lnTo>
                    <a:pt x="2362200" y="457200"/>
                  </a:lnTo>
                  <a:lnTo>
                    <a:pt x="0" y="457200"/>
                  </a:lnTo>
                  <a:lnTo>
                    <a:pt x="152400" y="228600"/>
                  </a:lnTo>
                  <a:close/>
                </a:path>
              </a:pathLst>
            </a:custGeom>
            <a:solidFill>
              <a:srgbClr val="CED7E6"/>
            </a:solidFill>
            <a:ln>
              <a:noFill/>
            </a:ln>
          </p:spPr>
        </p:sp>
        <p:sp>
          <p:nvSpPr>
            <p:cNvPr id="16" name="node05.text"/>
            <p:cNvSpPr/>
            <p:nvPr/>
          </p:nvSpPr>
          <p:spPr>
            <a:xfrm>
              <a:off x="9258300" y="1752600"/>
              <a:ext cx="1981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COLLECT</a:t>
              </a:r>
              <a:endParaRPr lang="en-US" sz="900" spc="54" kern="0" b="0" i="0" dirty="0">
                <a:solidFill>
                  <a:srgbClr val="070154"/>
                </a:solidFill>
                <a:latin typeface="IBM Plex Mono Medium"/>
                <a:ea typeface="IBM Plex Mono Medium"/>
                <a:cs typeface="IBM Plex Mono Medium"/>
              </a:endParaRPr>
            </a:p>
          </p:txBody>
        </p:sp>
      </p:grpSp>
      <p:grpSp>
        <p:nvGrpSpPr>
          <p:cNvPr id="148" name="node06"/>
          <p:cNvGrpSpPr/>
          <p:nvPr/>
        </p:nvGrpSpPr>
        <p:grpSpPr>
          <a:xfrm>
            <a:off x="2324100" y="2471979"/>
            <a:ext cx="685800" cy="85242"/>
            <a:chOff x="2324100" y="2471979"/>
            <a:chExt cx="685800" cy="85242"/>
          </a:xfrm>
        </p:grpSpPr>
        <p:sp>
          <p:nvSpPr>
            <p:cNvPr id="17" name="node06.segment-1"/>
            <p:cNvSpPr/>
            <p:nvPr/>
          </p:nvSpPr>
          <p:spPr>
            <a:xfrm>
              <a:off x="2324100" y="2514600"/>
              <a:ext cx="685800" cy="0"/>
            </a:xfrm>
            <a:custGeom>
              <a:avLst/>
              <a:gdLst/>
              <a:ahLst/>
              <a:cxnLst/>
              <a:rect l="l" t="t" r="r" b="b"/>
              <a:pathLst>
                <a:path w="685800">
                  <a:moveTo>
                    <a:pt x="0" y="0"/>
                  </a:moveTo>
                  <a:lnTo>
                    <a:pt x="685800" y="0"/>
                  </a:lnTo>
                </a:path>
              </a:pathLst>
            </a:custGeom>
            <a:ln w="12700">
              <a:solidFill>
                <a:srgbClr val="070154"/>
              </a:solidFill>
              <a:prstDash val="solid"/>
            </a:ln>
          </p:spPr>
        </p:sp>
        <p:sp>
          <p:nvSpPr>
            <p:cNvPr id="18" name="node06.head-end.0"/>
            <p:cNvSpPr/>
            <p:nvPr/>
          </p:nvSpPr>
          <p:spPr>
            <a:xfrm>
              <a:off x="2931883" y="2514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9" name="node06.head-end.1"/>
            <p:cNvSpPr/>
            <p:nvPr/>
          </p:nvSpPr>
          <p:spPr>
            <a:xfrm>
              <a:off x="2931883" y="2471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49" name="node07"/>
          <p:cNvGrpSpPr/>
          <p:nvPr/>
        </p:nvGrpSpPr>
        <p:grpSpPr>
          <a:xfrm>
            <a:off x="1481379" y="2971800"/>
            <a:ext cx="85242" cy="457200"/>
            <a:chOff x="1481379" y="2971800"/>
            <a:chExt cx="85242" cy="457200"/>
          </a:xfrm>
        </p:grpSpPr>
        <p:sp>
          <p:nvSpPr>
            <p:cNvPr id="20" name="node07.segment-1"/>
            <p:cNvSpPr/>
            <p:nvPr/>
          </p:nvSpPr>
          <p:spPr>
            <a:xfrm>
              <a:off x="1524000" y="2971800"/>
              <a:ext cx="0" cy="457200"/>
            </a:xfrm>
            <a:custGeom>
              <a:avLst/>
              <a:gdLst/>
              <a:ahLst/>
              <a:cxnLst/>
              <a:rect l="l" t="t" r="r" b="b"/>
              <a:pathLst>
                <a:path h="457200">
                  <a:moveTo>
                    <a:pt x="0" y="0"/>
                  </a:moveTo>
                  <a:lnTo>
                    <a:pt x="0" y="457200"/>
                  </a:lnTo>
                </a:path>
              </a:pathLst>
            </a:custGeom>
            <a:ln w="19050">
              <a:solidFill>
                <a:srgbClr val="070154"/>
              </a:solidFill>
              <a:prstDash val="sysDot"/>
            </a:ln>
          </p:spPr>
        </p:sp>
        <p:sp>
          <p:nvSpPr>
            <p:cNvPr id="21" name="node07.head-end.0"/>
            <p:cNvSpPr/>
            <p:nvPr/>
          </p:nvSpPr>
          <p:spPr>
            <a:xfrm>
              <a:off x="1481379" y="33509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2" name="node07.head-end.1"/>
            <p:cNvSpPr/>
            <p:nvPr/>
          </p:nvSpPr>
          <p:spPr>
            <a:xfrm>
              <a:off x="1524000" y="33509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0" name="node08"/>
          <p:cNvGrpSpPr/>
          <p:nvPr/>
        </p:nvGrpSpPr>
        <p:grpSpPr>
          <a:xfrm>
            <a:off x="2552700" y="3614979"/>
            <a:ext cx="228600" cy="85242"/>
            <a:chOff x="2552700" y="3614979"/>
            <a:chExt cx="228600" cy="85242"/>
          </a:xfrm>
        </p:grpSpPr>
        <p:sp>
          <p:nvSpPr>
            <p:cNvPr id="23" name="node08.segment-1"/>
            <p:cNvSpPr/>
            <p:nvPr/>
          </p:nvSpPr>
          <p:spPr>
            <a:xfrm>
              <a:off x="2552700" y="3657600"/>
              <a:ext cx="228600" cy="0"/>
            </a:xfrm>
            <a:custGeom>
              <a:avLst/>
              <a:gdLst/>
              <a:ahLst/>
              <a:cxnLst/>
              <a:rect l="l" t="t" r="r" b="b"/>
              <a:pathLst>
                <a:path w="228600">
                  <a:moveTo>
                    <a:pt x="0" y="0"/>
                  </a:moveTo>
                  <a:lnTo>
                    <a:pt x="228600" y="0"/>
                  </a:lnTo>
                </a:path>
              </a:pathLst>
            </a:custGeom>
            <a:ln w="19050">
              <a:solidFill>
                <a:srgbClr val="0047FF"/>
              </a:solidFill>
              <a:prstDash val="sysDot"/>
            </a:ln>
          </p:spPr>
        </p:sp>
        <p:sp>
          <p:nvSpPr>
            <p:cNvPr id="24" name="node08.head-end.0"/>
            <p:cNvSpPr/>
            <p:nvPr/>
          </p:nvSpPr>
          <p:spPr>
            <a:xfrm>
              <a:off x="2703283" y="36576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25" name="node08.head-end.1"/>
            <p:cNvSpPr/>
            <p:nvPr/>
          </p:nvSpPr>
          <p:spPr>
            <a:xfrm>
              <a:off x="2703283" y="36149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151" name="node09"/>
          <p:cNvGrpSpPr/>
          <p:nvPr/>
        </p:nvGrpSpPr>
        <p:grpSpPr>
          <a:xfrm>
            <a:off x="3767379" y="2743200"/>
            <a:ext cx="85242" cy="457200"/>
            <a:chOff x="3767379" y="2743200"/>
            <a:chExt cx="85242" cy="457200"/>
          </a:xfrm>
        </p:grpSpPr>
        <p:sp>
          <p:nvSpPr>
            <p:cNvPr id="26" name="node09.segment-1"/>
            <p:cNvSpPr/>
            <p:nvPr/>
          </p:nvSpPr>
          <p:spPr>
            <a:xfrm>
              <a:off x="3810000" y="2743200"/>
              <a:ext cx="0" cy="457200"/>
            </a:xfrm>
            <a:custGeom>
              <a:avLst/>
              <a:gdLst/>
              <a:ahLst/>
              <a:cxnLst/>
              <a:rect l="l" t="t" r="r" b="b"/>
              <a:pathLst>
                <a:path h="457200">
                  <a:moveTo>
                    <a:pt x="0" y="0"/>
                  </a:moveTo>
                  <a:lnTo>
                    <a:pt x="0" y="457200"/>
                  </a:lnTo>
                </a:path>
              </a:pathLst>
            </a:custGeom>
            <a:ln w="19050">
              <a:solidFill>
                <a:srgbClr val="070154"/>
              </a:solidFill>
              <a:prstDash val="sysDot"/>
            </a:ln>
          </p:spPr>
        </p:sp>
        <p:sp>
          <p:nvSpPr>
            <p:cNvPr id="27" name="node09.head-end.0"/>
            <p:cNvSpPr/>
            <p:nvPr/>
          </p:nvSpPr>
          <p:spPr>
            <a:xfrm>
              <a:off x="37673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8" name="node09.head-end.1"/>
            <p:cNvSpPr/>
            <p:nvPr/>
          </p:nvSpPr>
          <p:spPr>
            <a:xfrm>
              <a:off x="38100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2" name="node10"/>
          <p:cNvGrpSpPr/>
          <p:nvPr/>
        </p:nvGrpSpPr>
        <p:grpSpPr>
          <a:xfrm>
            <a:off x="4838700" y="3272079"/>
            <a:ext cx="457200" cy="271221"/>
            <a:chOff x="4838700" y="3272079"/>
            <a:chExt cx="457200" cy="271221"/>
          </a:xfrm>
        </p:grpSpPr>
        <p:sp>
          <p:nvSpPr>
            <p:cNvPr id="29" name="node10.segment-1"/>
            <p:cNvSpPr/>
            <p:nvPr/>
          </p:nvSpPr>
          <p:spPr>
            <a:xfrm>
              <a:off x="4838700" y="35433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30" name="node10.segment-2"/>
            <p:cNvSpPr/>
            <p:nvPr/>
          </p:nvSpPr>
          <p:spPr>
            <a:xfrm>
              <a:off x="5067300" y="3314700"/>
              <a:ext cx="0" cy="228600"/>
            </a:xfrm>
            <a:custGeom>
              <a:avLst/>
              <a:gdLst/>
              <a:ahLst/>
              <a:cxnLst/>
              <a:rect l="l" t="t" r="r" b="b"/>
              <a:pathLst>
                <a:path h="228600">
                  <a:moveTo>
                    <a:pt x="0" y="228600"/>
                  </a:moveTo>
                  <a:lnTo>
                    <a:pt x="0" y="0"/>
                  </a:lnTo>
                </a:path>
              </a:pathLst>
            </a:custGeom>
            <a:ln w="12700">
              <a:solidFill>
                <a:srgbClr val="070154"/>
              </a:solidFill>
              <a:prstDash val="dash"/>
            </a:ln>
          </p:spPr>
        </p:sp>
        <p:sp>
          <p:nvSpPr>
            <p:cNvPr id="31" name="node10.segment-3"/>
            <p:cNvSpPr/>
            <p:nvPr/>
          </p:nvSpPr>
          <p:spPr>
            <a:xfrm>
              <a:off x="5067300" y="33147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32" name="node10.head-end.0"/>
            <p:cNvSpPr/>
            <p:nvPr/>
          </p:nvSpPr>
          <p:spPr>
            <a:xfrm>
              <a:off x="5217883" y="3314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3" name="node10.head-end.1"/>
            <p:cNvSpPr/>
            <p:nvPr/>
          </p:nvSpPr>
          <p:spPr>
            <a:xfrm>
              <a:off x="5217883" y="3272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53" name="node11"/>
          <p:cNvGrpSpPr/>
          <p:nvPr/>
        </p:nvGrpSpPr>
        <p:grpSpPr>
          <a:xfrm>
            <a:off x="4838700" y="2586279"/>
            <a:ext cx="457200" cy="85242"/>
            <a:chOff x="4838700" y="2586279"/>
            <a:chExt cx="457200" cy="85242"/>
          </a:xfrm>
        </p:grpSpPr>
        <p:sp>
          <p:nvSpPr>
            <p:cNvPr id="34" name="node11.segment-1"/>
            <p:cNvSpPr/>
            <p:nvPr/>
          </p:nvSpPr>
          <p:spPr>
            <a:xfrm>
              <a:off x="4838700" y="26289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35" name="node11.head-end.0"/>
            <p:cNvSpPr/>
            <p:nvPr/>
          </p:nvSpPr>
          <p:spPr>
            <a:xfrm>
              <a:off x="5217883" y="26289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6" name="node11.head-end.1"/>
            <p:cNvSpPr/>
            <p:nvPr/>
          </p:nvSpPr>
          <p:spPr>
            <a:xfrm>
              <a:off x="5217883" y="25862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54" name="node12"/>
          <p:cNvGrpSpPr/>
          <p:nvPr/>
        </p:nvGrpSpPr>
        <p:grpSpPr>
          <a:xfrm>
            <a:off x="1524000" y="2171700"/>
            <a:ext cx="7815021" cy="1028700"/>
            <a:chOff x="1524000" y="2171700"/>
            <a:chExt cx="7815021" cy="1028700"/>
          </a:xfrm>
        </p:grpSpPr>
        <p:sp>
          <p:nvSpPr>
            <p:cNvPr id="37" name="node12.segment-1"/>
            <p:cNvSpPr/>
            <p:nvPr/>
          </p:nvSpPr>
          <p:spPr>
            <a:xfrm>
              <a:off x="1524000" y="2171700"/>
              <a:ext cx="0" cy="114300"/>
            </a:xfrm>
            <a:custGeom>
              <a:avLst/>
              <a:gdLst/>
              <a:ahLst/>
              <a:cxnLst/>
              <a:rect l="l" t="t" r="r" b="b"/>
              <a:pathLst>
                <a:path h="114300">
                  <a:moveTo>
                    <a:pt x="0" y="114300"/>
                  </a:moveTo>
                  <a:lnTo>
                    <a:pt x="0" y="0"/>
                  </a:lnTo>
                </a:path>
              </a:pathLst>
            </a:custGeom>
            <a:ln w="12700">
              <a:solidFill>
                <a:srgbClr val="070154"/>
              </a:solidFill>
              <a:prstDash val="dash"/>
            </a:ln>
          </p:spPr>
        </p:sp>
        <p:sp>
          <p:nvSpPr>
            <p:cNvPr id="38" name="node12.segment-2"/>
            <p:cNvSpPr/>
            <p:nvPr/>
          </p:nvSpPr>
          <p:spPr>
            <a:xfrm>
              <a:off x="1524000" y="2171700"/>
              <a:ext cx="7772400" cy="0"/>
            </a:xfrm>
            <a:custGeom>
              <a:avLst/>
              <a:gdLst/>
              <a:ahLst/>
              <a:cxnLst/>
              <a:rect l="l" t="t" r="r" b="b"/>
              <a:pathLst>
                <a:path w="7772400">
                  <a:moveTo>
                    <a:pt x="0" y="0"/>
                  </a:moveTo>
                  <a:lnTo>
                    <a:pt x="7772400" y="0"/>
                  </a:lnTo>
                </a:path>
              </a:pathLst>
            </a:custGeom>
            <a:ln w="12700">
              <a:solidFill>
                <a:srgbClr val="070154"/>
              </a:solidFill>
              <a:prstDash val="dash"/>
            </a:ln>
          </p:spPr>
        </p:sp>
        <p:sp>
          <p:nvSpPr>
            <p:cNvPr id="39" name="node12.segment-3"/>
            <p:cNvSpPr/>
            <p:nvPr/>
          </p:nvSpPr>
          <p:spPr>
            <a:xfrm>
              <a:off x="9296400" y="2171700"/>
              <a:ext cx="0" cy="1028700"/>
            </a:xfrm>
            <a:custGeom>
              <a:avLst/>
              <a:gdLst/>
              <a:ahLst/>
              <a:cxnLst/>
              <a:rect l="l" t="t" r="r" b="b"/>
              <a:pathLst>
                <a:path h="1028700">
                  <a:moveTo>
                    <a:pt x="0" y="0"/>
                  </a:moveTo>
                  <a:lnTo>
                    <a:pt x="0" y="1028700"/>
                  </a:lnTo>
                </a:path>
              </a:pathLst>
            </a:custGeom>
            <a:ln w="12700">
              <a:solidFill>
                <a:srgbClr val="070154"/>
              </a:solidFill>
              <a:prstDash val="dash"/>
            </a:ln>
          </p:spPr>
        </p:sp>
        <p:sp>
          <p:nvSpPr>
            <p:cNvPr id="40" name="node12.head-end.0"/>
            <p:cNvSpPr/>
            <p:nvPr/>
          </p:nvSpPr>
          <p:spPr>
            <a:xfrm>
              <a:off x="92537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41" name="node12.head-end.1"/>
            <p:cNvSpPr/>
            <p:nvPr/>
          </p:nvSpPr>
          <p:spPr>
            <a:xfrm>
              <a:off x="92964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5" name="node13"/>
          <p:cNvGrpSpPr/>
          <p:nvPr/>
        </p:nvGrpSpPr>
        <p:grpSpPr>
          <a:xfrm>
            <a:off x="7124700" y="3272079"/>
            <a:ext cx="228600" cy="85242"/>
            <a:chOff x="7124700" y="3272079"/>
            <a:chExt cx="228600" cy="85242"/>
          </a:xfrm>
        </p:grpSpPr>
        <p:sp>
          <p:nvSpPr>
            <p:cNvPr id="42" name="node13.segment-1"/>
            <p:cNvSpPr/>
            <p:nvPr/>
          </p:nvSpPr>
          <p:spPr>
            <a:xfrm>
              <a:off x="7124700" y="33147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43" name="node13.head-end.0"/>
            <p:cNvSpPr/>
            <p:nvPr/>
          </p:nvSpPr>
          <p:spPr>
            <a:xfrm>
              <a:off x="7275283" y="3314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4" name="node13.head-end.1"/>
            <p:cNvSpPr/>
            <p:nvPr/>
          </p:nvSpPr>
          <p:spPr>
            <a:xfrm>
              <a:off x="7275283" y="3272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56" name="node14"/>
          <p:cNvGrpSpPr/>
          <p:nvPr/>
        </p:nvGrpSpPr>
        <p:grpSpPr>
          <a:xfrm>
            <a:off x="6053379" y="3429000"/>
            <a:ext cx="85242" cy="685800"/>
            <a:chOff x="6053379" y="3429000"/>
            <a:chExt cx="85242" cy="685800"/>
          </a:xfrm>
        </p:grpSpPr>
        <p:sp>
          <p:nvSpPr>
            <p:cNvPr id="45" name="node14.segment-1"/>
            <p:cNvSpPr/>
            <p:nvPr/>
          </p:nvSpPr>
          <p:spPr>
            <a:xfrm>
              <a:off x="6096000" y="3429000"/>
              <a:ext cx="0" cy="685800"/>
            </a:xfrm>
            <a:custGeom>
              <a:avLst/>
              <a:gdLst/>
              <a:ahLst/>
              <a:cxnLst/>
              <a:rect l="l" t="t" r="r" b="b"/>
              <a:pathLst>
                <a:path h="685800">
                  <a:moveTo>
                    <a:pt x="0" y="0"/>
                  </a:moveTo>
                  <a:lnTo>
                    <a:pt x="0" y="685800"/>
                  </a:lnTo>
                </a:path>
              </a:pathLst>
            </a:custGeom>
            <a:ln w="12700">
              <a:solidFill>
                <a:srgbClr val="070154"/>
              </a:solidFill>
              <a:prstDash val="solid"/>
            </a:ln>
          </p:spPr>
        </p:sp>
        <p:sp>
          <p:nvSpPr>
            <p:cNvPr id="46" name="node14.head-end.0"/>
            <p:cNvSpPr/>
            <p:nvPr/>
          </p:nvSpPr>
          <p:spPr>
            <a:xfrm>
              <a:off x="6053379" y="4036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47" name="node14.head-end.1"/>
            <p:cNvSpPr/>
            <p:nvPr/>
          </p:nvSpPr>
          <p:spPr>
            <a:xfrm>
              <a:off x="6096000" y="4036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7" name="node15"/>
          <p:cNvGrpSpPr/>
          <p:nvPr/>
        </p:nvGrpSpPr>
        <p:grpSpPr>
          <a:xfrm>
            <a:off x="6896100" y="2586279"/>
            <a:ext cx="685800" cy="1642821"/>
            <a:chOff x="6896100" y="2586279"/>
            <a:chExt cx="685800" cy="1642821"/>
          </a:xfrm>
        </p:grpSpPr>
        <p:sp>
          <p:nvSpPr>
            <p:cNvPr id="48" name="node15.segment-1"/>
            <p:cNvSpPr/>
            <p:nvPr/>
          </p:nvSpPr>
          <p:spPr>
            <a:xfrm>
              <a:off x="6896100" y="4229100"/>
              <a:ext cx="342900" cy="0"/>
            </a:xfrm>
            <a:custGeom>
              <a:avLst/>
              <a:gdLst/>
              <a:ahLst/>
              <a:cxnLst/>
              <a:rect l="l" t="t" r="r" b="b"/>
              <a:pathLst>
                <a:path w="342900">
                  <a:moveTo>
                    <a:pt x="0" y="0"/>
                  </a:moveTo>
                  <a:lnTo>
                    <a:pt x="342900" y="0"/>
                  </a:lnTo>
                </a:path>
              </a:pathLst>
            </a:custGeom>
            <a:ln w="19050">
              <a:solidFill>
                <a:srgbClr val="070154"/>
              </a:solidFill>
              <a:prstDash val="sysDot"/>
            </a:ln>
          </p:spPr>
        </p:sp>
        <p:sp>
          <p:nvSpPr>
            <p:cNvPr id="49" name="node15.segment-2"/>
            <p:cNvSpPr/>
            <p:nvPr/>
          </p:nvSpPr>
          <p:spPr>
            <a:xfrm>
              <a:off x="7239000" y="2628900"/>
              <a:ext cx="0" cy="1600200"/>
            </a:xfrm>
            <a:custGeom>
              <a:avLst/>
              <a:gdLst/>
              <a:ahLst/>
              <a:cxnLst/>
              <a:rect l="l" t="t" r="r" b="b"/>
              <a:pathLst>
                <a:path h="1600200">
                  <a:moveTo>
                    <a:pt x="0" y="1600200"/>
                  </a:moveTo>
                  <a:lnTo>
                    <a:pt x="0" y="0"/>
                  </a:lnTo>
                </a:path>
              </a:pathLst>
            </a:custGeom>
            <a:ln w="19050">
              <a:solidFill>
                <a:srgbClr val="070154"/>
              </a:solidFill>
              <a:prstDash val="sysDot"/>
            </a:ln>
          </p:spPr>
        </p:sp>
        <p:sp>
          <p:nvSpPr>
            <p:cNvPr id="50" name="node15.segment-3"/>
            <p:cNvSpPr/>
            <p:nvPr/>
          </p:nvSpPr>
          <p:spPr>
            <a:xfrm>
              <a:off x="7239000" y="2628900"/>
              <a:ext cx="342900" cy="0"/>
            </a:xfrm>
            <a:custGeom>
              <a:avLst/>
              <a:gdLst/>
              <a:ahLst/>
              <a:cxnLst/>
              <a:rect l="l" t="t" r="r" b="b"/>
              <a:pathLst>
                <a:path w="342900">
                  <a:moveTo>
                    <a:pt x="0" y="0"/>
                  </a:moveTo>
                  <a:lnTo>
                    <a:pt x="342900" y="0"/>
                  </a:lnTo>
                </a:path>
              </a:pathLst>
            </a:custGeom>
            <a:ln w="19050">
              <a:solidFill>
                <a:srgbClr val="070154"/>
              </a:solidFill>
              <a:prstDash val="sysDot"/>
            </a:ln>
          </p:spPr>
        </p:sp>
        <p:sp>
          <p:nvSpPr>
            <p:cNvPr id="51" name="node15.head-end.0"/>
            <p:cNvSpPr/>
            <p:nvPr/>
          </p:nvSpPr>
          <p:spPr>
            <a:xfrm>
              <a:off x="7503883" y="26289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2" name="node15.head-end.1"/>
            <p:cNvSpPr/>
            <p:nvPr/>
          </p:nvSpPr>
          <p:spPr>
            <a:xfrm>
              <a:off x="7503883" y="25862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58" name="node16"/>
          <p:cNvGrpSpPr/>
          <p:nvPr/>
        </p:nvGrpSpPr>
        <p:grpSpPr>
          <a:xfrm>
            <a:off x="6896100" y="4415079"/>
            <a:ext cx="685800" cy="85242"/>
            <a:chOff x="6896100" y="4415079"/>
            <a:chExt cx="685800" cy="85242"/>
          </a:xfrm>
        </p:grpSpPr>
        <p:sp>
          <p:nvSpPr>
            <p:cNvPr id="53" name="node16.segment-1"/>
            <p:cNvSpPr/>
            <p:nvPr/>
          </p:nvSpPr>
          <p:spPr>
            <a:xfrm>
              <a:off x="6896100" y="4457700"/>
              <a:ext cx="685800" cy="0"/>
            </a:xfrm>
            <a:custGeom>
              <a:avLst/>
              <a:gdLst/>
              <a:ahLst/>
              <a:cxnLst/>
              <a:rect l="l" t="t" r="r" b="b"/>
              <a:pathLst>
                <a:path w="685800">
                  <a:moveTo>
                    <a:pt x="0" y="0"/>
                  </a:moveTo>
                  <a:lnTo>
                    <a:pt x="685800" y="0"/>
                  </a:lnTo>
                </a:path>
              </a:pathLst>
            </a:custGeom>
            <a:ln w="19050">
              <a:solidFill>
                <a:srgbClr val="0047FF"/>
              </a:solidFill>
              <a:prstDash val="sysDot"/>
            </a:ln>
          </p:spPr>
        </p:sp>
        <p:sp>
          <p:nvSpPr>
            <p:cNvPr id="54" name="node16.head-end.0"/>
            <p:cNvSpPr/>
            <p:nvPr/>
          </p:nvSpPr>
          <p:spPr>
            <a:xfrm>
              <a:off x="7503883" y="44577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55" name="node16.head-end.1"/>
            <p:cNvSpPr/>
            <p:nvPr/>
          </p:nvSpPr>
          <p:spPr>
            <a:xfrm>
              <a:off x="7503883" y="44150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159" name="node17"/>
          <p:cNvGrpSpPr/>
          <p:nvPr/>
        </p:nvGrpSpPr>
        <p:grpSpPr>
          <a:xfrm>
            <a:off x="8339379" y="3657600"/>
            <a:ext cx="85242" cy="228600"/>
            <a:chOff x="8339379" y="3657600"/>
            <a:chExt cx="85242" cy="228600"/>
          </a:xfrm>
        </p:grpSpPr>
        <p:sp>
          <p:nvSpPr>
            <p:cNvPr id="56" name="node17.segment-1"/>
            <p:cNvSpPr/>
            <p:nvPr/>
          </p:nvSpPr>
          <p:spPr>
            <a:xfrm>
              <a:off x="8382000" y="3657600"/>
              <a:ext cx="0" cy="228600"/>
            </a:xfrm>
            <a:custGeom>
              <a:avLst/>
              <a:gdLst/>
              <a:ahLst/>
              <a:cxnLst/>
              <a:rect l="l" t="t" r="r" b="b"/>
              <a:pathLst>
                <a:path h="228600">
                  <a:moveTo>
                    <a:pt x="0" y="0"/>
                  </a:moveTo>
                  <a:lnTo>
                    <a:pt x="0" y="228600"/>
                  </a:lnTo>
                </a:path>
              </a:pathLst>
            </a:custGeom>
            <a:ln w="19050">
              <a:solidFill>
                <a:srgbClr val="070154"/>
              </a:solidFill>
              <a:prstDash val="sysDot"/>
            </a:ln>
          </p:spPr>
        </p:sp>
        <p:sp>
          <p:nvSpPr>
            <p:cNvPr id="57" name="node17.head-end.0"/>
            <p:cNvSpPr/>
            <p:nvPr/>
          </p:nvSpPr>
          <p:spPr>
            <a:xfrm>
              <a:off x="8339379" y="3808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58" name="node17.head-end.1"/>
            <p:cNvSpPr/>
            <p:nvPr/>
          </p:nvSpPr>
          <p:spPr>
            <a:xfrm>
              <a:off x="8382000" y="3808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60" name="node18"/>
          <p:cNvGrpSpPr/>
          <p:nvPr/>
        </p:nvGrpSpPr>
        <p:grpSpPr>
          <a:xfrm>
            <a:off x="9410700" y="2471979"/>
            <a:ext cx="228600" cy="957021"/>
            <a:chOff x="9410700" y="2471979"/>
            <a:chExt cx="228600" cy="957021"/>
          </a:xfrm>
        </p:grpSpPr>
        <p:sp>
          <p:nvSpPr>
            <p:cNvPr id="59" name="node18.segment-1"/>
            <p:cNvSpPr/>
            <p:nvPr/>
          </p:nvSpPr>
          <p:spPr>
            <a:xfrm>
              <a:off x="9410700" y="3429000"/>
              <a:ext cx="114300" cy="0"/>
            </a:xfrm>
            <a:custGeom>
              <a:avLst/>
              <a:gdLst/>
              <a:ahLst/>
              <a:cxnLst/>
              <a:rect l="l" t="t" r="r" b="b"/>
              <a:pathLst>
                <a:path w="114300">
                  <a:moveTo>
                    <a:pt x="0" y="0"/>
                  </a:moveTo>
                  <a:lnTo>
                    <a:pt x="114300" y="0"/>
                  </a:lnTo>
                </a:path>
              </a:pathLst>
            </a:custGeom>
            <a:ln w="19050">
              <a:solidFill>
                <a:srgbClr val="0047FF"/>
              </a:solidFill>
              <a:prstDash val="sysDot"/>
            </a:ln>
          </p:spPr>
        </p:sp>
        <p:sp>
          <p:nvSpPr>
            <p:cNvPr id="60" name="node18.segment-2"/>
            <p:cNvSpPr/>
            <p:nvPr/>
          </p:nvSpPr>
          <p:spPr>
            <a:xfrm>
              <a:off x="9525000" y="2514600"/>
              <a:ext cx="0" cy="914400"/>
            </a:xfrm>
            <a:custGeom>
              <a:avLst/>
              <a:gdLst/>
              <a:ahLst/>
              <a:cxnLst/>
              <a:rect l="l" t="t" r="r" b="b"/>
              <a:pathLst>
                <a:path h="914400">
                  <a:moveTo>
                    <a:pt x="0" y="914400"/>
                  </a:moveTo>
                  <a:lnTo>
                    <a:pt x="0" y="0"/>
                  </a:lnTo>
                </a:path>
              </a:pathLst>
            </a:custGeom>
            <a:ln w="19050">
              <a:solidFill>
                <a:srgbClr val="0047FF"/>
              </a:solidFill>
              <a:prstDash val="sysDot"/>
            </a:ln>
          </p:spPr>
        </p:sp>
        <p:sp>
          <p:nvSpPr>
            <p:cNvPr id="61" name="node18.segment-3"/>
            <p:cNvSpPr/>
            <p:nvPr/>
          </p:nvSpPr>
          <p:spPr>
            <a:xfrm>
              <a:off x="9525000" y="2514600"/>
              <a:ext cx="114300" cy="0"/>
            </a:xfrm>
            <a:custGeom>
              <a:avLst/>
              <a:gdLst/>
              <a:ahLst/>
              <a:cxnLst/>
              <a:rect l="l" t="t" r="r" b="b"/>
              <a:pathLst>
                <a:path w="114300">
                  <a:moveTo>
                    <a:pt x="0" y="0"/>
                  </a:moveTo>
                  <a:lnTo>
                    <a:pt x="114300" y="0"/>
                  </a:lnTo>
                </a:path>
              </a:pathLst>
            </a:custGeom>
            <a:ln w="19050">
              <a:solidFill>
                <a:srgbClr val="0047FF"/>
              </a:solidFill>
              <a:prstDash val="sysDot"/>
            </a:ln>
          </p:spPr>
        </p:sp>
        <p:sp>
          <p:nvSpPr>
            <p:cNvPr id="62" name="node18.head-end.0"/>
            <p:cNvSpPr/>
            <p:nvPr/>
          </p:nvSpPr>
          <p:spPr>
            <a:xfrm>
              <a:off x="9561283" y="25146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63" name="node18.head-end.1"/>
            <p:cNvSpPr/>
            <p:nvPr/>
          </p:nvSpPr>
          <p:spPr>
            <a:xfrm>
              <a:off x="9561283" y="24719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161" name="node19"/>
          <p:cNvGrpSpPr/>
          <p:nvPr/>
        </p:nvGrpSpPr>
        <p:grpSpPr>
          <a:xfrm>
            <a:off x="10511079" y="2743200"/>
            <a:ext cx="85242" cy="457200"/>
            <a:chOff x="10511079" y="2743200"/>
            <a:chExt cx="85242" cy="457200"/>
          </a:xfrm>
        </p:grpSpPr>
        <p:sp>
          <p:nvSpPr>
            <p:cNvPr id="64" name="node19.segment-1"/>
            <p:cNvSpPr/>
            <p:nvPr/>
          </p:nvSpPr>
          <p:spPr>
            <a:xfrm>
              <a:off x="10553700" y="2743200"/>
              <a:ext cx="0" cy="457200"/>
            </a:xfrm>
            <a:custGeom>
              <a:avLst/>
              <a:gdLst/>
              <a:ahLst/>
              <a:cxnLst/>
              <a:rect l="l" t="t" r="r" b="b"/>
              <a:pathLst>
                <a:path h="457200">
                  <a:moveTo>
                    <a:pt x="0" y="0"/>
                  </a:moveTo>
                  <a:lnTo>
                    <a:pt x="0" y="457200"/>
                  </a:lnTo>
                </a:path>
              </a:pathLst>
            </a:custGeom>
            <a:ln w="19050">
              <a:solidFill>
                <a:srgbClr val="070154"/>
              </a:solidFill>
              <a:prstDash val="sysDot"/>
            </a:ln>
          </p:spPr>
        </p:sp>
        <p:sp>
          <p:nvSpPr>
            <p:cNvPr id="65" name="node19.head-end.0"/>
            <p:cNvSpPr/>
            <p:nvPr/>
          </p:nvSpPr>
          <p:spPr>
            <a:xfrm>
              <a:off x="105110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6" name="node19.head-end.1"/>
            <p:cNvSpPr/>
            <p:nvPr/>
          </p:nvSpPr>
          <p:spPr>
            <a:xfrm>
              <a:off x="105537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62" name="node20"/>
          <p:cNvGrpSpPr/>
          <p:nvPr/>
        </p:nvGrpSpPr>
        <p:grpSpPr>
          <a:xfrm>
            <a:off x="10625379" y="3886200"/>
            <a:ext cx="85242" cy="228600"/>
            <a:chOff x="10625379" y="3886200"/>
            <a:chExt cx="85242" cy="228600"/>
          </a:xfrm>
        </p:grpSpPr>
        <p:sp>
          <p:nvSpPr>
            <p:cNvPr id="67" name="node20.segment-1"/>
            <p:cNvSpPr/>
            <p:nvPr/>
          </p:nvSpPr>
          <p:spPr>
            <a:xfrm>
              <a:off x="10668000" y="3886200"/>
              <a:ext cx="0" cy="228600"/>
            </a:xfrm>
            <a:custGeom>
              <a:avLst/>
              <a:gdLst/>
              <a:ahLst/>
              <a:cxnLst/>
              <a:rect l="l" t="t" r="r" b="b"/>
              <a:pathLst>
                <a:path h="228600">
                  <a:moveTo>
                    <a:pt x="0" y="0"/>
                  </a:moveTo>
                  <a:lnTo>
                    <a:pt x="0" y="228600"/>
                  </a:lnTo>
                </a:path>
              </a:pathLst>
            </a:custGeom>
            <a:ln w="19050">
              <a:solidFill>
                <a:srgbClr val="070154"/>
              </a:solidFill>
              <a:prstDash val="sysDot"/>
            </a:ln>
          </p:spPr>
        </p:sp>
        <p:sp>
          <p:nvSpPr>
            <p:cNvPr id="68" name="node20.head-end.0"/>
            <p:cNvSpPr/>
            <p:nvPr/>
          </p:nvSpPr>
          <p:spPr>
            <a:xfrm>
              <a:off x="10625379" y="4036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9" name="node20.head-end.1"/>
            <p:cNvSpPr/>
            <p:nvPr/>
          </p:nvSpPr>
          <p:spPr>
            <a:xfrm>
              <a:off x="10668000" y="4036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63" name="node21"/>
          <p:cNvGrpSpPr/>
          <p:nvPr/>
        </p:nvGrpSpPr>
        <p:grpSpPr>
          <a:xfrm>
            <a:off x="9182100" y="3729279"/>
            <a:ext cx="685800" cy="542442"/>
            <a:chOff x="9182100" y="3729279"/>
            <a:chExt cx="685800" cy="542442"/>
          </a:xfrm>
        </p:grpSpPr>
        <p:sp>
          <p:nvSpPr>
            <p:cNvPr id="70" name="node21.segment-1"/>
            <p:cNvSpPr/>
            <p:nvPr/>
          </p:nvSpPr>
          <p:spPr>
            <a:xfrm>
              <a:off x="9525000" y="3771900"/>
              <a:ext cx="342900" cy="0"/>
            </a:xfrm>
            <a:custGeom>
              <a:avLst/>
              <a:gdLst/>
              <a:ahLst/>
              <a:cxnLst/>
              <a:rect l="l" t="t" r="r" b="b"/>
              <a:pathLst>
                <a:path w="342900">
                  <a:moveTo>
                    <a:pt x="342900" y="0"/>
                  </a:moveTo>
                  <a:lnTo>
                    <a:pt x="0" y="0"/>
                  </a:lnTo>
                </a:path>
              </a:pathLst>
            </a:custGeom>
            <a:ln w="19050">
              <a:solidFill>
                <a:srgbClr val="0047FF"/>
              </a:solidFill>
              <a:prstDash val="sysDot"/>
            </a:ln>
          </p:spPr>
        </p:sp>
        <p:sp>
          <p:nvSpPr>
            <p:cNvPr id="71" name="node21.segment-2"/>
            <p:cNvSpPr/>
            <p:nvPr/>
          </p:nvSpPr>
          <p:spPr>
            <a:xfrm>
              <a:off x="9525000" y="3771900"/>
              <a:ext cx="0" cy="457200"/>
            </a:xfrm>
            <a:custGeom>
              <a:avLst/>
              <a:gdLst/>
              <a:ahLst/>
              <a:cxnLst/>
              <a:rect l="l" t="t" r="r" b="b"/>
              <a:pathLst>
                <a:path h="457200">
                  <a:moveTo>
                    <a:pt x="0" y="0"/>
                  </a:moveTo>
                  <a:lnTo>
                    <a:pt x="0" y="457200"/>
                  </a:lnTo>
                </a:path>
              </a:pathLst>
            </a:custGeom>
            <a:ln w="19050">
              <a:solidFill>
                <a:srgbClr val="0047FF"/>
              </a:solidFill>
              <a:prstDash val="sysDot"/>
            </a:ln>
          </p:spPr>
        </p:sp>
        <p:sp>
          <p:nvSpPr>
            <p:cNvPr id="72" name="node21.segment-3"/>
            <p:cNvSpPr/>
            <p:nvPr/>
          </p:nvSpPr>
          <p:spPr>
            <a:xfrm>
              <a:off x="9182100" y="4229100"/>
              <a:ext cx="342900" cy="0"/>
            </a:xfrm>
            <a:custGeom>
              <a:avLst/>
              <a:gdLst/>
              <a:ahLst/>
              <a:cxnLst/>
              <a:rect l="l" t="t" r="r" b="b"/>
              <a:pathLst>
                <a:path w="342900">
                  <a:moveTo>
                    <a:pt x="342900" y="0"/>
                  </a:moveTo>
                  <a:lnTo>
                    <a:pt x="0" y="0"/>
                  </a:lnTo>
                </a:path>
              </a:pathLst>
            </a:custGeom>
            <a:ln w="19050">
              <a:solidFill>
                <a:srgbClr val="0047FF"/>
              </a:solidFill>
              <a:prstDash val="sysDot"/>
            </a:ln>
          </p:spPr>
        </p:sp>
        <p:sp>
          <p:nvSpPr>
            <p:cNvPr id="73" name="node21.head-end.0"/>
            <p:cNvSpPr/>
            <p:nvPr/>
          </p:nvSpPr>
          <p:spPr>
            <a:xfrm>
              <a:off x="9182100" y="4186479"/>
              <a:ext cx="78017" cy="42621"/>
            </a:xfrm>
            <a:custGeom>
              <a:avLst/>
              <a:gdLst/>
              <a:ahLst/>
              <a:cxnLst/>
              <a:rect l="l" t="t" r="r" b="b"/>
              <a:pathLst>
                <a:path w="78017" h="42621">
                  <a:moveTo>
                    <a:pt x="0" y="42621"/>
                  </a:moveTo>
                  <a:lnTo>
                    <a:pt x="78017" y="0"/>
                  </a:lnTo>
                </a:path>
              </a:pathLst>
            </a:custGeom>
            <a:ln w="12700">
              <a:solidFill>
                <a:srgbClr val="0047FF"/>
              </a:solidFill>
              <a:prstDash val="solid"/>
            </a:ln>
          </p:spPr>
        </p:sp>
        <p:sp>
          <p:nvSpPr>
            <p:cNvPr id="74" name="node21.head-end.1"/>
            <p:cNvSpPr/>
            <p:nvPr/>
          </p:nvSpPr>
          <p:spPr>
            <a:xfrm>
              <a:off x="9182100" y="4229100"/>
              <a:ext cx="78017" cy="42621"/>
            </a:xfrm>
            <a:custGeom>
              <a:avLst/>
              <a:gdLst/>
              <a:ahLst/>
              <a:cxnLst/>
              <a:rect l="l" t="t" r="r" b="b"/>
              <a:pathLst>
                <a:path w="78017" h="42621">
                  <a:moveTo>
                    <a:pt x="0" y="0"/>
                  </a:moveTo>
                  <a:lnTo>
                    <a:pt x="78017" y="42621"/>
                  </a:lnTo>
                </a:path>
              </a:pathLst>
            </a:custGeom>
            <a:ln w="12700">
              <a:solidFill>
                <a:srgbClr val="0047FF"/>
              </a:solidFill>
              <a:prstDash val="solid"/>
            </a:ln>
          </p:spPr>
        </p:sp>
        <p:sp>
          <p:nvSpPr>
            <p:cNvPr id="75" name="node21.head-start.0"/>
            <p:cNvSpPr/>
            <p:nvPr/>
          </p:nvSpPr>
          <p:spPr>
            <a:xfrm>
              <a:off x="9789883" y="37719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76" name="node21.head-start.1"/>
            <p:cNvSpPr/>
            <p:nvPr/>
          </p:nvSpPr>
          <p:spPr>
            <a:xfrm>
              <a:off x="9789883" y="37292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164" name="node22"/>
          <p:cNvGrpSpPr/>
          <p:nvPr/>
        </p:nvGrpSpPr>
        <p:grpSpPr>
          <a:xfrm>
            <a:off x="2324100" y="2857500"/>
            <a:ext cx="2971800" cy="271221"/>
            <a:chOff x="2324100" y="2857500"/>
            <a:chExt cx="2971800" cy="271221"/>
          </a:xfrm>
        </p:grpSpPr>
        <p:sp>
          <p:nvSpPr>
            <p:cNvPr id="77" name="node22.segment-1"/>
            <p:cNvSpPr/>
            <p:nvPr/>
          </p:nvSpPr>
          <p:spPr>
            <a:xfrm>
              <a:off x="2324100" y="28575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78" name="node22.segment-2"/>
            <p:cNvSpPr/>
            <p:nvPr/>
          </p:nvSpPr>
          <p:spPr>
            <a:xfrm>
              <a:off x="2552700" y="2857500"/>
              <a:ext cx="0" cy="228600"/>
            </a:xfrm>
            <a:custGeom>
              <a:avLst/>
              <a:gdLst/>
              <a:ahLst/>
              <a:cxnLst/>
              <a:rect l="l" t="t" r="r" b="b"/>
              <a:pathLst>
                <a:path h="228600">
                  <a:moveTo>
                    <a:pt x="0" y="0"/>
                  </a:moveTo>
                  <a:lnTo>
                    <a:pt x="0" y="228600"/>
                  </a:lnTo>
                </a:path>
              </a:pathLst>
            </a:custGeom>
            <a:ln w="12700">
              <a:solidFill>
                <a:srgbClr val="070154"/>
              </a:solidFill>
              <a:prstDash val="dash"/>
            </a:ln>
          </p:spPr>
        </p:sp>
        <p:sp>
          <p:nvSpPr>
            <p:cNvPr id="79" name="node22.segment-3"/>
            <p:cNvSpPr/>
            <p:nvPr/>
          </p:nvSpPr>
          <p:spPr>
            <a:xfrm>
              <a:off x="2552700" y="3086100"/>
              <a:ext cx="2743200" cy="0"/>
            </a:xfrm>
            <a:custGeom>
              <a:avLst/>
              <a:gdLst/>
              <a:ahLst/>
              <a:cxnLst/>
              <a:rect l="l" t="t" r="r" b="b"/>
              <a:pathLst>
                <a:path w="2743200">
                  <a:moveTo>
                    <a:pt x="0" y="0"/>
                  </a:moveTo>
                  <a:lnTo>
                    <a:pt x="2743200" y="0"/>
                  </a:lnTo>
                </a:path>
              </a:pathLst>
            </a:custGeom>
            <a:ln w="12700">
              <a:solidFill>
                <a:srgbClr val="070154"/>
              </a:solidFill>
              <a:prstDash val="dash"/>
            </a:ln>
          </p:spPr>
        </p:sp>
        <p:sp>
          <p:nvSpPr>
            <p:cNvPr id="80" name="node22.head-end.0"/>
            <p:cNvSpPr/>
            <p:nvPr/>
          </p:nvSpPr>
          <p:spPr>
            <a:xfrm>
              <a:off x="5217883" y="3086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1" name="node22.head-end.1"/>
            <p:cNvSpPr/>
            <p:nvPr/>
          </p:nvSpPr>
          <p:spPr>
            <a:xfrm>
              <a:off x="5217883" y="3043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65" name="node23"/>
          <p:cNvGrpSpPr/>
          <p:nvPr/>
        </p:nvGrpSpPr>
        <p:grpSpPr>
          <a:xfrm>
            <a:off x="3810000" y="3886200"/>
            <a:ext cx="1257300" cy="385521"/>
            <a:chOff x="3810000" y="3886200"/>
            <a:chExt cx="1257300" cy="385521"/>
          </a:xfrm>
        </p:grpSpPr>
        <p:sp>
          <p:nvSpPr>
            <p:cNvPr id="82" name="node23.segment-1"/>
            <p:cNvSpPr/>
            <p:nvPr/>
          </p:nvSpPr>
          <p:spPr>
            <a:xfrm>
              <a:off x="3810000" y="3886200"/>
              <a:ext cx="0" cy="342900"/>
            </a:xfrm>
            <a:custGeom>
              <a:avLst/>
              <a:gdLst/>
              <a:ahLst/>
              <a:cxnLst/>
              <a:rect l="l" t="t" r="r" b="b"/>
              <a:pathLst>
                <a:path h="342900">
                  <a:moveTo>
                    <a:pt x="0" y="0"/>
                  </a:moveTo>
                  <a:lnTo>
                    <a:pt x="0" y="342900"/>
                  </a:lnTo>
                </a:path>
              </a:pathLst>
            </a:custGeom>
            <a:ln w="19050">
              <a:solidFill>
                <a:srgbClr val="070154"/>
              </a:solidFill>
              <a:prstDash val="sysDot"/>
            </a:ln>
          </p:spPr>
        </p:sp>
        <p:sp>
          <p:nvSpPr>
            <p:cNvPr id="83" name="node23.segment-2"/>
            <p:cNvSpPr/>
            <p:nvPr/>
          </p:nvSpPr>
          <p:spPr>
            <a:xfrm>
              <a:off x="3810000" y="4229100"/>
              <a:ext cx="1257300" cy="0"/>
            </a:xfrm>
            <a:custGeom>
              <a:avLst/>
              <a:gdLst/>
              <a:ahLst/>
              <a:cxnLst/>
              <a:rect l="l" t="t" r="r" b="b"/>
              <a:pathLst>
                <a:path w="1257300">
                  <a:moveTo>
                    <a:pt x="0" y="0"/>
                  </a:moveTo>
                  <a:lnTo>
                    <a:pt x="1257300" y="0"/>
                  </a:lnTo>
                </a:path>
              </a:pathLst>
            </a:custGeom>
            <a:ln w="19050">
              <a:solidFill>
                <a:srgbClr val="070154"/>
              </a:solidFill>
              <a:prstDash val="sysDot"/>
            </a:ln>
          </p:spPr>
        </p:sp>
        <p:sp>
          <p:nvSpPr>
            <p:cNvPr id="84" name="node23.head-end.0"/>
            <p:cNvSpPr/>
            <p:nvPr/>
          </p:nvSpPr>
          <p:spPr>
            <a:xfrm>
              <a:off x="4989283" y="4229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5" name="node23.head-end.1"/>
            <p:cNvSpPr/>
            <p:nvPr/>
          </p:nvSpPr>
          <p:spPr>
            <a:xfrm>
              <a:off x="4989283" y="4186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66" name="node24"/>
          <p:cNvGrpSpPr/>
          <p:nvPr/>
        </p:nvGrpSpPr>
        <p:grpSpPr>
          <a:xfrm>
            <a:off x="7124700" y="2700579"/>
            <a:ext cx="457200" cy="85242"/>
            <a:chOff x="7124700" y="2700579"/>
            <a:chExt cx="457200" cy="85242"/>
          </a:xfrm>
        </p:grpSpPr>
        <p:sp>
          <p:nvSpPr>
            <p:cNvPr id="86" name="node24.segment-1"/>
            <p:cNvSpPr/>
            <p:nvPr/>
          </p:nvSpPr>
          <p:spPr>
            <a:xfrm>
              <a:off x="71247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87" name="node24.head-end.0"/>
            <p:cNvSpPr/>
            <p:nvPr/>
          </p:nvSpPr>
          <p:spPr>
            <a:xfrm>
              <a:off x="75038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8" name="node24.head-end.1"/>
            <p:cNvSpPr/>
            <p:nvPr/>
          </p:nvSpPr>
          <p:spPr>
            <a:xfrm>
              <a:off x="75038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89" name="node24.head-start.0"/>
            <p:cNvSpPr/>
            <p:nvPr/>
          </p:nvSpPr>
          <p:spPr>
            <a:xfrm>
              <a:off x="7124700" y="27005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90" name="node24.head-start.1"/>
            <p:cNvSpPr/>
            <p:nvPr/>
          </p:nvSpPr>
          <p:spPr>
            <a:xfrm>
              <a:off x="7124700" y="27432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67" name="node25"/>
          <p:cNvGrpSpPr/>
          <p:nvPr/>
        </p:nvGrpSpPr>
        <p:grpSpPr>
          <a:xfrm>
            <a:off x="723900" y="2286000"/>
            <a:ext cx="1600200" cy="685800"/>
            <a:chOff x="723900" y="2286000"/>
            <a:chExt cx="1600200" cy="685800"/>
          </a:xfrm>
        </p:grpSpPr>
        <p:sp>
          <p:nvSpPr>
            <p:cNvPr id="91" name="node25.surface"/>
            <p:cNvSpPr/>
            <p:nvPr/>
          </p:nvSpPr>
          <p:spPr>
            <a:xfrm>
              <a:off x="723900" y="2286000"/>
              <a:ext cx="1600200" cy="685800"/>
            </a:xfrm>
            <a:prstGeom prst="rect">
              <a:avLst/>
            </a:prstGeom>
            <a:solidFill>
              <a:srgbClr val="070154"/>
            </a:solidFill>
            <a:ln>
              <a:noFill/>
            </a:ln>
          </p:spPr>
        </p:sp>
        <p:sp>
          <p:nvSpPr>
            <p:cNvPr id="92" name="node25.text"/>
            <p:cNvSpPr/>
            <p:nvPr/>
          </p:nvSpPr>
          <p:spPr>
            <a:xfrm>
              <a:off x="876300" y="25146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Custom CRM</a:t>
              </a:r>
              <a:endParaRPr lang="en-US" sz="1200" spc="0" kern="0" b="0" i="0" dirty="0">
                <a:solidFill>
                  <a:srgbClr val="FFFFFF"/>
                </a:solidFill>
                <a:latin typeface="IBM Plex Sans"/>
                <a:ea typeface="IBM Plex Sans"/>
                <a:cs typeface="IBM Plex Sans"/>
              </a:endParaRPr>
            </a:p>
          </p:txBody>
        </p:sp>
      </p:grpSp>
      <p:grpSp>
        <p:nvGrpSpPr>
          <p:cNvPr id="168" name="node26"/>
          <p:cNvGrpSpPr/>
          <p:nvPr/>
        </p:nvGrpSpPr>
        <p:grpSpPr>
          <a:xfrm>
            <a:off x="723900" y="3429000"/>
            <a:ext cx="1828800" cy="457200"/>
            <a:chOff x="723900" y="3429000"/>
            <a:chExt cx="1828800" cy="457200"/>
          </a:xfrm>
        </p:grpSpPr>
        <p:sp>
          <p:nvSpPr>
            <p:cNvPr id="93" name="node26.surface"/>
            <p:cNvSpPr/>
            <p:nvPr/>
          </p:nvSpPr>
          <p:spPr>
            <a:xfrm>
              <a:off x="730250" y="3435350"/>
              <a:ext cx="1816100" cy="444500"/>
            </a:xfrm>
            <a:prstGeom prst="rect">
              <a:avLst/>
            </a:prstGeom>
            <a:solidFill>
              <a:srgbClr val="FFFFFF"/>
            </a:solidFill>
            <a:ln w="12700">
              <a:solidFill>
                <a:srgbClr val="CED7E6"/>
              </a:solidFill>
              <a:prstDash val="solid"/>
            </a:ln>
          </p:spPr>
        </p:sp>
        <p:sp>
          <p:nvSpPr>
            <p:cNvPr id="94" name="node26.text"/>
            <p:cNvSpPr/>
            <p:nvPr/>
          </p:nvSpPr>
          <p:spPr>
            <a:xfrm>
              <a:off x="876300" y="35433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Pricing spreadsheet</a:t>
              </a:r>
              <a:endParaRPr lang="en-US" sz="1200" spc="0" kern="0" b="0" i="0" dirty="0">
                <a:solidFill>
                  <a:srgbClr val="070154"/>
                </a:solidFill>
                <a:latin typeface="IBM Plex Sans"/>
                <a:ea typeface="IBM Plex Sans"/>
                <a:cs typeface="IBM Plex Sans"/>
              </a:endParaRPr>
            </a:p>
          </p:txBody>
        </p:sp>
      </p:grpSp>
      <p:grpSp>
        <p:nvGrpSpPr>
          <p:cNvPr id="169" name="node27"/>
          <p:cNvGrpSpPr/>
          <p:nvPr/>
        </p:nvGrpSpPr>
        <p:grpSpPr>
          <a:xfrm>
            <a:off x="3009900" y="2286000"/>
            <a:ext cx="1828800" cy="457200"/>
            <a:chOff x="3009900" y="2286000"/>
            <a:chExt cx="1828800" cy="457200"/>
          </a:xfrm>
        </p:grpSpPr>
        <p:sp>
          <p:nvSpPr>
            <p:cNvPr id="95" name="node27.surface"/>
            <p:cNvSpPr/>
            <p:nvPr/>
          </p:nvSpPr>
          <p:spPr>
            <a:xfrm>
              <a:off x="3009900" y="2286000"/>
              <a:ext cx="1828800" cy="457200"/>
            </a:xfrm>
            <a:prstGeom prst="rect">
              <a:avLst/>
            </a:prstGeom>
            <a:solidFill>
              <a:srgbClr val="070154"/>
            </a:solidFill>
            <a:ln>
              <a:noFill/>
            </a:ln>
          </p:spPr>
        </p:sp>
        <p:sp>
          <p:nvSpPr>
            <p:cNvPr id="96" name="node27.text"/>
            <p:cNvSpPr/>
            <p:nvPr/>
          </p:nvSpPr>
          <p:spPr>
            <a:xfrm>
              <a:off x="3162300" y="24003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Legacy order entry</a:t>
              </a:r>
              <a:endParaRPr lang="en-US" sz="1200" spc="0" kern="0" b="0" i="0" dirty="0">
                <a:solidFill>
                  <a:srgbClr val="FFFFFF"/>
                </a:solidFill>
                <a:latin typeface="IBM Plex Sans"/>
                <a:ea typeface="IBM Plex Sans"/>
                <a:cs typeface="IBM Plex Sans"/>
              </a:endParaRPr>
            </a:p>
          </p:txBody>
        </p:sp>
      </p:grpSp>
      <p:grpSp>
        <p:nvGrpSpPr>
          <p:cNvPr id="170" name="node28"/>
          <p:cNvGrpSpPr/>
          <p:nvPr/>
        </p:nvGrpSpPr>
        <p:grpSpPr>
          <a:xfrm>
            <a:off x="2781300" y="3200400"/>
            <a:ext cx="2057400" cy="685800"/>
            <a:chOff x="2781300" y="3200400"/>
            <a:chExt cx="2057400" cy="685800"/>
          </a:xfrm>
        </p:grpSpPr>
        <p:sp>
          <p:nvSpPr>
            <p:cNvPr id="97" name="node28.surface"/>
            <p:cNvSpPr/>
            <p:nvPr/>
          </p:nvSpPr>
          <p:spPr>
            <a:xfrm>
              <a:off x="2781300" y="3200400"/>
              <a:ext cx="2057400" cy="685800"/>
            </a:xfrm>
            <a:prstGeom prst="rect">
              <a:avLst/>
            </a:prstGeom>
            <a:solidFill>
              <a:srgbClr val="CED7E6"/>
            </a:solidFill>
            <a:ln>
              <a:noFill/>
            </a:ln>
          </p:spPr>
        </p:sp>
        <p:sp>
          <p:nvSpPr>
            <p:cNvPr id="98" name="node28.text"/>
            <p:cNvSpPr/>
            <p:nvPr/>
          </p:nvSpPr>
          <p:spPr>
            <a:xfrm>
              <a:off x="2933700" y="34290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Order workbench</a:t>
              </a:r>
              <a:endParaRPr lang="en-US" sz="1200" spc="0" kern="0" b="0" i="0" dirty="0">
                <a:solidFill>
                  <a:srgbClr val="070154"/>
                </a:solidFill>
                <a:latin typeface="IBM Plex Sans"/>
                <a:ea typeface="IBM Plex Sans"/>
                <a:cs typeface="IBM Plex Sans"/>
              </a:endParaRPr>
            </a:p>
          </p:txBody>
        </p:sp>
      </p:grpSp>
      <p:grpSp>
        <p:nvGrpSpPr>
          <p:cNvPr id="171" name="node29"/>
          <p:cNvGrpSpPr/>
          <p:nvPr/>
        </p:nvGrpSpPr>
        <p:grpSpPr>
          <a:xfrm>
            <a:off x="5295900" y="2514600"/>
            <a:ext cx="1828800" cy="914400"/>
            <a:chOff x="5295900" y="2514600"/>
            <a:chExt cx="1828800" cy="914400"/>
          </a:xfrm>
        </p:grpSpPr>
        <p:sp>
          <p:nvSpPr>
            <p:cNvPr id="99" name="node29.surface"/>
            <p:cNvSpPr/>
            <p:nvPr/>
          </p:nvSpPr>
          <p:spPr>
            <a:xfrm>
              <a:off x="5295900" y="2514600"/>
              <a:ext cx="1828800" cy="914400"/>
            </a:xfrm>
            <a:prstGeom prst="rect">
              <a:avLst/>
            </a:prstGeom>
            <a:solidFill>
              <a:srgbClr val="070154"/>
            </a:solidFill>
            <a:ln>
              <a:noFill/>
            </a:ln>
          </p:spPr>
        </p:sp>
        <p:sp>
          <p:nvSpPr>
            <p:cNvPr id="100" name="node29.text"/>
            <p:cNvSpPr/>
            <p:nvPr/>
          </p:nvSpPr>
          <p:spPr>
            <a:xfrm>
              <a:off x="5448300" y="28575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Legacy ERP</a:t>
              </a:r>
              <a:endParaRPr lang="en-US" sz="1200" spc="0" kern="0" b="0" i="0" dirty="0">
                <a:solidFill>
                  <a:srgbClr val="FFFFFF"/>
                </a:solidFill>
                <a:latin typeface="IBM Plex Sans"/>
                <a:ea typeface="IBM Plex Sans"/>
                <a:cs typeface="IBM Plex Sans"/>
              </a:endParaRPr>
            </a:p>
          </p:txBody>
        </p:sp>
      </p:grpSp>
      <p:grpSp>
        <p:nvGrpSpPr>
          <p:cNvPr id="172" name="node30"/>
          <p:cNvGrpSpPr/>
          <p:nvPr/>
        </p:nvGrpSpPr>
        <p:grpSpPr>
          <a:xfrm>
            <a:off x="5067300" y="4114800"/>
            <a:ext cx="1828800" cy="457200"/>
            <a:chOff x="5067300" y="4114800"/>
            <a:chExt cx="1828800" cy="457200"/>
          </a:xfrm>
        </p:grpSpPr>
        <p:sp>
          <p:nvSpPr>
            <p:cNvPr id="101" name="node30.surface"/>
            <p:cNvSpPr/>
            <p:nvPr/>
          </p:nvSpPr>
          <p:spPr>
            <a:xfrm>
              <a:off x="5067300" y="4114800"/>
              <a:ext cx="1828800" cy="457200"/>
            </a:xfrm>
            <a:prstGeom prst="rect">
              <a:avLst/>
            </a:prstGeom>
            <a:solidFill>
              <a:srgbClr val="E8EEF8"/>
            </a:solidFill>
            <a:ln>
              <a:noFill/>
            </a:ln>
          </p:spPr>
        </p:sp>
        <p:sp>
          <p:nvSpPr>
            <p:cNvPr id="102" name="node30.text"/>
            <p:cNvSpPr/>
            <p:nvPr/>
          </p:nvSpPr>
          <p:spPr>
            <a:xfrm>
              <a:off x="5219700" y="42291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Warehouse system</a:t>
              </a:r>
              <a:endParaRPr lang="en-US" sz="1200" spc="0" kern="0" b="0" i="0" dirty="0">
                <a:solidFill>
                  <a:srgbClr val="070154"/>
                </a:solidFill>
                <a:latin typeface="IBM Plex Sans"/>
                <a:ea typeface="IBM Plex Sans"/>
                <a:cs typeface="IBM Plex Sans"/>
              </a:endParaRPr>
            </a:p>
          </p:txBody>
        </p:sp>
      </p:grpSp>
      <p:grpSp>
        <p:nvGrpSpPr>
          <p:cNvPr id="173" name="node31"/>
          <p:cNvGrpSpPr/>
          <p:nvPr/>
        </p:nvGrpSpPr>
        <p:grpSpPr>
          <a:xfrm>
            <a:off x="7581900" y="2286000"/>
            <a:ext cx="1600200" cy="457200"/>
            <a:chOff x="7581900" y="2286000"/>
            <a:chExt cx="1600200" cy="457200"/>
          </a:xfrm>
        </p:grpSpPr>
        <p:sp>
          <p:nvSpPr>
            <p:cNvPr id="103" name="node31.surface"/>
            <p:cNvSpPr/>
            <p:nvPr/>
          </p:nvSpPr>
          <p:spPr>
            <a:xfrm>
              <a:off x="7581900" y="2286000"/>
              <a:ext cx="1600200" cy="457200"/>
            </a:xfrm>
            <a:prstGeom prst="rect">
              <a:avLst/>
            </a:prstGeom>
            <a:solidFill>
              <a:srgbClr val="E8EEF8"/>
            </a:solidFill>
            <a:ln>
              <a:noFill/>
            </a:ln>
          </p:spPr>
        </p:sp>
        <p:sp>
          <p:nvSpPr>
            <p:cNvPr id="104" name="node31.text"/>
            <p:cNvSpPr/>
            <p:nvPr/>
          </p:nvSpPr>
          <p:spPr>
            <a:xfrm>
              <a:off x="7734300" y="24003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Carrier portal</a:t>
              </a:r>
              <a:endParaRPr lang="en-US" sz="1200" spc="0" kern="0" b="0" i="0" dirty="0">
                <a:solidFill>
                  <a:srgbClr val="070154"/>
                </a:solidFill>
                <a:latin typeface="IBM Plex Sans"/>
                <a:ea typeface="IBM Plex Sans"/>
                <a:cs typeface="IBM Plex Sans"/>
              </a:endParaRPr>
            </a:p>
          </p:txBody>
        </p:sp>
      </p:grpSp>
      <p:grpSp>
        <p:nvGrpSpPr>
          <p:cNvPr id="174" name="node32"/>
          <p:cNvGrpSpPr/>
          <p:nvPr/>
        </p:nvGrpSpPr>
        <p:grpSpPr>
          <a:xfrm>
            <a:off x="7353300" y="3200400"/>
            <a:ext cx="2057400" cy="457200"/>
            <a:chOff x="7353300" y="3200400"/>
            <a:chExt cx="2057400" cy="457200"/>
          </a:xfrm>
        </p:grpSpPr>
        <p:sp>
          <p:nvSpPr>
            <p:cNvPr id="105" name="node32.surface"/>
            <p:cNvSpPr/>
            <p:nvPr/>
          </p:nvSpPr>
          <p:spPr>
            <a:xfrm>
              <a:off x="7353300" y="3200400"/>
              <a:ext cx="2057400" cy="457200"/>
            </a:xfrm>
            <a:prstGeom prst="rect">
              <a:avLst/>
            </a:prstGeom>
            <a:solidFill>
              <a:srgbClr val="070154"/>
            </a:solidFill>
            <a:ln>
              <a:noFill/>
            </a:ln>
          </p:spPr>
        </p:sp>
        <p:sp>
          <p:nvSpPr>
            <p:cNvPr id="106" name="node32.text"/>
            <p:cNvSpPr/>
            <p:nvPr/>
          </p:nvSpPr>
          <p:spPr>
            <a:xfrm>
              <a:off x="7505700" y="33147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Legacy billing</a:t>
              </a:r>
              <a:endParaRPr lang="en-US" sz="1200" spc="0" kern="0" b="0" i="0" dirty="0">
                <a:solidFill>
                  <a:srgbClr val="FFFFFF"/>
                </a:solidFill>
                <a:latin typeface="IBM Plex Sans"/>
                <a:ea typeface="IBM Plex Sans"/>
                <a:cs typeface="IBM Plex Sans"/>
              </a:endParaRPr>
            </a:p>
          </p:txBody>
        </p:sp>
      </p:grpSp>
      <p:grpSp>
        <p:nvGrpSpPr>
          <p:cNvPr id="175" name="node33"/>
          <p:cNvGrpSpPr/>
          <p:nvPr/>
        </p:nvGrpSpPr>
        <p:grpSpPr>
          <a:xfrm>
            <a:off x="7581900" y="3886200"/>
            <a:ext cx="1600200" cy="685800"/>
            <a:chOff x="7581900" y="3886200"/>
            <a:chExt cx="1600200" cy="685800"/>
          </a:xfrm>
        </p:grpSpPr>
        <p:sp>
          <p:nvSpPr>
            <p:cNvPr id="107" name="node33.surface"/>
            <p:cNvSpPr/>
            <p:nvPr/>
          </p:nvSpPr>
          <p:spPr>
            <a:xfrm>
              <a:off x="7581900" y="3886200"/>
              <a:ext cx="1600200" cy="685800"/>
            </a:xfrm>
            <a:prstGeom prst="can">
              <a:avLst/>
            </a:prstGeom>
            <a:solidFill>
              <a:srgbClr val="CED7E6"/>
            </a:solidFill>
            <a:ln w="9525">
              <a:solidFill>
                <a:srgbClr val="070154"/>
              </a:solidFill>
              <a:prstDash val="solid"/>
            </a:ln>
          </p:spPr>
        </p:sp>
        <p:sp>
          <p:nvSpPr>
            <p:cNvPr id="108" name="node33.text"/>
            <p:cNvSpPr/>
            <p:nvPr/>
          </p:nvSpPr>
          <p:spPr>
            <a:xfrm>
              <a:off x="7581900" y="4162806"/>
              <a:ext cx="1600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Shadow database</a:t>
              </a:r>
              <a:endParaRPr lang="en-US" sz="1200" spc="0" kern="0" b="0" i="0" dirty="0">
                <a:solidFill>
                  <a:srgbClr val="070154"/>
                </a:solidFill>
                <a:latin typeface="IBM Plex Sans SemiBold"/>
                <a:ea typeface="IBM Plex Sans SemiBold"/>
                <a:cs typeface="IBM Plex Sans SemiBold"/>
              </a:endParaRPr>
            </a:p>
          </p:txBody>
        </p:sp>
      </p:grpSp>
      <p:grpSp>
        <p:nvGrpSpPr>
          <p:cNvPr id="176" name="node34"/>
          <p:cNvGrpSpPr/>
          <p:nvPr/>
        </p:nvGrpSpPr>
        <p:grpSpPr>
          <a:xfrm>
            <a:off x="9639300" y="2286000"/>
            <a:ext cx="1828800" cy="457200"/>
            <a:chOff x="9639300" y="2286000"/>
            <a:chExt cx="1828800" cy="457200"/>
          </a:xfrm>
        </p:grpSpPr>
        <p:sp>
          <p:nvSpPr>
            <p:cNvPr id="109" name="node34.surface"/>
            <p:cNvSpPr/>
            <p:nvPr/>
          </p:nvSpPr>
          <p:spPr>
            <a:xfrm>
              <a:off x="9645650" y="2292350"/>
              <a:ext cx="1816100" cy="444500"/>
            </a:xfrm>
            <a:prstGeom prst="rect">
              <a:avLst/>
            </a:prstGeom>
            <a:solidFill>
              <a:srgbClr val="FFFFFF"/>
            </a:solidFill>
            <a:ln w="12700">
              <a:solidFill>
                <a:srgbClr val="CED7E6"/>
              </a:solidFill>
              <a:prstDash val="solid"/>
            </a:ln>
          </p:spPr>
        </p:sp>
        <p:sp>
          <p:nvSpPr>
            <p:cNvPr id="110" name="node34.text"/>
            <p:cNvSpPr/>
            <p:nvPr/>
          </p:nvSpPr>
          <p:spPr>
            <a:xfrm>
              <a:off x="9791700" y="24003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Shared inbox</a:t>
              </a:r>
              <a:endParaRPr lang="en-US" sz="1200" spc="0" kern="0" b="0" i="0" dirty="0">
                <a:solidFill>
                  <a:srgbClr val="070154"/>
                </a:solidFill>
                <a:latin typeface="IBM Plex Sans"/>
                <a:ea typeface="IBM Plex Sans"/>
                <a:cs typeface="IBM Plex Sans"/>
              </a:endParaRPr>
            </a:p>
          </p:txBody>
        </p:sp>
      </p:grpSp>
      <p:grpSp>
        <p:nvGrpSpPr>
          <p:cNvPr id="177" name="node35"/>
          <p:cNvGrpSpPr/>
          <p:nvPr/>
        </p:nvGrpSpPr>
        <p:grpSpPr>
          <a:xfrm>
            <a:off x="9867900" y="3200400"/>
            <a:ext cx="1600200" cy="685800"/>
            <a:chOff x="9867900" y="3200400"/>
            <a:chExt cx="1600200" cy="685800"/>
          </a:xfrm>
        </p:grpSpPr>
        <p:sp>
          <p:nvSpPr>
            <p:cNvPr id="111" name="node35.surface"/>
            <p:cNvSpPr/>
            <p:nvPr/>
          </p:nvSpPr>
          <p:spPr>
            <a:xfrm>
              <a:off x="9867900" y="3200400"/>
              <a:ext cx="1600200" cy="685800"/>
            </a:xfrm>
            <a:prstGeom prst="rect">
              <a:avLst/>
            </a:prstGeom>
            <a:solidFill>
              <a:srgbClr val="CED7E6"/>
            </a:solidFill>
            <a:ln>
              <a:noFill/>
            </a:ln>
          </p:spPr>
        </p:sp>
        <p:sp>
          <p:nvSpPr>
            <p:cNvPr id="112" name="node35.text"/>
            <p:cNvSpPr/>
            <p:nvPr/>
          </p:nvSpPr>
          <p:spPr>
            <a:xfrm>
              <a:off x="10020300" y="3314700"/>
              <a:ext cx="12954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Spreadsheet trackers</a:t>
              </a:r>
              <a:endParaRPr lang="en-US" sz="1200" spc="0" kern="0" b="0" i="0" dirty="0">
                <a:solidFill>
                  <a:srgbClr val="070154"/>
                </a:solidFill>
                <a:latin typeface="IBM Plex Sans"/>
                <a:ea typeface="IBM Plex Sans"/>
                <a:cs typeface="IBM Plex Sans"/>
              </a:endParaRPr>
            </a:p>
          </p:txBody>
        </p:sp>
      </p:grpSp>
      <p:grpSp>
        <p:nvGrpSpPr>
          <p:cNvPr id="178" name="node36"/>
          <p:cNvGrpSpPr/>
          <p:nvPr/>
        </p:nvGrpSpPr>
        <p:grpSpPr>
          <a:xfrm>
            <a:off x="9639300" y="4114800"/>
            <a:ext cx="1828800" cy="457200"/>
            <a:chOff x="9639300" y="4114800"/>
            <a:chExt cx="1828800" cy="457200"/>
          </a:xfrm>
        </p:grpSpPr>
        <p:sp>
          <p:nvSpPr>
            <p:cNvPr id="113" name="node36.surface"/>
            <p:cNvSpPr/>
            <p:nvPr/>
          </p:nvSpPr>
          <p:spPr>
            <a:xfrm>
              <a:off x="9639300" y="4114800"/>
              <a:ext cx="1828800" cy="457200"/>
            </a:xfrm>
            <a:prstGeom prst="rect">
              <a:avLst/>
            </a:prstGeom>
            <a:solidFill>
              <a:srgbClr val="E8EEF8"/>
            </a:solidFill>
            <a:ln>
              <a:noFill/>
            </a:ln>
          </p:spPr>
        </p:sp>
        <p:sp>
          <p:nvSpPr>
            <p:cNvPr id="114" name="node36.text"/>
            <p:cNvSpPr/>
            <p:nvPr/>
          </p:nvSpPr>
          <p:spPr>
            <a:xfrm>
              <a:off x="9791700" y="42291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Lockbox portal</a:t>
              </a:r>
              <a:endParaRPr lang="en-US" sz="1200" spc="0" kern="0" b="0" i="0" dirty="0">
                <a:solidFill>
                  <a:srgbClr val="070154"/>
                </a:solidFill>
                <a:latin typeface="IBM Plex Sans"/>
                <a:ea typeface="IBM Plex Sans"/>
                <a:cs typeface="IBM Plex Sans"/>
              </a:endParaRPr>
            </a:p>
          </p:txBody>
        </p:sp>
      </p:grpSp>
      <p:grpSp>
        <p:nvGrpSpPr>
          <p:cNvPr id="179" name="node37"/>
          <p:cNvGrpSpPr/>
          <p:nvPr/>
        </p:nvGrpSpPr>
        <p:grpSpPr>
          <a:xfrm>
            <a:off x="6667500" y="2514600"/>
            <a:ext cx="228600" cy="228600"/>
            <a:chOff x="6667500" y="2514600"/>
            <a:chExt cx="228600" cy="228600"/>
          </a:xfrm>
        </p:grpSpPr>
        <p:sp>
          <p:nvSpPr>
            <p:cNvPr id="115" name="node37.surface"/>
            <p:cNvSpPr/>
            <p:nvPr/>
          </p:nvSpPr>
          <p:spPr>
            <a:xfrm>
              <a:off x="6667500" y="2514600"/>
              <a:ext cx="228600" cy="228600"/>
            </a:xfrm>
            <a:prstGeom prst="rect">
              <a:avLst/>
            </a:prstGeom>
            <a:solidFill>
              <a:srgbClr val="F900D3"/>
            </a:solidFill>
            <a:ln>
              <a:noFill/>
            </a:ln>
          </p:spPr>
        </p:sp>
        <p:sp>
          <p:nvSpPr>
            <p:cNvPr id="116" name="node37.text"/>
            <p:cNvSpPr/>
            <p:nvPr/>
          </p:nvSpPr>
          <p:spPr>
            <a:xfrm>
              <a:off x="6705600" y="25527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180" name="node38"/>
          <p:cNvGrpSpPr/>
          <p:nvPr/>
        </p:nvGrpSpPr>
        <p:grpSpPr>
          <a:xfrm>
            <a:off x="4610100" y="3200400"/>
            <a:ext cx="228600" cy="228600"/>
            <a:chOff x="4610100" y="3200400"/>
            <a:chExt cx="228600" cy="228600"/>
          </a:xfrm>
        </p:grpSpPr>
        <p:sp>
          <p:nvSpPr>
            <p:cNvPr id="117" name="node38.surface"/>
            <p:cNvSpPr/>
            <p:nvPr/>
          </p:nvSpPr>
          <p:spPr>
            <a:xfrm>
              <a:off x="4610100" y="3200400"/>
              <a:ext cx="228600" cy="228600"/>
            </a:xfrm>
            <a:prstGeom prst="rect">
              <a:avLst/>
            </a:prstGeom>
            <a:solidFill>
              <a:srgbClr val="F900D3"/>
            </a:solidFill>
            <a:ln>
              <a:noFill/>
            </a:ln>
          </p:spPr>
        </p:sp>
        <p:sp>
          <p:nvSpPr>
            <p:cNvPr id="118" name="node38.text"/>
            <p:cNvSpPr/>
            <p:nvPr/>
          </p:nvSpPr>
          <p:spPr>
            <a:xfrm>
              <a:off x="4648200" y="32385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181" name="node39"/>
          <p:cNvGrpSpPr/>
          <p:nvPr/>
        </p:nvGrpSpPr>
        <p:grpSpPr>
          <a:xfrm>
            <a:off x="8953500" y="3200400"/>
            <a:ext cx="228600" cy="228600"/>
            <a:chOff x="8953500" y="3200400"/>
            <a:chExt cx="228600" cy="228600"/>
          </a:xfrm>
        </p:grpSpPr>
        <p:sp>
          <p:nvSpPr>
            <p:cNvPr id="119" name="node39.surface"/>
            <p:cNvSpPr/>
            <p:nvPr/>
          </p:nvSpPr>
          <p:spPr>
            <a:xfrm>
              <a:off x="8953500" y="3200400"/>
              <a:ext cx="228600" cy="228600"/>
            </a:xfrm>
            <a:prstGeom prst="rect">
              <a:avLst/>
            </a:prstGeom>
            <a:solidFill>
              <a:srgbClr val="F900D3"/>
            </a:solidFill>
            <a:ln>
              <a:noFill/>
            </a:ln>
          </p:spPr>
        </p:sp>
        <p:sp>
          <p:nvSpPr>
            <p:cNvPr id="120" name="node39.text"/>
            <p:cNvSpPr/>
            <p:nvPr/>
          </p:nvSpPr>
          <p:spPr>
            <a:xfrm>
              <a:off x="8991600" y="32385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182" name="node40"/>
          <p:cNvGrpSpPr/>
          <p:nvPr/>
        </p:nvGrpSpPr>
        <p:grpSpPr>
          <a:xfrm>
            <a:off x="8953500" y="3886200"/>
            <a:ext cx="228600" cy="228600"/>
            <a:chOff x="8953500" y="3886200"/>
            <a:chExt cx="228600" cy="228600"/>
          </a:xfrm>
        </p:grpSpPr>
        <p:sp>
          <p:nvSpPr>
            <p:cNvPr id="121" name="node40.surface"/>
            <p:cNvSpPr/>
            <p:nvPr/>
          </p:nvSpPr>
          <p:spPr>
            <a:xfrm>
              <a:off x="8953500" y="3886200"/>
              <a:ext cx="228600" cy="228600"/>
            </a:xfrm>
            <a:prstGeom prst="rect">
              <a:avLst/>
            </a:prstGeom>
            <a:solidFill>
              <a:srgbClr val="F900D3"/>
            </a:solidFill>
            <a:ln>
              <a:noFill/>
            </a:ln>
          </p:spPr>
        </p:sp>
        <p:sp>
          <p:nvSpPr>
            <p:cNvPr id="122" name="node40.text"/>
            <p:cNvSpPr/>
            <p:nvPr/>
          </p:nvSpPr>
          <p:spPr>
            <a:xfrm>
              <a:off x="8991600" y="39243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183" name="node41"/>
          <p:cNvGrpSpPr/>
          <p:nvPr/>
        </p:nvGrpSpPr>
        <p:grpSpPr>
          <a:xfrm>
            <a:off x="11239500" y="3200400"/>
            <a:ext cx="228600" cy="228600"/>
            <a:chOff x="11239500" y="3200400"/>
            <a:chExt cx="228600" cy="228600"/>
          </a:xfrm>
        </p:grpSpPr>
        <p:sp>
          <p:nvSpPr>
            <p:cNvPr id="123" name="node41.surface"/>
            <p:cNvSpPr/>
            <p:nvPr/>
          </p:nvSpPr>
          <p:spPr>
            <a:xfrm>
              <a:off x="11239500" y="3200400"/>
              <a:ext cx="228600" cy="228600"/>
            </a:xfrm>
            <a:prstGeom prst="rect">
              <a:avLst/>
            </a:prstGeom>
            <a:solidFill>
              <a:srgbClr val="F900D3"/>
            </a:solidFill>
            <a:ln>
              <a:noFill/>
            </a:ln>
          </p:spPr>
        </p:sp>
        <p:sp>
          <p:nvSpPr>
            <p:cNvPr id="124" name="node41.text"/>
            <p:cNvSpPr/>
            <p:nvPr/>
          </p:nvSpPr>
          <p:spPr>
            <a:xfrm>
              <a:off x="11277600" y="32385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184" name="node42"/>
          <p:cNvGrpSpPr/>
          <p:nvPr/>
        </p:nvGrpSpPr>
        <p:grpSpPr>
          <a:xfrm>
            <a:off x="723900" y="4800600"/>
            <a:ext cx="1447800" cy="152400"/>
            <a:chOff x="723900" y="4800600"/>
            <a:chExt cx="1447800" cy="152400"/>
          </a:xfrm>
        </p:grpSpPr>
        <p:sp>
          <p:nvSpPr>
            <p:cNvPr id="125" name="node42.text"/>
            <p:cNvSpPr/>
            <p:nvPr/>
          </p:nvSpPr>
          <p:spPr>
            <a:xfrm>
              <a:off x="723900" y="48006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CONNECTION TYPE</a:t>
              </a:r>
              <a:endParaRPr lang="en-US" sz="900" spc="54" kern="0" b="0" i="0" dirty="0">
                <a:solidFill>
                  <a:srgbClr val="50658E"/>
                </a:solidFill>
                <a:latin typeface="IBM Plex Mono Medium"/>
                <a:ea typeface="IBM Plex Mono Medium"/>
                <a:cs typeface="IBM Plex Mono Medium"/>
              </a:endParaRPr>
            </a:p>
          </p:txBody>
        </p:sp>
      </p:grpSp>
      <p:grpSp>
        <p:nvGrpSpPr>
          <p:cNvPr id="185" name="node43"/>
          <p:cNvGrpSpPr/>
          <p:nvPr/>
        </p:nvGrpSpPr>
        <p:grpSpPr>
          <a:xfrm>
            <a:off x="2247900" y="4914900"/>
            <a:ext cx="457200" cy="1"/>
            <a:chOff x="2247900" y="4914900"/>
            <a:chExt cx="457200" cy="1"/>
          </a:xfrm>
        </p:grpSpPr>
        <p:sp>
          <p:nvSpPr>
            <p:cNvPr id="126" name="node43.segment-1"/>
            <p:cNvSpPr/>
            <p:nvPr/>
          </p:nvSpPr>
          <p:spPr>
            <a:xfrm>
              <a:off x="2247900" y="4914900"/>
              <a:ext cx="457200" cy="0"/>
            </a:xfrm>
            <a:custGeom>
              <a:avLst/>
              <a:gdLst/>
              <a:ahLst/>
              <a:cxnLst/>
              <a:rect l="l" t="t" r="r" b="b"/>
              <a:pathLst>
                <a:path w="457200">
                  <a:moveTo>
                    <a:pt x="0" y="0"/>
                  </a:moveTo>
                  <a:lnTo>
                    <a:pt x="457200" y="0"/>
                  </a:lnTo>
                </a:path>
              </a:pathLst>
            </a:custGeom>
            <a:ln w="12700">
              <a:solidFill>
                <a:srgbClr val="070154"/>
              </a:solidFill>
              <a:prstDash val="solid"/>
            </a:ln>
          </p:spPr>
        </p:sp>
      </p:grpSp>
      <p:grpSp>
        <p:nvGrpSpPr>
          <p:cNvPr id="186" name="node44"/>
          <p:cNvGrpSpPr/>
          <p:nvPr/>
        </p:nvGrpSpPr>
        <p:grpSpPr>
          <a:xfrm>
            <a:off x="2819400" y="4800600"/>
            <a:ext cx="304800" cy="228600"/>
            <a:chOff x="2819400" y="4800600"/>
            <a:chExt cx="304800" cy="228600"/>
          </a:xfrm>
        </p:grpSpPr>
        <p:sp>
          <p:nvSpPr>
            <p:cNvPr id="127" name="node44.text"/>
            <p:cNvSpPr/>
            <p:nvPr/>
          </p:nvSpPr>
          <p:spPr>
            <a:xfrm>
              <a:off x="2819400" y="4800600"/>
              <a:ext cx="304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API</a:t>
              </a:r>
              <a:endParaRPr lang="en-US" sz="1200" spc="0" kern="0" b="0" i="0" dirty="0">
                <a:solidFill>
                  <a:srgbClr val="070154"/>
                </a:solidFill>
                <a:latin typeface="IBM Plex Sans"/>
                <a:ea typeface="IBM Plex Sans"/>
                <a:cs typeface="IBM Plex Sans"/>
              </a:endParaRPr>
            </a:p>
          </p:txBody>
        </p:sp>
      </p:grpSp>
      <p:grpSp>
        <p:nvGrpSpPr>
          <p:cNvPr id="187" name="node45"/>
          <p:cNvGrpSpPr/>
          <p:nvPr/>
        </p:nvGrpSpPr>
        <p:grpSpPr>
          <a:xfrm>
            <a:off x="3352800" y="4914900"/>
            <a:ext cx="457200" cy="1"/>
            <a:chOff x="3352800" y="4914900"/>
            <a:chExt cx="457200" cy="1"/>
          </a:xfrm>
        </p:grpSpPr>
        <p:sp>
          <p:nvSpPr>
            <p:cNvPr id="128" name="node45.segment-1"/>
            <p:cNvSpPr/>
            <p:nvPr/>
          </p:nvSpPr>
          <p:spPr>
            <a:xfrm>
              <a:off x="3352800" y="4914900"/>
              <a:ext cx="457200" cy="0"/>
            </a:xfrm>
            <a:custGeom>
              <a:avLst/>
              <a:gdLst/>
              <a:ahLst/>
              <a:cxnLst/>
              <a:rect l="l" t="t" r="r" b="b"/>
              <a:pathLst>
                <a:path w="457200">
                  <a:moveTo>
                    <a:pt x="0" y="0"/>
                  </a:moveTo>
                  <a:lnTo>
                    <a:pt x="457200" y="0"/>
                  </a:lnTo>
                </a:path>
              </a:pathLst>
            </a:custGeom>
            <a:ln w="12700">
              <a:solidFill>
                <a:srgbClr val="070154"/>
              </a:solidFill>
              <a:prstDash val="dash"/>
            </a:ln>
          </p:spPr>
        </p:sp>
      </p:grpSp>
      <p:grpSp>
        <p:nvGrpSpPr>
          <p:cNvPr id="188" name="node46"/>
          <p:cNvGrpSpPr/>
          <p:nvPr/>
        </p:nvGrpSpPr>
        <p:grpSpPr>
          <a:xfrm>
            <a:off x="3924300" y="4800600"/>
            <a:ext cx="762000" cy="228600"/>
            <a:chOff x="3924300" y="4800600"/>
            <a:chExt cx="762000" cy="228600"/>
          </a:xfrm>
        </p:grpSpPr>
        <p:sp>
          <p:nvSpPr>
            <p:cNvPr id="129" name="node46.text"/>
            <p:cNvSpPr/>
            <p:nvPr/>
          </p:nvSpPr>
          <p:spPr>
            <a:xfrm>
              <a:off x="3924300" y="48006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Batch file</a:t>
              </a:r>
              <a:endParaRPr lang="en-US" sz="1200" spc="0" kern="0" b="0" i="0" dirty="0">
                <a:solidFill>
                  <a:srgbClr val="070154"/>
                </a:solidFill>
                <a:latin typeface="IBM Plex Sans"/>
                <a:ea typeface="IBM Plex Sans"/>
                <a:cs typeface="IBM Plex Sans"/>
              </a:endParaRPr>
            </a:p>
          </p:txBody>
        </p:sp>
      </p:grpSp>
      <p:grpSp>
        <p:nvGrpSpPr>
          <p:cNvPr id="189" name="node47"/>
          <p:cNvGrpSpPr/>
          <p:nvPr/>
        </p:nvGrpSpPr>
        <p:grpSpPr>
          <a:xfrm>
            <a:off x="4914900" y="4914900"/>
            <a:ext cx="457200" cy="1"/>
            <a:chOff x="4914900" y="4914900"/>
            <a:chExt cx="457200" cy="1"/>
          </a:xfrm>
        </p:grpSpPr>
        <p:sp>
          <p:nvSpPr>
            <p:cNvPr id="130" name="node47.segment-1"/>
            <p:cNvSpPr/>
            <p:nvPr/>
          </p:nvSpPr>
          <p:spPr>
            <a:xfrm>
              <a:off x="4914900" y="4914900"/>
              <a:ext cx="457200" cy="0"/>
            </a:xfrm>
            <a:custGeom>
              <a:avLst/>
              <a:gdLst/>
              <a:ahLst/>
              <a:cxnLst/>
              <a:rect l="l" t="t" r="r" b="b"/>
              <a:pathLst>
                <a:path w="457200">
                  <a:moveTo>
                    <a:pt x="0" y="0"/>
                  </a:moveTo>
                  <a:lnTo>
                    <a:pt x="457200" y="0"/>
                  </a:lnTo>
                </a:path>
              </a:pathLst>
            </a:custGeom>
            <a:ln w="19050">
              <a:solidFill>
                <a:srgbClr val="070154"/>
              </a:solidFill>
              <a:prstDash val="sysDot"/>
            </a:ln>
          </p:spPr>
        </p:sp>
      </p:grpSp>
      <p:grpSp>
        <p:nvGrpSpPr>
          <p:cNvPr id="190" name="node48"/>
          <p:cNvGrpSpPr/>
          <p:nvPr/>
        </p:nvGrpSpPr>
        <p:grpSpPr>
          <a:xfrm>
            <a:off x="5486400" y="4800600"/>
            <a:ext cx="1371600" cy="228600"/>
            <a:chOff x="5486400" y="4800600"/>
            <a:chExt cx="1371600" cy="228600"/>
          </a:xfrm>
        </p:grpSpPr>
        <p:sp>
          <p:nvSpPr>
            <p:cNvPr id="131" name="node48.text"/>
            <p:cNvSpPr/>
            <p:nvPr/>
          </p:nvSpPr>
          <p:spPr>
            <a:xfrm>
              <a:off x="5486400" y="48006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Manual re-keying</a:t>
              </a:r>
              <a:endParaRPr lang="en-US" sz="1200" spc="0" kern="0" b="0" i="0" dirty="0">
                <a:solidFill>
                  <a:srgbClr val="070154"/>
                </a:solidFill>
                <a:latin typeface="IBM Plex Sans"/>
                <a:ea typeface="IBM Plex Sans"/>
                <a:cs typeface="IBM Plex Sans"/>
              </a:endParaRPr>
            </a:p>
          </p:txBody>
        </p:sp>
      </p:grpSp>
      <p:grpSp>
        <p:nvGrpSpPr>
          <p:cNvPr id="191" name="node49"/>
          <p:cNvGrpSpPr/>
          <p:nvPr/>
        </p:nvGrpSpPr>
        <p:grpSpPr>
          <a:xfrm>
            <a:off x="7086600" y="4914900"/>
            <a:ext cx="457200" cy="1"/>
            <a:chOff x="7086600" y="4914900"/>
            <a:chExt cx="457200" cy="1"/>
          </a:xfrm>
        </p:grpSpPr>
        <p:sp>
          <p:nvSpPr>
            <p:cNvPr id="132" name="node49.segment-1"/>
            <p:cNvSpPr/>
            <p:nvPr/>
          </p:nvSpPr>
          <p:spPr>
            <a:xfrm>
              <a:off x="7086600" y="4914900"/>
              <a:ext cx="457200" cy="0"/>
            </a:xfrm>
            <a:custGeom>
              <a:avLst/>
              <a:gdLst/>
              <a:ahLst/>
              <a:cxnLst/>
              <a:rect l="l" t="t" r="r" b="b"/>
              <a:pathLst>
                <a:path w="457200">
                  <a:moveTo>
                    <a:pt x="0" y="0"/>
                  </a:moveTo>
                  <a:lnTo>
                    <a:pt x="457200" y="0"/>
                  </a:lnTo>
                </a:path>
              </a:pathLst>
            </a:custGeom>
            <a:ln w="19050">
              <a:solidFill>
                <a:srgbClr val="0047FF"/>
              </a:solidFill>
              <a:prstDash val="sysDot"/>
            </a:ln>
          </p:spPr>
        </p:sp>
      </p:grpSp>
      <p:grpSp>
        <p:nvGrpSpPr>
          <p:cNvPr id="192" name="node50"/>
          <p:cNvGrpSpPr/>
          <p:nvPr/>
        </p:nvGrpSpPr>
        <p:grpSpPr>
          <a:xfrm>
            <a:off x="7658100" y="4800600"/>
            <a:ext cx="1600200" cy="228600"/>
            <a:chOff x="7658100" y="4800600"/>
            <a:chExt cx="1600200" cy="228600"/>
          </a:xfrm>
        </p:grpSpPr>
        <p:sp>
          <p:nvSpPr>
            <p:cNvPr id="133" name="node50.text"/>
            <p:cNvSpPr/>
            <p:nvPr/>
          </p:nvSpPr>
          <p:spPr>
            <a:xfrm>
              <a:off x="7658100" y="48006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Spreadsheet or email</a:t>
              </a:r>
              <a:endParaRPr lang="en-US" sz="1200" spc="0" kern="0" b="0" i="0" dirty="0">
                <a:solidFill>
                  <a:srgbClr val="070154"/>
                </a:solidFill>
                <a:latin typeface="IBM Plex Sans"/>
                <a:ea typeface="IBM Plex Sans"/>
                <a:cs typeface="IBM Plex Sans"/>
              </a:endParaRPr>
            </a:p>
          </p:txBody>
        </p:sp>
      </p:grpSp>
      <p:grpSp>
        <p:nvGrpSpPr>
          <p:cNvPr id="193" name="node51"/>
          <p:cNvGrpSpPr/>
          <p:nvPr/>
        </p:nvGrpSpPr>
        <p:grpSpPr>
          <a:xfrm>
            <a:off x="9639300" y="4800600"/>
            <a:ext cx="228600" cy="228600"/>
            <a:chOff x="9639300" y="4800600"/>
            <a:chExt cx="228600" cy="228600"/>
          </a:xfrm>
        </p:grpSpPr>
        <p:sp>
          <p:nvSpPr>
            <p:cNvPr id="134" name="node51.surface"/>
            <p:cNvSpPr/>
            <p:nvPr/>
          </p:nvSpPr>
          <p:spPr>
            <a:xfrm>
              <a:off x="9639300" y="4800600"/>
              <a:ext cx="228600" cy="228600"/>
            </a:xfrm>
            <a:prstGeom prst="rect">
              <a:avLst/>
            </a:prstGeom>
            <a:solidFill>
              <a:srgbClr val="F900D3"/>
            </a:solidFill>
            <a:ln>
              <a:noFill/>
            </a:ln>
          </p:spPr>
        </p:sp>
        <p:sp>
          <p:nvSpPr>
            <p:cNvPr id="135" name="node51.text"/>
            <p:cNvSpPr/>
            <p:nvPr/>
          </p:nvSpPr>
          <p:spPr>
            <a:xfrm>
              <a:off x="9677400" y="48387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194" name="node52"/>
          <p:cNvGrpSpPr/>
          <p:nvPr/>
        </p:nvGrpSpPr>
        <p:grpSpPr>
          <a:xfrm>
            <a:off x="9944100" y="4800600"/>
            <a:ext cx="1600200" cy="228600"/>
            <a:chOff x="9944100" y="4800600"/>
            <a:chExt cx="1600200" cy="228600"/>
          </a:xfrm>
        </p:grpSpPr>
        <p:sp>
          <p:nvSpPr>
            <p:cNvPr id="136" name="node52.text"/>
            <p:cNvSpPr/>
            <p:nvPr/>
          </p:nvSpPr>
          <p:spPr>
            <a:xfrm>
              <a:off x="9944100" y="48006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Pain point</a:t>
              </a:r>
              <a:endParaRPr lang="en-US" sz="1200" spc="0" kern="0" b="0" i="0" dirty="0">
                <a:solidFill>
                  <a:srgbClr val="070154"/>
                </a:solidFill>
                <a:latin typeface="IBM Plex Sans"/>
                <a:ea typeface="IBM Plex Sans"/>
                <a:cs typeface="IBM Plex Sans"/>
              </a:endParaRPr>
            </a:p>
          </p:txBody>
        </p:sp>
      </p:grpSp>
      <p:grpSp>
        <p:nvGrpSpPr>
          <p:cNvPr id="195" name="node53"/>
          <p:cNvGrpSpPr/>
          <p:nvPr/>
        </p:nvGrpSpPr>
        <p:grpSpPr>
          <a:xfrm>
            <a:off x="723900" y="5257800"/>
            <a:ext cx="2286000" cy="457200"/>
            <a:chOff x="723900" y="5257800"/>
            <a:chExt cx="2286000" cy="457200"/>
          </a:xfrm>
        </p:grpSpPr>
        <p:sp>
          <p:nvSpPr>
            <p:cNvPr id="137" name="node53.surface"/>
            <p:cNvSpPr/>
            <p:nvPr/>
          </p:nvSpPr>
          <p:spPr>
            <a:xfrm>
              <a:off x="723900" y="5257800"/>
              <a:ext cx="2286000" cy="457200"/>
            </a:xfrm>
            <a:prstGeom prst="rect">
              <a:avLst/>
            </a:prstGeom>
            <a:solidFill>
              <a:srgbClr val="070154"/>
            </a:solidFill>
            <a:ln>
              <a:noFill/>
            </a:ln>
          </p:spPr>
        </p:sp>
        <p:sp>
          <p:nvSpPr>
            <p:cNvPr id="138" name="node53.text"/>
            <p:cNvSpPr/>
            <p:nvPr/>
          </p:nvSpPr>
          <p:spPr>
            <a:xfrm>
              <a:off x="876300" y="5410200"/>
              <a:ext cx="1981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COST OF THE MESS</a:t>
              </a:r>
              <a:endParaRPr lang="en-US" sz="900" spc="54" kern="0" b="0" i="0" dirty="0">
                <a:solidFill>
                  <a:srgbClr val="FFFFFF"/>
                </a:solidFill>
                <a:latin typeface="IBM Plex Mono Medium"/>
                <a:ea typeface="IBM Plex Mono Medium"/>
                <a:cs typeface="IBM Plex Mono Medium"/>
              </a:endParaRPr>
            </a:p>
          </p:txBody>
        </p:sp>
      </p:grpSp>
      <p:grpSp>
        <p:nvGrpSpPr>
          <p:cNvPr id="196" name="node54"/>
          <p:cNvGrpSpPr/>
          <p:nvPr/>
        </p:nvGrpSpPr>
        <p:grpSpPr>
          <a:xfrm>
            <a:off x="3009900" y="5257800"/>
            <a:ext cx="8458200" cy="457200"/>
            <a:chOff x="3009900" y="5257800"/>
            <a:chExt cx="8458200" cy="457200"/>
          </a:xfrm>
        </p:grpSpPr>
        <p:sp>
          <p:nvSpPr>
            <p:cNvPr id="139" name="node54.surface"/>
            <p:cNvSpPr/>
            <p:nvPr/>
          </p:nvSpPr>
          <p:spPr>
            <a:xfrm>
              <a:off x="3009900" y="5257800"/>
              <a:ext cx="8458200" cy="457200"/>
            </a:xfrm>
            <a:prstGeom prst="rect">
              <a:avLst/>
            </a:prstGeom>
            <a:solidFill>
              <a:srgbClr val="E8EEF8"/>
            </a:solidFill>
            <a:ln>
              <a:noFill/>
            </a:ln>
          </p:spPr>
        </p:sp>
      </p:grpSp>
      <p:grpSp>
        <p:nvGrpSpPr>
          <p:cNvPr id="197" name="node55"/>
          <p:cNvGrpSpPr/>
          <p:nvPr/>
        </p:nvGrpSpPr>
        <p:grpSpPr>
          <a:xfrm>
            <a:off x="3238500" y="5372100"/>
            <a:ext cx="2514600" cy="228600"/>
            <a:chOff x="3238500" y="5372100"/>
            <a:chExt cx="2514600" cy="228600"/>
          </a:xfrm>
        </p:grpSpPr>
        <p:sp>
          <p:nvSpPr>
            <p:cNvPr id="140" name="node55.text"/>
            <p:cNvSpPr/>
            <p:nvPr/>
          </p:nvSpPr>
          <p:spPr>
            <a:xfrm>
              <a:off x="3238500" y="5372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 manual hand-offs per order</a:t>
              </a:r>
              <a:endParaRPr lang="en-US" sz="1200" spc="0" kern="0" b="0" i="0" dirty="0">
                <a:solidFill>
                  <a:srgbClr val="070154"/>
                </a:solidFill>
                <a:latin typeface="IBM Plex Sans"/>
                <a:ea typeface="IBM Plex Sans"/>
                <a:cs typeface="IBM Plex Sans"/>
              </a:endParaRPr>
            </a:p>
          </p:txBody>
        </p:sp>
      </p:grpSp>
      <p:grpSp>
        <p:nvGrpSpPr>
          <p:cNvPr id="198" name="node56"/>
          <p:cNvGrpSpPr/>
          <p:nvPr/>
        </p:nvGrpSpPr>
        <p:grpSpPr>
          <a:xfrm>
            <a:off x="5981700" y="5372100"/>
            <a:ext cx="2514600" cy="228600"/>
            <a:chOff x="5981700" y="5372100"/>
            <a:chExt cx="2514600" cy="228600"/>
          </a:xfrm>
        </p:grpSpPr>
        <p:sp>
          <p:nvSpPr>
            <p:cNvPr id="141" name="node56.text"/>
            <p:cNvSpPr/>
            <p:nvPr/>
          </p:nvSpPr>
          <p:spPr>
            <a:xfrm>
              <a:off x="5981700" y="5372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6 days from shipment to invoice</a:t>
              </a:r>
              <a:endParaRPr lang="en-US" sz="1200" spc="0" kern="0" b="0" i="0" dirty="0">
                <a:solidFill>
                  <a:srgbClr val="070154"/>
                </a:solidFill>
                <a:latin typeface="IBM Plex Sans"/>
                <a:ea typeface="IBM Plex Sans"/>
                <a:cs typeface="IBM Plex Sans"/>
              </a:endParaRPr>
            </a:p>
          </p:txBody>
        </p:sp>
      </p:grpSp>
      <p:grpSp>
        <p:nvGrpSpPr>
          <p:cNvPr id="199" name="node57"/>
          <p:cNvGrpSpPr/>
          <p:nvPr/>
        </p:nvGrpSpPr>
        <p:grpSpPr>
          <a:xfrm>
            <a:off x="8724900" y="5372100"/>
            <a:ext cx="2514600" cy="228600"/>
            <a:chOff x="8724900" y="5372100"/>
            <a:chExt cx="2514600" cy="228600"/>
          </a:xfrm>
        </p:grpSpPr>
        <p:sp>
          <p:nvSpPr>
            <p:cNvPr id="142" name="node57.text"/>
            <p:cNvSpPr/>
            <p:nvPr/>
          </p:nvSpPr>
          <p:spPr>
            <a:xfrm>
              <a:off x="8724900" y="5372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versions of customer data</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ource-04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CURRENT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hotspots drive most of the rework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37</a:t>
            </a:fld>
            <a:endParaRPr lang="en-US" sz="700" spc="0" kern="0" b="0" i="0" dirty="0">
              <a:solidFill>
                <a:srgbClr val="070154"/>
              </a:solidFill>
              <a:latin typeface="IBM Plex Mono SemiBold"/>
              <a:ea typeface="IBM Plex Mono SemiBold"/>
              <a:cs typeface="IBM Plex Mono SemiBold"/>
            </a:endParaRPr>
          </a:p>
        </p:txBody>
      </p:sp>
      <p:grpSp>
        <p:nvGrpSpPr>
          <p:cNvPr id="124" name="node01"/>
          <p:cNvGrpSpPr/>
          <p:nvPr/>
        </p:nvGrpSpPr>
        <p:grpSpPr>
          <a:xfrm>
            <a:off x="723900" y="1600200"/>
            <a:ext cx="1524000" cy="457200"/>
            <a:chOff x="723900" y="1600200"/>
            <a:chExt cx="1524000" cy="457200"/>
          </a:xfrm>
        </p:grpSpPr>
        <p:sp>
          <p:nvSpPr>
            <p:cNvPr id="6" name="node01.surface"/>
            <p:cNvSpPr/>
            <p:nvPr/>
          </p:nvSpPr>
          <p:spPr>
            <a:xfrm>
              <a:off x="723900" y="1600200"/>
              <a:ext cx="1524000" cy="457200"/>
            </a:xfrm>
            <a:custGeom>
              <a:avLst/>
              <a:gdLst/>
              <a:ahLst/>
              <a:cxnLst/>
              <a:rect l="l" t="t" r="r" b="b"/>
              <a:pathLst>
                <a:path w="1524000" h="457200">
                  <a:moveTo>
                    <a:pt x="0" y="0"/>
                  </a:moveTo>
                  <a:lnTo>
                    <a:pt x="1371600" y="0"/>
                  </a:lnTo>
                  <a:lnTo>
                    <a:pt x="1524000" y="228600"/>
                  </a:lnTo>
                  <a:lnTo>
                    <a:pt x="1371600" y="457200"/>
                  </a:lnTo>
                  <a:lnTo>
                    <a:pt x="0" y="457200"/>
                  </a:lnTo>
                  <a:close/>
                </a:path>
              </a:pathLst>
            </a:custGeom>
            <a:solidFill>
              <a:srgbClr val="070154"/>
            </a:solidFill>
            <a:ln>
              <a:noFill/>
            </a:ln>
          </p:spPr>
        </p:sp>
        <p:sp>
          <p:nvSpPr>
            <p:cNvPr id="7" name="node01.text"/>
            <p:cNvSpPr/>
            <p:nvPr/>
          </p:nvSpPr>
          <p:spPr>
            <a:xfrm>
              <a:off x="876300" y="1752600"/>
              <a:ext cx="1143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QUOTE</a:t>
              </a:r>
              <a:endParaRPr lang="en-US" sz="900" spc="54" kern="0" b="0" i="0" dirty="0">
                <a:solidFill>
                  <a:srgbClr val="FFFFFF"/>
                </a:solidFill>
                <a:latin typeface="IBM Plex Mono Medium"/>
                <a:ea typeface="IBM Plex Mono Medium"/>
                <a:cs typeface="IBM Plex Mono Medium"/>
              </a:endParaRPr>
            </a:p>
          </p:txBody>
        </p:sp>
      </p:grpSp>
      <p:grpSp>
        <p:nvGrpSpPr>
          <p:cNvPr id="125" name="node02"/>
          <p:cNvGrpSpPr/>
          <p:nvPr/>
        </p:nvGrpSpPr>
        <p:grpSpPr>
          <a:xfrm>
            <a:off x="2095500" y="1600200"/>
            <a:ext cx="1524000" cy="457200"/>
            <a:chOff x="2095500" y="1600200"/>
            <a:chExt cx="1524000" cy="457200"/>
          </a:xfrm>
        </p:grpSpPr>
        <p:sp>
          <p:nvSpPr>
            <p:cNvPr id="8" name="node02.surface"/>
            <p:cNvSpPr/>
            <p:nvPr/>
          </p:nvSpPr>
          <p:spPr>
            <a:xfrm>
              <a:off x="2095500" y="1600200"/>
              <a:ext cx="1524000" cy="457200"/>
            </a:xfrm>
            <a:custGeom>
              <a:avLst/>
              <a:gdLst/>
              <a:ahLst/>
              <a:cxnLst/>
              <a:rect l="l" t="t" r="r" b="b"/>
              <a:pathLst>
                <a:path w="1524000" h="457200">
                  <a:moveTo>
                    <a:pt x="0" y="0"/>
                  </a:moveTo>
                  <a:lnTo>
                    <a:pt x="1371600" y="0"/>
                  </a:lnTo>
                  <a:lnTo>
                    <a:pt x="1524000" y="228600"/>
                  </a:lnTo>
                  <a:lnTo>
                    <a:pt x="1371600" y="457200"/>
                  </a:lnTo>
                  <a:lnTo>
                    <a:pt x="0" y="457200"/>
                  </a:lnTo>
                  <a:lnTo>
                    <a:pt x="152400" y="228600"/>
                  </a:lnTo>
                  <a:close/>
                </a:path>
              </a:pathLst>
            </a:custGeom>
            <a:solidFill>
              <a:srgbClr val="CED7E6"/>
            </a:solidFill>
            <a:ln>
              <a:noFill/>
            </a:ln>
          </p:spPr>
        </p:sp>
        <p:sp>
          <p:nvSpPr>
            <p:cNvPr id="9" name="node02.text"/>
            <p:cNvSpPr/>
            <p:nvPr/>
          </p:nvSpPr>
          <p:spPr>
            <a:xfrm>
              <a:off x="2400300" y="1752600"/>
              <a:ext cx="990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ORDER</a:t>
              </a:r>
              <a:endParaRPr lang="en-US" sz="900" spc="54" kern="0" b="0" i="0" dirty="0">
                <a:solidFill>
                  <a:srgbClr val="070154"/>
                </a:solidFill>
                <a:latin typeface="IBM Plex Mono Medium"/>
                <a:ea typeface="IBM Plex Mono Medium"/>
                <a:cs typeface="IBM Plex Mono Medium"/>
              </a:endParaRPr>
            </a:p>
          </p:txBody>
        </p:sp>
      </p:grpSp>
      <p:grpSp>
        <p:nvGrpSpPr>
          <p:cNvPr id="126" name="node03"/>
          <p:cNvGrpSpPr/>
          <p:nvPr/>
        </p:nvGrpSpPr>
        <p:grpSpPr>
          <a:xfrm>
            <a:off x="3467100" y="1600200"/>
            <a:ext cx="1524000" cy="457200"/>
            <a:chOff x="3467100" y="1600200"/>
            <a:chExt cx="1524000" cy="457200"/>
          </a:xfrm>
        </p:grpSpPr>
        <p:sp>
          <p:nvSpPr>
            <p:cNvPr id="10" name="node03.surface"/>
            <p:cNvSpPr/>
            <p:nvPr/>
          </p:nvSpPr>
          <p:spPr>
            <a:xfrm>
              <a:off x="3467100" y="1600200"/>
              <a:ext cx="1524000" cy="457200"/>
            </a:xfrm>
            <a:custGeom>
              <a:avLst/>
              <a:gdLst/>
              <a:ahLst/>
              <a:cxnLst/>
              <a:rect l="l" t="t" r="r" b="b"/>
              <a:pathLst>
                <a:path w="1524000" h="457200">
                  <a:moveTo>
                    <a:pt x="0" y="0"/>
                  </a:moveTo>
                  <a:lnTo>
                    <a:pt x="1371600" y="0"/>
                  </a:lnTo>
                  <a:lnTo>
                    <a:pt x="1524000" y="228600"/>
                  </a:lnTo>
                  <a:lnTo>
                    <a:pt x="1371600" y="457200"/>
                  </a:lnTo>
                  <a:lnTo>
                    <a:pt x="0" y="457200"/>
                  </a:lnTo>
                  <a:lnTo>
                    <a:pt x="152400" y="228600"/>
                  </a:lnTo>
                  <a:close/>
                </a:path>
              </a:pathLst>
            </a:custGeom>
            <a:solidFill>
              <a:srgbClr val="CED7E6"/>
            </a:solidFill>
            <a:ln>
              <a:noFill/>
            </a:ln>
          </p:spPr>
        </p:sp>
        <p:sp>
          <p:nvSpPr>
            <p:cNvPr id="11" name="node03.text"/>
            <p:cNvSpPr/>
            <p:nvPr/>
          </p:nvSpPr>
          <p:spPr>
            <a:xfrm>
              <a:off x="3771900" y="1752600"/>
              <a:ext cx="990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FULFIL</a:t>
              </a:r>
              <a:endParaRPr lang="en-US" sz="900" spc="54" kern="0" b="0" i="0" dirty="0">
                <a:solidFill>
                  <a:srgbClr val="070154"/>
                </a:solidFill>
                <a:latin typeface="IBM Plex Mono Medium"/>
                <a:ea typeface="IBM Plex Mono Medium"/>
                <a:cs typeface="IBM Plex Mono Medium"/>
              </a:endParaRPr>
            </a:p>
          </p:txBody>
        </p:sp>
      </p:grpSp>
      <p:grpSp>
        <p:nvGrpSpPr>
          <p:cNvPr id="127" name="node04"/>
          <p:cNvGrpSpPr/>
          <p:nvPr/>
        </p:nvGrpSpPr>
        <p:grpSpPr>
          <a:xfrm>
            <a:off x="4838700" y="1600200"/>
            <a:ext cx="1524000" cy="457200"/>
            <a:chOff x="4838700" y="1600200"/>
            <a:chExt cx="1524000" cy="457200"/>
          </a:xfrm>
        </p:grpSpPr>
        <p:sp>
          <p:nvSpPr>
            <p:cNvPr id="12" name="node04.surface"/>
            <p:cNvSpPr/>
            <p:nvPr/>
          </p:nvSpPr>
          <p:spPr>
            <a:xfrm>
              <a:off x="4838700" y="1600200"/>
              <a:ext cx="1524000" cy="457200"/>
            </a:xfrm>
            <a:custGeom>
              <a:avLst/>
              <a:gdLst/>
              <a:ahLst/>
              <a:cxnLst/>
              <a:rect l="l" t="t" r="r" b="b"/>
              <a:pathLst>
                <a:path w="1524000" h="457200">
                  <a:moveTo>
                    <a:pt x="0" y="0"/>
                  </a:moveTo>
                  <a:lnTo>
                    <a:pt x="1371600" y="0"/>
                  </a:lnTo>
                  <a:lnTo>
                    <a:pt x="1524000" y="228600"/>
                  </a:lnTo>
                  <a:lnTo>
                    <a:pt x="1371600" y="457200"/>
                  </a:lnTo>
                  <a:lnTo>
                    <a:pt x="0" y="457200"/>
                  </a:lnTo>
                  <a:lnTo>
                    <a:pt x="152400" y="228600"/>
                  </a:lnTo>
                  <a:close/>
                </a:path>
              </a:pathLst>
            </a:custGeom>
            <a:solidFill>
              <a:srgbClr val="CED7E6"/>
            </a:solidFill>
            <a:ln>
              <a:noFill/>
            </a:ln>
          </p:spPr>
        </p:sp>
        <p:sp>
          <p:nvSpPr>
            <p:cNvPr id="13" name="node04.text"/>
            <p:cNvSpPr/>
            <p:nvPr/>
          </p:nvSpPr>
          <p:spPr>
            <a:xfrm>
              <a:off x="5143500" y="1752600"/>
              <a:ext cx="990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INVOICE</a:t>
              </a:r>
              <a:endParaRPr lang="en-US" sz="900" spc="54" kern="0" b="0" i="0" dirty="0">
                <a:solidFill>
                  <a:srgbClr val="070154"/>
                </a:solidFill>
                <a:latin typeface="IBM Plex Mono Medium"/>
                <a:ea typeface="IBM Plex Mono Medium"/>
                <a:cs typeface="IBM Plex Mono Medium"/>
              </a:endParaRPr>
            </a:p>
          </p:txBody>
        </p:sp>
      </p:grpSp>
      <p:grpSp>
        <p:nvGrpSpPr>
          <p:cNvPr id="128" name="node05"/>
          <p:cNvGrpSpPr/>
          <p:nvPr/>
        </p:nvGrpSpPr>
        <p:grpSpPr>
          <a:xfrm>
            <a:off x="6210300" y="1600200"/>
            <a:ext cx="1600200" cy="457200"/>
            <a:chOff x="6210300" y="1600200"/>
            <a:chExt cx="1600200" cy="457200"/>
          </a:xfrm>
        </p:grpSpPr>
        <p:sp>
          <p:nvSpPr>
            <p:cNvPr id="14" name="node05.surface"/>
            <p:cNvSpPr/>
            <p:nvPr/>
          </p:nvSpPr>
          <p:spPr>
            <a:xfrm>
              <a:off x="6210300" y="1600200"/>
              <a:ext cx="1600200" cy="457200"/>
            </a:xfrm>
            <a:custGeom>
              <a:avLst/>
              <a:gdLst/>
              <a:ahLst/>
              <a:cxnLst/>
              <a:rect l="l" t="t" r="r" b="b"/>
              <a:pathLst>
                <a:path w="1600200" h="457200">
                  <a:moveTo>
                    <a:pt x="0" y="0"/>
                  </a:moveTo>
                  <a:lnTo>
                    <a:pt x="1447800" y="0"/>
                  </a:lnTo>
                  <a:lnTo>
                    <a:pt x="1600200" y="228600"/>
                  </a:lnTo>
                  <a:lnTo>
                    <a:pt x="1447800" y="457200"/>
                  </a:lnTo>
                  <a:lnTo>
                    <a:pt x="0" y="457200"/>
                  </a:lnTo>
                  <a:lnTo>
                    <a:pt x="152400" y="228600"/>
                  </a:lnTo>
                  <a:close/>
                </a:path>
              </a:pathLst>
            </a:custGeom>
            <a:solidFill>
              <a:srgbClr val="CED7E6"/>
            </a:solidFill>
            <a:ln>
              <a:noFill/>
            </a:ln>
          </p:spPr>
        </p:sp>
        <p:sp>
          <p:nvSpPr>
            <p:cNvPr id="15" name="node05.text"/>
            <p:cNvSpPr/>
            <p:nvPr/>
          </p:nvSpPr>
          <p:spPr>
            <a:xfrm>
              <a:off x="6515100" y="1752600"/>
              <a:ext cx="1066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COLLECT</a:t>
              </a:r>
              <a:endParaRPr lang="en-US" sz="900" spc="54" kern="0" b="0" i="0" dirty="0">
                <a:solidFill>
                  <a:srgbClr val="070154"/>
                </a:solidFill>
                <a:latin typeface="IBM Plex Mono Medium"/>
                <a:ea typeface="IBM Plex Mono Medium"/>
                <a:cs typeface="IBM Plex Mono Medium"/>
              </a:endParaRPr>
            </a:p>
          </p:txBody>
        </p:sp>
      </p:grpSp>
      <p:grpSp>
        <p:nvGrpSpPr>
          <p:cNvPr id="129" name="node06"/>
          <p:cNvGrpSpPr/>
          <p:nvPr/>
        </p:nvGrpSpPr>
        <p:grpSpPr>
          <a:xfrm>
            <a:off x="1866900" y="2471979"/>
            <a:ext cx="228600" cy="85242"/>
            <a:chOff x="1866900" y="2471979"/>
            <a:chExt cx="228600" cy="85242"/>
          </a:xfrm>
        </p:grpSpPr>
        <p:sp>
          <p:nvSpPr>
            <p:cNvPr id="16" name="node06.segment-1"/>
            <p:cNvSpPr/>
            <p:nvPr/>
          </p:nvSpPr>
          <p:spPr>
            <a:xfrm>
              <a:off x="1866900" y="25146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17" name="node06.head-end.0"/>
            <p:cNvSpPr/>
            <p:nvPr/>
          </p:nvSpPr>
          <p:spPr>
            <a:xfrm>
              <a:off x="2017483" y="2514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8" name="node06.head-end.1"/>
            <p:cNvSpPr/>
            <p:nvPr/>
          </p:nvSpPr>
          <p:spPr>
            <a:xfrm>
              <a:off x="2017483" y="2471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30" name="node07"/>
          <p:cNvGrpSpPr/>
          <p:nvPr/>
        </p:nvGrpSpPr>
        <p:grpSpPr>
          <a:xfrm>
            <a:off x="1252779" y="2971800"/>
            <a:ext cx="85242" cy="228600"/>
            <a:chOff x="1252779" y="2971800"/>
            <a:chExt cx="85242" cy="228600"/>
          </a:xfrm>
        </p:grpSpPr>
        <p:sp>
          <p:nvSpPr>
            <p:cNvPr id="19" name="node07.segment-1"/>
            <p:cNvSpPr/>
            <p:nvPr/>
          </p:nvSpPr>
          <p:spPr>
            <a:xfrm>
              <a:off x="1295400" y="2971800"/>
              <a:ext cx="0" cy="228600"/>
            </a:xfrm>
            <a:custGeom>
              <a:avLst/>
              <a:gdLst/>
              <a:ahLst/>
              <a:cxnLst/>
              <a:rect l="l" t="t" r="r" b="b"/>
              <a:pathLst>
                <a:path h="228600">
                  <a:moveTo>
                    <a:pt x="0" y="0"/>
                  </a:moveTo>
                  <a:lnTo>
                    <a:pt x="0" y="228600"/>
                  </a:lnTo>
                </a:path>
              </a:pathLst>
            </a:custGeom>
            <a:ln w="19050">
              <a:solidFill>
                <a:srgbClr val="070154"/>
              </a:solidFill>
              <a:prstDash val="sysDot"/>
            </a:ln>
          </p:spPr>
        </p:sp>
        <p:sp>
          <p:nvSpPr>
            <p:cNvPr id="20" name="node07.head-end.0"/>
            <p:cNvSpPr/>
            <p:nvPr/>
          </p:nvSpPr>
          <p:spPr>
            <a:xfrm>
              <a:off x="12527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1" name="node07.head-end.1"/>
            <p:cNvSpPr/>
            <p:nvPr/>
          </p:nvSpPr>
          <p:spPr>
            <a:xfrm>
              <a:off x="12954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31" name="node08"/>
          <p:cNvGrpSpPr/>
          <p:nvPr/>
        </p:nvGrpSpPr>
        <p:grpSpPr>
          <a:xfrm>
            <a:off x="1866900" y="3614979"/>
            <a:ext cx="228600" cy="85242"/>
            <a:chOff x="1866900" y="3614979"/>
            <a:chExt cx="228600" cy="85242"/>
          </a:xfrm>
        </p:grpSpPr>
        <p:sp>
          <p:nvSpPr>
            <p:cNvPr id="22" name="node08.segment-1"/>
            <p:cNvSpPr/>
            <p:nvPr/>
          </p:nvSpPr>
          <p:spPr>
            <a:xfrm>
              <a:off x="1866900" y="3657600"/>
              <a:ext cx="228600" cy="0"/>
            </a:xfrm>
            <a:custGeom>
              <a:avLst/>
              <a:gdLst/>
              <a:ahLst/>
              <a:cxnLst/>
              <a:rect l="l" t="t" r="r" b="b"/>
              <a:pathLst>
                <a:path w="228600">
                  <a:moveTo>
                    <a:pt x="0" y="0"/>
                  </a:moveTo>
                  <a:lnTo>
                    <a:pt x="228600" y="0"/>
                  </a:lnTo>
                </a:path>
              </a:pathLst>
            </a:custGeom>
            <a:ln w="19050">
              <a:solidFill>
                <a:srgbClr val="0047FF"/>
              </a:solidFill>
              <a:prstDash val="sysDot"/>
            </a:ln>
          </p:spPr>
        </p:sp>
        <p:sp>
          <p:nvSpPr>
            <p:cNvPr id="23" name="node08.head-end.0"/>
            <p:cNvSpPr/>
            <p:nvPr/>
          </p:nvSpPr>
          <p:spPr>
            <a:xfrm>
              <a:off x="2017483" y="36576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24" name="node08.head-end.1"/>
            <p:cNvSpPr/>
            <p:nvPr/>
          </p:nvSpPr>
          <p:spPr>
            <a:xfrm>
              <a:off x="2017483" y="36149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132" name="node09"/>
          <p:cNvGrpSpPr/>
          <p:nvPr/>
        </p:nvGrpSpPr>
        <p:grpSpPr>
          <a:xfrm>
            <a:off x="2624379" y="2971800"/>
            <a:ext cx="85242" cy="228600"/>
            <a:chOff x="2624379" y="2971800"/>
            <a:chExt cx="85242" cy="228600"/>
          </a:xfrm>
        </p:grpSpPr>
        <p:sp>
          <p:nvSpPr>
            <p:cNvPr id="25" name="node09.segment-1"/>
            <p:cNvSpPr/>
            <p:nvPr/>
          </p:nvSpPr>
          <p:spPr>
            <a:xfrm>
              <a:off x="2667000" y="2971800"/>
              <a:ext cx="0" cy="228600"/>
            </a:xfrm>
            <a:custGeom>
              <a:avLst/>
              <a:gdLst/>
              <a:ahLst/>
              <a:cxnLst/>
              <a:rect l="l" t="t" r="r" b="b"/>
              <a:pathLst>
                <a:path h="228600">
                  <a:moveTo>
                    <a:pt x="0" y="0"/>
                  </a:moveTo>
                  <a:lnTo>
                    <a:pt x="0" y="228600"/>
                  </a:lnTo>
                </a:path>
              </a:pathLst>
            </a:custGeom>
            <a:ln w="19050">
              <a:solidFill>
                <a:srgbClr val="070154"/>
              </a:solidFill>
              <a:prstDash val="sysDot"/>
            </a:ln>
          </p:spPr>
        </p:sp>
        <p:sp>
          <p:nvSpPr>
            <p:cNvPr id="26" name="node09.head-end.0"/>
            <p:cNvSpPr/>
            <p:nvPr/>
          </p:nvSpPr>
          <p:spPr>
            <a:xfrm>
              <a:off x="26243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7" name="node09.head-end.1"/>
            <p:cNvSpPr/>
            <p:nvPr/>
          </p:nvSpPr>
          <p:spPr>
            <a:xfrm>
              <a:off x="26670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33" name="node10"/>
          <p:cNvGrpSpPr/>
          <p:nvPr/>
        </p:nvGrpSpPr>
        <p:grpSpPr>
          <a:xfrm>
            <a:off x="3238500" y="3500679"/>
            <a:ext cx="228600" cy="85242"/>
            <a:chOff x="3238500" y="3500679"/>
            <a:chExt cx="228600" cy="85242"/>
          </a:xfrm>
        </p:grpSpPr>
        <p:sp>
          <p:nvSpPr>
            <p:cNvPr id="28" name="node10.segment-1"/>
            <p:cNvSpPr/>
            <p:nvPr/>
          </p:nvSpPr>
          <p:spPr>
            <a:xfrm>
              <a:off x="3238500" y="35433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29" name="node10.head-end.0"/>
            <p:cNvSpPr/>
            <p:nvPr/>
          </p:nvSpPr>
          <p:spPr>
            <a:xfrm>
              <a:off x="33890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0" name="node10.head-end.1"/>
            <p:cNvSpPr/>
            <p:nvPr/>
          </p:nvSpPr>
          <p:spPr>
            <a:xfrm>
              <a:off x="33890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34" name="node11"/>
          <p:cNvGrpSpPr/>
          <p:nvPr/>
        </p:nvGrpSpPr>
        <p:grpSpPr>
          <a:xfrm>
            <a:off x="3238500" y="2700579"/>
            <a:ext cx="228600" cy="85242"/>
            <a:chOff x="3238500" y="2700579"/>
            <a:chExt cx="228600" cy="85242"/>
          </a:xfrm>
        </p:grpSpPr>
        <p:sp>
          <p:nvSpPr>
            <p:cNvPr id="31" name="node11.segment-1"/>
            <p:cNvSpPr/>
            <p:nvPr/>
          </p:nvSpPr>
          <p:spPr>
            <a:xfrm>
              <a:off x="3238500" y="27432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2" name="node11.head-end.0"/>
            <p:cNvSpPr/>
            <p:nvPr/>
          </p:nvSpPr>
          <p:spPr>
            <a:xfrm>
              <a:off x="33890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3" name="node11.head-end.1"/>
            <p:cNvSpPr/>
            <p:nvPr/>
          </p:nvSpPr>
          <p:spPr>
            <a:xfrm>
              <a:off x="33890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35" name="node12"/>
          <p:cNvGrpSpPr/>
          <p:nvPr/>
        </p:nvGrpSpPr>
        <p:grpSpPr>
          <a:xfrm>
            <a:off x="1295400" y="2171700"/>
            <a:ext cx="4614621" cy="1028700"/>
            <a:chOff x="1295400" y="2171700"/>
            <a:chExt cx="4614621" cy="1028700"/>
          </a:xfrm>
        </p:grpSpPr>
        <p:sp>
          <p:nvSpPr>
            <p:cNvPr id="34" name="node12.segment-1"/>
            <p:cNvSpPr/>
            <p:nvPr/>
          </p:nvSpPr>
          <p:spPr>
            <a:xfrm>
              <a:off x="1295400" y="2171700"/>
              <a:ext cx="0" cy="114300"/>
            </a:xfrm>
            <a:custGeom>
              <a:avLst/>
              <a:gdLst/>
              <a:ahLst/>
              <a:cxnLst/>
              <a:rect l="l" t="t" r="r" b="b"/>
              <a:pathLst>
                <a:path h="114300">
                  <a:moveTo>
                    <a:pt x="0" y="114300"/>
                  </a:moveTo>
                  <a:lnTo>
                    <a:pt x="0" y="0"/>
                  </a:lnTo>
                </a:path>
              </a:pathLst>
            </a:custGeom>
            <a:ln w="12700">
              <a:solidFill>
                <a:srgbClr val="070154"/>
              </a:solidFill>
              <a:prstDash val="dash"/>
            </a:ln>
          </p:spPr>
        </p:sp>
        <p:sp>
          <p:nvSpPr>
            <p:cNvPr id="35" name="node12.segment-2"/>
            <p:cNvSpPr/>
            <p:nvPr/>
          </p:nvSpPr>
          <p:spPr>
            <a:xfrm>
              <a:off x="1295400" y="2171700"/>
              <a:ext cx="4572000" cy="0"/>
            </a:xfrm>
            <a:custGeom>
              <a:avLst/>
              <a:gdLst/>
              <a:ahLst/>
              <a:cxnLst/>
              <a:rect l="l" t="t" r="r" b="b"/>
              <a:pathLst>
                <a:path w="4572000">
                  <a:moveTo>
                    <a:pt x="0" y="0"/>
                  </a:moveTo>
                  <a:lnTo>
                    <a:pt x="4572000" y="0"/>
                  </a:lnTo>
                </a:path>
              </a:pathLst>
            </a:custGeom>
            <a:ln w="12700">
              <a:solidFill>
                <a:srgbClr val="070154"/>
              </a:solidFill>
              <a:prstDash val="dash"/>
            </a:ln>
          </p:spPr>
        </p:sp>
        <p:sp>
          <p:nvSpPr>
            <p:cNvPr id="36" name="node12.segment-3"/>
            <p:cNvSpPr/>
            <p:nvPr/>
          </p:nvSpPr>
          <p:spPr>
            <a:xfrm>
              <a:off x="5867400" y="2171700"/>
              <a:ext cx="0" cy="1028700"/>
            </a:xfrm>
            <a:custGeom>
              <a:avLst/>
              <a:gdLst/>
              <a:ahLst/>
              <a:cxnLst/>
              <a:rect l="l" t="t" r="r" b="b"/>
              <a:pathLst>
                <a:path h="1028700">
                  <a:moveTo>
                    <a:pt x="0" y="0"/>
                  </a:moveTo>
                  <a:lnTo>
                    <a:pt x="0" y="1028700"/>
                  </a:lnTo>
                </a:path>
              </a:pathLst>
            </a:custGeom>
            <a:ln w="12700">
              <a:solidFill>
                <a:srgbClr val="070154"/>
              </a:solidFill>
              <a:prstDash val="dash"/>
            </a:ln>
          </p:spPr>
        </p:sp>
        <p:sp>
          <p:nvSpPr>
            <p:cNvPr id="37" name="node12.head-end.0"/>
            <p:cNvSpPr/>
            <p:nvPr/>
          </p:nvSpPr>
          <p:spPr>
            <a:xfrm>
              <a:off x="58247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38" name="node12.head-end.1"/>
            <p:cNvSpPr/>
            <p:nvPr/>
          </p:nvSpPr>
          <p:spPr>
            <a:xfrm>
              <a:off x="58674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36" name="node13"/>
          <p:cNvGrpSpPr/>
          <p:nvPr/>
        </p:nvGrpSpPr>
        <p:grpSpPr>
          <a:xfrm>
            <a:off x="5067300" y="3272079"/>
            <a:ext cx="228600" cy="85242"/>
            <a:chOff x="5067300" y="3272079"/>
            <a:chExt cx="228600" cy="85242"/>
          </a:xfrm>
        </p:grpSpPr>
        <p:sp>
          <p:nvSpPr>
            <p:cNvPr id="39" name="node13.segment-1"/>
            <p:cNvSpPr/>
            <p:nvPr/>
          </p:nvSpPr>
          <p:spPr>
            <a:xfrm>
              <a:off x="5067300" y="33147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40" name="node13.head-end.0"/>
            <p:cNvSpPr/>
            <p:nvPr/>
          </p:nvSpPr>
          <p:spPr>
            <a:xfrm>
              <a:off x="5217883" y="3314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1" name="node13.head-end.1"/>
            <p:cNvSpPr/>
            <p:nvPr/>
          </p:nvSpPr>
          <p:spPr>
            <a:xfrm>
              <a:off x="5217883" y="3272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37" name="node14"/>
          <p:cNvGrpSpPr/>
          <p:nvPr/>
        </p:nvGrpSpPr>
        <p:grpSpPr>
          <a:xfrm>
            <a:off x="4224579" y="3657600"/>
            <a:ext cx="85242" cy="457200"/>
            <a:chOff x="4224579" y="3657600"/>
            <a:chExt cx="85242" cy="457200"/>
          </a:xfrm>
        </p:grpSpPr>
        <p:sp>
          <p:nvSpPr>
            <p:cNvPr id="42" name="node14.segment-1"/>
            <p:cNvSpPr/>
            <p:nvPr/>
          </p:nvSpPr>
          <p:spPr>
            <a:xfrm>
              <a:off x="4267200" y="3657600"/>
              <a:ext cx="0" cy="457200"/>
            </a:xfrm>
            <a:custGeom>
              <a:avLst/>
              <a:gdLst/>
              <a:ahLst/>
              <a:cxnLst/>
              <a:rect l="l" t="t" r="r" b="b"/>
              <a:pathLst>
                <a:path h="457200">
                  <a:moveTo>
                    <a:pt x="0" y="0"/>
                  </a:moveTo>
                  <a:lnTo>
                    <a:pt x="0" y="457200"/>
                  </a:lnTo>
                </a:path>
              </a:pathLst>
            </a:custGeom>
            <a:ln w="12700">
              <a:solidFill>
                <a:srgbClr val="070154"/>
              </a:solidFill>
              <a:prstDash val="solid"/>
            </a:ln>
          </p:spPr>
        </p:sp>
        <p:sp>
          <p:nvSpPr>
            <p:cNvPr id="43" name="node14.head-end.0"/>
            <p:cNvSpPr/>
            <p:nvPr/>
          </p:nvSpPr>
          <p:spPr>
            <a:xfrm>
              <a:off x="4224579" y="4036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44" name="node14.head-end.1"/>
            <p:cNvSpPr/>
            <p:nvPr/>
          </p:nvSpPr>
          <p:spPr>
            <a:xfrm>
              <a:off x="4267200" y="4036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38" name="node15"/>
          <p:cNvGrpSpPr/>
          <p:nvPr/>
        </p:nvGrpSpPr>
        <p:grpSpPr>
          <a:xfrm>
            <a:off x="5067300" y="4415079"/>
            <a:ext cx="228600" cy="85242"/>
            <a:chOff x="5067300" y="4415079"/>
            <a:chExt cx="228600" cy="85242"/>
          </a:xfrm>
        </p:grpSpPr>
        <p:sp>
          <p:nvSpPr>
            <p:cNvPr id="45" name="node15.segment-1"/>
            <p:cNvSpPr/>
            <p:nvPr/>
          </p:nvSpPr>
          <p:spPr>
            <a:xfrm>
              <a:off x="5067300" y="4457700"/>
              <a:ext cx="228600" cy="0"/>
            </a:xfrm>
            <a:custGeom>
              <a:avLst/>
              <a:gdLst/>
              <a:ahLst/>
              <a:cxnLst/>
              <a:rect l="l" t="t" r="r" b="b"/>
              <a:pathLst>
                <a:path w="228600">
                  <a:moveTo>
                    <a:pt x="0" y="0"/>
                  </a:moveTo>
                  <a:lnTo>
                    <a:pt x="228600" y="0"/>
                  </a:lnTo>
                </a:path>
              </a:pathLst>
            </a:custGeom>
            <a:ln w="19050">
              <a:solidFill>
                <a:srgbClr val="0047FF"/>
              </a:solidFill>
              <a:prstDash val="sysDot"/>
            </a:ln>
          </p:spPr>
        </p:sp>
        <p:sp>
          <p:nvSpPr>
            <p:cNvPr id="46" name="node15.head-end.0"/>
            <p:cNvSpPr/>
            <p:nvPr/>
          </p:nvSpPr>
          <p:spPr>
            <a:xfrm>
              <a:off x="5217883" y="44577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47" name="node15.head-end.1"/>
            <p:cNvSpPr/>
            <p:nvPr/>
          </p:nvSpPr>
          <p:spPr>
            <a:xfrm>
              <a:off x="5217883" y="44150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139" name="node16"/>
          <p:cNvGrpSpPr/>
          <p:nvPr/>
        </p:nvGrpSpPr>
        <p:grpSpPr>
          <a:xfrm>
            <a:off x="5824779" y="3886200"/>
            <a:ext cx="85242" cy="228600"/>
            <a:chOff x="5824779" y="3886200"/>
            <a:chExt cx="85242" cy="228600"/>
          </a:xfrm>
        </p:grpSpPr>
        <p:sp>
          <p:nvSpPr>
            <p:cNvPr id="48" name="node16.segment-1"/>
            <p:cNvSpPr/>
            <p:nvPr/>
          </p:nvSpPr>
          <p:spPr>
            <a:xfrm>
              <a:off x="5867400" y="3886200"/>
              <a:ext cx="0" cy="228600"/>
            </a:xfrm>
            <a:custGeom>
              <a:avLst/>
              <a:gdLst/>
              <a:ahLst/>
              <a:cxnLst/>
              <a:rect l="l" t="t" r="r" b="b"/>
              <a:pathLst>
                <a:path h="228600">
                  <a:moveTo>
                    <a:pt x="0" y="0"/>
                  </a:moveTo>
                  <a:lnTo>
                    <a:pt x="0" y="228600"/>
                  </a:lnTo>
                </a:path>
              </a:pathLst>
            </a:custGeom>
            <a:ln w="19050">
              <a:solidFill>
                <a:srgbClr val="070154"/>
              </a:solidFill>
              <a:prstDash val="sysDot"/>
            </a:ln>
          </p:spPr>
        </p:sp>
        <p:sp>
          <p:nvSpPr>
            <p:cNvPr id="49" name="node16.head-end.0"/>
            <p:cNvSpPr/>
            <p:nvPr/>
          </p:nvSpPr>
          <p:spPr>
            <a:xfrm>
              <a:off x="5824779" y="4036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50" name="node16.head-end.1"/>
            <p:cNvSpPr/>
            <p:nvPr/>
          </p:nvSpPr>
          <p:spPr>
            <a:xfrm>
              <a:off x="5867400" y="4036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40" name="node17"/>
          <p:cNvGrpSpPr/>
          <p:nvPr/>
        </p:nvGrpSpPr>
        <p:grpSpPr>
          <a:xfrm>
            <a:off x="6438900" y="2471979"/>
            <a:ext cx="228600" cy="957021"/>
            <a:chOff x="6438900" y="2471979"/>
            <a:chExt cx="228600" cy="957021"/>
          </a:xfrm>
        </p:grpSpPr>
        <p:sp>
          <p:nvSpPr>
            <p:cNvPr id="51" name="node17.segment-1"/>
            <p:cNvSpPr/>
            <p:nvPr/>
          </p:nvSpPr>
          <p:spPr>
            <a:xfrm>
              <a:off x="6438900" y="3429000"/>
              <a:ext cx="114300" cy="0"/>
            </a:xfrm>
            <a:custGeom>
              <a:avLst/>
              <a:gdLst/>
              <a:ahLst/>
              <a:cxnLst/>
              <a:rect l="l" t="t" r="r" b="b"/>
              <a:pathLst>
                <a:path w="114300">
                  <a:moveTo>
                    <a:pt x="0" y="0"/>
                  </a:moveTo>
                  <a:lnTo>
                    <a:pt x="114300" y="0"/>
                  </a:lnTo>
                </a:path>
              </a:pathLst>
            </a:custGeom>
            <a:ln w="19050">
              <a:solidFill>
                <a:srgbClr val="0047FF"/>
              </a:solidFill>
              <a:prstDash val="sysDot"/>
            </a:ln>
          </p:spPr>
        </p:sp>
        <p:sp>
          <p:nvSpPr>
            <p:cNvPr id="52" name="node17.segment-2"/>
            <p:cNvSpPr/>
            <p:nvPr/>
          </p:nvSpPr>
          <p:spPr>
            <a:xfrm>
              <a:off x="6553200" y="2514600"/>
              <a:ext cx="0" cy="914400"/>
            </a:xfrm>
            <a:custGeom>
              <a:avLst/>
              <a:gdLst/>
              <a:ahLst/>
              <a:cxnLst/>
              <a:rect l="l" t="t" r="r" b="b"/>
              <a:pathLst>
                <a:path h="914400">
                  <a:moveTo>
                    <a:pt x="0" y="914400"/>
                  </a:moveTo>
                  <a:lnTo>
                    <a:pt x="0" y="0"/>
                  </a:lnTo>
                </a:path>
              </a:pathLst>
            </a:custGeom>
            <a:ln w="19050">
              <a:solidFill>
                <a:srgbClr val="0047FF"/>
              </a:solidFill>
              <a:prstDash val="sysDot"/>
            </a:ln>
          </p:spPr>
        </p:sp>
        <p:sp>
          <p:nvSpPr>
            <p:cNvPr id="53" name="node17.segment-3"/>
            <p:cNvSpPr/>
            <p:nvPr/>
          </p:nvSpPr>
          <p:spPr>
            <a:xfrm>
              <a:off x="6553200" y="2514600"/>
              <a:ext cx="114300" cy="0"/>
            </a:xfrm>
            <a:custGeom>
              <a:avLst/>
              <a:gdLst/>
              <a:ahLst/>
              <a:cxnLst/>
              <a:rect l="l" t="t" r="r" b="b"/>
              <a:pathLst>
                <a:path w="114300">
                  <a:moveTo>
                    <a:pt x="0" y="0"/>
                  </a:moveTo>
                  <a:lnTo>
                    <a:pt x="114300" y="0"/>
                  </a:lnTo>
                </a:path>
              </a:pathLst>
            </a:custGeom>
            <a:ln w="19050">
              <a:solidFill>
                <a:srgbClr val="0047FF"/>
              </a:solidFill>
              <a:prstDash val="sysDot"/>
            </a:ln>
          </p:spPr>
        </p:sp>
        <p:sp>
          <p:nvSpPr>
            <p:cNvPr id="54" name="node17.head-end.0"/>
            <p:cNvSpPr/>
            <p:nvPr/>
          </p:nvSpPr>
          <p:spPr>
            <a:xfrm>
              <a:off x="6589483" y="25146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55" name="node17.head-end.1"/>
            <p:cNvSpPr/>
            <p:nvPr/>
          </p:nvSpPr>
          <p:spPr>
            <a:xfrm>
              <a:off x="6589483" y="24719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141" name="node18"/>
          <p:cNvGrpSpPr/>
          <p:nvPr/>
        </p:nvGrpSpPr>
        <p:grpSpPr>
          <a:xfrm>
            <a:off x="7196379" y="2743200"/>
            <a:ext cx="85242" cy="457200"/>
            <a:chOff x="7196379" y="2743200"/>
            <a:chExt cx="85242" cy="457200"/>
          </a:xfrm>
        </p:grpSpPr>
        <p:sp>
          <p:nvSpPr>
            <p:cNvPr id="56" name="node18.segment-1"/>
            <p:cNvSpPr/>
            <p:nvPr/>
          </p:nvSpPr>
          <p:spPr>
            <a:xfrm>
              <a:off x="7239000" y="2743200"/>
              <a:ext cx="0" cy="457200"/>
            </a:xfrm>
            <a:custGeom>
              <a:avLst/>
              <a:gdLst/>
              <a:ahLst/>
              <a:cxnLst/>
              <a:rect l="l" t="t" r="r" b="b"/>
              <a:pathLst>
                <a:path h="457200">
                  <a:moveTo>
                    <a:pt x="0" y="0"/>
                  </a:moveTo>
                  <a:lnTo>
                    <a:pt x="0" y="457200"/>
                  </a:lnTo>
                </a:path>
              </a:pathLst>
            </a:custGeom>
            <a:ln w="19050">
              <a:solidFill>
                <a:srgbClr val="070154"/>
              </a:solidFill>
              <a:prstDash val="sysDot"/>
            </a:ln>
          </p:spPr>
        </p:sp>
        <p:sp>
          <p:nvSpPr>
            <p:cNvPr id="57" name="node18.head-end.0"/>
            <p:cNvSpPr/>
            <p:nvPr/>
          </p:nvSpPr>
          <p:spPr>
            <a:xfrm>
              <a:off x="71963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58" name="node18.head-end.1"/>
            <p:cNvSpPr/>
            <p:nvPr/>
          </p:nvSpPr>
          <p:spPr>
            <a:xfrm>
              <a:off x="72390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42" name="node19"/>
          <p:cNvGrpSpPr/>
          <p:nvPr/>
        </p:nvGrpSpPr>
        <p:grpSpPr>
          <a:xfrm>
            <a:off x="6853479" y="3886200"/>
            <a:ext cx="85242" cy="228600"/>
            <a:chOff x="6853479" y="3886200"/>
            <a:chExt cx="85242" cy="228600"/>
          </a:xfrm>
        </p:grpSpPr>
        <p:sp>
          <p:nvSpPr>
            <p:cNvPr id="59" name="node19.segment-1"/>
            <p:cNvSpPr/>
            <p:nvPr/>
          </p:nvSpPr>
          <p:spPr>
            <a:xfrm>
              <a:off x="6896100" y="3886200"/>
              <a:ext cx="0" cy="228600"/>
            </a:xfrm>
            <a:custGeom>
              <a:avLst/>
              <a:gdLst/>
              <a:ahLst/>
              <a:cxnLst/>
              <a:rect l="l" t="t" r="r" b="b"/>
              <a:pathLst>
                <a:path h="228600">
                  <a:moveTo>
                    <a:pt x="0" y="0"/>
                  </a:moveTo>
                  <a:lnTo>
                    <a:pt x="0" y="228600"/>
                  </a:lnTo>
                </a:path>
              </a:pathLst>
            </a:custGeom>
            <a:ln w="19050">
              <a:solidFill>
                <a:srgbClr val="0047FF"/>
              </a:solidFill>
              <a:prstDash val="sysDot"/>
            </a:ln>
          </p:spPr>
        </p:sp>
        <p:sp>
          <p:nvSpPr>
            <p:cNvPr id="60" name="node19.head-end.0"/>
            <p:cNvSpPr/>
            <p:nvPr/>
          </p:nvSpPr>
          <p:spPr>
            <a:xfrm>
              <a:off x="6853479" y="4036783"/>
              <a:ext cx="42621" cy="78017"/>
            </a:xfrm>
            <a:custGeom>
              <a:avLst/>
              <a:gdLst/>
              <a:ahLst/>
              <a:cxnLst/>
              <a:rect l="l" t="t" r="r" b="b"/>
              <a:pathLst>
                <a:path w="42621" h="78017">
                  <a:moveTo>
                    <a:pt x="42621" y="78017"/>
                  </a:moveTo>
                  <a:lnTo>
                    <a:pt x="0" y="0"/>
                  </a:lnTo>
                </a:path>
              </a:pathLst>
            </a:custGeom>
            <a:ln w="12700">
              <a:solidFill>
                <a:srgbClr val="0047FF"/>
              </a:solidFill>
              <a:prstDash val="solid"/>
            </a:ln>
          </p:spPr>
        </p:sp>
        <p:sp>
          <p:nvSpPr>
            <p:cNvPr id="61" name="node19.head-end.1"/>
            <p:cNvSpPr/>
            <p:nvPr/>
          </p:nvSpPr>
          <p:spPr>
            <a:xfrm>
              <a:off x="6896100" y="4036783"/>
              <a:ext cx="42621" cy="78017"/>
            </a:xfrm>
            <a:custGeom>
              <a:avLst/>
              <a:gdLst/>
              <a:ahLst/>
              <a:cxnLst/>
              <a:rect l="l" t="t" r="r" b="b"/>
              <a:pathLst>
                <a:path w="42621" h="78017">
                  <a:moveTo>
                    <a:pt x="0" y="78017"/>
                  </a:moveTo>
                  <a:lnTo>
                    <a:pt x="42621" y="0"/>
                  </a:lnTo>
                </a:path>
              </a:pathLst>
            </a:custGeom>
            <a:ln w="12700">
              <a:solidFill>
                <a:srgbClr val="0047FF"/>
              </a:solidFill>
              <a:prstDash val="solid"/>
            </a:ln>
          </p:spPr>
        </p:sp>
        <p:sp>
          <p:nvSpPr>
            <p:cNvPr id="62" name="node19.head-start.0"/>
            <p:cNvSpPr/>
            <p:nvPr/>
          </p:nvSpPr>
          <p:spPr>
            <a:xfrm>
              <a:off x="6896100" y="3886200"/>
              <a:ext cx="42621" cy="78017"/>
            </a:xfrm>
            <a:custGeom>
              <a:avLst/>
              <a:gdLst/>
              <a:ahLst/>
              <a:cxnLst/>
              <a:rect l="l" t="t" r="r" b="b"/>
              <a:pathLst>
                <a:path w="42621" h="78017">
                  <a:moveTo>
                    <a:pt x="0" y="0"/>
                  </a:moveTo>
                  <a:lnTo>
                    <a:pt x="42621" y="78017"/>
                  </a:lnTo>
                </a:path>
              </a:pathLst>
            </a:custGeom>
            <a:ln w="12700">
              <a:solidFill>
                <a:srgbClr val="0047FF"/>
              </a:solidFill>
              <a:prstDash val="solid"/>
            </a:ln>
          </p:spPr>
        </p:sp>
        <p:sp>
          <p:nvSpPr>
            <p:cNvPr id="63" name="node19.head-start.1"/>
            <p:cNvSpPr/>
            <p:nvPr/>
          </p:nvSpPr>
          <p:spPr>
            <a:xfrm>
              <a:off x="6853479" y="3886200"/>
              <a:ext cx="42621" cy="78017"/>
            </a:xfrm>
            <a:custGeom>
              <a:avLst/>
              <a:gdLst/>
              <a:ahLst/>
              <a:cxnLst/>
              <a:rect l="l" t="t" r="r" b="b"/>
              <a:pathLst>
                <a:path w="42621" h="78017">
                  <a:moveTo>
                    <a:pt x="42621" y="0"/>
                  </a:moveTo>
                  <a:lnTo>
                    <a:pt x="0" y="78017"/>
                  </a:lnTo>
                </a:path>
              </a:pathLst>
            </a:custGeom>
            <a:ln w="12700">
              <a:solidFill>
                <a:srgbClr val="0047FF"/>
              </a:solidFill>
              <a:prstDash val="solid"/>
            </a:ln>
          </p:spPr>
        </p:sp>
      </p:grpSp>
      <p:grpSp>
        <p:nvGrpSpPr>
          <p:cNvPr id="143" name="node20"/>
          <p:cNvGrpSpPr/>
          <p:nvPr/>
        </p:nvGrpSpPr>
        <p:grpSpPr>
          <a:xfrm>
            <a:off x="2667000" y="3886200"/>
            <a:ext cx="800100" cy="385521"/>
            <a:chOff x="2667000" y="3886200"/>
            <a:chExt cx="800100" cy="385521"/>
          </a:xfrm>
        </p:grpSpPr>
        <p:sp>
          <p:nvSpPr>
            <p:cNvPr id="64" name="node20.segment-1"/>
            <p:cNvSpPr/>
            <p:nvPr/>
          </p:nvSpPr>
          <p:spPr>
            <a:xfrm>
              <a:off x="2667000" y="3886200"/>
              <a:ext cx="0" cy="342900"/>
            </a:xfrm>
            <a:custGeom>
              <a:avLst/>
              <a:gdLst/>
              <a:ahLst/>
              <a:cxnLst/>
              <a:rect l="l" t="t" r="r" b="b"/>
              <a:pathLst>
                <a:path h="342900">
                  <a:moveTo>
                    <a:pt x="0" y="0"/>
                  </a:moveTo>
                  <a:lnTo>
                    <a:pt x="0" y="342900"/>
                  </a:lnTo>
                </a:path>
              </a:pathLst>
            </a:custGeom>
            <a:ln w="19050">
              <a:solidFill>
                <a:srgbClr val="070154"/>
              </a:solidFill>
              <a:prstDash val="sysDot"/>
            </a:ln>
          </p:spPr>
        </p:sp>
        <p:sp>
          <p:nvSpPr>
            <p:cNvPr id="65" name="node20.segment-2"/>
            <p:cNvSpPr/>
            <p:nvPr/>
          </p:nvSpPr>
          <p:spPr>
            <a:xfrm>
              <a:off x="2667000" y="4229100"/>
              <a:ext cx="800100" cy="0"/>
            </a:xfrm>
            <a:custGeom>
              <a:avLst/>
              <a:gdLst/>
              <a:ahLst/>
              <a:cxnLst/>
              <a:rect l="l" t="t" r="r" b="b"/>
              <a:pathLst>
                <a:path w="800100">
                  <a:moveTo>
                    <a:pt x="0" y="0"/>
                  </a:moveTo>
                  <a:lnTo>
                    <a:pt x="800100" y="0"/>
                  </a:lnTo>
                </a:path>
              </a:pathLst>
            </a:custGeom>
            <a:ln w="19050">
              <a:solidFill>
                <a:srgbClr val="070154"/>
              </a:solidFill>
              <a:prstDash val="sysDot"/>
            </a:ln>
          </p:spPr>
        </p:sp>
        <p:sp>
          <p:nvSpPr>
            <p:cNvPr id="66" name="node20.head-end.0"/>
            <p:cNvSpPr/>
            <p:nvPr/>
          </p:nvSpPr>
          <p:spPr>
            <a:xfrm>
              <a:off x="3389083" y="4229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7" name="node20.head-end.1"/>
            <p:cNvSpPr/>
            <p:nvPr/>
          </p:nvSpPr>
          <p:spPr>
            <a:xfrm>
              <a:off x="3389083" y="4186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44" name="node21"/>
          <p:cNvGrpSpPr/>
          <p:nvPr/>
        </p:nvGrpSpPr>
        <p:grpSpPr>
          <a:xfrm>
            <a:off x="723900" y="2286000"/>
            <a:ext cx="1143000" cy="685800"/>
            <a:chOff x="723900" y="2286000"/>
            <a:chExt cx="1143000" cy="685800"/>
          </a:xfrm>
        </p:grpSpPr>
        <p:sp>
          <p:nvSpPr>
            <p:cNvPr id="68" name="node21.surface"/>
            <p:cNvSpPr/>
            <p:nvPr/>
          </p:nvSpPr>
          <p:spPr>
            <a:xfrm>
              <a:off x="723900" y="2286000"/>
              <a:ext cx="1143000" cy="685800"/>
            </a:xfrm>
            <a:prstGeom prst="rect">
              <a:avLst/>
            </a:prstGeom>
            <a:solidFill>
              <a:srgbClr val="070154"/>
            </a:solidFill>
            <a:ln>
              <a:noFill/>
            </a:ln>
          </p:spPr>
        </p:sp>
        <p:sp>
          <p:nvSpPr>
            <p:cNvPr id="69" name="node21.text"/>
            <p:cNvSpPr/>
            <p:nvPr/>
          </p:nvSpPr>
          <p:spPr>
            <a:xfrm>
              <a:off x="876300" y="24003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Custom CRM</a:t>
              </a:r>
              <a:endParaRPr lang="en-US" sz="1200" spc="0" kern="0" b="0" i="0" dirty="0">
                <a:solidFill>
                  <a:srgbClr val="FFFFFF"/>
                </a:solidFill>
                <a:latin typeface="IBM Plex Sans"/>
                <a:ea typeface="IBM Plex Sans"/>
                <a:cs typeface="IBM Plex Sans"/>
              </a:endParaRPr>
            </a:p>
          </p:txBody>
        </p:sp>
      </p:grpSp>
      <p:grpSp>
        <p:nvGrpSpPr>
          <p:cNvPr id="145" name="node22"/>
          <p:cNvGrpSpPr/>
          <p:nvPr/>
        </p:nvGrpSpPr>
        <p:grpSpPr>
          <a:xfrm>
            <a:off x="723900" y="3200400"/>
            <a:ext cx="1143000" cy="685800"/>
            <a:chOff x="723900" y="3200400"/>
            <a:chExt cx="1143000" cy="685800"/>
          </a:xfrm>
        </p:grpSpPr>
        <p:sp>
          <p:nvSpPr>
            <p:cNvPr id="70" name="node22.surface"/>
            <p:cNvSpPr/>
            <p:nvPr/>
          </p:nvSpPr>
          <p:spPr>
            <a:xfrm>
              <a:off x="730250" y="3206750"/>
              <a:ext cx="1130300" cy="673100"/>
            </a:xfrm>
            <a:prstGeom prst="rect">
              <a:avLst/>
            </a:prstGeom>
            <a:solidFill>
              <a:srgbClr val="FFFFFF"/>
            </a:solidFill>
            <a:ln w="12700">
              <a:solidFill>
                <a:srgbClr val="CED7E6"/>
              </a:solidFill>
              <a:prstDash val="solid"/>
            </a:ln>
          </p:spPr>
        </p:sp>
        <p:sp>
          <p:nvSpPr>
            <p:cNvPr id="71" name="node22.text"/>
            <p:cNvSpPr/>
            <p:nvPr/>
          </p:nvSpPr>
          <p:spPr>
            <a:xfrm>
              <a:off x="800100" y="3314700"/>
              <a:ext cx="990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Pricing spreadsheet</a:t>
              </a:r>
              <a:endParaRPr lang="en-US" sz="1200" spc="0" kern="0" b="0" i="0" dirty="0">
                <a:solidFill>
                  <a:srgbClr val="070154"/>
                </a:solidFill>
                <a:latin typeface="IBM Plex Sans"/>
                <a:ea typeface="IBM Plex Sans"/>
                <a:cs typeface="IBM Plex Sans"/>
              </a:endParaRPr>
            </a:p>
          </p:txBody>
        </p:sp>
      </p:grpSp>
      <p:grpSp>
        <p:nvGrpSpPr>
          <p:cNvPr id="146" name="node23"/>
          <p:cNvGrpSpPr/>
          <p:nvPr/>
        </p:nvGrpSpPr>
        <p:grpSpPr>
          <a:xfrm>
            <a:off x="2095500" y="2286000"/>
            <a:ext cx="1143000" cy="685800"/>
            <a:chOff x="2095500" y="2286000"/>
            <a:chExt cx="1143000" cy="685800"/>
          </a:xfrm>
        </p:grpSpPr>
        <p:sp>
          <p:nvSpPr>
            <p:cNvPr id="72" name="node23.surface"/>
            <p:cNvSpPr/>
            <p:nvPr/>
          </p:nvSpPr>
          <p:spPr>
            <a:xfrm>
              <a:off x="2095500" y="2286000"/>
              <a:ext cx="1143000" cy="685800"/>
            </a:xfrm>
            <a:prstGeom prst="rect">
              <a:avLst/>
            </a:prstGeom>
            <a:solidFill>
              <a:srgbClr val="070154"/>
            </a:solidFill>
            <a:ln>
              <a:noFill/>
            </a:ln>
          </p:spPr>
        </p:sp>
        <p:sp>
          <p:nvSpPr>
            <p:cNvPr id="73" name="node23.text"/>
            <p:cNvSpPr/>
            <p:nvPr/>
          </p:nvSpPr>
          <p:spPr>
            <a:xfrm>
              <a:off x="2247900" y="24003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Legacy order entry</a:t>
              </a:r>
              <a:endParaRPr lang="en-US" sz="1200" spc="0" kern="0" b="0" i="0" dirty="0">
                <a:solidFill>
                  <a:srgbClr val="FFFFFF"/>
                </a:solidFill>
                <a:latin typeface="IBM Plex Sans"/>
                <a:ea typeface="IBM Plex Sans"/>
                <a:cs typeface="IBM Plex Sans"/>
              </a:endParaRPr>
            </a:p>
          </p:txBody>
        </p:sp>
      </p:grpSp>
      <p:grpSp>
        <p:nvGrpSpPr>
          <p:cNvPr id="147" name="node24"/>
          <p:cNvGrpSpPr/>
          <p:nvPr/>
        </p:nvGrpSpPr>
        <p:grpSpPr>
          <a:xfrm>
            <a:off x="2095500" y="3200400"/>
            <a:ext cx="1143000" cy="685800"/>
            <a:chOff x="2095500" y="3200400"/>
            <a:chExt cx="1143000" cy="685800"/>
          </a:xfrm>
        </p:grpSpPr>
        <p:sp>
          <p:nvSpPr>
            <p:cNvPr id="74" name="node24.surface"/>
            <p:cNvSpPr/>
            <p:nvPr/>
          </p:nvSpPr>
          <p:spPr>
            <a:xfrm>
              <a:off x="2095500" y="3200400"/>
              <a:ext cx="1143000" cy="685800"/>
            </a:xfrm>
            <a:prstGeom prst="rect">
              <a:avLst/>
            </a:prstGeom>
            <a:solidFill>
              <a:srgbClr val="CED7E6"/>
            </a:solidFill>
            <a:ln>
              <a:noFill/>
            </a:ln>
          </p:spPr>
        </p:sp>
        <p:sp>
          <p:nvSpPr>
            <p:cNvPr id="75" name="node24.text"/>
            <p:cNvSpPr/>
            <p:nvPr/>
          </p:nvSpPr>
          <p:spPr>
            <a:xfrm>
              <a:off x="2247900" y="33147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Order workbench</a:t>
              </a:r>
              <a:endParaRPr lang="en-US" sz="1200" spc="0" kern="0" b="0" i="0" dirty="0">
                <a:solidFill>
                  <a:srgbClr val="070154"/>
                </a:solidFill>
                <a:latin typeface="IBM Plex Sans"/>
                <a:ea typeface="IBM Plex Sans"/>
                <a:cs typeface="IBM Plex Sans"/>
              </a:endParaRPr>
            </a:p>
          </p:txBody>
        </p:sp>
      </p:grpSp>
      <p:grpSp>
        <p:nvGrpSpPr>
          <p:cNvPr id="148" name="node25"/>
          <p:cNvGrpSpPr/>
          <p:nvPr/>
        </p:nvGrpSpPr>
        <p:grpSpPr>
          <a:xfrm>
            <a:off x="3467100" y="2514600"/>
            <a:ext cx="1600200" cy="1143000"/>
            <a:chOff x="3467100" y="2514600"/>
            <a:chExt cx="1600200" cy="1143000"/>
          </a:xfrm>
        </p:grpSpPr>
        <p:sp>
          <p:nvSpPr>
            <p:cNvPr id="76" name="node25.surface"/>
            <p:cNvSpPr/>
            <p:nvPr/>
          </p:nvSpPr>
          <p:spPr>
            <a:xfrm>
              <a:off x="3467100" y="2514600"/>
              <a:ext cx="1600200" cy="1143000"/>
            </a:xfrm>
            <a:prstGeom prst="rect">
              <a:avLst/>
            </a:prstGeom>
            <a:solidFill>
              <a:srgbClr val="070154"/>
            </a:solidFill>
            <a:ln>
              <a:noFill/>
            </a:ln>
          </p:spPr>
        </p:sp>
        <p:sp>
          <p:nvSpPr>
            <p:cNvPr id="77" name="node25.text"/>
            <p:cNvSpPr/>
            <p:nvPr/>
          </p:nvSpPr>
          <p:spPr>
            <a:xfrm>
              <a:off x="3619500" y="29718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Legacy ERP</a:t>
              </a:r>
              <a:endParaRPr lang="en-US" sz="1200" spc="0" kern="0" b="0" i="0" dirty="0">
                <a:solidFill>
                  <a:srgbClr val="FFFFFF"/>
                </a:solidFill>
                <a:latin typeface="IBM Plex Sans"/>
                <a:ea typeface="IBM Plex Sans"/>
                <a:cs typeface="IBM Plex Sans"/>
              </a:endParaRPr>
            </a:p>
          </p:txBody>
        </p:sp>
      </p:grpSp>
      <p:grpSp>
        <p:nvGrpSpPr>
          <p:cNvPr id="149" name="node26"/>
          <p:cNvGrpSpPr/>
          <p:nvPr/>
        </p:nvGrpSpPr>
        <p:grpSpPr>
          <a:xfrm>
            <a:off x="3467100" y="4114800"/>
            <a:ext cx="1600200" cy="685800"/>
            <a:chOff x="3467100" y="4114800"/>
            <a:chExt cx="1600200" cy="685800"/>
          </a:xfrm>
        </p:grpSpPr>
        <p:sp>
          <p:nvSpPr>
            <p:cNvPr id="78" name="node26.surface"/>
            <p:cNvSpPr/>
            <p:nvPr/>
          </p:nvSpPr>
          <p:spPr>
            <a:xfrm>
              <a:off x="3467100" y="4114800"/>
              <a:ext cx="1600200" cy="685800"/>
            </a:xfrm>
            <a:prstGeom prst="rect">
              <a:avLst/>
            </a:prstGeom>
            <a:solidFill>
              <a:srgbClr val="E8EEF8"/>
            </a:solidFill>
            <a:ln>
              <a:noFill/>
            </a:ln>
          </p:spPr>
        </p:sp>
        <p:sp>
          <p:nvSpPr>
            <p:cNvPr id="79" name="node26.text"/>
            <p:cNvSpPr/>
            <p:nvPr/>
          </p:nvSpPr>
          <p:spPr>
            <a:xfrm>
              <a:off x="3619500" y="4229100"/>
              <a:ext cx="12954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Warehouse system</a:t>
              </a:r>
              <a:endParaRPr lang="en-US" sz="1200" spc="0" kern="0" b="0" i="0" dirty="0">
                <a:solidFill>
                  <a:srgbClr val="070154"/>
                </a:solidFill>
                <a:latin typeface="IBM Plex Sans"/>
                <a:ea typeface="IBM Plex Sans"/>
                <a:cs typeface="IBM Plex Sans"/>
              </a:endParaRPr>
            </a:p>
          </p:txBody>
        </p:sp>
      </p:grpSp>
      <p:grpSp>
        <p:nvGrpSpPr>
          <p:cNvPr id="150" name="node27"/>
          <p:cNvGrpSpPr/>
          <p:nvPr/>
        </p:nvGrpSpPr>
        <p:grpSpPr>
          <a:xfrm>
            <a:off x="5295900" y="3200400"/>
            <a:ext cx="1143000" cy="685800"/>
            <a:chOff x="5295900" y="3200400"/>
            <a:chExt cx="1143000" cy="685800"/>
          </a:xfrm>
        </p:grpSpPr>
        <p:sp>
          <p:nvSpPr>
            <p:cNvPr id="80" name="node27.surface"/>
            <p:cNvSpPr/>
            <p:nvPr/>
          </p:nvSpPr>
          <p:spPr>
            <a:xfrm>
              <a:off x="5295900" y="3200400"/>
              <a:ext cx="1143000" cy="685800"/>
            </a:xfrm>
            <a:prstGeom prst="rect">
              <a:avLst/>
            </a:prstGeom>
            <a:solidFill>
              <a:srgbClr val="070154"/>
            </a:solidFill>
            <a:ln>
              <a:noFill/>
            </a:ln>
          </p:spPr>
        </p:sp>
        <p:sp>
          <p:nvSpPr>
            <p:cNvPr id="81" name="node27.text"/>
            <p:cNvSpPr/>
            <p:nvPr/>
          </p:nvSpPr>
          <p:spPr>
            <a:xfrm>
              <a:off x="5448300" y="33147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Legacy billing</a:t>
              </a:r>
              <a:endParaRPr lang="en-US" sz="1200" spc="0" kern="0" b="0" i="0" dirty="0">
                <a:solidFill>
                  <a:srgbClr val="FFFFFF"/>
                </a:solidFill>
                <a:latin typeface="IBM Plex Sans"/>
                <a:ea typeface="IBM Plex Sans"/>
                <a:cs typeface="IBM Plex Sans"/>
              </a:endParaRPr>
            </a:p>
          </p:txBody>
        </p:sp>
      </p:grpSp>
      <p:grpSp>
        <p:nvGrpSpPr>
          <p:cNvPr id="151" name="node28"/>
          <p:cNvGrpSpPr/>
          <p:nvPr/>
        </p:nvGrpSpPr>
        <p:grpSpPr>
          <a:xfrm>
            <a:off x="5295900" y="4114800"/>
            <a:ext cx="1828800" cy="685800"/>
            <a:chOff x="5295900" y="4114800"/>
            <a:chExt cx="1828800" cy="685800"/>
          </a:xfrm>
        </p:grpSpPr>
        <p:sp>
          <p:nvSpPr>
            <p:cNvPr id="82" name="node28.surface"/>
            <p:cNvSpPr/>
            <p:nvPr/>
          </p:nvSpPr>
          <p:spPr>
            <a:xfrm>
              <a:off x="5295900" y="4114800"/>
              <a:ext cx="1828800" cy="685800"/>
            </a:xfrm>
            <a:prstGeom prst="can">
              <a:avLst/>
            </a:prstGeom>
            <a:solidFill>
              <a:srgbClr val="CED7E6"/>
            </a:solidFill>
            <a:ln w="9525">
              <a:solidFill>
                <a:srgbClr val="070154"/>
              </a:solidFill>
              <a:prstDash val="solid"/>
            </a:ln>
          </p:spPr>
        </p:sp>
        <p:sp>
          <p:nvSpPr>
            <p:cNvPr id="83" name="node28.text"/>
            <p:cNvSpPr/>
            <p:nvPr/>
          </p:nvSpPr>
          <p:spPr>
            <a:xfrm>
              <a:off x="5295900" y="4391406"/>
              <a:ext cx="1828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Shadow database</a:t>
              </a:r>
              <a:endParaRPr lang="en-US" sz="1200" spc="0" kern="0" b="0" i="0" dirty="0">
                <a:solidFill>
                  <a:srgbClr val="070154"/>
                </a:solidFill>
                <a:latin typeface="IBM Plex Sans SemiBold"/>
                <a:ea typeface="IBM Plex Sans SemiBold"/>
                <a:cs typeface="IBM Plex Sans SemiBold"/>
              </a:endParaRPr>
            </a:p>
          </p:txBody>
        </p:sp>
      </p:grpSp>
      <p:grpSp>
        <p:nvGrpSpPr>
          <p:cNvPr id="152" name="node29"/>
          <p:cNvGrpSpPr/>
          <p:nvPr/>
        </p:nvGrpSpPr>
        <p:grpSpPr>
          <a:xfrm>
            <a:off x="6667500" y="2286000"/>
            <a:ext cx="1143000" cy="457200"/>
            <a:chOff x="6667500" y="2286000"/>
            <a:chExt cx="1143000" cy="457200"/>
          </a:xfrm>
        </p:grpSpPr>
        <p:sp>
          <p:nvSpPr>
            <p:cNvPr id="84" name="node29.surface"/>
            <p:cNvSpPr/>
            <p:nvPr/>
          </p:nvSpPr>
          <p:spPr>
            <a:xfrm>
              <a:off x="6673850" y="2292350"/>
              <a:ext cx="1130300" cy="444500"/>
            </a:xfrm>
            <a:prstGeom prst="rect">
              <a:avLst/>
            </a:prstGeom>
            <a:solidFill>
              <a:srgbClr val="FFFFFF"/>
            </a:solidFill>
            <a:ln w="12700">
              <a:solidFill>
                <a:srgbClr val="CED7E6"/>
              </a:solidFill>
              <a:prstDash val="solid"/>
            </a:ln>
          </p:spPr>
        </p:sp>
        <p:sp>
          <p:nvSpPr>
            <p:cNvPr id="85" name="node29.text"/>
            <p:cNvSpPr/>
            <p:nvPr/>
          </p:nvSpPr>
          <p:spPr>
            <a:xfrm>
              <a:off x="6819900" y="22860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Shared inbox</a:t>
              </a:r>
              <a:endParaRPr lang="en-US" sz="1200" spc="0" kern="0" b="0" i="0" dirty="0">
                <a:solidFill>
                  <a:srgbClr val="070154"/>
                </a:solidFill>
                <a:latin typeface="IBM Plex Sans"/>
                <a:ea typeface="IBM Plex Sans"/>
                <a:cs typeface="IBM Plex Sans"/>
              </a:endParaRPr>
            </a:p>
          </p:txBody>
        </p:sp>
      </p:grpSp>
      <p:grpSp>
        <p:nvGrpSpPr>
          <p:cNvPr id="153" name="node30"/>
          <p:cNvGrpSpPr/>
          <p:nvPr/>
        </p:nvGrpSpPr>
        <p:grpSpPr>
          <a:xfrm>
            <a:off x="6667500" y="3200400"/>
            <a:ext cx="1143000" cy="685800"/>
            <a:chOff x="6667500" y="3200400"/>
            <a:chExt cx="1143000" cy="685800"/>
          </a:xfrm>
        </p:grpSpPr>
        <p:sp>
          <p:nvSpPr>
            <p:cNvPr id="86" name="node30.surface"/>
            <p:cNvSpPr/>
            <p:nvPr/>
          </p:nvSpPr>
          <p:spPr>
            <a:xfrm>
              <a:off x="6667500" y="3200400"/>
              <a:ext cx="1143000" cy="685800"/>
            </a:xfrm>
            <a:prstGeom prst="rect">
              <a:avLst/>
            </a:prstGeom>
            <a:solidFill>
              <a:srgbClr val="CED7E6"/>
            </a:solidFill>
            <a:ln>
              <a:noFill/>
            </a:ln>
          </p:spPr>
        </p:sp>
        <p:sp>
          <p:nvSpPr>
            <p:cNvPr id="87" name="node30.text"/>
            <p:cNvSpPr/>
            <p:nvPr/>
          </p:nvSpPr>
          <p:spPr>
            <a:xfrm>
              <a:off x="6819900" y="33147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Email trackers</a:t>
              </a:r>
              <a:endParaRPr lang="en-US" sz="1200" spc="0" kern="0" b="0" i="0" dirty="0">
                <a:solidFill>
                  <a:srgbClr val="070154"/>
                </a:solidFill>
                <a:latin typeface="IBM Plex Sans"/>
                <a:ea typeface="IBM Plex Sans"/>
                <a:cs typeface="IBM Plex Sans"/>
              </a:endParaRPr>
            </a:p>
          </p:txBody>
        </p:sp>
      </p:grpSp>
      <p:grpSp>
        <p:nvGrpSpPr>
          <p:cNvPr id="154" name="node31"/>
          <p:cNvGrpSpPr/>
          <p:nvPr/>
        </p:nvGrpSpPr>
        <p:grpSpPr>
          <a:xfrm>
            <a:off x="1638300" y="3200400"/>
            <a:ext cx="228600" cy="228600"/>
            <a:chOff x="1638300" y="3200400"/>
            <a:chExt cx="228600" cy="228600"/>
          </a:xfrm>
        </p:grpSpPr>
        <p:sp>
          <p:nvSpPr>
            <p:cNvPr id="88" name="node31.surface"/>
            <p:cNvSpPr/>
            <p:nvPr/>
          </p:nvSpPr>
          <p:spPr>
            <a:xfrm>
              <a:off x="1638300" y="3200400"/>
              <a:ext cx="228600" cy="228600"/>
            </a:xfrm>
            <a:prstGeom prst="rect">
              <a:avLst/>
            </a:prstGeom>
            <a:solidFill>
              <a:srgbClr val="F900D3"/>
            </a:solidFill>
            <a:ln>
              <a:noFill/>
            </a:ln>
          </p:spPr>
        </p:sp>
        <p:sp>
          <p:nvSpPr>
            <p:cNvPr id="89" name="node31.text"/>
            <p:cNvSpPr/>
            <p:nvPr/>
          </p:nvSpPr>
          <p:spPr>
            <a:xfrm>
              <a:off x="1676400" y="32385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1</a:t>
              </a:r>
              <a:endParaRPr lang="en-US" sz="900" spc="54" kern="0" b="0" i="0" dirty="0">
                <a:solidFill>
                  <a:srgbClr val="070154"/>
                </a:solidFill>
                <a:latin typeface="IBM Plex Mono Medium"/>
                <a:ea typeface="IBM Plex Mono Medium"/>
                <a:cs typeface="IBM Plex Mono Medium"/>
              </a:endParaRPr>
            </a:p>
          </p:txBody>
        </p:sp>
      </p:grpSp>
      <p:grpSp>
        <p:nvGrpSpPr>
          <p:cNvPr id="155" name="node32"/>
          <p:cNvGrpSpPr/>
          <p:nvPr/>
        </p:nvGrpSpPr>
        <p:grpSpPr>
          <a:xfrm>
            <a:off x="3009900" y="3200400"/>
            <a:ext cx="228600" cy="228600"/>
            <a:chOff x="3009900" y="3200400"/>
            <a:chExt cx="228600" cy="228600"/>
          </a:xfrm>
        </p:grpSpPr>
        <p:sp>
          <p:nvSpPr>
            <p:cNvPr id="90" name="node32.surface"/>
            <p:cNvSpPr/>
            <p:nvPr/>
          </p:nvSpPr>
          <p:spPr>
            <a:xfrm>
              <a:off x="3009900" y="3200400"/>
              <a:ext cx="228600" cy="228600"/>
            </a:xfrm>
            <a:prstGeom prst="rect">
              <a:avLst/>
            </a:prstGeom>
            <a:solidFill>
              <a:srgbClr val="F900D3"/>
            </a:solidFill>
            <a:ln>
              <a:noFill/>
            </a:ln>
          </p:spPr>
        </p:sp>
        <p:sp>
          <p:nvSpPr>
            <p:cNvPr id="91" name="node32.text"/>
            <p:cNvSpPr/>
            <p:nvPr/>
          </p:nvSpPr>
          <p:spPr>
            <a:xfrm>
              <a:off x="3048000" y="32385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2</a:t>
              </a:r>
              <a:endParaRPr lang="en-US" sz="900" spc="54" kern="0" b="0" i="0" dirty="0">
                <a:solidFill>
                  <a:srgbClr val="070154"/>
                </a:solidFill>
                <a:latin typeface="IBM Plex Mono Medium"/>
                <a:ea typeface="IBM Plex Mono Medium"/>
                <a:cs typeface="IBM Plex Mono Medium"/>
              </a:endParaRPr>
            </a:p>
          </p:txBody>
        </p:sp>
      </p:grpSp>
      <p:grpSp>
        <p:nvGrpSpPr>
          <p:cNvPr id="156" name="node33"/>
          <p:cNvGrpSpPr/>
          <p:nvPr/>
        </p:nvGrpSpPr>
        <p:grpSpPr>
          <a:xfrm>
            <a:off x="6896100" y="4114800"/>
            <a:ext cx="228600" cy="228600"/>
            <a:chOff x="6896100" y="4114800"/>
            <a:chExt cx="228600" cy="228600"/>
          </a:xfrm>
        </p:grpSpPr>
        <p:sp>
          <p:nvSpPr>
            <p:cNvPr id="92" name="node33.surface"/>
            <p:cNvSpPr/>
            <p:nvPr/>
          </p:nvSpPr>
          <p:spPr>
            <a:xfrm>
              <a:off x="6896100" y="4114800"/>
              <a:ext cx="228600" cy="228600"/>
            </a:xfrm>
            <a:prstGeom prst="rect">
              <a:avLst/>
            </a:prstGeom>
            <a:solidFill>
              <a:srgbClr val="F900D3"/>
            </a:solidFill>
            <a:ln>
              <a:noFill/>
            </a:ln>
          </p:spPr>
        </p:sp>
        <p:sp>
          <p:nvSpPr>
            <p:cNvPr id="93" name="node33.text"/>
            <p:cNvSpPr/>
            <p:nvPr/>
          </p:nvSpPr>
          <p:spPr>
            <a:xfrm>
              <a:off x="6934200" y="41529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3</a:t>
              </a:r>
              <a:endParaRPr lang="en-US" sz="900" spc="54" kern="0" b="0" i="0" dirty="0">
                <a:solidFill>
                  <a:srgbClr val="070154"/>
                </a:solidFill>
                <a:latin typeface="IBM Plex Mono Medium"/>
                <a:ea typeface="IBM Plex Mono Medium"/>
                <a:cs typeface="IBM Plex Mono Medium"/>
              </a:endParaRPr>
            </a:p>
          </p:txBody>
        </p:sp>
      </p:grpSp>
      <p:grpSp>
        <p:nvGrpSpPr>
          <p:cNvPr id="157" name="node34"/>
          <p:cNvGrpSpPr/>
          <p:nvPr/>
        </p:nvGrpSpPr>
        <p:grpSpPr>
          <a:xfrm>
            <a:off x="7581900" y="3200400"/>
            <a:ext cx="228600" cy="228600"/>
            <a:chOff x="7581900" y="3200400"/>
            <a:chExt cx="228600" cy="228600"/>
          </a:xfrm>
        </p:grpSpPr>
        <p:sp>
          <p:nvSpPr>
            <p:cNvPr id="94" name="node34.surface"/>
            <p:cNvSpPr/>
            <p:nvPr/>
          </p:nvSpPr>
          <p:spPr>
            <a:xfrm>
              <a:off x="7581900" y="3200400"/>
              <a:ext cx="228600" cy="228600"/>
            </a:xfrm>
            <a:prstGeom prst="rect">
              <a:avLst/>
            </a:prstGeom>
            <a:solidFill>
              <a:srgbClr val="F900D3"/>
            </a:solidFill>
            <a:ln>
              <a:noFill/>
            </a:ln>
          </p:spPr>
        </p:sp>
        <p:sp>
          <p:nvSpPr>
            <p:cNvPr id="95" name="node34.text"/>
            <p:cNvSpPr/>
            <p:nvPr/>
          </p:nvSpPr>
          <p:spPr>
            <a:xfrm>
              <a:off x="7620000" y="32385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4</a:t>
              </a:r>
              <a:endParaRPr lang="en-US" sz="900" spc="54" kern="0" b="0" i="0" dirty="0">
                <a:solidFill>
                  <a:srgbClr val="070154"/>
                </a:solidFill>
                <a:latin typeface="IBM Plex Mono Medium"/>
                <a:ea typeface="IBM Plex Mono Medium"/>
                <a:cs typeface="IBM Plex Mono Medium"/>
              </a:endParaRPr>
            </a:p>
          </p:txBody>
        </p:sp>
      </p:grpSp>
      <p:grpSp>
        <p:nvGrpSpPr>
          <p:cNvPr id="158" name="node35"/>
          <p:cNvGrpSpPr/>
          <p:nvPr/>
        </p:nvGrpSpPr>
        <p:grpSpPr>
          <a:xfrm>
            <a:off x="8039100" y="1600200"/>
            <a:ext cx="228600" cy="228600"/>
            <a:chOff x="8039100" y="1600200"/>
            <a:chExt cx="228600" cy="228600"/>
          </a:xfrm>
        </p:grpSpPr>
        <p:sp>
          <p:nvSpPr>
            <p:cNvPr id="96" name="node35.surface"/>
            <p:cNvSpPr/>
            <p:nvPr/>
          </p:nvSpPr>
          <p:spPr>
            <a:xfrm>
              <a:off x="8039100" y="1600200"/>
              <a:ext cx="228600" cy="228600"/>
            </a:xfrm>
            <a:prstGeom prst="rect">
              <a:avLst/>
            </a:prstGeom>
            <a:solidFill>
              <a:srgbClr val="F900D3"/>
            </a:solidFill>
            <a:ln>
              <a:noFill/>
            </a:ln>
          </p:spPr>
        </p:sp>
        <p:sp>
          <p:nvSpPr>
            <p:cNvPr id="97" name="node35.text"/>
            <p:cNvSpPr/>
            <p:nvPr/>
          </p:nvSpPr>
          <p:spPr>
            <a:xfrm>
              <a:off x="8077200" y="16383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1</a:t>
              </a:r>
              <a:endParaRPr lang="en-US" sz="900" spc="54" kern="0" b="0" i="0" dirty="0">
                <a:solidFill>
                  <a:srgbClr val="070154"/>
                </a:solidFill>
                <a:latin typeface="IBM Plex Mono Medium"/>
                <a:ea typeface="IBM Plex Mono Medium"/>
                <a:cs typeface="IBM Plex Mono Medium"/>
              </a:endParaRPr>
            </a:p>
          </p:txBody>
        </p:sp>
      </p:grpSp>
      <p:grpSp>
        <p:nvGrpSpPr>
          <p:cNvPr id="159" name="node36"/>
          <p:cNvGrpSpPr/>
          <p:nvPr/>
        </p:nvGrpSpPr>
        <p:grpSpPr>
          <a:xfrm>
            <a:off x="8382000" y="1600200"/>
            <a:ext cx="3086100" cy="266700"/>
            <a:chOff x="8382000" y="1600200"/>
            <a:chExt cx="3086100" cy="266700"/>
          </a:xfrm>
        </p:grpSpPr>
        <p:sp>
          <p:nvSpPr>
            <p:cNvPr id="98" name="node36.text"/>
            <p:cNvSpPr/>
            <p:nvPr/>
          </p:nvSpPr>
          <p:spPr>
            <a:xfrm>
              <a:off x="8382000" y="1600200"/>
              <a:ext cx="3086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Prices re-keyed three times</a:t>
              </a:r>
              <a:endParaRPr lang="en-US" sz="1400" spc="0" kern="0" b="0" i="0" dirty="0">
                <a:solidFill>
                  <a:srgbClr val="070154"/>
                </a:solidFill>
                <a:latin typeface="IBM Plex Sans"/>
                <a:ea typeface="IBM Plex Sans"/>
                <a:cs typeface="IBM Plex Sans"/>
              </a:endParaRPr>
            </a:p>
          </p:txBody>
        </p:sp>
      </p:grpSp>
      <p:grpSp>
        <p:nvGrpSpPr>
          <p:cNvPr id="160" name="node37"/>
          <p:cNvGrpSpPr/>
          <p:nvPr/>
        </p:nvGrpSpPr>
        <p:grpSpPr>
          <a:xfrm>
            <a:off x="8382000" y="1866900"/>
            <a:ext cx="3086100" cy="457200"/>
            <a:chOff x="8382000" y="1866900"/>
            <a:chExt cx="3086100" cy="457200"/>
          </a:xfrm>
        </p:grpSpPr>
        <p:sp>
          <p:nvSpPr>
            <p:cNvPr id="99" name="node37.text"/>
            <p:cNvSpPr/>
            <p:nvPr/>
          </p:nvSpPr>
          <p:spPr>
            <a:xfrm>
              <a:off x="8382000" y="1866900"/>
              <a:ext cx="3086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Quote prices live in a spreadsheet, the CRM and the ERP, and drift apart.</a:t>
              </a:r>
              <a:endParaRPr lang="en-US" sz="1200" spc="0" kern="0" b="0" i="0" dirty="0">
                <a:solidFill>
                  <a:srgbClr val="50658E"/>
                </a:solidFill>
                <a:latin typeface="IBM Plex Sans"/>
                <a:ea typeface="IBM Plex Sans"/>
                <a:cs typeface="IBM Plex Sans"/>
              </a:endParaRPr>
            </a:p>
          </p:txBody>
        </p:sp>
      </p:grpSp>
      <p:grpSp>
        <p:nvGrpSpPr>
          <p:cNvPr id="161" name="node38"/>
          <p:cNvGrpSpPr/>
          <p:nvPr/>
        </p:nvGrpSpPr>
        <p:grpSpPr>
          <a:xfrm>
            <a:off x="8039100" y="2743200"/>
            <a:ext cx="228600" cy="228600"/>
            <a:chOff x="8039100" y="2743200"/>
            <a:chExt cx="228600" cy="228600"/>
          </a:xfrm>
        </p:grpSpPr>
        <p:sp>
          <p:nvSpPr>
            <p:cNvPr id="100" name="node38.surface"/>
            <p:cNvSpPr/>
            <p:nvPr/>
          </p:nvSpPr>
          <p:spPr>
            <a:xfrm>
              <a:off x="8039100" y="2743200"/>
              <a:ext cx="228600" cy="228600"/>
            </a:xfrm>
            <a:prstGeom prst="rect">
              <a:avLst/>
            </a:prstGeom>
            <a:solidFill>
              <a:srgbClr val="F900D3"/>
            </a:solidFill>
            <a:ln>
              <a:noFill/>
            </a:ln>
          </p:spPr>
        </p:sp>
        <p:sp>
          <p:nvSpPr>
            <p:cNvPr id="101" name="node38.text"/>
            <p:cNvSpPr/>
            <p:nvPr/>
          </p:nvSpPr>
          <p:spPr>
            <a:xfrm>
              <a:off x="8077200" y="27813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2</a:t>
              </a:r>
              <a:endParaRPr lang="en-US" sz="900" spc="54" kern="0" b="0" i="0" dirty="0">
                <a:solidFill>
                  <a:srgbClr val="070154"/>
                </a:solidFill>
                <a:latin typeface="IBM Plex Mono Medium"/>
                <a:ea typeface="IBM Plex Mono Medium"/>
                <a:cs typeface="IBM Plex Mono Medium"/>
              </a:endParaRPr>
            </a:p>
          </p:txBody>
        </p:sp>
      </p:grpSp>
      <p:grpSp>
        <p:nvGrpSpPr>
          <p:cNvPr id="162" name="node39"/>
          <p:cNvGrpSpPr/>
          <p:nvPr/>
        </p:nvGrpSpPr>
        <p:grpSpPr>
          <a:xfrm>
            <a:off x="8382000" y="2743200"/>
            <a:ext cx="3086100" cy="266700"/>
            <a:chOff x="8382000" y="2743200"/>
            <a:chExt cx="3086100" cy="266700"/>
          </a:xfrm>
        </p:grpSpPr>
        <p:sp>
          <p:nvSpPr>
            <p:cNvPr id="102" name="node39.text"/>
            <p:cNvSpPr/>
            <p:nvPr/>
          </p:nvSpPr>
          <p:spPr>
            <a:xfrm>
              <a:off x="8382000" y="2743200"/>
              <a:ext cx="3086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Orders repaired by hand</a:t>
              </a:r>
              <a:endParaRPr lang="en-US" sz="1400" spc="0" kern="0" b="0" i="0" dirty="0">
                <a:solidFill>
                  <a:srgbClr val="070154"/>
                </a:solidFill>
                <a:latin typeface="IBM Plex Sans"/>
                <a:ea typeface="IBM Plex Sans"/>
                <a:cs typeface="IBM Plex Sans"/>
              </a:endParaRPr>
            </a:p>
          </p:txBody>
        </p:sp>
      </p:grpSp>
      <p:grpSp>
        <p:nvGrpSpPr>
          <p:cNvPr id="163" name="node40"/>
          <p:cNvGrpSpPr/>
          <p:nvPr/>
        </p:nvGrpSpPr>
        <p:grpSpPr>
          <a:xfrm>
            <a:off x="8382000" y="3009900"/>
            <a:ext cx="3086100" cy="457200"/>
            <a:chOff x="8382000" y="3009900"/>
            <a:chExt cx="3086100" cy="457200"/>
          </a:xfrm>
        </p:grpSpPr>
        <p:sp>
          <p:nvSpPr>
            <p:cNvPr id="103" name="node40.text"/>
            <p:cNvSpPr/>
            <p:nvPr/>
          </p:nvSpPr>
          <p:spPr>
            <a:xfrm>
              <a:off x="8382000" y="3009900"/>
              <a:ext cx="3086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workbench exists to fix failed orders before they reach the ERP.</a:t>
              </a:r>
              <a:endParaRPr lang="en-US" sz="1200" spc="0" kern="0" b="0" i="0" dirty="0">
                <a:solidFill>
                  <a:srgbClr val="50658E"/>
                </a:solidFill>
                <a:latin typeface="IBM Plex Sans"/>
                <a:ea typeface="IBM Plex Sans"/>
                <a:cs typeface="IBM Plex Sans"/>
              </a:endParaRPr>
            </a:p>
          </p:txBody>
        </p:sp>
      </p:grpSp>
      <p:grpSp>
        <p:nvGrpSpPr>
          <p:cNvPr id="164" name="node41"/>
          <p:cNvGrpSpPr/>
          <p:nvPr/>
        </p:nvGrpSpPr>
        <p:grpSpPr>
          <a:xfrm>
            <a:off x="8039100" y="3886200"/>
            <a:ext cx="228600" cy="228600"/>
            <a:chOff x="8039100" y="3886200"/>
            <a:chExt cx="228600" cy="228600"/>
          </a:xfrm>
        </p:grpSpPr>
        <p:sp>
          <p:nvSpPr>
            <p:cNvPr id="104" name="node41.surface"/>
            <p:cNvSpPr/>
            <p:nvPr/>
          </p:nvSpPr>
          <p:spPr>
            <a:xfrm>
              <a:off x="8039100" y="3886200"/>
              <a:ext cx="228600" cy="228600"/>
            </a:xfrm>
            <a:prstGeom prst="rect">
              <a:avLst/>
            </a:prstGeom>
            <a:solidFill>
              <a:srgbClr val="F900D3"/>
            </a:solidFill>
            <a:ln>
              <a:noFill/>
            </a:ln>
          </p:spPr>
        </p:sp>
        <p:sp>
          <p:nvSpPr>
            <p:cNvPr id="105" name="node41.text"/>
            <p:cNvSpPr/>
            <p:nvPr/>
          </p:nvSpPr>
          <p:spPr>
            <a:xfrm>
              <a:off x="8077200" y="39243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3</a:t>
              </a:r>
              <a:endParaRPr lang="en-US" sz="900" spc="54" kern="0" b="0" i="0" dirty="0">
                <a:solidFill>
                  <a:srgbClr val="070154"/>
                </a:solidFill>
                <a:latin typeface="IBM Plex Mono Medium"/>
                <a:ea typeface="IBM Plex Mono Medium"/>
                <a:cs typeface="IBM Plex Mono Medium"/>
              </a:endParaRPr>
            </a:p>
          </p:txBody>
        </p:sp>
      </p:grpSp>
      <p:grpSp>
        <p:nvGrpSpPr>
          <p:cNvPr id="165" name="node42"/>
          <p:cNvGrpSpPr/>
          <p:nvPr/>
        </p:nvGrpSpPr>
        <p:grpSpPr>
          <a:xfrm>
            <a:off x="8382000" y="3886200"/>
            <a:ext cx="3086100" cy="266700"/>
            <a:chOff x="8382000" y="3886200"/>
            <a:chExt cx="3086100" cy="266700"/>
          </a:xfrm>
        </p:grpSpPr>
        <p:sp>
          <p:nvSpPr>
            <p:cNvPr id="106" name="node42.text"/>
            <p:cNvSpPr/>
            <p:nvPr/>
          </p:nvSpPr>
          <p:spPr>
            <a:xfrm>
              <a:off x="8382000" y="3886200"/>
              <a:ext cx="3086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Shadow database</a:t>
              </a:r>
              <a:endParaRPr lang="en-US" sz="1400" spc="0" kern="0" b="0" i="0" dirty="0">
                <a:solidFill>
                  <a:srgbClr val="070154"/>
                </a:solidFill>
                <a:latin typeface="IBM Plex Sans"/>
                <a:ea typeface="IBM Plex Sans"/>
                <a:cs typeface="IBM Plex Sans"/>
              </a:endParaRPr>
            </a:p>
          </p:txBody>
        </p:sp>
      </p:grpSp>
      <p:grpSp>
        <p:nvGrpSpPr>
          <p:cNvPr id="166" name="node43"/>
          <p:cNvGrpSpPr/>
          <p:nvPr/>
        </p:nvGrpSpPr>
        <p:grpSpPr>
          <a:xfrm>
            <a:off x="8382000" y="4152900"/>
            <a:ext cx="3086100" cy="457200"/>
            <a:chOff x="8382000" y="4152900"/>
            <a:chExt cx="3086100" cy="457200"/>
          </a:xfrm>
        </p:grpSpPr>
        <p:sp>
          <p:nvSpPr>
            <p:cNvPr id="107" name="node43.text"/>
            <p:cNvSpPr/>
            <p:nvPr/>
          </p:nvSpPr>
          <p:spPr>
            <a:xfrm>
              <a:off x="8382000" y="4152900"/>
              <a:ext cx="3086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Billing and trackers sync through an unmanaged copy nobody owns.</a:t>
              </a:r>
              <a:endParaRPr lang="en-US" sz="1200" spc="0" kern="0" b="0" i="0" dirty="0">
                <a:solidFill>
                  <a:srgbClr val="50658E"/>
                </a:solidFill>
                <a:latin typeface="IBM Plex Sans"/>
                <a:ea typeface="IBM Plex Sans"/>
                <a:cs typeface="IBM Plex Sans"/>
              </a:endParaRPr>
            </a:p>
          </p:txBody>
        </p:sp>
      </p:grpSp>
      <p:grpSp>
        <p:nvGrpSpPr>
          <p:cNvPr id="167" name="node44"/>
          <p:cNvGrpSpPr/>
          <p:nvPr/>
        </p:nvGrpSpPr>
        <p:grpSpPr>
          <a:xfrm>
            <a:off x="8039100" y="5029200"/>
            <a:ext cx="228600" cy="228600"/>
            <a:chOff x="8039100" y="5029200"/>
            <a:chExt cx="228600" cy="228600"/>
          </a:xfrm>
        </p:grpSpPr>
        <p:sp>
          <p:nvSpPr>
            <p:cNvPr id="108" name="node44.surface"/>
            <p:cNvSpPr/>
            <p:nvPr/>
          </p:nvSpPr>
          <p:spPr>
            <a:xfrm>
              <a:off x="8039100" y="5029200"/>
              <a:ext cx="228600" cy="228600"/>
            </a:xfrm>
            <a:prstGeom prst="rect">
              <a:avLst/>
            </a:prstGeom>
            <a:solidFill>
              <a:srgbClr val="F900D3"/>
            </a:solidFill>
            <a:ln>
              <a:noFill/>
            </a:ln>
          </p:spPr>
        </p:sp>
        <p:sp>
          <p:nvSpPr>
            <p:cNvPr id="109" name="node44.text"/>
            <p:cNvSpPr/>
            <p:nvPr/>
          </p:nvSpPr>
          <p:spPr>
            <a:xfrm>
              <a:off x="8077200" y="50673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4</a:t>
              </a:r>
              <a:endParaRPr lang="en-US" sz="900" spc="54" kern="0" b="0" i="0" dirty="0">
                <a:solidFill>
                  <a:srgbClr val="070154"/>
                </a:solidFill>
                <a:latin typeface="IBM Plex Mono Medium"/>
                <a:ea typeface="IBM Plex Mono Medium"/>
                <a:cs typeface="IBM Plex Mono Medium"/>
              </a:endParaRPr>
            </a:p>
          </p:txBody>
        </p:sp>
      </p:grpSp>
      <p:grpSp>
        <p:nvGrpSpPr>
          <p:cNvPr id="168" name="node45"/>
          <p:cNvGrpSpPr/>
          <p:nvPr/>
        </p:nvGrpSpPr>
        <p:grpSpPr>
          <a:xfrm>
            <a:off x="8382000" y="5029200"/>
            <a:ext cx="3086100" cy="266700"/>
            <a:chOff x="8382000" y="5029200"/>
            <a:chExt cx="3086100" cy="266700"/>
          </a:xfrm>
        </p:grpSpPr>
        <p:sp>
          <p:nvSpPr>
            <p:cNvPr id="110" name="node45.text"/>
            <p:cNvSpPr/>
            <p:nvPr/>
          </p:nvSpPr>
          <p:spPr>
            <a:xfrm>
              <a:off x="8382000" y="5029200"/>
              <a:ext cx="3086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Collections run on email</a:t>
              </a:r>
              <a:endParaRPr lang="en-US" sz="1400" spc="0" kern="0" b="0" i="0" dirty="0">
                <a:solidFill>
                  <a:srgbClr val="070154"/>
                </a:solidFill>
                <a:latin typeface="IBM Plex Sans"/>
                <a:ea typeface="IBM Plex Sans"/>
                <a:cs typeface="IBM Plex Sans"/>
              </a:endParaRPr>
            </a:p>
          </p:txBody>
        </p:sp>
      </p:grpSp>
      <p:grpSp>
        <p:nvGrpSpPr>
          <p:cNvPr id="169" name="node46"/>
          <p:cNvGrpSpPr/>
          <p:nvPr/>
        </p:nvGrpSpPr>
        <p:grpSpPr>
          <a:xfrm>
            <a:off x="8382000" y="5295900"/>
            <a:ext cx="3086100" cy="457200"/>
            <a:chOff x="8382000" y="5295900"/>
            <a:chExt cx="3086100" cy="457200"/>
          </a:xfrm>
        </p:grpSpPr>
        <p:sp>
          <p:nvSpPr>
            <p:cNvPr id="111" name="node46.text"/>
            <p:cNvSpPr/>
            <p:nvPr/>
          </p:nvSpPr>
          <p:spPr>
            <a:xfrm>
              <a:off x="8382000" y="5295900"/>
              <a:ext cx="3086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Cash is chased from inboxes and trackers, with no single status.</a:t>
              </a:r>
              <a:endParaRPr lang="en-US" sz="1200" spc="0" kern="0" b="0" i="0" dirty="0">
                <a:solidFill>
                  <a:srgbClr val="50658E"/>
                </a:solidFill>
                <a:latin typeface="IBM Plex Sans"/>
                <a:ea typeface="IBM Plex Sans"/>
                <a:cs typeface="IBM Plex Sans"/>
              </a:endParaRPr>
            </a:p>
          </p:txBody>
        </p:sp>
      </p:grpSp>
      <p:grpSp>
        <p:nvGrpSpPr>
          <p:cNvPr id="170" name="node47"/>
          <p:cNvGrpSpPr/>
          <p:nvPr/>
        </p:nvGrpSpPr>
        <p:grpSpPr>
          <a:xfrm>
            <a:off x="723900" y="5257800"/>
            <a:ext cx="1447800" cy="152400"/>
            <a:chOff x="723900" y="5257800"/>
            <a:chExt cx="1447800" cy="152400"/>
          </a:xfrm>
        </p:grpSpPr>
        <p:sp>
          <p:nvSpPr>
            <p:cNvPr id="112" name="node47.text"/>
            <p:cNvSpPr/>
            <p:nvPr/>
          </p:nvSpPr>
          <p:spPr>
            <a:xfrm>
              <a:off x="723900" y="5257800"/>
              <a:ext cx="144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CONNECTION TYPE</a:t>
              </a:r>
              <a:endParaRPr lang="en-US" sz="900" spc="54" kern="0" b="0" i="0" dirty="0">
                <a:solidFill>
                  <a:srgbClr val="50658E"/>
                </a:solidFill>
                <a:latin typeface="IBM Plex Mono Medium"/>
                <a:ea typeface="IBM Plex Mono Medium"/>
                <a:cs typeface="IBM Plex Mono Medium"/>
              </a:endParaRPr>
            </a:p>
          </p:txBody>
        </p:sp>
      </p:grpSp>
      <p:grpSp>
        <p:nvGrpSpPr>
          <p:cNvPr id="171" name="node48"/>
          <p:cNvGrpSpPr/>
          <p:nvPr/>
        </p:nvGrpSpPr>
        <p:grpSpPr>
          <a:xfrm>
            <a:off x="723900" y="5600700"/>
            <a:ext cx="457200" cy="1"/>
            <a:chOff x="723900" y="5600700"/>
            <a:chExt cx="457200" cy="1"/>
          </a:xfrm>
        </p:grpSpPr>
        <p:sp>
          <p:nvSpPr>
            <p:cNvPr id="113" name="node48.segment-1"/>
            <p:cNvSpPr/>
            <p:nvPr/>
          </p:nvSpPr>
          <p:spPr>
            <a:xfrm>
              <a:off x="723900" y="5600700"/>
              <a:ext cx="457200" cy="0"/>
            </a:xfrm>
            <a:custGeom>
              <a:avLst/>
              <a:gdLst/>
              <a:ahLst/>
              <a:cxnLst/>
              <a:rect l="l" t="t" r="r" b="b"/>
              <a:pathLst>
                <a:path w="457200">
                  <a:moveTo>
                    <a:pt x="0" y="0"/>
                  </a:moveTo>
                  <a:lnTo>
                    <a:pt x="457200" y="0"/>
                  </a:lnTo>
                </a:path>
              </a:pathLst>
            </a:custGeom>
            <a:ln w="12700">
              <a:solidFill>
                <a:srgbClr val="070154"/>
              </a:solidFill>
              <a:prstDash val="solid"/>
            </a:ln>
          </p:spPr>
        </p:sp>
      </p:grpSp>
      <p:grpSp>
        <p:nvGrpSpPr>
          <p:cNvPr id="172" name="node49"/>
          <p:cNvGrpSpPr/>
          <p:nvPr/>
        </p:nvGrpSpPr>
        <p:grpSpPr>
          <a:xfrm>
            <a:off x="1295400" y="5486400"/>
            <a:ext cx="304800" cy="228600"/>
            <a:chOff x="1295400" y="5486400"/>
            <a:chExt cx="304800" cy="228600"/>
          </a:xfrm>
        </p:grpSpPr>
        <p:sp>
          <p:nvSpPr>
            <p:cNvPr id="114" name="node49.text"/>
            <p:cNvSpPr/>
            <p:nvPr/>
          </p:nvSpPr>
          <p:spPr>
            <a:xfrm>
              <a:off x="1295400" y="5486400"/>
              <a:ext cx="304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API</a:t>
              </a:r>
              <a:endParaRPr lang="en-US" sz="1200" spc="0" kern="0" b="0" i="0" dirty="0">
                <a:solidFill>
                  <a:srgbClr val="070154"/>
                </a:solidFill>
                <a:latin typeface="IBM Plex Sans"/>
                <a:ea typeface="IBM Plex Sans"/>
                <a:cs typeface="IBM Plex Sans"/>
              </a:endParaRPr>
            </a:p>
          </p:txBody>
        </p:sp>
      </p:grpSp>
      <p:grpSp>
        <p:nvGrpSpPr>
          <p:cNvPr id="173" name="node50"/>
          <p:cNvGrpSpPr/>
          <p:nvPr/>
        </p:nvGrpSpPr>
        <p:grpSpPr>
          <a:xfrm>
            <a:off x="1828800" y="5600700"/>
            <a:ext cx="457200" cy="1"/>
            <a:chOff x="1828800" y="5600700"/>
            <a:chExt cx="457200" cy="1"/>
          </a:xfrm>
        </p:grpSpPr>
        <p:sp>
          <p:nvSpPr>
            <p:cNvPr id="115" name="node50.segment-1"/>
            <p:cNvSpPr/>
            <p:nvPr/>
          </p:nvSpPr>
          <p:spPr>
            <a:xfrm>
              <a:off x="1828800" y="5600700"/>
              <a:ext cx="457200" cy="0"/>
            </a:xfrm>
            <a:custGeom>
              <a:avLst/>
              <a:gdLst/>
              <a:ahLst/>
              <a:cxnLst/>
              <a:rect l="l" t="t" r="r" b="b"/>
              <a:pathLst>
                <a:path w="457200">
                  <a:moveTo>
                    <a:pt x="0" y="0"/>
                  </a:moveTo>
                  <a:lnTo>
                    <a:pt x="457200" y="0"/>
                  </a:lnTo>
                </a:path>
              </a:pathLst>
            </a:custGeom>
            <a:ln w="12700">
              <a:solidFill>
                <a:srgbClr val="070154"/>
              </a:solidFill>
              <a:prstDash val="dash"/>
            </a:ln>
          </p:spPr>
        </p:sp>
      </p:grpSp>
      <p:grpSp>
        <p:nvGrpSpPr>
          <p:cNvPr id="174" name="node51"/>
          <p:cNvGrpSpPr/>
          <p:nvPr/>
        </p:nvGrpSpPr>
        <p:grpSpPr>
          <a:xfrm>
            <a:off x="2400300" y="5486400"/>
            <a:ext cx="762000" cy="228600"/>
            <a:chOff x="2400300" y="5486400"/>
            <a:chExt cx="762000" cy="228600"/>
          </a:xfrm>
        </p:grpSpPr>
        <p:sp>
          <p:nvSpPr>
            <p:cNvPr id="116" name="node51.text"/>
            <p:cNvSpPr/>
            <p:nvPr/>
          </p:nvSpPr>
          <p:spPr>
            <a:xfrm>
              <a:off x="2400300" y="54864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Batch file</a:t>
              </a:r>
              <a:endParaRPr lang="en-US" sz="1200" spc="0" kern="0" b="0" i="0" dirty="0">
                <a:solidFill>
                  <a:srgbClr val="070154"/>
                </a:solidFill>
                <a:latin typeface="IBM Plex Sans"/>
                <a:ea typeface="IBM Plex Sans"/>
                <a:cs typeface="IBM Plex Sans"/>
              </a:endParaRPr>
            </a:p>
          </p:txBody>
        </p:sp>
      </p:grpSp>
      <p:grpSp>
        <p:nvGrpSpPr>
          <p:cNvPr id="175" name="node52"/>
          <p:cNvGrpSpPr/>
          <p:nvPr/>
        </p:nvGrpSpPr>
        <p:grpSpPr>
          <a:xfrm>
            <a:off x="3390900" y="5600700"/>
            <a:ext cx="457200" cy="1"/>
            <a:chOff x="3390900" y="5600700"/>
            <a:chExt cx="457200" cy="1"/>
          </a:xfrm>
        </p:grpSpPr>
        <p:sp>
          <p:nvSpPr>
            <p:cNvPr id="117" name="node52.segment-1"/>
            <p:cNvSpPr/>
            <p:nvPr/>
          </p:nvSpPr>
          <p:spPr>
            <a:xfrm>
              <a:off x="3390900" y="5600700"/>
              <a:ext cx="457200" cy="0"/>
            </a:xfrm>
            <a:custGeom>
              <a:avLst/>
              <a:gdLst/>
              <a:ahLst/>
              <a:cxnLst/>
              <a:rect l="l" t="t" r="r" b="b"/>
              <a:pathLst>
                <a:path w="457200">
                  <a:moveTo>
                    <a:pt x="0" y="0"/>
                  </a:moveTo>
                  <a:lnTo>
                    <a:pt x="457200" y="0"/>
                  </a:lnTo>
                </a:path>
              </a:pathLst>
            </a:custGeom>
            <a:ln w="19050">
              <a:solidFill>
                <a:srgbClr val="070154"/>
              </a:solidFill>
              <a:prstDash val="sysDot"/>
            </a:ln>
          </p:spPr>
        </p:sp>
      </p:grpSp>
      <p:grpSp>
        <p:nvGrpSpPr>
          <p:cNvPr id="176" name="node53"/>
          <p:cNvGrpSpPr/>
          <p:nvPr/>
        </p:nvGrpSpPr>
        <p:grpSpPr>
          <a:xfrm>
            <a:off x="3962400" y="5486400"/>
            <a:ext cx="1371600" cy="228600"/>
            <a:chOff x="3962400" y="5486400"/>
            <a:chExt cx="1371600" cy="228600"/>
          </a:xfrm>
        </p:grpSpPr>
        <p:sp>
          <p:nvSpPr>
            <p:cNvPr id="118" name="node53.text"/>
            <p:cNvSpPr/>
            <p:nvPr/>
          </p:nvSpPr>
          <p:spPr>
            <a:xfrm>
              <a:off x="3962400" y="54864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Manual re-keying</a:t>
              </a:r>
              <a:endParaRPr lang="en-US" sz="1200" spc="0" kern="0" b="0" i="0" dirty="0">
                <a:solidFill>
                  <a:srgbClr val="070154"/>
                </a:solidFill>
                <a:latin typeface="IBM Plex Sans"/>
                <a:ea typeface="IBM Plex Sans"/>
                <a:cs typeface="IBM Plex Sans"/>
              </a:endParaRPr>
            </a:p>
          </p:txBody>
        </p:sp>
      </p:grpSp>
      <p:grpSp>
        <p:nvGrpSpPr>
          <p:cNvPr id="177" name="node54"/>
          <p:cNvGrpSpPr/>
          <p:nvPr/>
        </p:nvGrpSpPr>
        <p:grpSpPr>
          <a:xfrm>
            <a:off x="723900" y="5829300"/>
            <a:ext cx="457200" cy="1"/>
            <a:chOff x="723900" y="5829300"/>
            <a:chExt cx="457200" cy="1"/>
          </a:xfrm>
        </p:grpSpPr>
        <p:sp>
          <p:nvSpPr>
            <p:cNvPr id="119" name="node54.segment-1"/>
            <p:cNvSpPr/>
            <p:nvPr/>
          </p:nvSpPr>
          <p:spPr>
            <a:xfrm>
              <a:off x="723900" y="5829300"/>
              <a:ext cx="457200" cy="0"/>
            </a:xfrm>
            <a:custGeom>
              <a:avLst/>
              <a:gdLst/>
              <a:ahLst/>
              <a:cxnLst/>
              <a:rect l="l" t="t" r="r" b="b"/>
              <a:pathLst>
                <a:path w="457200">
                  <a:moveTo>
                    <a:pt x="0" y="0"/>
                  </a:moveTo>
                  <a:lnTo>
                    <a:pt x="457200" y="0"/>
                  </a:lnTo>
                </a:path>
              </a:pathLst>
            </a:custGeom>
            <a:ln w="19050">
              <a:solidFill>
                <a:srgbClr val="0047FF"/>
              </a:solidFill>
              <a:prstDash val="sysDot"/>
            </a:ln>
          </p:spPr>
        </p:sp>
      </p:grpSp>
      <p:grpSp>
        <p:nvGrpSpPr>
          <p:cNvPr id="178" name="node55"/>
          <p:cNvGrpSpPr/>
          <p:nvPr/>
        </p:nvGrpSpPr>
        <p:grpSpPr>
          <a:xfrm>
            <a:off x="1295400" y="5715000"/>
            <a:ext cx="1600200" cy="228600"/>
            <a:chOff x="1295400" y="5715000"/>
            <a:chExt cx="1600200" cy="228600"/>
          </a:xfrm>
        </p:grpSpPr>
        <p:sp>
          <p:nvSpPr>
            <p:cNvPr id="120" name="node55.text"/>
            <p:cNvSpPr/>
            <p:nvPr/>
          </p:nvSpPr>
          <p:spPr>
            <a:xfrm>
              <a:off x="1295400" y="57150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Spreadsheet or email</a:t>
              </a:r>
              <a:endParaRPr lang="en-US" sz="1200" spc="0" kern="0" b="0" i="0" dirty="0">
                <a:solidFill>
                  <a:srgbClr val="070154"/>
                </a:solidFill>
                <a:latin typeface="IBM Plex Sans"/>
                <a:ea typeface="IBM Plex Sans"/>
                <a:cs typeface="IBM Plex Sans"/>
              </a:endParaRPr>
            </a:p>
          </p:txBody>
        </p:sp>
      </p:grpSp>
      <p:grpSp>
        <p:nvGrpSpPr>
          <p:cNvPr id="179" name="node56"/>
          <p:cNvGrpSpPr/>
          <p:nvPr/>
        </p:nvGrpSpPr>
        <p:grpSpPr>
          <a:xfrm>
            <a:off x="4152900" y="5715000"/>
            <a:ext cx="228600" cy="228600"/>
            <a:chOff x="4152900" y="5715000"/>
            <a:chExt cx="228600" cy="228600"/>
          </a:xfrm>
        </p:grpSpPr>
        <p:sp>
          <p:nvSpPr>
            <p:cNvPr id="121" name="node56.surface"/>
            <p:cNvSpPr/>
            <p:nvPr/>
          </p:nvSpPr>
          <p:spPr>
            <a:xfrm>
              <a:off x="4152900" y="5715000"/>
              <a:ext cx="228600" cy="228600"/>
            </a:xfrm>
            <a:prstGeom prst="rect">
              <a:avLst/>
            </a:prstGeom>
            <a:solidFill>
              <a:srgbClr val="F900D3"/>
            </a:solidFill>
            <a:ln>
              <a:noFill/>
            </a:ln>
          </p:spPr>
        </p:sp>
        <p:sp>
          <p:nvSpPr>
            <p:cNvPr id="122" name="node56.text"/>
            <p:cNvSpPr/>
            <p:nvPr/>
          </p:nvSpPr>
          <p:spPr>
            <a:xfrm>
              <a:off x="4191000" y="57531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180" name="node57"/>
          <p:cNvGrpSpPr/>
          <p:nvPr/>
        </p:nvGrpSpPr>
        <p:grpSpPr>
          <a:xfrm>
            <a:off x="4457700" y="5715000"/>
            <a:ext cx="1066800" cy="228600"/>
            <a:chOff x="4457700" y="5715000"/>
            <a:chExt cx="1066800" cy="228600"/>
          </a:xfrm>
        </p:grpSpPr>
        <p:sp>
          <p:nvSpPr>
            <p:cNvPr id="123" name="node57.text"/>
            <p:cNvSpPr/>
            <p:nvPr/>
          </p:nvSpPr>
          <p:spPr>
            <a:xfrm>
              <a:off x="4457700" y="57150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Pain point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ource-05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a tangled landscape to one connected platform</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38</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1600200"/>
            <a:ext cx="3657600" cy="3429000"/>
            <a:chOff x="723900" y="1600200"/>
            <a:chExt cx="3657600" cy="3429000"/>
          </a:xfrm>
        </p:grpSpPr>
        <p:sp>
          <p:nvSpPr>
            <p:cNvPr id="6" name="node01.surface"/>
            <p:cNvSpPr/>
            <p:nvPr/>
          </p:nvSpPr>
          <p:spPr>
            <a:xfrm>
              <a:off x="723900" y="1600200"/>
              <a:ext cx="3657600" cy="3429000"/>
            </a:xfrm>
            <a:prstGeom prst="rect">
              <a:avLst/>
            </a:prstGeom>
            <a:ln w="12700">
              <a:solidFill>
                <a:srgbClr val="070154"/>
              </a:solidFill>
              <a:prstDash val="solid"/>
            </a:ln>
          </p:spPr>
        </p:sp>
        <p:sp>
          <p:nvSpPr>
            <p:cNvPr id="7" name="node01.tab"/>
            <p:cNvSpPr/>
            <p:nvPr/>
          </p:nvSpPr>
          <p:spPr>
            <a:xfrm>
              <a:off x="723900" y="1600200"/>
              <a:ext cx="553405" cy="228600"/>
            </a:xfrm>
            <a:prstGeom prst="rect">
              <a:avLst/>
            </a:prstGeom>
            <a:solidFill>
              <a:srgbClr val="070154"/>
            </a:solidFill>
            <a:ln>
              <a:noFill/>
            </a:ln>
          </p:spPr>
        </p:sp>
        <p:sp>
          <p:nvSpPr>
            <p:cNvPr id="8" name="node01.label"/>
            <p:cNvSpPr/>
            <p:nvPr/>
          </p:nvSpPr>
          <p:spPr>
            <a:xfrm>
              <a:off x="800100" y="1638300"/>
              <a:ext cx="40100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TODAY</a:t>
              </a:r>
              <a:endParaRPr lang="en-US" sz="900" spc="54" kern="0" b="0" i="0" dirty="0">
                <a:solidFill>
                  <a:srgbClr val="FFFFFF"/>
                </a:solidFill>
                <a:latin typeface="IBM Plex Mono SemiBold"/>
                <a:ea typeface="IBM Plex Mono SemiBold"/>
                <a:cs typeface="IBM Plex Mono SemiBold"/>
              </a:endParaRPr>
            </a:p>
          </p:txBody>
        </p:sp>
      </p:grpSp>
      <p:grpSp>
        <p:nvGrpSpPr>
          <p:cNvPr id="68" name="node02"/>
          <p:cNvGrpSpPr/>
          <p:nvPr/>
        </p:nvGrpSpPr>
        <p:grpSpPr>
          <a:xfrm>
            <a:off x="5753100" y="1600200"/>
            <a:ext cx="5715000" cy="3429000"/>
            <a:chOff x="5753100" y="1600200"/>
            <a:chExt cx="5715000" cy="3429000"/>
          </a:xfrm>
        </p:grpSpPr>
        <p:sp>
          <p:nvSpPr>
            <p:cNvPr id="9" name="node02.surface"/>
            <p:cNvSpPr/>
            <p:nvPr/>
          </p:nvSpPr>
          <p:spPr>
            <a:xfrm>
              <a:off x="5753100" y="1600200"/>
              <a:ext cx="5715000" cy="3429000"/>
            </a:xfrm>
            <a:prstGeom prst="rect">
              <a:avLst/>
            </a:prstGeom>
            <a:ln w="12700">
              <a:solidFill>
                <a:srgbClr val="070154"/>
              </a:solidFill>
              <a:prstDash val="solid"/>
            </a:ln>
          </p:spPr>
        </p:sp>
        <p:sp>
          <p:nvSpPr>
            <p:cNvPr id="10" name="node02.tab"/>
            <p:cNvSpPr/>
            <p:nvPr/>
          </p:nvSpPr>
          <p:spPr>
            <a:xfrm>
              <a:off x="5753100" y="1600200"/>
              <a:ext cx="628526" cy="228600"/>
            </a:xfrm>
            <a:prstGeom prst="rect">
              <a:avLst/>
            </a:prstGeom>
            <a:solidFill>
              <a:srgbClr val="070154"/>
            </a:solidFill>
            <a:ln>
              <a:noFill/>
            </a:ln>
          </p:spPr>
        </p:sp>
        <p:sp>
          <p:nvSpPr>
            <p:cNvPr id="11" name="node02.label"/>
            <p:cNvSpPr/>
            <p:nvPr/>
          </p:nvSpPr>
          <p:spPr>
            <a:xfrm>
              <a:off x="5829300" y="1638300"/>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TARGET</a:t>
              </a:r>
              <a:endParaRPr lang="en-US" sz="900" spc="54" kern="0" b="0" i="0" dirty="0">
                <a:solidFill>
                  <a:srgbClr val="FFFFFF"/>
                </a:solidFill>
                <a:latin typeface="IBM Plex Mono SemiBold"/>
                <a:ea typeface="IBM Plex Mono SemiBold"/>
                <a:cs typeface="IBM Plex Mono SemiBold"/>
              </a:endParaRPr>
            </a:p>
          </p:txBody>
        </p:sp>
      </p:grpSp>
      <p:grpSp>
        <p:nvGrpSpPr>
          <p:cNvPr id="69" name="node03"/>
          <p:cNvGrpSpPr/>
          <p:nvPr/>
        </p:nvGrpSpPr>
        <p:grpSpPr>
          <a:xfrm>
            <a:off x="2324100" y="2357679"/>
            <a:ext cx="457200" cy="85242"/>
            <a:chOff x="2324100" y="2357679"/>
            <a:chExt cx="457200" cy="85242"/>
          </a:xfrm>
        </p:grpSpPr>
        <p:sp>
          <p:nvSpPr>
            <p:cNvPr id="12" name="node03.segment-1"/>
            <p:cNvSpPr/>
            <p:nvPr/>
          </p:nvSpPr>
          <p:spPr>
            <a:xfrm>
              <a:off x="2324100" y="24003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13" name="node03.head-end.0"/>
            <p:cNvSpPr/>
            <p:nvPr/>
          </p:nvSpPr>
          <p:spPr>
            <a:xfrm>
              <a:off x="2703283" y="2400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4" name="node03.head-end.1"/>
            <p:cNvSpPr/>
            <p:nvPr/>
          </p:nvSpPr>
          <p:spPr>
            <a:xfrm>
              <a:off x="2703283" y="2357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0" name="node04"/>
          <p:cNvGrpSpPr/>
          <p:nvPr/>
        </p:nvGrpSpPr>
        <p:grpSpPr>
          <a:xfrm>
            <a:off x="1595679" y="2514600"/>
            <a:ext cx="85242" cy="457200"/>
            <a:chOff x="1595679" y="2514600"/>
            <a:chExt cx="85242" cy="457200"/>
          </a:xfrm>
        </p:grpSpPr>
        <p:sp>
          <p:nvSpPr>
            <p:cNvPr id="15" name="node04.segment-1"/>
            <p:cNvSpPr/>
            <p:nvPr/>
          </p:nvSpPr>
          <p:spPr>
            <a:xfrm>
              <a:off x="1638300" y="2514600"/>
              <a:ext cx="0" cy="457200"/>
            </a:xfrm>
            <a:custGeom>
              <a:avLst/>
              <a:gdLst/>
              <a:ahLst/>
              <a:cxnLst/>
              <a:rect l="l" t="t" r="r" b="b"/>
              <a:pathLst>
                <a:path h="457200">
                  <a:moveTo>
                    <a:pt x="0" y="0"/>
                  </a:moveTo>
                  <a:lnTo>
                    <a:pt x="0" y="457200"/>
                  </a:lnTo>
                </a:path>
              </a:pathLst>
            </a:custGeom>
            <a:ln w="19050">
              <a:solidFill>
                <a:srgbClr val="070154"/>
              </a:solidFill>
              <a:prstDash val="sysDot"/>
            </a:ln>
          </p:spPr>
        </p:sp>
        <p:sp>
          <p:nvSpPr>
            <p:cNvPr id="16" name="node04.head-end.0"/>
            <p:cNvSpPr/>
            <p:nvPr/>
          </p:nvSpPr>
          <p:spPr>
            <a:xfrm>
              <a:off x="1595679" y="2893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7" name="node04.head-end.1"/>
            <p:cNvSpPr/>
            <p:nvPr/>
          </p:nvSpPr>
          <p:spPr>
            <a:xfrm>
              <a:off x="1638300" y="2893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71" name="node05"/>
          <p:cNvGrpSpPr/>
          <p:nvPr/>
        </p:nvGrpSpPr>
        <p:grpSpPr>
          <a:xfrm>
            <a:off x="2324100" y="2700579"/>
            <a:ext cx="457200" cy="499821"/>
            <a:chOff x="2324100" y="2700579"/>
            <a:chExt cx="457200" cy="499821"/>
          </a:xfrm>
        </p:grpSpPr>
        <p:sp>
          <p:nvSpPr>
            <p:cNvPr id="18" name="node05.segment-1"/>
            <p:cNvSpPr/>
            <p:nvPr/>
          </p:nvSpPr>
          <p:spPr>
            <a:xfrm>
              <a:off x="2324100" y="3200400"/>
              <a:ext cx="228600" cy="0"/>
            </a:xfrm>
            <a:custGeom>
              <a:avLst/>
              <a:gdLst/>
              <a:ahLst/>
              <a:cxnLst/>
              <a:rect l="l" t="t" r="r" b="b"/>
              <a:pathLst>
                <a:path w="228600">
                  <a:moveTo>
                    <a:pt x="0" y="0"/>
                  </a:moveTo>
                  <a:lnTo>
                    <a:pt x="228600" y="0"/>
                  </a:lnTo>
                </a:path>
              </a:pathLst>
            </a:custGeom>
            <a:ln w="19050">
              <a:solidFill>
                <a:srgbClr val="0047FF"/>
              </a:solidFill>
              <a:prstDash val="sysDot"/>
            </a:ln>
          </p:spPr>
        </p:sp>
        <p:sp>
          <p:nvSpPr>
            <p:cNvPr id="19" name="node05.segment-2"/>
            <p:cNvSpPr/>
            <p:nvPr/>
          </p:nvSpPr>
          <p:spPr>
            <a:xfrm>
              <a:off x="2552700" y="2743200"/>
              <a:ext cx="0" cy="457200"/>
            </a:xfrm>
            <a:custGeom>
              <a:avLst/>
              <a:gdLst/>
              <a:ahLst/>
              <a:cxnLst/>
              <a:rect l="l" t="t" r="r" b="b"/>
              <a:pathLst>
                <a:path h="457200">
                  <a:moveTo>
                    <a:pt x="0" y="457200"/>
                  </a:moveTo>
                  <a:lnTo>
                    <a:pt x="0" y="0"/>
                  </a:lnTo>
                </a:path>
              </a:pathLst>
            </a:custGeom>
            <a:ln w="19050">
              <a:solidFill>
                <a:srgbClr val="0047FF"/>
              </a:solidFill>
              <a:prstDash val="sysDot"/>
            </a:ln>
          </p:spPr>
        </p:sp>
        <p:sp>
          <p:nvSpPr>
            <p:cNvPr id="20" name="node05.segment-3"/>
            <p:cNvSpPr/>
            <p:nvPr/>
          </p:nvSpPr>
          <p:spPr>
            <a:xfrm>
              <a:off x="2552700" y="2743200"/>
              <a:ext cx="228600" cy="0"/>
            </a:xfrm>
            <a:custGeom>
              <a:avLst/>
              <a:gdLst/>
              <a:ahLst/>
              <a:cxnLst/>
              <a:rect l="l" t="t" r="r" b="b"/>
              <a:pathLst>
                <a:path w="228600">
                  <a:moveTo>
                    <a:pt x="0" y="0"/>
                  </a:moveTo>
                  <a:lnTo>
                    <a:pt x="228600" y="0"/>
                  </a:lnTo>
                </a:path>
              </a:pathLst>
            </a:custGeom>
            <a:ln w="19050">
              <a:solidFill>
                <a:srgbClr val="0047FF"/>
              </a:solidFill>
              <a:prstDash val="sysDot"/>
            </a:ln>
          </p:spPr>
        </p:sp>
        <p:sp>
          <p:nvSpPr>
            <p:cNvPr id="21" name="node05.head-end.0"/>
            <p:cNvSpPr/>
            <p:nvPr/>
          </p:nvSpPr>
          <p:spPr>
            <a:xfrm>
              <a:off x="2703283" y="27432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22" name="node05.head-end.1"/>
            <p:cNvSpPr/>
            <p:nvPr/>
          </p:nvSpPr>
          <p:spPr>
            <a:xfrm>
              <a:off x="2703283" y="27005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72" name="node06"/>
          <p:cNvGrpSpPr/>
          <p:nvPr/>
        </p:nvGrpSpPr>
        <p:grpSpPr>
          <a:xfrm>
            <a:off x="3424479" y="2971800"/>
            <a:ext cx="85242" cy="457200"/>
            <a:chOff x="3424479" y="2971800"/>
            <a:chExt cx="85242" cy="457200"/>
          </a:xfrm>
        </p:grpSpPr>
        <p:sp>
          <p:nvSpPr>
            <p:cNvPr id="23" name="node06.segment-1"/>
            <p:cNvSpPr/>
            <p:nvPr/>
          </p:nvSpPr>
          <p:spPr>
            <a:xfrm>
              <a:off x="3467100" y="2971800"/>
              <a:ext cx="0" cy="457200"/>
            </a:xfrm>
            <a:custGeom>
              <a:avLst/>
              <a:gdLst/>
              <a:ahLst/>
              <a:cxnLst/>
              <a:rect l="l" t="t" r="r" b="b"/>
              <a:pathLst>
                <a:path h="457200">
                  <a:moveTo>
                    <a:pt x="0" y="0"/>
                  </a:moveTo>
                  <a:lnTo>
                    <a:pt x="0" y="457200"/>
                  </a:lnTo>
                </a:path>
              </a:pathLst>
            </a:custGeom>
            <a:ln w="12700">
              <a:solidFill>
                <a:srgbClr val="070154"/>
              </a:solidFill>
              <a:prstDash val="dash"/>
            </a:ln>
          </p:spPr>
        </p:sp>
        <p:sp>
          <p:nvSpPr>
            <p:cNvPr id="24" name="node06.head-end.0"/>
            <p:cNvSpPr/>
            <p:nvPr/>
          </p:nvSpPr>
          <p:spPr>
            <a:xfrm>
              <a:off x="3424479" y="33509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5" name="node06.head-end.1"/>
            <p:cNvSpPr/>
            <p:nvPr/>
          </p:nvSpPr>
          <p:spPr>
            <a:xfrm>
              <a:off x="3467100" y="33509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73" name="node07"/>
          <p:cNvGrpSpPr/>
          <p:nvPr/>
        </p:nvGrpSpPr>
        <p:grpSpPr>
          <a:xfrm>
            <a:off x="1595679" y="3429000"/>
            <a:ext cx="85242" cy="457200"/>
            <a:chOff x="1595679" y="3429000"/>
            <a:chExt cx="85242" cy="457200"/>
          </a:xfrm>
        </p:grpSpPr>
        <p:sp>
          <p:nvSpPr>
            <p:cNvPr id="26" name="node07.segment-1"/>
            <p:cNvSpPr/>
            <p:nvPr/>
          </p:nvSpPr>
          <p:spPr>
            <a:xfrm>
              <a:off x="1638300" y="3429000"/>
              <a:ext cx="0" cy="457200"/>
            </a:xfrm>
            <a:custGeom>
              <a:avLst/>
              <a:gdLst/>
              <a:ahLst/>
              <a:cxnLst/>
              <a:rect l="l" t="t" r="r" b="b"/>
              <a:pathLst>
                <a:path h="457200">
                  <a:moveTo>
                    <a:pt x="0" y="0"/>
                  </a:moveTo>
                  <a:lnTo>
                    <a:pt x="0" y="457200"/>
                  </a:lnTo>
                </a:path>
              </a:pathLst>
            </a:custGeom>
            <a:ln w="19050">
              <a:solidFill>
                <a:srgbClr val="070154"/>
              </a:solidFill>
              <a:prstDash val="sysDot"/>
            </a:ln>
          </p:spPr>
        </p:sp>
        <p:sp>
          <p:nvSpPr>
            <p:cNvPr id="27" name="node07.head-end.0"/>
            <p:cNvSpPr/>
            <p:nvPr/>
          </p:nvSpPr>
          <p:spPr>
            <a:xfrm>
              <a:off x="1595679" y="3808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8" name="node07.head-end.1"/>
            <p:cNvSpPr/>
            <p:nvPr/>
          </p:nvSpPr>
          <p:spPr>
            <a:xfrm>
              <a:off x="1638300" y="3808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74" name="node08"/>
          <p:cNvGrpSpPr/>
          <p:nvPr/>
        </p:nvGrpSpPr>
        <p:grpSpPr>
          <a:xfrm>
            <a:off x="3424479" y="3886200"/>
            <a:ext cx="85242" cy="228600"/>
            <a:chOff x="3424479" y="3886200"/>
            <a:chExt cx="85242" cy="228600"/>
          </a:xfrm>
        </p:grpSpPr>
        <p:sp>
          <p:nvSpPr>
            <p:cNvPr id="29" name="node08.segment-1"/>
            <p:cNvSpPr/>
            <p:nvPr/>
          </p:nvSpPr>
          <p:spPr>
            <a:xfrm>
              <a:off x="3467100" y="3886200"/>
              <a:ext cx="0" cy="228600"/>
            </a:xfrm>
            <a:custGeom>
              <a:avLst/>
              <a:gdLst/>
              <a:ahLst/>
              <a:cxnLst/>
              <a:rect l="l" t="t" r="r" b="b"/>
              <a:pathLst>
                <a:path h="228600">
                  <a:moveTo>
                    <a:pt x="0" y="0"/>
                  </a:moveTo>
                  <a:lnTo>
                    <a:pt x="0" y="228600"/>
                  </a:lnTo>
                </a:path>
              </a:pathLst>
            </a:custGeom>
            <a:ln w="19050">
              <a:solidFill>
                <a:srgbClr val="070154"/>
              </a:solidFill>
              <a:prstDash val="sysDot"/>
            </a:ln>
          </p:spPr>
        </p:sp>
        <p:sp>
          <p:nvSpPr>
            <p:cNvPr id="30" name="node08.head-end.0"/>
            <p:cNvSpPr/>
            <p:nvPr/>
          </p:nvSpPr>
          <p:spPr>
            <a:xfrm>
              <a:off x="3424479" y="4036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31" name="node08.head-end.1"/>
            <p:cNvSpPr/>
            <p:nvPr/>
          </p:nvSpPr>
          <p:spPr>
            <a:xfrm>
              <a:off x="3467100" y="4036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75" name="node09"/>
          <p:cNvGrpSpPr/>
          <p:nvPr/>
        </p:nvGrpSpPr>
        <p:grpSpPr>
          <a:xfrm>
            <a:off x="2324100" y="4300779"/>
            <a:ext cx="457200" cy="85242"/>
            <a:chOff x="2324100" y="4300779"/>
            <a:chExt cx="457200" cy="85242"/>
          </a:xfrm>
        </p:grpSpPr>
        <p:sp>
          <p:nvSpPr>
            <p:cNvPr id="32" name="node09.segment-1"/>
            <p:cNvSpPr/>
            <p:nvPr/>
          </p:nvSpPr>
          <p:spPr>
            <a:xfrm>
              <a:off x="2324100" y="4343400"/>
              <a:ext cx="457200" cy="0"/>
            </a:xfrm>
            <a:custGeom>
              <a:avLst/>
              <a:gdLst/>
              <a:ahLst/>
              <a:cxnLst/>
              <a:rect l="l" t="t" r="r" b="b"/>
              <a:pathLst>
                <a:path w="457200">
                  <a:moveTo>
                    <a:pt x="0" y="0"/>
                  </a:moveTo>
                  <a:lnTo>
                    <a:pt x="457200" y="0"/>
                  </a:lnTo>
                </a:path>
              </a:pathLst>
            </a:custGeom>
            <a:ln w="19050">
              <a:solidFill>
                <a:srgbClr val="0047FF"/>
              </a:solidFill>
              <a:prstDash val="sysDot"/>
            </a:ln>
          </p:spPr>
        </p:sp>
        <p:sp>
          <p:nvSpPr>
            <p:cNvPr id="33" name="node09.head-end.0"/>
            <p:cNvSpPr/>
            <p:nvPr/>
          </p:nvSpPr>
          <p:spPr>
            <a:xfrm>
              <a:off x="2703283" y="4343400"/>
              <a:ext cx="78017" cy="42621"/>
            </a:xfrm>
            <a:custGeom>
              <a:avLst/>
              <a:gdLst/>
              <a:ahLst/>
              <a:cxnLst/>
              <a:rect l="l" t="t" r="r" b="b"/>
              <a:pathLst>
                <a:path w="78017" h="42621">
                  <a:moveTo>
                    <a:pt x="78017" y="0"/>
                  </a:moveTo>
                  <a:lnTo>
                    <a:pt x="0" y="42621"/>
                  </a:lnTo>
                </a:path>
              </a:pathLst>
            </a:custGeom>
            <a:ln w="12700">
              <a:solidFill>
                <a:srgbClr val="0047FF"/>
              </a:solidFill>
              <a:prstDash val="solid"/>
            </a:ln>
          </p:spPr>
        </p:sp>
        <p:sp>
          <p:nvSpPr>
            <p:cNvPr id="34" name="node09.head-end.1"/>
            <p:cNvSpPr/>
            <p:nvPr/>
          </p:nvSpPr>
          <p:spPr>
            <a:xfrm>
              <a:off x="2703283" y="4300779"/>
              <a:ext cx="78017" cy="42621"/>
            </a:xfrm>
            <a:custGeom>
              <a:avLst/>
              <a:gdLst/>
              <a:ahLst/>
              <a:cxnLst/>
              <a:rect l="l" t="t" r="r" b="b"/>
              <a:pathLst>
                <a:path w="78017" h="42621">
                  <a:moveTo>
                    <a:pt x="78017" y="42621"/>
                  </a:moveTo>
                  <a:lnTo>
                    <a:pt x="0" y="0"/>
                  </a:lnTo>
                </a:path>
              </a:pathLst>
            </a:custGeom>
            <a:ln w="12700">
              <a:solidFill>
                <a:srgbClr val="0047FF"/>
              </a:solidFill>
              <a:prstDash val="solid"/>
            </a:ln>
          </p:spPr>
        </p:sp>
      </p:grpSp>
      <p:grpSp>
        <p:nvGrpSpPr>
          <p:cNvPr id="76" name="node10"/>
          <p:cNvGrpSpPr/>
          <p:nvPr/>
        </p:nvGrpSpPr>
        <p:grpSpPr>
          <a:xfrm>
            <a:off x="952500" y="2057400"/>
            <a:ext cx="1371600" cy="457200"/>
            <a:chOff x="952500" y="2057400"/>
            <a:chExt cx="1371600" cy="457200"/>
          </a:xfrm>
        </p:grpSpPr>
        <p:sp>
          <p:nvSpPr>
            <p:cNvPr id="35" name="node10.surface"/>
            <p:cNvSpPr/>
            <p:nvPr/>
          </p:nvSpPr>
          <p:spPr>
            <a:xfrm>
              <a:off x="952500" y="2057400"/>
              <a:ext cx="1371600" cy="457200"/>
            </a:xfrm>
            <a:prstGeom prst="rect">
              <a:avLst/>
            </a:prstGeom>
            <a:solidFill>
              <a:srgbClr val="070154"/>
            </a:solidFill>
            <a:ln>
              <a:noFill/>
            </a:ln>
          </p:spPr>
        </p:sp>
        <p:sp>
          <p:nvSpPr>
            <p:cNvPr id="36" name="node10.text"/>
            <p:cNvSpPr/>
            <p:nvPr/>
          </p:nvSpPr>
          <p:spPr>
            <a:xfrm>
              <a:off x="1104900" y="21717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Custom CRM</a:t>
              </a:r>
              <a:endParaRPr lang="en-US" sz="1200" spc="0" kern="0" b="0" i="0" dirty="0">
                <a:solidFill>
                  <a:srgbClr val="FFFFFF"/>
                </a:solidFill>
                <a:latin typeface="IBM Plex Sans"/>
                <a:ea typeface="IBM Plex Sans"/>
                <a:cs typeface="IBM Plex Sans"/>
              </a:endParaRPr>
            </a:p>
          </p:txBody>
        </p:sp>
      </p:grpSp>
      <p:grpSp>
        <p:nvGrpSpPr>
          <p:cNvPr id="77" name="node11"/>
          <p:cNvGrpSpPr/>
          <p:nvPr/>
        </p:nvGrpSpPr>
        <p:grpSpPr>
          <a:xfrm>
            <a:off x="2781300" y="2286000"/>
            <a:ext cx="1371600" cy="685800"/>
            <a:chOff x="2781300" y="2286000"/>
            <a:chExt cx="1371600" cy="685800"/>
          </a:xfrm>
        </p:grpSpPr>
        <p:sp>
          <p:nvSpPr>
            <p:cNvPr id="37" name="node11.surface"/>
            <p:cNvSpPr/>
            <p:nvPr/>
          </p:nvSpPr>
          <p:spPr>
            <a:xfrm>
              <a:off x="2781300" y="2286000"/>
              <a:ext cx="1371600" cy="685800"/>
            </a:xfrm>
            <a:prstGeom prst="rect">
              <a:avLst/>
            </a:prstGeom>
            <a:solidFill>
              <a:srgbClr val="070154"/>
            </a:solidFill>
            <a:ln>
              <a:noFill/>
            </a:ln>
          </p:spPr>
        </p:sp>
        <p:sp>
          <p:nvSpPr>
            <p:cNvPr id="38" name="node11.text"/>
            <p:cNvSpPr/>
            <p:nvPr/>
          </p:nvSpPr>
          <p:spPr>
            <a:xfrm>
              <a:off x="2933700" y="25146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Legacy ERP</a:t>
              </a:r>
              <a:endParaRPr lang="en-US" sz="1200" spc="0" kern="0" b="0" i="0" dirty="0">
                <a:solidFill>
                  <a:srgbClr val="FFFFFF"/>
                </a:solidFill>
                <a:latin typeface="IBM Plex Sans"/>
                <a:ea typeface="IBM Plex Sans"/>
                <a:cs typeface="IBM Plex Sans"/>
              </a:endParaRPr>
            </a:p>
          </p:txBody>
        </p:sp>
      </p:grpSp>
      <p:grpSp>
        <p:nvGrpSpPr>
          <p:cNvPr id="78" name="node12"/>
          <p:cNvGrpSpPr/>
          <p:nvPr/>
        </p:nvGrpSpPr>
        <p:grpSpPr>
          <a:xfrm>
            <a:off x="952500" y="2971800"/>
            <a:ext cx="1371600" cy="457200"/>
            <a:chOff x="952500" y="2971800"/>
            <a:chExt cx="1371600" cy="457200"/>
          </a:xfrm>
        </p:grpSpPr>
        <p:sp>
          <p:nvSpPr>
            <p:cNvPr id="39" name="node12.surface"/>
            <p:cNvSpPr/>
            <p:nvPr/>
          </p:nvSpPr>
          <p:spPr>
            <a:xfrm>
              <a:off x="958850" y="2978150"/>
              <a:ext cx="1358900" cy="444500"/>
            </a:xfrm>
            <a:prstGeom prst="rect">
              <a:avLst/>
            </a:prstGeom>
            <a:solidFill>
              <a:srgbClr val="FFFFFF"/>
            </a:solidFill>
            <a:ln w="12700">
              <a:solidFill>
                <a:srgbClr val="CED7E6"/>
              </a:solidFill>
              <a:prstDash val="solid"/>
            </a:ln>
          </p:spPr>
        </p:sp>
        <p:sp>
          <p:nvSpPr>
            <p:cNvPr id="40" name="node12.text"/>
            <p:cNvSpPr/>
            <p:nvPr/>
          </p:nvSpPr>
          <p:spPr>
            <a:xfrm>
              <a:off x="1104900" y="30861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Spreadsheets</a:t>
              </a:r>
              <a:endParaRPr lang="en-US" sz="1200" spc="0" kern="0" b="0" i="0" dirty="0">
                <a:solidFill>
                  <a:srgbClr val="070154"/>
                </a:solidFill>
                <a:latin typeface="IBM Plex Sans"/>
                <a:ea typeface="IBM Plex Sans"/>
                <a:cs typeface="IBM Plex Sans"/>
              </a:endParaRPr>
            </a:p>
          </p:txBody>
        </p:sp>
      </p:grpSp>
      <p:grpSp>
        <p:nvGrpSpPr>
          <p:cNvPr id="79" name="node13"/>
          <p:cNvGrpSpPr/>
          <p:nvPr/>
        </p:nvGrpSpPr>
        <p:grpSpPr>
          <a:xfrm>
            <a:off x="2781300" y="3429000"/>
            <a:ext cx="1371600" cy="457200"/>
            <a:chOff x="2781300" y="3429000"/>
            <a:chExt cx="1371600" cy="457200"/>
          </a:xfrm>
        </p:grpSpPr>
        <p:sp>
          <p:nvSpPr>
            <p:cNvPr id="41" name="node13.surface"/>
            <p:cNvSpPr/>
            <p:nvPr/>
          </p:nvSpPr>
          <p:spPr>
            <a:xfrm>
              <a:off x="2781300" y="3429000"/>
              <a:ext cx="1371600" cy="457200"/>
            </a:xfrm>
            <a:prstGeom prst="rect">
              <a:avLst/>
            </a:prstGeom>
            <a:solidFill>
              <a:srgbClr val="070154"/>
            </a:solidFill>
            <a:ln>
              <a:noFill/>
            </a:ln>
          </p:spPr>
        </p:sp>
        <p:sp>
          <p:nvSpPr>
            <p:cNvPr id="42" name="node13.text"/>
            <p:cNvSpPr/>
            <p:nvPr/>
          </p:nvSpPr>
          <p:spPr>
            <a:xfrm>
              <a:off x="2933700" y="35433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Legacy billing</a:t>
              </a:r>
              <a:endParaRPr lang="en-US" sz="1200" spc="0" kern="0" b="0" i="0" dirty="0">
                <a:solidFill>
                  <a:srgbClr val="FFFFFF"/>
                </a:solidFill>
                <a:latin typeface="IBM Plex Sans"/>
                <a:ea typeface="IBM Plex Sans"/>
                <a:cs typeface="IBM Plex Sans"/>
              </a:endParaRPr>
            </a:p>
          </p:txBody>
        </p:sp>
      </p:grpSp>
      <p:grpSp>
        <p:nvGrpSpPr>
          <p:cNvPr id="80" name="node14"/>
          <p:cNvGrpSpPr/>
          <p:nvPr/>
        </p:nvGrpSpPr>
        <p:grpSpPr>
          <a:xfrm>
            <a:off x="952500" y="3886200"/>
            <a:ext cx="1371600" cy="685800"/>
            <a:chOff x="952500" y="3886200"/>
            <a:chExt cx="1371600" cy="685800"/>
          </a:xfrm>
        </p:grpSpPr>
        <p:sp>
          <p:nvSpPr>
            <p:cNvPr id="43" name="node14.surface"/>
            <p:cNvSpPr/>
            <p:nvPr/>
          </p:nvSpPr>
          <p:spPr>
            <a:xfrm>
              <a:off x="952500" y="3886200"/>
              <a:ext cx="1371600" cy="685800"/>
            </a:xfrm>
            <a:prstGeom prst="can">
              <a:avLst/>
            </a:prstGeom>
            <a:solidFill>
              <a:srgbClr val="CED7E6"/>
            </a:solidFill>
            <a:ln w="9525">
              <a:solidFill>
                <a:srgbClr val="070154"/>
              </a:solidFill>
              <a:prstDash val="solid"/>
            </a:ln>
          </p:spPr>
        </p:sp>
        <p:sp>
          <p:nvSpPr>
            <p:cNvPr id="44" name="node14.text"/>
            <p:cNvSpPr/>
            <p:nvPr/>
          </p:nvSpPr>
          <p:spPr>
            <a:xfrm>
              <a:off x="952500" y="4162806"/>
              <a:ext cx="1371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Shadow database</a:t>
              </a:r>
              <a:endParaRPr lang="en-US" sz="1200" spc="0" kern="0" b="0" i="0" dirty="0">
                <a:solidFill>
                  <a:srgbClr val="070154"/>
                </a:solidFill>
                <a:latin typeface="IBM Plex Sans SemiBold"/>
                <a:ea typeface="IBM Plex Sans SemiBold"/>
                <a:cs typeface="IBM Plex Sans SemiBold"/>
              </a:endParaRPr>
            </a:p>
          </p:txBody>
        </p:sp>
      </p:grpSp>
      <p:grpSp>
        <p:nvGrpSpPr>
          <p:cNvPr id="81" name="node15"/>
          <p:cNvGrpSpPr/>
          <p:nvPr/>
        </p:nvGrpSpPr>
        <p:grpSpPr>
          <a:xfrm>
            <a:off x="2781300" y="4114800"/>
            <a:ext cx="1371600" cy="457200"/>
            <a:chOff x="2781300" y="4114800"/>
            <a:chExt cx="1371600" cy="457200"/>
          </a:xfrm>
        </p:grpSpPr>
        <p:sp>
          <p:nvSpPr>
            <p:cNvPr id="45" name="node15.surface"/>
            <p:cNvSpPr/>
            <p:nvPr/>
          </p:nvSpPr>
          <p:spPr>
            <a:xfrm>
              <a:off x="2787650" y="4121150"/>
              <a:ext cx="1358900" cy="444500"/>
            </a:xfrm>
            <a:prstGeom prst="rect">
              <a:avLst/>
            </a:prstGeom>
            <a:solidFill>
              <a:srgbClr val="FFFFFF"/>
            </a:solidFill>
            <a:ln w="12700">
              <a:solidFill>
                <a:srgbClr val="CED7E6"/>
              </a:solidFill>
              <a:prstDash val="solid"/>
            </a:ln>
          </p:spPr>
        </p:sp>
        <p:sp>
          <p:nvSpPr>
            <p:cNvPr id="46" name="node15.text"/>
            <p:cNvSpPr/>
            <p:nvPr/>
          </p:nvSpPr>
          <p:spPr>
            <a:xfrm>
              <a:off x="2933700" y="42291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Inbox</a:t>
              </a:r>
              <a:endParaRPr lang="en-US" sz="1200" spc="0" kern="0" b="0" i="0" dirty="0">
                <a:solidFill>
                  <a:srgbClr val="070154"/>
                </a:solidFill>
                <a:latin typeface="IBM Plex Sans"/>
                <a:ea typeface="IBM Plex Sans"/>
                <a:cs typeface="IBM Plex Sans"/>
              </a:endParaRPr>
            </a:p>
          </p:txBody>
        </p:sp>
      </p:grpSp>
      <p:grpSp>
        <p:nvGrpSpPr>
          <p:cNvPr id="82" name="node16"/>
          <p:cNvGrpSpPr/>
          <p:nvPr/>
        </p:nvGrpSpPr>
        <p:grpSpPr>
          <a:xfrm>
            <a:off x="3924300" y="2743200"/>
            <a:ext cx="228600" cy="228600"/>
            <a:chOff x="3924300" y="2743200"/>
            <a:chExt cx="228600" cy="228600"/>
          </a:xfrm>
        </p:grpSpPr>
        <p:sp>
          <p:nvSpPr>
            <p:cNvPr id="47" name="node16.surface"/>
            <p:cNvSpPr/>
            <p:nvPr/>
          </p:nvSpPr>
          <p:spPr>
            <a:xfrm>
              <a:off x="3924300" y="2743200"/>
              <a:ext cx="228600" cy="228600"/>
            </a:xfrm>
            <a:prstGeom prst="rect">
              <a:avLst/>
            </a:prstGeom>
            <a:solidFill>
              <a:srgbClr val="F900D3"/>
            </a:solidFill>
            <a:ln>
              <a:noFill/>
            </a:ln>
          </p:spPr>
        </p:sp>
        <p:sp>
          <p:nvSpPr>
            <p:cNvPr id="48" name="node16.text"/>
            <p:cNvSpPr/>
            <p:nvPr/>
          </p:nvSpPr>
          <p:spPr>
            <a:xfrm>
              <a:off x="3962400" y="27813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83" name="node17"/>
          <p:cNvGrpSpPr/>
          <p:nvPr/>
        </p:nvGrpSpPr>
        <p:grpSpPr>
          <a:xfrm>
            <a:off x="2095500" y="3886200"/>
            <a:ext cx="228600" cy="228600"/>
            <a:chOff x="2095500" y="3886200"/>
            <a:chExt cx="228600" cy="228600"/>
          </a:xfrm>
        </p:grpSpPr>
        <p:sp>
          <p:nvSpPr>
            <p:cNvPr id="49" name="node17.surface"/>
            <p:cNvSpPr/>
            <p:nvPr/>
          </p:nvSpPr>
          <p:spPr>
            <a:xfrm>
              <a:off x="2095500" y="3886200"/>
              <a:ext cx="228600" cy="228600"/>
            </a:xfrm>
            <a:prstGeom prst="rect">
              <a:avLst/>
            </a:prstGeom>
            <a:solidFill>
              <a:srgbClr val="F900D3"/>
            </a:solidFill>
            <a:ln>
              <a:noFill/>
            </a:ln>
          </p:spPr>
        </p:sp>
        <p:sp>
          <p:nvSpPr>
            <p:cNvPr id="50" name="node17.text"/>
            <p:cNvSpPr/>
            <p:nvPr/>
          </p:nvSpPr>
          <p:spPr>
            <a:xfrm>
              <a:off x="2133600" y="39243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t>
              </a:r>
              <a:endParaRPr lang="en-US" sz="900" spc="54" kern="0" b="0" i="0" dirty="0">
                <a:solidFill>
                  <a:srgbClr val="070154"/>
                </a:solidFill>
                <a:latin typeface="IBM Plex Mono Medium"/>
                <a:ea typeface="IBM Plex Mono Medium"/>
                <a:cs typeface="IBM Plex Mono Medium"/>
              </a:endParaRPr>
            </a:p>
          </p:txBody>
        </p:sp>
      </p:grpSp>
      <p:grpSp>
        <p:nvGrpSpPr>
          <p:cNvPr id="84" name="node18"/>
          <p:cNvGrpSpPr/>
          <p:nvPr/>
        </p:nvGrpSpPr>
        <p:grpSpPr>
          <a:xfrm>
            <a:off x="5981700" y="2057400"/>
            <a:ext cx="5257800" cy="457200"/>
            <a:chOff x="5981700" y="2057400"/>
            <a:chExt cx="5257800" cy="457200"/>
          </a:xfrm>
        </p:grpSpPr>
        <p:sp>
          <p:nvSpPr>
            <p:cNvPr id="51" name="node18.surface"/>
            <p:cNvSpPr/>
            <p:nvPr/>
          </p:nvSpPr>
          <p:spPr>
            <a:xfrm>
              <a:off x="5981700" y="2057400"/>
              <a:ext cx="5257800" cy="457200"/>
            </a:xfrm>
            <a:prstGeom prst="rect">
              <a:avLst/>
            </a:prstGeom>
            <a:solidFill>
              <a:srgbClr val="070154"/>
            </a:solidFill>
            <a:ln>
              <a:noFill/>
            </a:ln>
          </p:spPr>
        </p:sp>
        <p:sp>
          <p:nvSpPr>
            <p:cNvPr id="52" name="node18.label"/>
            <p:cNvSpPr/>
            <p:nvPr/>
          </p:nvSpPr>
          <p:spPr>
            <a:xfrm>
              <a:off x="6134100" y="22098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1  EXPERIENCE</a:t>
              </a:r>
              <a:endParaRPr lang="en-US" sz="900" spc="54" kern="0" b="0" i="0" dirty="0">
                <a:solidFill>
                  <a:srgbClr val="FFFFFF"/>
                </a:solidFill>
                <a:latin typeface="IBM Plex Mono SemiBold"/>
                <a:ea typeface="IBM Plex Mono SemiBold"/>
                <a:cs typeface="IBM Plex Mono SemiBold"/>
              </a:endParaRPr>
            </a:p>
          </p:txBody>
        </p:sp>
        <p:sp>
          <p:nvSpPr>
            <p:cNvPr id="53" name="node18.text"/>
            <p:cNvSpPr/>
            <p:nvPr/>
          </p:nvSpPr>
          <p:spPr>
            <a:xfrm>
              <a:off x="7810500" y="2171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One quote-to-cash cockpit</a:t>
              </a:r>
              <a:endParaRPr lang="en-US" sz="1200" spc="0" kern="0" b="0" i="0" dirty="0">
                <a:solidFill>
                  <a:srgbClr val="FFFFFF"/>
                </a:solidFill>
                <a:latin typeface="IBM Plex Sans"/>
                <a:ea typeface="IBM Plex Sans"/>
                <a:cs typeface="IBM Plex Sans"/>
              </a:endParaRPr>
            </a:p>
          </p:txBody>
        </p:sp>
      </p:grpSp>
      <p:grpSp>
        <p:nvGrpSpPr>
          <p:cNvPr id="85" name="node19"/>
          <p:cNvGrpSpPr/>
          <p:nvPr/>
        </p:nvGrpSpPr>
        <p:grpSpPr>
          <a:xfrm>
            <a:off x="5981700" y="2743200"/>
            <a:ext cx="5257800" cy="457200"/>
            <a:chOff x="5981700" y="2743200"/>
            <a:chExt cx="5257800" cy="457200"/>
          </a:xfrm>
        </p:grpSpPr>
        <p:sp>
          <p:nvSpPr>
            <p:cNvPr id="54" name="node19.surface"/>
            <p:cNvSpPr/>
            <p:nvPr/>
          </p:nvSpPr>
          <p:spPr>
            <a:xfrm>
              <a:off x="5981700" y="2743200"/>
              <a:ext cx="5257800" cy="457200"/>
            </a:xfrm>
            <a:prstGeom prst="rect">
              <a:avLst/>
            </a:prstGeom>
            <a:solidFill>
              <a:srgbClr val="CED7E6"/>
            </a:solidFill>
            <a:ln>
              <a:noFill/>
            </a:ln>
          </p:spPr>
        </p:sp>
        <p:sp>
          <p:nvSpPr>
            <p:cNvPr id="55" name="node19.label"/>
            <p:cNvSpPr/>
            <p:nvPr/>
          </p:nvSpPr>
          <p:spPr>
            <a:xfrm>
              <a:off x="6134100" y="28956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2  INTEGRATION</a:t>
              </a:r>
              <a:endParaRPr lang="en-US" sz="900" spc="54" kern="0" b="0" i="0" dirty="0">
                <a:solidFill>
                  <a:srgbClr val="070154"/>
                </a:solidFill>
                <a:latin typeface="IBM Plex Mono SemiBold"/>
                <a:ea typeface="IBM Plex Mono SemiBold"/>
                <a:cs typeface="IBM Plex Mono SemiBold"/>
              </a:endParaRPr>
            </a:p>
          </p:txBody>
        </p:sp>
        <p:sp>
          <p:nvSpPr>
            <p:cNvPr id="56" name="node19.text"/>
            <p:cNvSpPr/>
            <p:nvPr/>
          </p:nvSpPr>
          <p:spPr>
            <a:xfrm>
              <a:off x="7810500" y="2857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governed API and event layer</a:t>
              </a:r>
              <a:endParaRPr lang="en-US" sz="1200" spc="0" kern="0" b="0" i="0" dirty="0">
                <a:solidFill>
                  <a:srgbClr val="070154"/>
                </a:solidFill>
                <a:latin typeface="IBM Plex Sans"/>
                <a:ea typeface="IBM Plex Sans"/>
                <a:cs typeface="IBM Plex Sans"/>
              </a:endParaRPr>
            </a:p>
          </p:txBody>
        </p:sp>
      </p:grpSp>
      <p:grpSp>
        <p:nvGrpSpPr>
          <p:cNvPr id="86" name="node20"/>
          <p:cNvGrpSpPr/>
          <p:nvPr/>
        </p:nvGrpSpPr>
        <p:grpSpPr>
          <a:xfrm>
            <a:off x="5981700" y="3429000"/>
            <a:ext cx="5257800" cy="457200"/>
            <a:chOff x="5981700" y="3429000"/>
            <a:chExt cx="5257800" cy="457200"/>
          </a:xfrm>
        </p:grpSpPr>
        <p:sp>
          <p:nvSpPr>
            <p:cNvPr id="57" name="node20.surface"/>
            <p:cNvSpPr/>
            <p:nvPr/>
          </p:nvSpPr>
          <p:spPr>
            <a:xfrm>
              <a:off x="5981700" y="3429000"/>
              <a:ext cx="5257800" cy="457200"/>
            </a:xfrm>
            <a:prstGeom prst="rect">
              <a:avLst/>
            </a:prstGeom>
            <a:solidFill>
              <a:srgbClr val="E8EEF8"/>
            </a:solidFill>
            <a:ln>
              <a:noFill/>
            </a:ln>
          </p:spPr>
        </p:sp>
        <p:sp>
          <p:nvSpPr>
            <p:cNvPr id="58" name="node20.label"/>
            <p:cNvSpPr/>
            <p:nvPr/>
          </p:nvSpPr>
          <p:spPr>
            <a:xfrm>
              <a:off x="6134100" y="35814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3  DATA</a:t>
              </a:r>
              <a:endParaRPr lang="en-US" sz="900" spc="54" kern="0" b="0" i="0" dirty="0">
                <a:solidFill>
                  <a:srgbClr val="070154"/>
                </a:solidFill>
                <a:latin typeface="IBM Plex Mono SemiBold"/>
                <a:ea typeface="IBM Plex Mono SemiBold"/>
                <a:cs typeface="IBM Plex Mono SemiBold"/>
              </a:endParaRPr>
            </a:p>
          </p:txBody>
        </p:sp>
        <p:sp>
          <p:nvSpPr>
            <p:cNvPr id="59" name="node20.text"/>
            <p:cNvSpPr/>
            <p:nvPr/>
          </p:nvSpPr>
          <p:spPr>
            <a:xfrm>
              <a:off x="7810500" y="3543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customer, price and order record</a:t>
              </a:r>
              <a:endParaRPr lang="en-US" sz="1200" spc="0" kern="0" b="0" i="0" dirty="0">
                <a:solidFill>
                  <a:srgbClr val="070154"/>
                </a:solidFill>
                <a:latin typeface="IBM Plex Sans"/>
                <a:ea typeface="IBM Plex Sans"/>
                <a:cs typeface="IBM Plex Sans"/>
              </a:endParaRPr>
            </a:p>
          </p:txBody>
        </p:sp>
      </p:grpSp>
      <p:grpSp>
        <p:nvGrpSpPr>
          <p:cNvPr id="87" name="node21"/>
          <p:cNvGrpSpPr/>
          <p:nvPr/>
        </p:nvGrpSpPr>
        <p:grpSpPr>
          <a:xfrm>
            <a:off x="5981700" y="4114800"/>
            <a:ext cx="5257800" cy="457200"/>
            <a:chOff x="5981700" y="4114800"/>
            <a:chExt cx="5257800" cy="457200"/>
          </a:xfrm>
        </p:grpSpPr>
        <p:sp>
          <p:nvSpPr>
            <p:cNvPr id="60" name="node21.surface"/>
            <p:cNvSpPr/>
            <p:nvPr/>
          </p:nvSpPr>
          <p:spPr>
            <a:xfrm>
              <a:off x="5988050" y="4121150"/>
              <a:ext cx="5245100" cy="444500"/>
            </a:xfrm>
            <a:prstGeom prst="rect">
              <a:avLst/>
            </a:prstGeom>
            <a:solidFill>
              <a:srgbClr val="FFFFFF"/>
            </a:solidFill>
            <a:ln w="12700">
              <a:solidFill>
                <a:srgbClr val="CED7E6"/>
              </a:solidFill>
              <a:prstDash val="solid"/>
            </a:ln>
          </p:spPr>
        </p:sp>
        <p:sp>
          <p:nvSpPr>
            <p:cNvPr id="61" name="node21.label"/>
            <p:cNvSpPr/>
            <p:nvPr/>
          </p:nvSpPr>
          <p:spPr>
            <a:xfrm>
              <a:off x="6134100" y="42672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4  CORE SYSTEMS</a:t>
              </a:r>
              <a:endParaRPr lang="en-US" sz="900" spc="54" kern="0" b="0" i="0" dirty="0">
                <a:solidFill>
                  <a:srgbClr val="070154"/>
                </a:solidFill>
                <a:latin typeface="IBM Plex Mono SemiBold"/>
                <a:ea typeface="IBM Plex Mono SemiBold"/>
                <a:cs typeface="IBM Plex Mono SemiBold"/>
              </a:endParaRPr>
            </a:p>
          </p:txBody>
        </p:sp>
        <p:sp>
          <p:nvSpPr>
            <p:cNvPr id="62" name="node21.text"/>
            <p:cNvSpPr/>
            <p:nvPr/>
          </p:nvSpPr>
          <p:spPr>
            <a:xfrm>
              <a:off x="7810500" y="4229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billing and warehouse, retained</a:t>
              </a:r>
              <a:endParaRPr lang="en-US" sz="1200" spc="0" kern="0" b="0" i="0" dirty="0">
                <a:solidFill>
                  <a:srgbClr val="070154"/>
                </a:solidFill>
                <a:latin typeface="IBM Plex Sans"/>
                <a:ea typeface="IBM Plex Sans"/>
                <a:cs typeface="IBM Plex Sans"/>
              </a:endParaRPr>
            </a:p>
          </p:txBody>
        </p:sp>
      </p:grpSp>
      <p:grpSp>
        <p:nvGrpSpPr>
          <p:cNvPr id="88" name="node22"/>
          <p:cNvGrpSpPr/>
          <p:nvPr/>
        </p:nvGrpSpPr>
        <p:grpSpPr>
          <a:xfrm>
            <a:off x="4610100" y="2971800"/>
            <a:ext cx="914400" cy="685800"/>
            <a:chOff x="4610100" y="2971800"/>
            <a:chExt cx="914400" cy="685800"/>
          </a:xfrm>
        </p:grpSpPr>
        <p:sp>
          <p:nvSpPr>
            <p:cNvPr id="63" name="node22.surface"/>
            <p:cNvSpPr/>
            <p:nvPr/>
          </p:nvSpPr>
          <p:spPr>
            <a:xfrm>
              <a:off x="4610100" y="2971800"/>
              <a:ext cx="914400" cy="685800"/>
            </a:xfrm>
            <a:custGeom>
              <a:avLst/>
              <a:gdLst/>
              <a:ahLst/>
              <a:cxnLst/>
              <a:rect l="l" t="t" r="r" b="b"/>
              <a:pathLst>
                <a:path w="914400" h="685800">
                  <a:moveTo>
                    <a:pt x="0" y="114300"/>
                  </a:moveTo>
                  <a:lnTo>
                    <a:pt x="571500" y="114300"/>
                  </a:lnTo>
                  <a:lnTo>
                    <a:pt x="571500" y="0"/>
                  </a:lnTo>
                  <a:lnTo>
                    <a:pt x="914400" y="342900"/>
                  </a:lnTo>
                  <a:lnTo>
                    <a:pt x="571500" y="685800"/>
                  </a:lnTo>
                  <a:lnTo>
                    <a:pt x="571500" y="571500"/>
                  </a:lnTo>
                  <a:lnTo>
                    <a:pt x="0" y="571500"/>
                  </a:lnTo>
                  <a:close/>
                </a:path>
              </a:pathLst>
            </a:custGeom>
            <a:solidFill>
              <a:srgbClr val="F900D3"/>
            </a:solidFill>
            <a:ln>
              <a:noFill/>
            </a:ln>
          </p:spPr>
        </p:sp>
      </p:grpSp>
      <p:grpSp>
        <p:nvGrpSpPr>
          <p:cNvPr id="89" name="node23"/>
          <p:cNvGrpSpPr/>
          <p:nvPr/>
        </p:nvGrpSpPr>
        <p:grpSpPr>
          <a:xfrm>
            <a:off x="4610100" y="3771900"/>
            <a:ext cx="914400" cy="152400"/>
            <a:chOff x="4610100" y="3771900"/>
            <a:chExt cx="914400" cy="152400"/>
          </a:xfrm>
        </p:grpSpPr>
        <p:sp>
          <p:nvSpPr>
            <p:cNvPr id="64" name="node23.text"/>
            <p:cNvSpPr/>
            <p:nvPr/>
          </p:nvSpPr>
          <p:spPr>
            <a:xfrm>
              <a:off x="4610100" y="3771900"/>
              <a:ext cx="914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SIMPLIFY</a:t>
              </a:r>
              <a:endParaRPr lang="en-US" sz="900" spc="54" kern="0" b="0" i="0" dirty="0">
                <a:solidFill>
                  <a:srgbClr val="0047FF"/>
                </a:solidFill>
                <a:latin typeface="IBM Plex Mono Medium"/>
                <a:ea typeface="IBM Plex Mono Medium"/>
                <a:cs typeface="IBM Plex Mono Medium"/>
              </a:endParaRPr>
            </a:p>
          </p:txBody>
        </p:sp>
      </p:grpSp>
      <p:grpSp>
        <p:nvGrpSpPr>
          <p:cNvPr id="90" name="node24"/>
          <p:cNvGrpSpPr/>
          <p:nvPr/>
        </p:nvGrpSpPr>
        <p:grpSpPr>
          <a:xfrm>
            <a:off x="723900" y="5257800"/>
            <a:ext cx="10744200" cy="685800"/>
            <a:chOff x="723900" y="5257800"/>
            <a:chExt cx="10744200" cy="685800"/>
          </a:xfrm>
        </p:grpSpPr>
        <p:sp>
          <p:nvSpPr>
            <p:cNvPr id="65" name="node24.surface"/>
            <p:cNvSpPr/>
            <p:nvPr/>
          </p:nvSpPr>
          <p:spPr>
            <a:xfrm>
              <a:off x="723900" y="5257800"/>
              <a:ext cx="10744200" cy="685800"/>
            </a:xfrm>
            <a:prstGeom prst="rect">
              <a:avLst/>
            </a:prstGeom>
            <a:solidFill>
              <a:srgbClr val="070154"/>
            </a:solidFill>
            <a:ln>
              <a:noFill/>
            </a:ln>
          </p:spPr>
        </p:sp>
        <p:sp>
          <p:nvSpPr>
            <p:cNvPr id="66" name="node24.text"/>
            <p:cNvSpPr/>
            <p:nvPr/>
          </p:nvSpPr>
          <p:spPr>
            <a:xfrm>
              <a:off x="876300" y="5467350"/>
              <a:ext cx="10439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Replace point-to-point links and re-keying with one governed integration layer.</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ource-39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CURRENT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Journal review hands off four times before posting</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close interviews,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39</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1600200"/>
            <a:ext cx="10744200" cy="4013200"/>
            <a:chOff x="723900" y="1600200"/>
            <a:chExt cx="10744200" cy="4013200"/>
          </a:xfrm>
        </p:grpSpPr>
        <p:sp>
          <p:nvSpPr>
            <p:cNvPr id="7" name="node01.lanes.slot-001.surface"/>
            <p:cNvSpPr/>
            <p:nvPr/>
          </p:nvSpPr>
          <p:spPr>
            <a:xfrm>
              <a:off x="2324100" y="1600200"/>
              <a:ext cx="9144000" cy="914400"/>
            </a:xfrm>
            <a:prstGeom prst="rect">
              <a:avLst/>
            </a:prstGeom>
            <a:solidFill>
              <a:srgbClr val="FFFFFF"/>
            </a:solidFill>
            <a:ln>
              <a:noFill/>
            </a:ln>
          </p:spPr>
        </p:sp>
        <p:sp>
          <p:nvSpPr>
            <p:cNvPr id="8" name="node01.lanes.slot-001.label-surface"/>
            <p:cNvSpPr/>
            <p:nvPr/>
          </p:nvSpPr>
          <p:spPr>
            <a:xfrm>
              <a:off x="723900" y="1600200"/>
              <a:ext cx="1524000" cy="914400"/>
            </a:xfrm>
            <a:prstGeom prst="rect">
              <a:avLst/>
            </a:prstGeom>
            <a:solidFill>
              <a:srgbClr val="070154"/>
            </a:solidFill>
            <a:ln>
              <a:noFill/>
            </a:ln>
          </p:spPr>
        </p:sp>
        <p:sp>
          <p:nvSpPr>
            <p:cNvPr id="9" name="node01.lanes.slot-001.label"/>
            <p:cNvSpPr/>
            <p:nvPr/>
          </p:nvSpPr>
          <p:spPr>
            <a:xfrm>
              <a:off x="876300" y="19431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Preparer</a:t>
              </a:r>
              <a:endParaRPr lang="en-US" sz="1200" spc="0" kern="0" b="0" i="0" dirty="0">
                <a:solidFill>
                  <a:srgbClr val="FFFFFF"/>
                </a:solidFill>
                <a:latin typeface="IBM Plex Sans SemiBold"/>
                <a:ea typeface="IBM Plex Sans SemiBold"/>
                <a:cs typeface="IBM Plex Sans SemiBold"/>
              </a:endParaRPr>
            </a:p>
          </p:txBody>
        </p:sp>
        <p:sp>
          <p:nvSpPr>
            <p:cNvPr id="10" name="node01.lanes.slot-001.rule"/>
            <p:cNvSpPr/>
            <p:nvPr/>
          </p:nvSpPr>
          <p:spPr>
            <a:xfrm>
              <a:off x="2324100" y="1600200"/>
              <a:ext cx="9144000" cy="0"/>
            </a:xfrm>
            <a:custGeom>
              <a:avLst/>
              <a:gdLst/>
              <a:ahLst/>
              <a:cxnLst/>
              <a:rect l="l" t="t" r="r" b="b"/>
              <a:pathLst>
                <a:path w="9144000">
                  <a:moveTo>
                    <a:pt x="0" y="0"/>
                  </a:moveTo>
                  <a:lnTo>
                    <a:pt x="9144000" y="0"/>
                  </a:lnTo>
                </a:path>
              </a:pathLst>
            </a:custGeom>
            <a:ln w="9525">
              <a:solidFill>
                <a:srgbClr val="CED7E6"/>
              </a:solidFill>
              <a:prstDash val="solid"/>
            </a:ln>
          </p:spPr>
        </p:sp>
        <p:sp>
          <p:nvSpPr>
            <p:cNvPr id="11" name="node01.lanes.slot-002.surface"/>
            <p:cNvSpPr/>
            <p:nvPr/>
          </p:nvSpPr>
          <p:spPr>
            <a:xfrm>
              <a:off x="2324100" y="2514600"/>
              <a:ext cx="9144000" cy="914400"/>
            </a:xfrm>
            <a:prstGeom prst="rect">
              <a:avLst/>
            </a:prstGeom>
            <a:solidFill>
              <a:srgbClr val="E8EEF8"/>
            </a:solidFill>
            <a:ln>
              <a:noFill/>
            </a:ln>
          </p:spPr>
        </p:sp>
        <p:sp>
          <p:nvSpPr>
            <p:cNvPr id="12" name="node01.lanes.slot-002.label-surface"/>
            <p:cNvSpPr/>
            <p:nvPr/>
          </p:nvSpPr>
          <p:spPr>
            <a:xfrm>
              <a:off x="723900" y="2514600"/>
              <a:ext cx="1524000" cy="914400"/>
            </a:xfrm>
            <a:prstGeom prst="rect">
              <a:avLst/>
            </a:prstGeom>
            <a:solidFill>
              <a:srgbClr val="070154"/>
            </a:solidFill>
            <a:ln>
              <a:noFill/>
            </a:ln>
          </p:spPr>
        </p:sp>
        <p:sp>
          <p:nvSpPr>
            <p:cNvPr id="13" name="node01.lanes.slot-002.label"/>
            <p:cNvSpPr/>
            <p:nvPr/>
          </p:nvSpPr>
          <p:spPr>
            <a:xfrm>
              <a:off x="876300" y="28575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Rules engine</a:t>
              </a:r>
              <a:endParaRPr lang="en-US" sz="1200" spc="0" kern="0" b="0" i="0" dirty="0">
                <a:solidFill>
                  <a:srgbClr val="FFFFFF"/>
                </a:solidFill>
                <a:latin typeface="IBM Plex Sans SemiBold"/>
                <a:ea typeface="IBM Plex Sans SemiBold"/>
                <a:cs typeface="IBM Plex Sans SemiBold"/>
              </a:endParaRPr>
            </a:p>
          </p:txBody>
        </p:sp>
        <p:sp>
          <p:nvSpPr>
            <p:cNvPr id="14" name="node01.lanes.slot-002.rule"/>
            <p:cNvSpPr/>
            <p:nvPr/>
          </p:nvSpPr>
          <p:spPr>
            <a:xfrm>
              <a:off x="2324100" y="2514600"/>
              <a:ext cx="9144000" cy="0"/>
            </a:xfrm>
            <a:custGeom>
              <a:avLst/>
              <a:gdLst/>
              <a:ahLst/>
              <a:cxnLst/>
              <a:rect l="l" t="t" r="r" b="b"/>
              <a:pathLst>
                <a:path w="9144000">
                  <a:moveTo>
                    <a:pt x="0" y="0"/>
                  </a:moveTo>
                  <a:lnTo>
                    <a:pt x="9144000" y="0"/>
                  </a:lnTo>
                </a:path>
              </a:pathLst>
            </a:custGeom>
            <a:ln w="9525">
              <a:solidFill>
                <a:srgbClr val="CED7E6"/>
              </a:solidFill>
              <a:prstDash val="solid"/>
            </a:ln>
          </p:spPr>
        </p:sp>
        <p:sp>
          <p:nvSpPr>
            <p:cNvPr id="15" name="node01.lanes.slot-003.surface"/>
            <p:cNvSpPr/>
            <p:nvPr/>
          </p:nvSpPr>
          <p:spPr>
            <a:xfrm>
              <a:off x="2324100" y="3429000"/>
              <a:ext cx="9144000" cy="914400"/>
            </a:xfrm>
            <a:prstGeom prst="rect">
              <a:avLst/>
            </a:prstGeom>
            <a:solidFill>
              <a:srgbClr val="FFFFFF"/>
            </a:solidFill>
            <a:ln>
              <a:noFill/>
            </a:ln>
          </p:spPr>
        </p:sp>
        <p:sp>
          <p:nvSpPr>
            <p:cNvPr id="16" name="node01.lanes.slot-003.label-surface"/>
            <p:cNvSpPr/>
            <p:nvPr/>
          </p:nvSpPr>
          <p:spPr>
            <a:xfrm>
              <a:off x="723900" y="3429000"/>
              <a:ext cx="1524000" cy="914400"/>
            </a:xfrm>
            <a:prstGeom prst="rect">
              <a:avLst/>
            </a:prstGeom>
            <a:solidFill>
              <a:srgbClr val="070154"/>
            </a:solidFill>
            <a:ln>
              <a:noFill/>
            </a:ln>
          </p:spPr>
        </p:sp>
        <p:sp>
          <p:nvSpPr>
            <p:cNvPr id="17" name="node01.lanes.slot-003.label"/>
            <p:cNvSpPr/>
            <p:nvPr/>
          </p:nvSpPr>
          <p:spPr>
            <a:xfrm>
              <a:off x="876300" y="37719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Reviewer</a:t>
              </a:r>
              <a:endParaRPr lang="en-US" sz="1200" spc="0" kern="0" b="0" i="0" dirty="0">
                <a:solidFill>
                  <a:srgbClr val="FFFFFF"/>
                </a:solidFill>
                <a:latin typeface="IBM Plex Sans SemiBold"/>
                <a:ea typeface="IBM Plex Sans SemiBold"/>
                <a:cs typeface="IBM Plex Sans SemiBold"/>
              </a:endParaRPr>
            </a:p>
          </p:txBody>
        </p:sp>
        <p:sp>
          <p:nvSpPr>
            <p:cNvPr id="18" name="node01.lanes.slot-003.rule"/>
            <p:cNvSpPr/>
            <p:nvPr/>
          </p:nvSpPr>
          <p:spPr>
            <a:xfrm>
              <a:off x="2324100" y="3429000"/>
              <a:ext cx="9144000" cy="0"/>
            </a:xfrm>
            <a:custGeom>
              <a:avLst/>
              <a:gdLst/>
              <a:ahLst/>
              <a:cxnLst/>
              <a:rect l="l" t="t" r="r" b="b"/>
              <a:pathLst>
                <a:path w="9144000">
                  <a:moveTo>
                    <a:pt x="0" y="0"/>
                  </a:moveTo>
                  <a:lnTo>
                    <a:pt x="9144000" y="0"/>
                  </a:lnTo>
                </a:path>
              </a:pathLst>
            </a:custGeom>
            <a:ln w="9525">
              <a:solidFill>
                <a:srgbClr val="CED7E6"/>
              </a:solidFill>
              <a:prstDash val="solid"/>
            </a:ln>
          </p:spPr>
        </p:sp>
        <p:sp>
          <p:nvSpPr>
            <p:cNvPr id="19" name="node01.lanes.slot-004.surface"/>
            <p:cNvSpPr/>
            <p:nvPr/>
          </p:nvSpPr>
          <p:spPr>
            <a:xfrm>
              <a:off x="2324100" y="4343400"/>
              <a:ext cx="9144000" cy="914400"/>
            </a:xfrm>
            <a:prstGeom prst="rect">
              <a:avLst/>
            </a:prstGeom>
            <a:solidFill>
              <a:srgbClr val="E8EEF8"/>
            </a:solidFill>
            <a:ln>
              <a:noFill/>
            </a:ln>
          </p:spPr>
        </p:sp>
        <p:sp>
          <p:nvSpPr>
            <p:cNvPr id="20" name="node01.lanes.slot-004.label-surface"/>
            <p:cNvSpPr/>
            <p:nvPr/>
          </p:nvSpPr>
          <p:spPr>
            <a:xfrm>
              <a:off x="723900" y="4343400"/>
              <a:ext cx="1524000" cy="914400"/>
            </a:xfrm>
            <a:prstGeom prst="rect">
              <a:avLst/>
            </a:prstGeom>
            <a:solidFill>
              <a:srgbClr val="070154"/>
            </a:solidFill>
            <a:ln>
              <a:noFill/>
            </a:ln>
          </p:spPr>
        </p:sp>
        <p:sp>
          <p:nvSpPr>
            <p:cNvPr id="21" name="node01.lanes.slot-004.label"/>
            <p:cNvSpPr/>
            <p:nvPr/>
          </p:nvSpPr>
          <p:spPr>
            <a:xfrm>
              <a:off x="876300" y="46863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Controller</a:t>
              </a:r>
              <a:endParaRPr lang="en-US" sz="1200" spc="0" kern="0" b="0" i="0" dirty="0">
                <a:solidFill>
                  <a:srgbClr val="FFFFFF"/>
                </a:solidFill>
                <a:latin typeface="IBM Plex Sans SemiBold"/>
                <a:ea typeface="IBM Plex Sans SemiBold"/>
                <a:cs typeface="IBM Plex Sans SemiBold"/>
              </a:endParaRPr>
            </a:p>
          </p:txBody>
        </p:sp>
        <p:sp>
          <p:nvSpPr>
            <p:cNvPr id="22" name="node01.lanes.slot-004.rule"/>
            <p:cNvSpPr/>
            <p:nvPr/>
          </p:nvSpPr>
          <p:spPr>
            <a:xfrm>
              <a:off x="2324100" y="4343400"/>
              <a:ext cx="9144000" cy="0"/>
            </a:xfrm>
            <a:custGeom>
              <a:avLst/>
              <a:gdLst/>
              <a:ahLst/>
              <a:cxnLst/>
              <a:rect l="l" t="t" r="r" b="b"/>
              <a:pathLst>
                <a:path w="9144000">
                  <a:moveTo>
                    <a:pt x="0" y="0"/>
                  </a:moveTo>
                  <a:lnTo>
                    <a:pt x="9144000" y="0"/>
                  </a:lnTo>
                </a:path>
              </a:pathLst>
            </a:custGeom>
            <a:ln w="9525">
              <a:solidFill>
                <a:srgbClr val="CED7E6"/>
              </a:solidFill>
              <a:prstDash val="solid"/>
            </a:ln>
          </p:spPr>
        </p:sp>
        <p:sp>
          <p:nvSpPr>
            <p:cNvPr id="23" name="node01.steps.slot-001.surface"/>
            <p:cNvSpPr/>
            <p:nvPr/>
          </p:nvSpPr>
          <p:spPr>
            <a:xfrm>
              <a:off x="2438400" y="1790700"/>
              <a:ext cx="1295400" cy="533400"/>
            </a:xfrm>
            <a:prstGeom prst="rect">
              <a:avLst/>
            </a:prstGeom>
            <a:solidFill>
              <a:srgbClr val="070154"/>
            </a:solidFill>
            <a:ln w="12700">
              <a:solidFill>
                <a:srgbClr val="070154"/>
              </a:solidFill>
              <a:prstDash val="solid"/>
            </a:ln>
          </p:spPr>
        </p:sp>
        <p:sp>
          <p:nvSpPr>
            <p:cNvPr id="24" name="node01.steps.slot-001.text"/>
            <p:cNvSpPr/>
            <p:nvPr/>
          </p:nvSpPr>
          <p:spPr>
            <a:xfrm>
              <a:off x="2590800" y="19431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Post entry</a:t>
              </a:r>
              <a:endParaRPr lang="en-US" sz="1200" spc="0" kern="0" b="0" i="0" dirty="0">
                <a:solidFill>
                  <a:srgbClr val="FFFFFF"/>
                </a:solidFill>
                <a:latin typeface="IBM Plex Sans SemiBold"/>
                <a:ea typeface="IBM Plex Sans SemiBold"/>
                <a:cs typeface="IBM Plex Sans SemiBold"/>
              </a:endParaRPr>
            </a:p>
          </p:txBody>
        </p:sp>
        <p:sp>
          <p:nvSpPr>
            <p:cNvPr id="25" name="node01.steps.slot-002.surface"/>
            <p:cNvSpPr/>
            <p:nvPr/>
          </p:nvSpPr>
          <p:spPr>
            <a:xfrm>
              <a:off x="3962400" y="2705100"/>
              <a:ext cx="1295400" cy="533400"/>
            </a:xfrm>
            <a:prstGeom prst="rect">
              <a:avLst/>
            </a:prstGeom>
            <a:solidFill>
              <a:srgbClr val="FFFFFF"/>
            </a:solidFill>
            <a:ln w="12700">
              <a:solidFill>
                <a:srgbClr val="070154"/>
              </a:solidFill>
              <a:prstDash val="solid"/>
            </a:ln>
          </p:spPr>
        </p:sp>
        <p:sp>
          <p:nvSpPr>
            <p:cNvPr id="26" name="node01.steps.slot-002.text"/>
            <p:cNvSpPr/>
            <p:nvPr/>
          </p:nvSpPr>
          <p:spPr>
            <a:xfrm>
              <a:off x="4114800" y="2743200"/>
              <a:ext cx="990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Check against rules</a:t>
              </a:r>
              <a:endParaRPr lang="en-US" sz="1200" spc="0" kern="0" b="0" i="0" dirty="0">
                <a:solidFill>
                  <a:srgbClr val="070154"/>
                </a:solidFill>
                <a:latin typeface="IBM Plex Sans SemiBold"/>
                <a:ea typeface="IBM Plex Sans SemiBold"/>
                <a:cs typeface="IBM Plex Sans SemiBold"/>
              </a:endParaRPr>
            </a:p>
          </p:txBody>
        </p:sp>
        <p:sp>
          <p:nvSpPr>
            <p:cNvPr id="27" name="node01.steps.slot-003.surface"/>
            <p:cNvSpPr/>
            <p:nvPr/>
          </p:nvSpPr>
          <p:spPr>
            <a:xfrm>
              <a:off x="5600700" y="2628900"/>
              <a:ext cx="1066800" cy="685800"/>
            </a:xfrm>
            <a:prstGeom prst="diamond">
              <a:avLst/>
            </a:prstGeom>
            <a:solidFill>
              <a:srgbClr val="FFFFFF"/>
            </a:solidFill>
            <a:ln w="12700">
              <a:solidFill>
                <a:srgbClr val="070154"/>
              </a:solidFill>
              <a:prstDash val="solid"/>
            </a:ln>
          </p:spPr>
        </p:sp>
        <p:sp>
          <p:nvSpPr>
            <p:cNvPr id="28" name="node01.steps.slot-003.text"/>
            <p:cNvSpPr/>
            <p:nvPr/>
          </p:nvSpPr>
          <p:spPr>
            <a:xfrm>
              <a:off x="5803392" y="2857500"/>
              <a:ext cx="66141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Passes?</a:t>
              </a:r>
              <a:endParaRPr lang="en-US" sz="1200" spc="0" kern="0" b="0" i="0" dirty="0">
                <a:solidFill>
                  <a:srgbClr val="070154"/>
                </a:solidFill>
                <a:latin typeface="IBM Plex Sans"/>
                <a:ea typeface="IBM Plex Sans"/>
                <a:cs typeface="IBM Plex Sans"/>
              </a:endParaRPr>
            </a:p>
          </p:txBody>
        </p:sp>
        <p:sp>
          <p:nvSpPr>
            <p:cNvPr id="29" name="node01.steps.slot-004.surface"/>
            <p:cNvSpPr/>
            <p:nvPr/>
          </p:nvSpPr>
          <p:spPr>
            <a:xfrm>
              <a:off x="5486400" y="1790700"/>
              <a:ext cx="1295400" cy="533400"/>
            </a:xfrm>
            <a:prstGeom prst="rect">
              <a:avLst/>
            </a:prstGeom>
            <a:solidFill>
              <a:srgbClr val="FFFFFF"/>
            </a:solidFill>
            <a:ln w="12700">
              <a:solidFill>
                <a:srgbClr val="070154"/>
              </a:solidFill>
              <a:prstDash val="solid"/>
            </a:ln>
          </p:spPr>
        </p:sp>
        <p:sp>
          <p:nvSpPr>
            <p:cNvPr id="30" name="node01.steps.slot-004.text"/>
            <p:cNvSpPr/>
            <p:nvPr/>
          </p:nvSpPr>
          <p:spPr>
            <a:xfrm>
              <a:off x="5638800" y="1828800"/>
              <a:ext cx="990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Fix and repost</a:t>
              </a:r>
              <a:endParaRPr lang="en-US" sz="1200" spc="0" kern="0" b="0" i="0" dirty="0">
                <a:solidFill>
                  <a:srgbClr val="070154"/>
                </a:solidFill>
                <a:latin typeface="IBM Plex Sans SemiBold"/>
                <a:ea typeface="IBM Plex Sans SemiBold"/>
                <a:cs typeface="IBM Plex Sans SemiBold"/>
              </a:endParaRPr>
            </a:p>
          </p:txBody>
        </p:sp>
        <p:sp>
          <p:nvSpPr>
            <p:cNvPr id="31" name="node01.steps.slot-004.pain"/>
            <p:cNvSpPr/>
            <p:nvPr/>
          </p:nvSpPr>
          <p:spPr>
            <a:xfrm>
              <a:off x="6667500" y="1676400"/>
              <a:ext cx="203200" cy="203200"/>
            </a:xfrm>
            <a:prstGeom prst="rect">
              <a:avLst/>
            </a:prstGeom>
            <a:solidFill>
              <a:srgbClr val="F900D3"/>
            </a:solidFill>
            <a:ln>
              <a:noFill/>
            </a:ln>
          </p:spPr>
        </p:sp>
        <p:sp>
          <p:nvSpPr>
            <p:cNvPr id="32" name="node01.steps.slot-004.pain-label"/>
            <p:cNvSpPr/>
            <p:nvPr/>
          </p:nvSpPr>
          <p:spPr>
            <a:xfrm>
              <a:off x="6667500" y="1701800"/>
              <a:ext cx="203200" cy="152400"/>
            </a:xfrm>
            <a:prstGeom prst="rect">
              <a:avLst/>
            </a:prstGeom>
            <a:noFill/>
            <a:ln/>
          </p:spPr>
          <p:txBody>
            <a:bodyPr wrap="square" lIns="0" tIns="0" rIns="0" bIns="0" rtlCol="0" anchor="t"/>
            <a:lstStyle/>
            <a:p>
              <a:pPr algn="ctr" indent="0" marL="0">
                <a:lnSpc>
                  <a:spcPts val="1200"/>
                </a:lnSpc>
                <a:buNone/>
              </a:pPr>
              <a:r>
                <a:rPr lang="en-US" sz="900" spc="54" kern="0" b="1" i="0" dirty="0">
                  <a:solidFill>
                    <a:srgbClr val="070154"/>
                  </a:solidFill>
                  <a:latin typeface="IBM Plex Mono"/>
                  <a:ea typeface="IBM Plex Mono"/>
                  <a:cs typeface="IBM Plex Mono"/>
                </a:rPr>
                <a:t>!</a:t>
              </a:r>
              <a:endParaRPr lang="en-US" sz="900" spc="54" kern="0" b="1" i="0" dirty="0">
                <a:solidFill>
                  <a:srgbClr val="070154"/>
                </a:solidFill>
                <a:latin typeface="IBM Plex Mono"/>
                <a:ea typeface="IBM Plex Mono"/>
                <a:cs typeface="IBM Plex Mono"/>
              </a:endParaRPr>
            </a:p>
          </p:txBody>
        </p:sp>
        <p:sp>
          <p:nvSpPr>
            <p:cNvPr id="33" name="node01.steps.slot-005.surface"/>
            <p:cNvSpPr/>
            <p:nvPr/>
          </p:nvSpPr>
          <p:spPr>
            <a:xfrm>
              <a:off x="7010400" y="3619500"/>
              <a:ext cx="1295400" cy="533400"/>
            </a:xfrm>
            <a:prstGeom prst="rect">
              <a:avLst/>
            </a:prstGeom>
            <a:solidFill>
              <a:srgbClr val="FFFFFF"/>
            </a:solidFill>
            <a:ln w="12700">
              <a:solidFill>
                <a:srgbClr val="070154"/>
              </a:solidFill>
              <a:prstDash val="solid"/>
            </a:ln>
          </p:spPr>
        </p:sp>
        <p:sp>
          <p:nvSpPr>
            <p:cNvPr id="34" name="node01.steps.slot-005.text"/>
            <p:cNvSpPr/>
            <p:nvPr/>
          </p:nvSpPr>
          <p:spPr>
            <a:xfrm>
              <a:off x="7162800" y="3657600"/>
              <a:ext cx="990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Review exception</a:t>
              </a:r>
              <a:endParaRPr lang="en-US" sz="1200" spc="0" kern="0" b="0" i="0" dirty="0">
                <a:solidFill>
                  <a:srgbClr val="070154"/>
                </a:solidFill>
                <a:latin typeface="IBM Plex Sans SemiBold"/>
                <a:ea typeface="IBM Plex Sans SemiBold"/>
                <a:cs typeface="IBM Plex Sans SemiBold"/>
              </a:endParaRPr>
            </a:p>
          </p:txBody>
        </p:sp>
        <p:sp>
          <p:nvSpPr>
            <p:cNvPr id="35" name="node01.steps.slot-006.surface"/>
            <p:cNvSpPr/>
            <p:nvPr/>
          </p:nvSpPr>
          <p:spPr>
            <a:xfrm>
              <a:off x="8534400" y="4533900"/>
              <a:ext cx="1295400" cy="533400"/>
            </a:xfrm>
            <a:prstGeom prst="rect">
              <a:avLst/>
            </a:prstGeom>
            <a:solidFill>
              <a:srgbClr val="FFFFFF"/>
            </a:solidFill>
            <a:ln w="12700">
              <a:solidFill>
                <a:srgbClr val="070154"/>
              </a:solidFill>
              <a:prstDash val="solid"/>
            </a:ln>
          </p:spPr>
        </p:sp>
        <p:sp>
          <p:nvSpPr>
            <p:cNvPr id="36" name="node01.steps.slot-006.text"/>
            <p:cNvSpPr/>
            <p:nvPr/>
          </p:nvSpPr>
          <p:spPr>
            <a:xfrm>
              <a:off x="8686800" y="4572000"/>
              <a:ext cx="990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Approve large entries</a:t>
              </a:r>
              <a:endParaRPr lang="en-US" sz="1200" spc="0" kern="0" b="0" i="0" dirty="0">
                <a:solidFill>
                  <a:srgbClr val="070154"/>
                </a:solidFill>
                <a:latin typeface="IBM Plex Sans SemiBold"/>
                <a:ea typeface="IBM Plex Sans SemiBold"/>
                <a:cs typeface="IBM Plex Sans SemiBold"/>
              </a:endParaRPr>
            </a:p>
          </p:txBody>
        </p:sp>
        <p:sp>
          <p:nvSpPr>
            <p:cNvPr id="37" name="node01.steps.slot-006.pain"/>
            <p:cNvSpPr/>
            <p:nvPr/>
          </p:nvSpPr>
          <p:spPr>
            <a:xfrm>
              <a:off x="9715500" y="4419600"/>
              <a:ext cx="203200" cy="203200"/>
            </a:xfrm>
            <a:prstGeom prst="rect">
              <a:avLst/>
            </a:prstGeom>
            <a:solidFill>
              <a:srgbClr val="F900D3"/>
            </a:solidFill>
            <a:ln>
              <a:noFill/>
            </a:ln>
          </p:spPr>
        </p:sp>
        <p:sp>
          <p:nvSpPr>
            <p:cNvPr id="38" name="node01.steps.slot-006.pain-label"/>
            <p:cNvSpPr/>
            <p:nvPr/>
          </p:nvSpPr>
          <p:spPr>
            <a:xfrm>
              <a:off x="9715500" y="4445000"/>
              <a:ext cx="203200" cy="152400"/>
            </a:xfrm>
            <a:prstGeom prst="rect">
              <a:avLst/>
            </a:prstGeom>
            <a:noFill/>
            <a:ln/>
          </p:spPr>
          <p:txBody>
            <a:bodyPr wrap="square" lIns="0" tIns="0" rIns="0" bIns="0" rtlCol="0" anchor="t"/>
            <a:lstStyle/>
            <a:p>
              <a:pPr algn="ctr" indent="0" marL="0">
                <a:lnSpc>
                  <a:spcPts val="1200"/>
                </a:lnSpc>
                <a:buNone/>
              </a:pPr>
              <a:r>
                <a:rPr lang="en-US" sz="900" spc="54" kern="0" b="1" i="0" dirty="0">
                  <a:solidFill>
                    <a:srgbClr val="070154"/>
                  </a:solidFill>
                  <a:latin typeface="IBM Plex Mono"/>
                  <a:ea typeface="IBM Plex Mono"/>
                  <a:cs typeface="IBM Plex Mono"/>
                </a:rPr>
                <a:t>!</a:t>
              </a:r>
              <a:endParaRPr lang="en-US" sz="900" spc="54" kern="0" b="1" i="0" dirty="0">
                <a:solidFill>
                  <a:srgbClr val="070154"/>
                </a:solidFill>
                <a:latin typeface="IBM Plex Mono"/>
                <a:ea typeface="IBM Plex Mono"/>
                <a:cs typeface="IBM Plex Mono"/>
              </a:endParaRPr>
            </a:p>
          </p:txBody>
        </p:sp>
        <p:sp>
          <p:nvSpPr>
            <p:cNvPr id="39" name="node01.steps.slot-007.surface"/>
            <p:cNvSpPr/>
            <p:nvPr/>
          </p:nvSpPr>
          <p:spPr>
            <a:xfrm>
              <a:off x="10058400" y="2705100"/>
              <a:ext cx="1295400" cy="533400"/>
            </a:xfrm>
            <a:prstGeom prst="rect">
              <a:avLst/>
            </a:prstGeom>
            <a:solidFill>
              <a:srgbClr val="070154"/>
            </a:solidFill>
            <a:ln w="12700">
              <a:solidFill>
                <a:srgbClr val="070154"/>
              </a:solidFill>
              <a:prstDash val="solid"/>
            </a:ln>
          </p:spPr>
        </p:sp>
        <p:sp>
          <p:nvSpPr>
            <p:cNvPr id="40" name="node01.steps.slot-007.text"/>
            <p:cNvSpPr/>
            <p:nvPr/>
          </p:nvSpPr>
          <p:spPr>
            <a:xfrm>
              <a:off x="10210800" y="28575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Post to ledger</a:t>
              </a:r>
              <a:endParaRPr lang="en-US" sz="1200" spc="0" kern="0" b="0" i="0" dirty="0">
                <a:solidFill>
                  <a:srgbClr val="FFFFFF"/>
                </a:solidFill>
                <a:latin typeface="IBM Plex Sans SemiBold"/>
                <a:ea typeface="IBM Plex Sans SemiBold"/>
                <a:cs typeface="IBM Plex Sans SemiBold"/>
              </a:endParaRPr>
            </a:p>
          </p:txBody>
        </p:sp>
        <p:sp>
          <p:nvSpPr>
            <p:cNvPr id="41" name="node01.links.s1-to-s2.segment-1"/>
            <p:cNvSpPr/>
            <p:nvPr/>
          </p:nvSpPr>
          <p:spPr>
            <a:xfrm>
              <a:off x="3733800" y="2057400"/>
              <a:ext cx="876300" cy="0"/>
            </a:xfrm>
            <a:custGeom>
              <a:avLst/>
              <a:gdLst/>
              <a:ahLst/>
              <a:cxnLst/>
              <a:rect l="l" t="t" r="r" b="b"/>
              <a:pathLst>
                <a:path w="876300">
                  <a:moveTo>
                    <a:pt x="0" y="0"/>
                  </a:moveTo>
                  <a:lnTo>
                    <a:pt x="876300" y="0"/>
                  </a:lnTo>
                </a:path>
              </a:pathLst>
            </a:custGeom>
            <a:ln w="12700">
              <a:solidFill>
                <a:srgbClr val="070154"/>
              </a:solidFill>
              <a:prstDash val="solid"/>
            </a:ln>
          </p:spPr>
        </p:sp>
        <p:sp>
          <p:nvSpPr>
            <p:cNvPr id="42" name="node01.links.s1-to-s2.segment-2"/>
            <p:cNvSpPr/>
            <p:nvPr/>
          </p:nvSpPr>
          <p:spPr>
            <a:xfrm>
              <a:off x="4610100" y="2057400"/>
              <a:ext cx="0" cy="647700"/>
            </a:xfrm>
            <a:custGeom>
              <a:avLst/>
              <a:gdLst/>
              <a:ahLst/>
              <a:cxnLst/>
              <a:rect l="l" t="t" r="r" b="b"/>
              <a:pathLst>
                <a:path h="647700">
                  <a:moveTo>
                    <a:pt x="0" y="0"/>
                  </a:moveTo>
                  <a:lnTo>
                    <a:pt x="0" y="647700"/>
                  </a:lnTo>
                </a:path>
              </a:pathLst>
            </a:custGeom>
            <a:ln w="12700">
              <a:solidFill>
                <a:srgbClr val="070154"/>
              </a:solidFill>
              <a:prstDash val="solid"/>
            </a:ln>
          </p:spPr>
        </p:sp>
        <p:sp>
          <p:nvSpPr>
            <p:cNvPr id="43" name="node01.links.s1-to-s2.head-end.0"/>
            <p:cNvSpPr/>
            <p:nvPr/>
          </p:nvSpPr>
          <p:spPr>
            <a:xfrm>
              <a:off x="4567479" y="26270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44" name="node01.links.s1-to-s2.head-end.1"/>
            <p:cNvSpPr/>
            <p:nvPr/>
          </p:nvSpPr>
          <p:spPr>
            <a:xfrm>
              <a:off x="4610100" y="26270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45" name="node01.links.s2-to-d1.segment-1"/>
            <p:cNvSpPr/>
            <p:nvPr/>
          </p:nvSpPr>
          <p:spPr>
            <a:xfrm>
              <a:off x="5257800" y="2971800"/>
              <a:ext cx="342900" cy="0"/>
            </a:xfrm>
            <a:custGeom>
              <a:avLst/>
              <a:gdLst/>
              <a:ahLst/>
              <a:cxnLst/>
              <a:rect l="l" t="t" r="r" b="b"/>
              <a:pathLst>
                <a:path w="342900">
                  <a:moveTo>
                    <a:pt x="0" y="0"/>
                  </a:moveTo>
                  <a:lnTo>
                    <a:pt x="342900" y="0"/>
                  </a:lnTo>
                </a:path>
              </a:pathLst>
            </a:custGeom>
            <a:ln w="12700">
              <a:solidFill>
                <a:srgbClr val="070154"/>
              </a:solidFill>
              <a:prstDash val="solid"/>
            </a:ln>
          </p:spPr>
        </p:sp>
        <p:sp>
          <p:nvSpPr>
            <p:cNvPr id="46" name="node01.links.s2-to-d1.head-end.0"/>
            <p:cNvSpPr/>
            <p:nvPr/>
          </p:nvSpPr>
          <p:spPr>
            <a:xfrm>
              <a:off x="5522683" y="2971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7" name="node01.links.s2-to-d1.head-end.1"/>
            <p:cNvSpPr/>
            <p:nvPr/>
          </p:nvSpPr>
          <p:spPr>
            <a:xfrm>
              <a:off x="5522683" y="2929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48" name="node01.links.d1-to-s3.segment-1"/>
            <p:cNvSpPr/>
            <p:nvPr/>
          </p:nvSpPr>
          <p:spPr>
            <a:xfrm>
              <a:off x="6134100" y="2324100"/>
              <a:ext cx="0" cy="304800"/>
            </a:xfrm>
            <a:custGeom>
              <a:avLst/>
              <a:gdLst/>
              <a:ahLst/>
              <a:cxnLst/>
              <a:rect l="l" t="t" r="r" b="b"/>
              <a:pathLst>
                <a:path h="304800">
                  <a:moveTo>
                    <a:pt x="0" y="304800"/>
                  </a:moveTo>
                  <a:lnTo>
                    <a:pt x="0" y="0"/>
                  </a:lnTo>
                </a:path>
              </a:pathLst>
            </a:custGeom>
            <a:ln w="12700">
              <a:solidFill>
                <a:srgbClr val="070154"/>
              </a:solidFill>
              <a:prstDash val="solid"/>
            </a:ln>
          </p:spPr>
        </p:sp>
        <p:sp>
          <p:nvSpPr>
            <p:cNvPr id="49" name="node01.links.d1-to-s3.head-end.0"/>
            <p:cNvSpPr/>
            <p:nvPr/>
          </p:nvSpPr>
          <p:spPr>
            <a:xfrm>
              <a:off x="6134100" y="23241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50" name="node01.links.d1-to-s3.head-end.1"/>
            <p:cNvSpPr/>
            <p:nvPr/>
          </p:nvSpPr>
          <p:spPr>
            <a:xfrm>
              <a:off x="6091479" y="23241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sp>
          <p:nvSpPr>
            <p:cNvPr id="51" name="node01.links.d1-to-s3.label-patch"/>
            <p:cNvSpPr/>
            <p:nvPr/>
          </p:nvSpPr>
          <p:spPr>
            <a:xfrm>
              <a:off x="5982779" y="2362200"/>
              <a:ext cx="302642" cy="228600"/>
            </a:xfrm>
            <a:prstGeom prst="rect">
              <a:avLst/>
            </a:prstGeom>
            <a:solidFill>
              <a:srgbClr val="FFFFFF"/>
            </a:solidFill>
            <a:ln>
              <a:noFill/>
            </a:ln>
          </p:spPr>
        </p:sp>
        <p:sp>
          <p:nvSpPr>
            <p:cNvPr id="52" name="node01.links.d1-to-s3.label"/>
            <p:cNvSpPr/>
            <p:nvPr/>
          </p:nvSpPr>
          <p:spPr>
            <a:xfrm>
              <a:off x="6020879" y="2400300"/>
              <a:ext cx="226442"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NO</a:t>
              </a:r>
              <a:endParaRPr lang="en-US" sz="900" spc="54" kern="0" b="0" i="0" dirty="0">
                <a:solidFill>
                  <a:srgbClr val="50658E"/>
                </a:solidFill>
                <a:latin typeface="IBM Plex Mono Medium"/>
                <a:ea typeface="IBM Plex Mono Medium"/>
                <a:cs typeface="IBM Plex Mono Medium"/>
              </a:endParaRPr>
            </a:p>
          </p:txBody>
        </p:sp>
        <p:sp>
          <p:nvSpPr>
            <p:cNvPr id="53" name="node01.links.s3-to-s2.segment-1"/>
            <p:cNvSpPr/>
            <p:nvPr/>
          </p:nvSpPr>
          <p:spPr>
            <a:xfrm>
              <a:off x="4610100" y="2057400"/>
              <a:ext cx="876300" cy="0"/>
            </a:xfrm>
            <a:custGeom>
              <a:avLst/>
              <a:gdLst/>
              <a:ahLst/>
              <a:cxnLst/>
              <a:rect l="l" t="t" r="r" b="b"/>
              <a:pathLst>
                <a:path w="876300">
                  <a:moveTo>
                    <a:pt x="876300" y="0"/>
                  </a:moveTo>
                  <a:lnTo>
                    <a:pt x="0" y="0"/>
                  </a:lnTo>
                </a:path>
              </a:pathLst>
            </a:custGeom>
            <a:ln w="12700">
              <a:solidFill>
                <a:srgbClr val="070154"/>
              </a:solidFill>
              <a:prstDash val="solid"/>
            </a:ln>
          </p:spPr>
        </p:sp>
        <p:sp>
          <p:nvSpPr>
            <p:cNvPr id="54" name="node01.links.s3-to-s2.segment-2"/>
            <p:cNvSpPr/>
            <p:nvPr/>
          </p:nvSpPr>
          <p:spPr>
            <a:xfrm>
              <a:off x="4610100" y="2057400"/>
              <a:ext cx="0" cy="647700"/>
            </a:xfrm>
            <a:custGeom>
              <a:avLst/>
              <a:gdLst/>
              <a:ahLst/>
              <a:cxnLst/>
              <a:rect l="l" t="t" r="r" b="b"/>
              <a:pathLst>
                <a:path h="647700">
                  <a:moveTo>
                    <a:pt x="0" y="0"/>
                  </a:moveTo>
                  <a:lnTo>
                    <a:pt x="0" y="647700"/>
                  </a:lnTo>
                </a:path>
              </a:pathLst>
            </a:custGeom>
            <a:ln w="12700">
              <a:solidFill>
                <a:srgbClr val="070154"/>
              </a:solidFill>
              <a:prstDash val="solid"/>
            </a:ln>
          </p:spPr>
        </p:sp>
        <p:sp>
          <p:nvSpPr>
            <p:cNvPr id="55" name="node01.links.s3-to-s2.head-end.0"/>
            <p:cNvSpPr/>
            <p:nvPr/>
          </p:nvSpPr>
          <p:spPr>
            <a:xfrm>
              <a:off x="4567479" y="26270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56" name="node01.links.s3-to-s2.head-end.1"/>
            <p:cNvSpPr/>
            <p:nvPr/>
          </p:nvSpPr>
          <p:spPr>
            <a:xfrm>
              <a:off x="4610100" y="26270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57" name="node01.links.d1-to-s6.segment-1"/>
            <p:cNvSpPr/>
            <p:nvPr/>
          </p:nvSpPr>
          <p:spPr>
            <a:xfrm>
              <a:off x="6667500" y="2971800"/>
              <a:ext cx="3390900" cy="0"/>
            </a:xfrm>
            <a:custGeom>
              <a:avLst/>
              <a:gdLst/>
              <a:ahLst/>
              <a:cxnLst/>
              <a:rect l="l" t="t" r="r" b="b"/>
              <a:pathLst>
                <a:path w="3390900">
                  <a:moveTo>
                    <a:pt x="0" y="0"/>
                  </a:moveTo>
                  <a:lnTo>
                    <a:pt x="3390900" y="0"/>
                  </a:lnTo>
                </a:path>
              </a:pathLst>
            </a:custGeom>
            <a:ln w="12700">
              <a:solidFill>
                <a:srgbClr val="070154"/>
              </a:solidFill>
              <a:prstDash val="solid"/>
            </a:ln>
          </p:spPr>
        </p:sp>
        <p:sp>
          <p:nvSpPr>
            <p:cNvPr id="58" name="node01.links.d1-to-s6.head-end.0"/>
            <p:cNvSpPr/>
            <p:nvPr/>
          </p:nvSpPr>
          <p:spPr>
            <a:xfrm>
              <a:off x="9980383" y="2971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9" name="node01.links.d1-to-s6.head-end.1"/>
            <p:cNvSpPr/>
            <p:nvPr/>
          </p:nvSpPr>
          <p:spPr>
            <a:xfrm>
              <a:off x="9980383" y="2929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60" name="node01.links.d1-to-s6.label-patch"/>
            <p:cNvSpPr/>
            <p:nvPr/>
          </p:nvSpPr>
          <p:spPr>
            <a:xfrm>
              <a:off x="8174069" y="2857500"/>
              <a:ext cx="377763" cy="228600"/>
            </a:xfrm>
            <a:prstGeom prst="rect">
              <a:avLst/>
            </a:prstGeom>
            <a:solidFill>
              <a:srgbClr val="FFFFFF"/>
            </a:solidFill>
            <a:ln>
              <a:noFill/>
            </a:ln>
          </p:spPr>
        </p:sp>
        <p:sp>
          <p:nvSpPr>
            <p:cNvPr id="61" name="node01.links.d1-to-s6.label"/>
            <p:cNvSpPr/>
            <p:nvPr/>
          </p:nvSpPr>
          <p:spPr>
            <a:xfrm>
              <a:off x="8212169" y="2895600"/>
              <a:ext cx="30156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YES</a:t>
              </a:r>
              <a:endParaRPr lang="en-US" sz="900" spc="54" kern="0" b="0" i="0" dirty="0">
                <a:solidFill>
                  <a:srgbClr val="50658E"/>
                </a:solidFill>
                <a:latin typeface="IBM Plex Mono Medium"/>
                <a:ea typeface="IBM Plex Mono Medium"/>
                <a:cs typeface="IBM Plex Mono Medium"/>
              </a:endParaRPr>
            </a:p>
          </p:txBody>
        </p:sp>
        <p:sp>
          <p:nvSpPr>
            <p:cNvPr id="62" name="node01.links.d1-to-s4.segment-1"/>
            <p:cNvSpPr/>
            <p:nvPr/>
          </p:nvSpPr>
          <p:spPr>
            <a:xfrm>
              <a:off x="6134100" y="3314700"/>
              <a:ext cx="0" cy="571500"/>
            </a:xfrm>
            <a:custGeom>
              <a:avLst/>
              <a:gdLst/>
              <a:ahLst/>
              <a:cxnLst/>
              <a:rect l="l" t="t" r="r" b="b"/>
              <a:pathLst>
                <a:path h="571500">
                  <a:moveTo>
                    <a:pt x="0" y="0"/>
                  </a:moveTo>
                  <a:lnTo>
                    <a:pt x="0" y="571500"/>
                  </a:lnTo>
                </a:path>
              </a:pathLst>
            </a:custGeom>
            <a:ln w="12700">
              <a:solidFill>
                <a:srgbClr val="070154"/>
              </a:solidFill>
              <a:prstDash val="solid"/>
            </a:ln>
          </p:spPr>
        </p:sp>
        <p:sp>
          <p:nvSpPr>
            <p:cNvPr id="63" name="node01.links.d1-to-s4.segment-2"/>
            <p:cNvSpPr/>
            <p:nvPr/>
          </p:nvSpPr>
          <p:spPr>
            <a:xfrm>
              <a:off x="6134100" y="3886200"/>
              <a:ext cx="876300" cy="0"/>
            </a:xfrm>
            <a:custGeom>
              <a:avLst/>
              <a:gdLst/>
              <a:ahLst/>
              <a:cxnLst/>
              <a:rect l="l" t="t" r="r" b="b"/>
              <a:pathLst>
                <a:path w="876300">
                  <a:moveTo>
                    <a:pt x="0" y="0"/>
                  </a:moveTo>
                  <a:lnTo>
                    <a:pt x="876300" y="0"/>
                  </a:lnTo>
                </a:path>
              </a:pathLst>
            </a:custGeom>
            <a:ln w="12700">
              <a:solidFill>
                <a:srgbClr val="070154"/>
              </a:solidFill>
              <a:prstDash val="solid"/>
            </a:ln>
          </p:spPr>
        </p:sp>
        <p:sp>
          <p:nvSpPr>
            <p:cNvPr id="64" name="node01.links.d1-to-s4.head-end.0"/>
            <p:cNvSpPr/>
            <p:nvPr/>
          </p:nvSpPr>
          <p:spPr>
            <a:xfrm>
              <a:off x="6932383" y="3886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5" name="node01.links.d1-to-s4.head-end.1"/>
            <p:cNvSpPr/>
            <p:nvPr/>
          </p:nvSpPr>
          <p:spPr>
            <a:xfrm>
              <a:off x="6932383" y="3843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66" name="node01.links.d1-to-s4.label-patch"/>
            <p:cNvSpPr/>
            <p:nvPr/>
          </p:nvSpPr>
          <p:spPr>
            <a:xfrm>
              <a:off x="6158006" y="3771900"/>
              <a:ext cx="828489" cy="228600"/>
            </a:xfrm>
            <a:prstGeom prst="rect">
              <a:avLst/>
            </a:prstGeom>
            <a:solidFill>
              <a:srgbClr val="FFFFFF"/>
            </a:solidFill>
            <a:ln>
              <a:noFill/>
            </a:ln>
          </p:spPr>
        </p:sp>
        <p:sp>
          <p:nvSpPr>
            <p:cNvPr id="67" name="node01.links.d1-to-s4.label"/>
            <p:cNvSpPr/>
            <p:nvPr/>
          </p:nvSpPr>
          <p:spPr>
            <a:xfrm>
              <a:off x="6196106" y="3810000"/>
              <a:ext cx="752289"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EXCEPTION</a:t>
              </a:r>
              <a:endParaRPr lang="en-US" sz="900" spc="54" kern="0" b="0" i="0" dirty="0">
                <a:solidFill>
                  <a:srgbClr val="50658E"/>
                </a:solidFill>
                <a:latin typeface="IBM Plex Mono Medium"/>
                <a:ea typeface="IBM Plex Mono Medium"/>
                <a:cs typeface="IBM Plex Mono Medium"/>
              </a:endParaRPr>
            </a:p>
          </p:txBody>
        </p:sp>
        <p:sp>
          <p:nvSpPr>
            <p:cNvPr id="68" name="node01.links.s4-to-s5.segment-1"/>
            <p:cNvSpPr/>
            <p:nvPr/>
          </p:nvSpPr>
          <p:spPr>
            <a:xfrm>
              <a:off x="8305800" y="3886200"/>
              <a:ext cx="876300" cy="0"/>
            </a:xfrm>
            <a:custGeom>
              <a:avLst/>
              <a:gdLst/>
              <a:ahLst/>
              <a:cxnLst/>
              <a:rect l="l" t="t" r="r" b="b"/>
              <a:pathLst>
                <a:path w="876300">
                  <a:moveTo>
                    <a:pt x="0" y="0"/>
                  </a:moveTo>
                  <a:lnTo>
                    <a:pt x="876300" y="0"/>
                  </a:lnTo>
                </a:path>
              </a:pathLst>
            </a:custGeom>
            <a:ln w="12700">
              <a:solidFill>
                <a:srgbClr val="070154"/>
              </a:solidFill>
              <a:prstDash val="solid"/>
            </a:ln>
          </p:spPr>
        </p:sp>
        <p:sp>
          <p:nvSpPr>
            <p:cNvPr id="69" name="node01.links.s4-to-s5.segment-2"/>
            <p:cNvSpPr/>
            <p:nvPr/>
          </p:nvSpPr>
          <p:spPr>
            <a:xfrm>
              <a:off x="9182100" y="3886200"/>
              <a:ext cx="0" cy="647700"/>
            </a:xfrm>
            <a:custGeom>
              <a:avLst/>
              <a:gdLst/>
              <a:ahLst/>
              <a:cxnLst/>
              <a:rect l="l" t="t" r="r" b="b"/>
              <a:pathLst>
                <a:path h="647700">
                  <a:moveTo>
                    <a:pt x="0" y="0"/>
                  </a:moveTo>
                  <a:lnTo>
                    <a:pt x="0" y="647700"/>
                  </a:lnTo>
                </a:path>
              </a:pathLst>
            </a:custGeom>
            <a:ln w="12700">
              <a:solidFill>
                <a:srgbClr val="070154"/>
              </a:solidFill>
              <a:prstDash val="solid"/>
            </a:ln>
          </p:spPr>
        </p:sp>
        <p:sp>
          <p:nvSpPr>
            <p:cNvPr id="70" name="node01.links.s4-to-s5.head-end.0"/>
            <p:cNvSpPr/>
            <p:nvPr/>
          </p:nvSpPr>
          <p:spPr>
            <a:xfrm>
              <a:off x="9139479" y="44558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71" name="node01.links.s4-to-s5.head-end.1"/>
            <p:cNvSpPr/>
            <p:nvPr/>
          </p:nvSpPr>
          <p:spPr>
            <a:xfrm>
              <a:off x="9182100" y="44558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72" name="node01.links.s5-to-s6.segment-1"/>
            <p:cNvSpPr/>
            <p:nvPr/>
          </p:nvSpPr>
          <p:spPr>
            <a:xfrm>
              <a:off x="9829800" y="4800600"/>
              <a:ext cx="876300" cy="0"/>
            </a:xfrm>
            <a:custGeom>
              <a:avLst/>
              <a:gdLst/>
              <a:ahLst/>
              <a:cxnLst/>
              <a:rect l="l" t="t" r="r" b="b"/>
              <a:pathLst>
                <a:path w="876300">
                  <a:moveTo>
                    <a:pt x="0" y="0"/>
                  </a:moveTo>
                  <a:lnTo>
                    <a:pt x="876300" y="0"/>
                  </a:lnTo>
                </a:path>
              </a:pathLst>
            </a:custGeom>
            <a:ln w="12700">
              <a:solidFill>
                <a:srgbClr val="070154"/>
              </a:solidFill>
              <a:prstDash val="solid"/>
            </a:ln>
          </p:spPr>
        </p:sp>
        <p:sp>
          <p:nvSpPr>
            <p:cNvPr id="73" name="node01.links.s5-to-s6.segment-2"/>
            <p:cNvSpPr/>
            <p:nvPr/>
          </p:nvSpPr>
          <p:spPr>
            <a:xfrm>
              <a:off x="10706100" y="3238500"/>
              <a:ext cx="0" cy="1562100"/>
            </a:xfrm>
            <a:custGeom>
              <a:avLst/>
              <a:gdLst/>
              <a:ahLst/>
              <a:cxnLst/>
              <a:rect l="l" t="t" r="r" b="b"/>
              <a:pathLst>
                <a:path h="1562100">
                  <a:moveTo>
                    <a:pt x="0" y="1562100"/>
                  </a:moveTo>
                  <a:lnTo>
                    <a:pt x="0" y="0"/>
                  </a:lnTo>
                </a:path>
              </a:pathLst>
            </a:custGeom>
            <a:ln w="12700">
              <a:solidFill>
                <a:srgbClr val="070154"/>
              </a:solidFill>
              <a:prstDash val="solid"/>
            </a:ln>
          </p:spPr>
        </p:sp>
        <p:sp>
          <p:nvSpPr>
            <p:cNvPr id="74" name="node01.links.s5-to-s6.head-end.0"/>
            <p:cNvSpPr/>
            <p:nvPr/>
          </p:nvSpPr>
          <p:spPr>
            <a:xfrm>
              <a:off x="10706100" y="32385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75" name="node01.links.s5-to-s6.head-end.1"/>
            <p:cNvSpPr/>
            <p:nvPr/>
          </p:nvSpPr>
          <p:spPr>
            <a:xfrm>
              <a:off x="10663479" y="32385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sp>
          <p:nvSpPr>
            <p:cNvPr id="76" name="node01.bottom"/>
            <p:cNvSpPr/>
            <p:nvPr/>
          </p:nvSpPr>
          <p:spPr>
            <a:xfrm>
              <a:off x="2324100" y="5257800"/>
              <a:ext cx="9144000" cy="0"/>
            </a:xfrm>
            <a:custGeom>
              <a:avLst/>
              <a:gdLst/>
              <a:ahLst/>
              <a:cxnLst/>
              <a:rect l="l" t="t" r="r" b="b"/>
              <a:pathLst>
                <a:path w="9144000">
                  <a:moveTo>
                    <a:pt x="0" y="0"/>
                  </a:moveTo>
                  <a:lnTo>
                    <a:pt x="9144000" y="0"/>
                  </a:lnTo>
                </a:path>
              </a:pathLst>
            </a:custGeom>
            <a:ln w="9525">
              <a:solidFill>
                <a:srgbClr val="CED7E6"/>
              </a:solidFill>
              <a:prstDash val="solid"/>
            </a:ln>
          </p:spPr>
        </p:sp>
        <p:sp>
          <p:nvSpPr>
            <p:cNvPr id="77" name="node01.pain-note-marker"/>
            <p:cNvSpPr/>
            <p:nvPr/>
          </p:nvSpPr>
          <p:spPr>
            <a:xfrm>
              <a:off x="723900" y="5410200"/>
              <a:ext cx="203200" cy="203200"/>
            </a:xfrm>
            <a:prstGeom prst="rect">
              <a:avLst/>
            </a:prstGeom>
            <a:solidFill>
              <a:srgbClr val="F900D3"/>
            </a:solidFill>
            <a:ln>
              <a:noFill/>
            </a:ln>
          </p:spPr>
        </p:sp>
        <p:sp>
          <p:nvSpPr>
            <p:cNvPr id="78" name="node01.pain-note-mark"/>
            <p:cNvSpPr/>
            <p:nvPr/>
          </p:nvSpPr>
          <p:spPr>
            <a:xfrm>
              <a:off x="723900" y="5435600"/>
              <a:ext cx="203200" cy="152400"/>
            </a:xfrm>
            <a:prstGeom prst="rect">
              <a:avLst/>
            </a:prstGeom>
            <a:noFill/>
            <a:ln/>
          </p:spPr>
          <p:txBody>
            <a:bodyPr wrap="square" lIns="0" tIns="0" rIns="0" bIns="0" rtlCol="0" anchor="t"/>
            <a:lstStyle/>
            <a:p>
              <a:pPr algn="ctr" indent="0" marL="0">
                <a:lnSpc>
                  <a:spcPts val="1200"/>
                </a:lnSpc>
                <a:buNone/>
              </a:pPr>
              <a:r>
                <a:rPr lang="en-US" sz="900" spc="54" kern="0" b="1" i="0" dirty="0">
                  <a:solidFill>
                    <a:srgbClr val="070154"/>
                  </a:solidFill>
                  <a:latin typeface="IBM Plex Mono"/>
                  <a:ea typeface="IBM Plex Mono"/>
                  <a:cs typeface="IBM Plex Mono"/>
                </a:rPr>
                <a:t>!</a:t>
              </a:r>
              <a:endParaRPr lang="en-US" sz="900" spc="54" kern="0" b="1" i="0" dirty="0">
                <a:solidFill>
                  <a:srgbClr val="070154"/>
                </a:solidFill>
                <a:latin typeface="IBM Plex Mono"/>
                <a:ea typeface="IBM Plex Mono"/>
                <a:cs typeface="IBM Plex Mono"/>
              </a:endParaRPr>
            </a:p>
          </p:txBody>
        </p:sp>
        <p:sp>
          <p:nvSpPr>
            <p:cNvPr id="79" name="node01.pain-note"/>
            <p:cNvSpPr/>
            <p:nvPr/>
          </p:nvSpPr>
          <p:spPr>
            <a:xfrm>
              <a:off x="1028700" y="5410200"/>
              <a:ext cx="1043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PAIN POINT RAISED IN INTERVIEWS</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ource-38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CURRENT AND 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Redesign cuts invoice handling from six handoffs to two</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invoice sample, Q3 FY26.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40</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600200" cy="304800"/>
            <a:chOff x="723900" y="1600200"/>
            <a:chExt cx="1600200" cy="304800"/>
          </a:xfrm>
        </p:grpSpPr>
        <p:sp>
          <p:nvSpPr>
            <p:cNvPr id="7" name="node01.text"/>
            <p:cNvSpPr/>
            <p:nvPr/>
          </p:nvSpPr>
          <p:spPr>
            <a:xfrm>
              <a:off x="723900" y="16002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Current state</a:t>
              </a:r>
              <a:endParaRPr lang="en-US" sz="1800" spc="-18" kern="0" b="0" i="0" dirty="0">
                <a:solidFill>
                  <a:srgbClr val="070154"/>
                </a:solidFill>
                <a:latin typeface="IBM Plex Sans SemiBold"/>
                <a:ea typeface="IBM Plex Sans SemiBold"/>
                <a:cs typeface="IBM Plex Sans SemiBold"/>
              </a:endParaRPr>
            </a:p>
          </p:txBody>
        </p:sp>
      </p:grpSp>
      <p:grpSp>
        <p:nvGrpSpPr>
          <p:cNvPr id="41" name="node02"/>
          <p:cNvGrpSpPr/>
          <p:nvPr/>
        </p:nvGrpSpPr>
        <p:grpSpPr>
          <a:xfrm>
            <a:off x="723900" y="2286000"/>
            <a:ext cx="1600200" cy="457200"/>
            <a:chOff x="723900" y="2286000"/>
            <a:chExt cx="1600200" cy="457200"/>
          </a:xfrm>
        </p:grpSpPr>
        <p:sp>
          <p:nvSpPr>
            <p:cNvPr id="8" name="node02.text"/>
            <p:cNvSpPr/>
            <p:nvPr/>
          </p:nvSpPr>
          <p:spPr>
            <a:xfrm>
              <a:off x="723900" y="22860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Magenta marks a pain point</a:t>
              </a:r>
              <a:endParaRPr lang="en-US" sz="1200" spc="0" kern="0" b="0" i="0" dirty="0">
                <a:solidFill>
                  <a:srgbClr val="50658E"/>
                </a:solidFill>
                <a:latin typeface="IBM Plex Sans"/>
                <a:ea typeface="IBM Plex Sans"/>
                <a:cs typeface="IBM Plex Sans"/>
              </a:endParaRPr>
            </a:p>
          </p:txBody>
        </p:sp>
      </p:grpSp>
      <p:grpSp>
        <p:nvGrpSpPr>
          <p:cNvPr id="42" name="node03"/>
          <p:cNvGrpSpPr/>
          <p:nvPr/>
        </p:nvGrpSpPr>
        <p:grpSpPr>
          <a:xfrm>
            <a:off x="723900" y="3429000"/>
            <a:ext cx="1600200" cy="304800"/>
            <a:chOff x="723900" y="3429000"/>
            <a:chExt cx="1600200" cy="304800"/>
          </a:xfrm>
        </p:grpSpPr>
        <p:sp>
          <p:nvSpPr>
            <p:cNvPr id="9" name="node03.text"/>
            <p:cNvSpPr/>
            <p:nvPr/>
          </p:nvSpPr>
          <p:spPr>
            <a:xfrm>
              <a:off x="723900" y="34290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Future state</a:t>
              </a:r>
              <a:endParaRPr lang="en-US" sz="1800" spc="-18" kern="0" b="0" i="0" dirty="0">
                <a:solidFill>
                  <a:srgbClr val="070154"/>
                </a:solidFill>
                <a:latin typeface="IBM Plex Sans SemiBold"/>
                <a:ea typeface="IBM Plex Sans SemiBold"/>
                <a:cs typeface="IBM Plex Sans SemiBold"/>
              </a:endParaRPr>
            </a:p>
          </p:txBody>
        </p:sp>
      </p:grpSp>
      <p:grpSp>
        <p:nvGrpSpPr>
          <p:cNvPr id="43" name="node04"/>
          <p:cNvGrpSpPr/>
          <p:nvPr/>
        </p:nvGrpSpPr>
        <p:grpSpPr>
          <a:xfrm>
            <a:off x="723900" y="4114800"/>
            <a:ext cx="1600200" cy="457200"/>
            <a:chOff x="723900" y="4114800"/>
            <a:chExt cx="1600200" cy="457200"/>
          </a:xfrm>
        </p:grpSpPr>
        <p:sp>
          <p:nvSpPr>
            <p:cNvPr id="10" name="node04.text"/>
            <p:cNvSpPr/>
            <p:nvPr/>
          </p:nvSpPr>
          <p:spPr>
            <a:xfrm>
              <a:off x="723900" y="41148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Fewer steps, two handoffs</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2552700" y="1600200"/>
            <a:ext cx="1752600" cy="685800"/>
            <a:chOff x="2552700" y="1600200"/>
            <a:chExt cx="1752600" cy="685800"/>
          </a:xfrm>
        </p:grpSpPr>
        <p:sp>
          <p:nvSpPr>
            <p:cNvPr id="11" name="node05.surface"/>
            <p:cNvSpPr/>
            <p:nvPr/>
          </p:nvSpPr>
          <p:spPr>
            <a:xfrm>
              <a:off x="2552700" y="1600200"/>
              <a:ext cx="1752600" cy="685800"/>
            </a:xfrm>
            <a:custGeom>
              <a:avLst/>
              <a:gdLst/>
              <a:ahLst/>
              <a:cxnLst/>
              <a:rect l="l" t="t" r="r" b="b"/>
              <a:pathLst>
                <a:path w="1752600" h="685800">
                  <a:moveTo>
                    <a:pt x="0" y="0"/>
                  </a:moveTo>
                  <a:lnTo>
                    <a:pt x="1524000" y="0"/>
                  </a:lnTo>
                  <a:lnTo>
                    <a:pt x="1752600" y="342900"/>
                  </a:lnTo>
                  <a:lnTo>
                    <a:pt x="1524000" y="685800"/>
                  </a:lnTo>
                  <a:lnTo>
                    <a:pt x="0" y="685800"/>
                  </a:lnTo>
                  <a:close/>
                </a:path>
              </a:pathLst>
            </a:custGeom>
            <a:solidFill>
              <a:srgbClr val="CED7E6"/>
            </a:solidFill>
            <a:ln>
              <a:noFill/>
            </a:ln>
          </p:spPr>
        </p:sp>
        <p:sp>
          <p:nvSpPr>
            <p:cNvPr id="12" name="node05.text"/>
            <p:cNvSpPr/>
            <p:nvPr/>
          </p:nvSpPr>
          <p:spPr>
            <a:xfrm>
              <a:off x="2705100" y="1809750"/>
              <a:ext cx="1295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Capture</a:t>
              </a:r>
              <a:endParaRPr lang="en-US" sz="1400" spc="0" kern="0" b="0" i="0" dirty="0">
                <a:solidFill>
                  <a:srgbClr val="070154"/>
                </a:solidFill>
                <a:latin typeface="IBM Plex Sans"/>
                <a:ea typeface="IBM Plex Sans"/>
                <a:cs typeface="IBM Plex Sans"/>
              </a:endParaRPr>
            </a:p>
          </p:txBody>
        </p:sp>
      </p:grpSp>
      <p:grpSp>
        <p:nvGrpSpPr>
          <p:cNvPr id="45" name="node06"/>
          <p:cNvGrpSpPr/>
          <p:nvPr/>
        </p:nvGrpSpPr>
        <p:grpSpPr>
          <a:xfrm>
            <a:off x="2552700" y="2514600"/>
            <a:ext cx="1600200" cy="228600"/>
            <a:chOff x="2552700" y="2514600"/>
            <a:chExt cx="1600200" cy="228600"/>
          </a:xfrm>
        </p:grpSpPr>
        <p:sp>
          <p:nvSpPr>
            <p:cNvPr id="13" name="node06.text"/>
            <p:cNvSpPr/>
            <p:nvPr/>
          </p:nvSpPr>
          <p:spPr>
            <a:xfrm>
              <a:off x="2552700" y="25146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Paper and email intake</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4381500" y="1600200"/>
            <a:ext cx="1752600" cy="685800"/>
            <a:chOff x="4381500" y="1600200"/>
            <a:chExt cx="1752600" cy="685800"/>
          </a:xfrm>
        </p:grpSpPr>
        <p:sp>
          <p:nvSpPr>
            <p:cNvPr id="14" name="node07.surface"/>
            <p:cNvSpPr/>
            <p:nvPr/>
          </p:nvSpPr>
          <p:spPr>
            <a:xfrm>
              <a:off x="4381500" y="1600200"/>
              <a:ext cx="1752600" cy="685800"/>
            </a:xfrm>
            <a:custGeom>
              <a:avLst/>
              <a:gdLst/>
              <a:ahLst/>
              <a:cxnLst/>
              <a:rect l="l" t="t" r="r" b="b"/>
              <a:pathLst>
                <a:path w="1752600" h="685800">
                  <a:moveTo>
                    <a:pt x="0" y="0"/>
                  </a:moveTo>
                  <a:lnTo>
                    <a:pt x="1524000" y="0"/>
                  </a:lnTo>
                  <a:lnTo>
                    <a:pt x="1752600" y="342900"/>
                  </a:lnTo>
                  <a:lnTo>
                    <a:pt x="1524000" y="685800"/>
                  </a:lnTo>
                  <a:lnTo>
                    <a:pt x="0" y="685800"/>
                  </a:lnTo>
                  <a:lnTo>
                    <a:pt x="228600" y="342900"/>
                  </a:lnTo>
                  <a:close/>
                </a:path>
              </a:pathLst>
            </a:custGeom>
            <a:solidFill>
              <a:srgbClr val="CED7E6"/>
            </a:solidFill>
            <a:ln>
              <a:noFill/>
            </a:ln>
          </p:spPr>
        </p:sp>
        <p:sp>
          <p:nvSpPr>
            <p:cNvPr id="15" name="node07.text"/>
            <p:cNvSpPr/>
            <p:nvPr/>
          </p:nvSpPr>
          <p:spPr>
            <a:xfrm>
              <a:off x="4762500" y="1809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Code</a:t>
              </a:r>
              <a:endParaRPr lang="en-US" sz="1400" spc="0" kern="0" b="0" i="0" dirty="0">
                <a:solidFill>
                  <a:srgbClr val="070154"/>
                </a:solidFill>
                <a:latin typeface="IBM Plex Sans"/>
                <a:ea typeface="IBM Plex Sans"/>
                <a:cs typeface="IBM Plex Sans"/>
              </a:endParaRPr>
            </a:p>
          </p:txBody>
        </p:sp>
      </p:grpSp>
      <p:grpSp>
        <p:nvGrpSpPr>
          <p:cNvPr id="47" name="node08"/>
          <p:cNvGrpSpPr/>
          <p:nvPr/>
        </p:nvGrpSpPr>
        <p:grpSpPr>
          <a:xfrm>
            <a:off x="4381500" y="2514600"/>
            <a:ext cx="1600200" cy="228600"/>
            <a:chOff x="4381500" y="2514600"/>
            <a:chExt cx="1600200" cy="228600"/>
          </a:xfrm>
        </p:grpSpPr>
        <p:sp>
          <p:nvSpPr>
            <p:cNvPr id="16" name="node08.text"/>
            <p:cNvSpPr/>
            <p:nvPr/>
          </p:nvSpPr>
          <p:spPr>
            <a:xfrm>
              <a:off x="4381500" y="25146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11% of lines miscoded</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210300" y="1600200"/>
            <a:ext cx="1752600" cy="685800"/>
            <a:chOff x="6210300" y="1600200"/>
            <a:chExt cx="1752600" cy="685800"/>
          </a:xfrm>
        </p:grpSpPr>
        <p:sp>
          <p:nvSpPr>
            <p:cNvPr id="17" name="node09.surface"/>
            <p:cNvSpPr/>
            <p:nvPr/>
          </p:nvSpPr>
          <p:spPr>
            <a:xfrm>
              <a:off x="6210300" y="1600200"/>
              <a:ext cx="1752600" cy="685800"/>
            </a:xfrm>
            <a:custGeom>
              <a:avLst/>
              <a:gdLst/>
              <a:ahLst/>
              <a:cxnLst/>
              <a:rect l="l" t="t" r="r" b="b"/>
              <a:pathLst>
                <a:path w="1752600" h="685800">
                  <a:moveTo>
                    <a:pt x="0" y="0"/>
                  </a:moveTo>
                  <a:lnTo>
                    <a:pt x="1524000" y="0"/>
                  </a:lnTo>
                  <a:lnTo>
                    <a:pt x="1752600" y="342900"/>
                  </a:lnTo>
                  <a:lnTo>
                    <a:pt x="1524000" y="685800"/>
                  </a:lnTo>
                  <a:lnTo>
                    <a:pt x="0" y="685800"/>
                  </a:lnTo>
                  <a:lnTo>
                    <a:pt x="228600" y="342900"/>
                  </a:lnTo>
                  <a:close/>
                </a:path>
              </a:pathLst>
            </a:custGeom>
            <a:solidFill>
              <a:srgbClr val="F900D3"/>
            </a:solidFill>
            <a:ln>
              <a:noFill/>
            </a:ln>
          </p:spPr>
        </p:sp>
        <p:sp>
          <p:nvSpPr>
            <p:cNvPr id="18" name="node09.text"/>
            <p:cNvSpPr/>
            <p:nvPr/>
          </p:nvSpPr>
          <p:spPr>
            <a:xfrm>
              <a:off x="6591300" y="1809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Route</a:t>
              </a:r>
              <a:endParaRPr lang="en-US" sz="1400" spc="0" kern="0" b="0" i="0" dirty="0">
                <a:solidFill>
                  <a:srgbClr val="070154"/>
                </a:solidFill>
                <a:latin typeface="IBM Plex Sans"/>
                <a:ea typeface="IBM Plex Sans"/>
                <a:cs typeface="IBM Plex Sans"/>
              </a:endParaRPr>
            </a:p>
          </p:txBody>
        </p:sp>
      </p:grpSp>
      <p:grpSp>
        <p:nvGrpSpPr>
          <p:cNvPr id="49" name="node10"/>
          <p:cNvGrpSpPr/>
          <p:nvPr/>
        </p:nvGrpSpPr>
        <p:grpSpPr>
          <a:xfrm>
            <a:off x="6210300" y="2514600"/>
            <a:ext cx="1600200" cy="228600"/>
            <a:chOff x="6210300" y="2514600"/>
            <a:chExt cx="1600200" cy="228600"/>
          </a:xfrm>
        </p:grpSpPr>
        <p:sp>
          <p:nvSpPr>
            <p:cNvPr id="19" name="node10.text"/>
            <p:cNvSpPr/>
            <p:nvPr/>
          </p:nvSpPr>
          <p:spPr>
            <a:xfrm>
              <a:off x="6210300" y="25146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Four handoffs by email</a:t>
              </a:r>
              <a:endParaRPr lang="en-US" sz="1200" spc="0" kern="0" b="0" i="0" dirty="0">
                <a:solidFill>
                  <a:srgbClr val="50658E"/>
                </a:solidFill>
                <a:latin typeface="IBM Plex Sans"/>
                <a:ea typeface="IBM Plex Sans"/>
                <a:cs typeface="IBM Plex Sans"/>
              </a:endParaRPr>
            </a:p>
          </p:txBody>
        </p:sp>
      </p:grpSp>
      <p:grpSp>
        <p:nvGrpSpPr>
          <p:cNvPr id="50" name="node11"/>
          <p:cNvGrpSpPr/>
          <p:nvPr/>
        </p:nvGrpSpPr>
        <p:grpSpPr>
          <a:xfrm>
            <a:off x="8039100" y="1600200"/>
            <a:ext cx="1752600" cy="685800"/>
            <a:chOff x="8039100" y="1600200"/>
            <a:chExt cx="1752600" cy="685800"/>
          </a:xfrm>
        </p:grpSpPr>
        <p:sp>
          <p:nvSpPr>
            <p:cNvPr id="20" name="node11.surface"/>
            <p:cNvSpPr/>
            <p:nvPr/>
          </p:nvSpPr>
          <p:spPr>
            <a:xfrm>
              <a:off x="8039100" y="1600200"/>
              <a:ext cx="1752600" cy="685800"/>
            </a:xfrm>
            <a:custGeom>
              <a:avLst/>
              <a:gdLst/>
              <a:ahLst/>
              <a:cxnLst/>
              <a:rect l="l" t="t" r="r" b="b"/>
              <a:pathLst>
                <a:path w="1752600" h="685800">
                  <a:moveTo>
                    <a:pt x="0" y="0"/>
                  </a:moveTo>
                  <a:lnTo>
                    <a:pt x="1524000" y="0"/>
                  </a:lnTo>
                  <a:lnTo>
                    <a:pt x="1752600" y="342900"/>
                  </a:lnTo>
                  <a:lnTo>
                    <a:pt x="1524000" y="685800"/>
                  </a:lnTo>
                  <a:lnTo>
                    <a:pt x="0" y="685800"/>
                  </a:lnTo>
                  <a:lnTo>
                    <a:pt x="228600" y="342900"/>
                  </a:lnTo>
                  <a:close/>
                </a:path>
              </a:pathLst>
            </a:custGeom>
            <a:solidFill>
              <a:srgbClr val="F900D3"/>
            </a:solidFill>
            <a:ln>
              <a:noFill/>
            </a:ln>
          </p:spPr>
        </p:sp>
        <p:sp>
          <p:nvSpPr>
            <p:cNvPr id="21" name="node11.text"/>
            <p:cNvSpPr/>
            <p:nvPr/>
          </p:nvSpPr>
          <p:spPr>
            <a:xfrm>
              <a:off x="8420100" y="1809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Approve</a:t>
              </a:r>
              <a:endParaRPr lang="en-US" sz="1400" spc="0" kern="0" b="0" i="0" dirty="0">
                <a:solidFill>
                  <a:srgbClr val="070154"/>
                </a:solidFill>
                <a:latin typeface="IBM Plex Sans"/>
                <a:ea typeface="IBM Plex Sans"/>
                <a:cs typeface="IBM Plex Sans"/>
              </a:endParaRPr>
            </a:p>
          </p:txBody>
        </p:sp>
      </p:grpSp>
      <p:grpSp>
        <p:nvGrpSpPr>
          <p:cNvPr id="51" name="node12"/>
          <p:cNvGrpSpPr/>
          <p:nvPr/>
        </p:nvGrpSpPr>
        <p:grpSpPr>
          <a:xfrm>
            <a:off x="8039100" y="2514600"/>
            <a:ext cx="1600200" cy="457200"/>
            <a:chOff x="8039100" y="2514600"/>
            <a:chExt cx="1600200" cy="457200"/>
          </a:xfrm>
        </p:grpSpPr>
        <p:sp>
          <p:nvSpPr>
            <p:cNvPr id="22" name="node12.text"/>
            <p:cNvSpPr/>
            <p:nvPr/>
          </p:nvSpPr>
          <p:spPr>
            <a:xfrm>
              <a:off x="8039100" y="25146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Six days waiting to approve</a:t>
              </a:r>
              <a:endParaRPr lang="en-US" sz="1200" spc="0" kern="0" b="0" i="0" dirty="0">
                <a:solidFill>
                  <a:srgbClr val="50658E"/>
                </a:solidFill>
                <a:latin typeface="IBM Plex Sans"/>
                <a:ea typeface="IBM Plex Sans"/>
                <a:cs typeface="IBM Plex Sans"/>
              </a:endParaRPr>
            </a:p>
          </p:txBody>
        </p:sp>
      </p:grpSp>
      <p:grpSp>
        <p:nvGrpSpPr>
          <p:cNvPr id="52" name="node13"/>
          <p:cNvGrpSpPr/>
          <p:nvPr/>
        </p:nvGrpSpPr>
        <p:grpSpPr>
          <a:xfrm>
            <a:off x="9867900" y="1600200"/>
            <a:ext cx="1600200" cy="685800"/>
            <a:chOff x="9867900" y="1600200"/>
            <a:chExt cx="1600200" cy="685800"/>
          </a:xfrm>
        </p:grpSpPr>
        <p:sp>
          <p:nvSpPr>
            <p:cNvPr id="23" name="node13.surface"/>
            <p:cNvSpPr/>
            <p:nvPr/>
          </p:nvSpPr>
          <p:spPr>
            <a:xfrm>
              <a:off x="9867900" y="1600200"/>
              <a:ext cx="1600200" cy="685800"/>
            </a:xfrm>
            <a:custGeom>
              <a:avLst/>
              <a:gdLst/>
              <a:ahLst/>
              <a:cxnLst/>
              <a:rect l="l" t="t" r="r" b="b"/>
              <a:pathLst>
                <a:path w="1600200" h="685800">
                  <a:moveTo>
                    <a:pt x="0" y="0"/>
                  </a:moveTo>
                  <a:lnTo>
                    <a:pt x="1371600" y="0"/>
                  </a:lnTo>
                  <a:lnTo>
                    <a:pt x="1600200" y="342900"/>
                  </a:lnTo>
                  <a:lnTo>
                    <a:pt x="1371600" y="685800"/>
                  </a:lnTo>
                  <a:lnTo>
                    <a:pt x="0" y="685800"/>
                  </a:lnTo>
                  <a:lnTo>
                    <a:pt x="228600" y="342900"/>
                  </a:lnTo>
                  <a:close/>
                </a:path>
              </a:pathLst>
            </a:custGeom>
            <a:solidFill>
              <a:srgbClr val="CED7E6"/>
            </a:solidFill>
            <a:ln>
              <a:noFill/>
            </a:ln>
          </p:spPr>
        </p:sp>
        <p:sp>
          <p:nvSpPr>
            <p:cNvPr id="24" name="node13.text"/>
            <p:cNvSpPr/>
            <p:nvPr/>
          </p:nvSpPr>
          <p:spPr>
            <a:xfrm>
              <a:off x="10248900" y="1809750"/>
              <a:ext cx="914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Post</a:t>
              </a:r>
              <a:endParaRPr lang="en-US" sz="1400" spc="0" kern="0" b="0" i="0" dirty="0">
                <a:solidFill>
                  <a:srgbClr val="070154"/>
                </a:solidFill>
                <a:latin typeface="IBM Plex Sans"/>
                <a:ea typeface="IBM Plex Sans"/>
                <a:cs typeface="IBM Plex Sans"/>
              </a:endParaRPr>
            </a:p>
          </p:txBody>
        </p:sp>
      </p:grpSp>
      <p:grpSp>
        <p:nvGrpSpPr>
          <p:cNvPr id="53" name="node14"/>
          <p:cNvGrpSpPr/>
          <p:nvPr/>
        </p:nvGrpSpPr>
        <p:grpSpPr>
          <a:xfrm>
            <a:off x="9867900" y="2514600"/>
            <a:ext cx="1600200" cy="457200"/>
            <a:chOff x="9867900" y="2514600"/>
            <a:chExt cx="1600200" cy="457200"/>
          </a:xfrm>
        </p:grpSpPr>
        <p:sp>
          <p:nvSpPr>
            <p:cNvPr id="25" name="node14.text"/>
            <p:cNvSpPr/>
            <p:nvPr/>
          </p:nvSpPr>
          <p:spPr>
            <a:xfrm>
              <a:off x="9867900" y="25146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Rekeyed into the ledger</a:t>
              </a:r>
              <a:endParaRPr lang="en-US" sz="1200" spc="0" kern="0" b="0" i="0" dirty="0">
                <a:solidFill>
                  <a:srgbClr val="50658E"/>
                </a:solidFill>
                <a:latin typeface="IBM Plex Sans"/>
                <a:ea typeface="IBM Plex Sans"/>
                <a:cs typeface="IBM Plex Sans"/>
              </a:endParaRPr>
            </a:p>
          </p:txBody>
        </p:sp>
      </p:grpSp>
      <p:grpSp>
        <p:nvGrpSpPr>
          <p:cNvPr id="54" name="node15"/>
          <p:cNvGrpSpPr/>
          <p:nvPr/>
        </p:nvGrpSpPr>
        <p:grpSpPr>
          <a:xfrm>
            <a:off x="2552700" y="3429000"/>
            <a:ext cx="1752600" cy="685800"/>
            <a:chOff x="2552700" y="3429000"/>
            <a:chExt cx="1752600" cy="685800"/>
          </a:xfrm>
        </p:grpSpPr>
        <p:sp>
          <p:nvSpPr>
            <p:cNvPr id="26" name="node15.surface"/>
            <p:cNvSpPr/>
            <p:nvPr/>
          </p:nvSpPr>
          <p:spPr>
            <a:xfrm>
              <a:off x="2552700" y="3429000"/>
              <a:ext cx="1752600" cy="685800"/>
            </a:xfrm>
            <a:custGeom>
              <a:avLst/>
              <a:gdLst/>
              <a:ahLst/>
              <a:cxnLst/>
              <a:rect l="l" t="t" r="r" b="b"/>
              <a:pathLst>
                <a:path w="1752600" h="685800">
                  <a:moveTo>
                    <a:pt x="0" y="0"/>
                  </a:moveTo>
                  <a:lnTo>
                    <a:pt x="1524000" y="0"/>
                  </a:lnTo>
                  <a:lnTo>
                    <a:pt x="1752600" y="342900"/>
                  </a:lnTo>
                  <a:lnTo>
                    <a:pt x="1524000" y="685800"/>
                  </a:lnTo>
                  <a:lnTo>
                    <a:pt x="0" y="685800"/>
                  </a:lnTo>
                  <a:close/>
                </a:path>
              </a:pathLst>
            </a:custGeom>
            <a:solidFill>
              <a:srgbClr val="070154"/>
            </a:solidFill>
            <a:ln>
              <a:noFill/>
            </a:ln>
          </p:spPr>
        </p:sp>
        <p:sp>
          <p:nvSpPr>
            <p:cNvPr id="27" name="node15.text"/>
            <p:cNvSpPr/>
            <p:nvPr/>
          </p:nvSpPr>
          <p:spPr>
            <a:xfrm>
              <a:off x="2705100" y="3505200"/>
              <a:ext cx="1295400" cy="5334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Capture and code</a:t>
              </a:r>
              <a:endParaRPr lang="en-US" sz="1400" spc="0" kern="0" b="0" i="0" dirty="0">
                <a:solidFill>
                  <a:srgbClr val="FFFFFF"/>
                </a:solidFill>
                <a:latin typeface="IBM Plex Sans"/>
                <a:ea typeface="IBM Plex Sans"/>
                <a:cs typeface="IBM Plex Sans"/>
              </a:endParaRPr>
            </a:p>
          </p:txBody>
        </p:sp>
      </p:grpSp>
      <p:grpSp>
        <p:nvGrpSpPr>
          <p:cNvPr id="55" name="node16"/>
          <p:cNvGrpSpPr/>
          <p:nvPr/>
        </p:nvGrpSpPr>
        <p:grpSpPr>
          <a:xfrm>
            <a:off x="2552700" y="4343400"/>
            <a:ext cx="1600200" cy="457200"/>
            <a:chOff x="2552700" y="4343400"/>
            <a:chExt cx="1600200" cy="457200"/>
          </a:xfrm>
        </p:grpSpPr>
        <p:sp>
          <p:nvSpPr>
            <p:cNvPr id="28" name="node16.text"/>
            <p:cNvSpPr/>
            <p:nvPr/>
          </p:nvSpPr>
          <p:spPr>
            <a:xfrm>
              <a:off x="2552700" y="43434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Intelligent capture codes 95% of lines</a:t>
              </a:r>
              <a:endParaRPr lang="en-US" sz="1200" spc="0" kern="0" b="0" i="0" dirty="0">
                <a:solidFill>
                  <a:srgbClr val="50658E"/>
                </a:solidFill>
                <a:latin typeface="IBM Plex Sans"/>
                <a:ea typeface="IBM Plex Sans"/>
                <a:cs typeface="IBM Plex Sans"/>
              </a:endParaRPr>
            </a:p>
          </p:txBody>
        </p:sp>
      </p:grpSp>
      <p:grpSp>
        <p:nvGrpSpPr>
          <p:cNvPr id="56" name="node17"/>
          <p:cNvGrpSpPr/>
          <p:nvPr/>
        </p:nvGrpSpPr>
        <p:grpSpPr>
          <a:xfrm>
            <a:off x="4381500" y="3429000"/>
            <a:ext cx="3581400" cy="685800"/>
            <a:chOff x="4381500" y="3429000"/>
            <a:chExt cx="3581400" cy="685800"/>
          </a:xfrm>
        </p:grpSpPr>
        <p:sp>
          <p:nvSpPr>
            <p:cNvPr id="29" name="node17.surface"/>
            <p:cNvSpPr/>
            <p:nvPr/>
          </p:nvSpPr>
          <p:spPr>
            <a:xfrm>
              <a:off x="4381500" y="3429000"/>
              <a:ext cx="3581400" cy="685800"/>
            </a:xfrm>
            <a:custGeom>
              <a:avLst/>
              <a:gdLst/>
              <a:ahLst/>
              <a:cxnLst/>
              <a:rect l="l" t="t" r="r" b="b"/>
              <a:pathLst>
                <a:path w="3581400" h="685800">
                  <a:moveTo>
                    <a:pt x="0" y="0"/>
                  </a:moveTo>
                  <a:lnTo>
                    <a:pt x="3352800" y="0"/>
                  </a:lnTo>
                  <a:lnTo>
                    <a:pt x="3581400" y="342900"/>
                  </a:lnTo>
                  <a:lnTo>
                    <a:pt x="3352800" y="685800"/>
                  </a:lnTo>
                  <a:lnTo>
                    <a:pt x="0" y="685800"/>
                  </a:lnTo>
                  <a:lnTo>
                    <a:pt x="228600" y="342900"/>
                  </a:lnTo>
                  <a:close/>
                </a:path>
              </a:pathLst>
            </a:custGeom>
            <a:solidFill>
              <a:srgbClr val="070154"/>
            </a:solidFill>
            <a:ln>
              <a:noFill/>
            </a:ln>
          </p:spPr>
        </p:sp>
        <p:sp>
          <p:nvSpPr>
            <p:cNvPr id="30" name="node17.text"/>
            <p:cNvSpPr/>
            <p:nvPr/>
          </p:nvSpPr>
          <p:spPr>
            <a:xfrm>
              <a:off x="4762500" y="3638550"/>
              <a:ext cx="2895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Match and route</a:t>
              </a:r>
              <a:endParaRPr lang="en-US" sz="1400" spc="0" kern="0" b="0" i="0" dirty="0">
                <a:solidFill>
                  <a:srgbClr val="FFFFFF"/>
                </a:solidFill>
                <a:latin typeface="IBM Plex Sans"/>
                <a:ea typeface="IBM Plex Sans"/>
                <a:cs typeface="IBM Plex Sans"/>
              </a:endParaRPr>
            </a:p>
          </p:txBody>
        </p:sp>
      </p:grpSp>
      <p:grpSp>
        <p:nvGrpSpPr>
          <p:cNvPr id="57" name="node18"/>
          <p:cNvGrpSpPr/>
          <p:nvPr/>
        </p:nvGrpSpPr>
        <p:grpSpPr>
          <a:xfrm>
            <a:off x="4381500" y="4343400"/>
            <a:ext cx="3429000" cy="228600"/>
            <a:chOff x="4381500" y="4343400"/>
            <a:chExt cx="3429000" cy="228600"/>
          </a:xfrm>
        </p:grpSpPr>
        <p:sp>
          <p:nvSpPr>
            <p:cNvPr id="31" name="node18.text"/>
            <p:cNvSpPr/>
            <p:nvPr/>
          </p:nvSpPr>
          <p:spPr>
            <a:xfrm>
              <a:off x="4381500" y="4343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Rules route by risk, no email</a:t>
              </a:r>
              <a:endParaRPr lang="en-US" sz="1200" spc="0" kern="0" b="0" i="0" dirty="0">
                <a:solidFill>
                  <a:srgbClr val="50658E"/>
                </a:solidFill>
                <a:latin typeface="IBM Plex Sans"/>
                <a:ea typeface="IBM Plex Sans"/>
                <a:cs typeface="IBM Plex Sans"/>
              </a:endParaRPr>
            </a:p>
          </p:txBody>
        </p:sp>
      </p:grpSp>
      <p:grpSp>
        <p:nvGrpSpPr>
          <p:cNvPr id="58" name="node19"/>
          <p:cNvGrpSpPr/>
          <p:nvPr/>
        </p:nvGrpSpPr>
        <p:grpSpPr>
          <a:xfrm>
            <a:off x="8039100" y="3429000"/>
            <a:ext cx="1752600" cy="685800"/>
            <a:chOff x="8039100" y="3429000"/>
            <a:chExt cx="1752600" cy="685800"/>
          </a:xfrm>
        </p:grpSpPr>
        <p:sp>
          <p:nvSpPr>
            <p:cNvPr id="32" name="node19.surface"/>
            <p:cNvSpPr/>
            <p:nvPr/>
          </p:nvSpPr>
          <p:spPr>
            <a:xfrm>
              <a:off x="8039100" y="3429000"/>
              <a:ext cx="1752600" cy="685800"/>
            </a:xfrm>
            <a:custGeom>
              <a:avLst/>
              <a:gdLst/>
              <a:ahLst/>
              <a:cxnLst/>
              <a:rect l="l" t="t" r="r" b="b"/>
              <a:pathLst>
                <a:path w="1752600" h="685800">
                  <a:moveTo>
                    <a:pt x="0" y="0"/>
                  </a:moveTo>
                  <a:lnTo>
                    <a:pt x="1524000" y="0"/>
                  </a:lnTo>
                  <a:lnTo>
                    <a:pt x="1752600" y="342900"/>
                  </a:lnTo>
                  <a:lnTo>
                    <a:pt x="1524000" y="685800"/>
                  </a:lnTo>
                  <a:lnTo>
                    <a:pt x="0" y="685800"/>
                  </a:lnTo>
                  <a:lnTo>
                    <a:pt x="228600" y="342900"/>
                  </a:lnTo>
                  <a:close/>
                </a:path>
              </a:pathLst>
            </a:custGeom>
            <a:solidFill>
              <a:srgbClr val="070154"/>
            </a:solidFill>
            <a:ln>
              <a:noFill/>
            </a:ln>
          </p:spPr>
        </p:sp>
        <p:sp>
          <p:nvSpPr>
            <p:cNvPr id="33" name="node19.text"/>
            <p:cNvSpPr/>
            <p:nvPr/>
          </p:nvSpPr>
          <p:spPr>
            <a:xfrm>
              <a:off x="8420100" y="3505200"/>
              <a:ext cx="1066800" cy="5334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Approve by exception</a:t>
              </a:r>
              <a:endParaRPr lang="en-US" sz="1400" spc="0" kern="0" b="0" i="0" dirty="0">
                <a:solidFill>
                  <a:srgbClr val="FFFFFF"/>
                </a:solidFill>
                <a:latin typeface="IBM Plex Sans"/>
                <a:ea typeface="IBM Plex Sans"/>
                <a:cs typeface="IBM Plex Sans"/>
              </a:endParaRPr>
            </a:p>
          </p:txBody>
        </p:sp>
      </p:grpSp>
      <p:grpSp>
        <p:nvGrpSpPr>
          <p:cNvPr id="59" name="node20"/>
          <p:cNvGrpSpPr/>
          <p:nvPr/>
        </p:nvGrpSpPr>
        <p:grpSpPr>
          <a:xfrm>
            <a:off x="8039100" y="4343400"/>
            <a:ext cx="1600200" cy="457200"/>
            <a:chOff x="8039100" y="4343400"/>
            <a:chExt cx="1600200" cy="457200"/>
          </a:xfrm>
        </p:grpSpPr>
        <p:sp>
          <p:nvSpPr>
            <p:cNvPr id="34" name="node20.text"/>
            <p:cNvSpPr/>
            <p:nvPr/>
          </p:nvSpPr>
          <p:spPr>
            <a:xfrm>
              <a:off x="8039100" y="43434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Only exceptions need a reviewer</a:t>
              </a:r>
              <a:endParaRPr lang="en-US" sz="1200" spc="0" kern="0" b="0" i="0" dirty="0">
                <a:solidFill>
                  <a:srgbClr val="50658E"/>
                </a:solidFill>
                <a:latin typeface="IBM Plex Sans"/>
                <a:ea typeface="IBM Plex Sans"/>
                <a:cs typeface="IBM Plex Sans"/>
              </a:endParaRPr>
            </a:p>
          </p:txBody>
        </p:sp>
      </p:grpSp>
      <p:grpSp>
        <p:nvGrpSpPr>
          <p:cNvPr id="60" name="node21"/>
          <p:cNvGrpSpPr/>
          <p:nvPr/>
        </p:nvGrpSpPr>
        <p:grpSpPr>
          <a:xfrm>
            <a:off x="9867900" y="3429000"/>
            <a:ext cx="1600200" cy="685800"/>
            <a:chOff x="9867900" y="3429000"/>
            <a:chExt cx="1600200" cy="685800"/>
          </a:xfrm>
        </p:grpSpPr>
        <p:sp>
          <p:nvSpPr>
            <p:cNvPr id="35" name="node21.surface"/>
            <p:cNvSpPr/>
            <p:nvPr/>
          </p:nvSpPr>
          <p:spPr>
            <a:xfrm>
              <a:off x="9867900" y="3429000"/>
              <a:ext cx="1600200" cy="685800"/>
            </a:xfrm>
            <a:custGeom>
              <a:avLst/>
              <a:gdLst/>
              <a:ahLst/>
              <a:cxnLst/>
              <a:rect l="l" t="t" r="r" b="b"/>
              <a:pathLst>
                <a:path w="1600200" h="685800">
                  <a:moveTo>
                    <a:pt x="0" y="0"/>
                  </a:moveTo>
                  <a:lnTo>
                    <a:pt x="1371600" y="0"/>
                  </a:lnTo>
                  <a:lnTo>
                    <a:pt x="1600200" y="342900"/>
                  </a:lnTo>
                  <a:lnTo>
                    <a:pt x="1371600" y="685800"/>
                  </a:lnTo>
                  <a:lnTo>
                    <a:pt x="0" y="685800"/>
                  </a:lnTo>
                  <a:lnTo>
                    <a:pt x="228600" y="342900"/>
                  </a:lnTo>
                  <a:close/>
                </a:path>
              </a:pathLst>
            </a:custGeom>
            <a:solidFill>
              <a:srgbClr val="070154"/>
            </a:solidFill>
            <a:ln>
              <a:noFill/>
            </a:ln>
          </p:spPr>
        </p:sp>
        <p:sp>
          <p:nvSpPr>
            <p:cNvPr id="36" name="node21.text"/>
            <p:cNvSpPr/>
            <p:nvPr/>
          </p:nvSpPr>
          <p:spPr>
            <a:xfrm>
              <a:off x="10248900" y="3638550"/>
              <a:ext cx="914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Post</a:t>
              </a:r>
              <a:endParaRPr lang="en-US" sz="1400" spc="0" kern="0" b="0" i="0" dirty="0">
                <a:solidFill>
                  <a:srgbClr val="FFFFFF"/>
                </a:solidFill>
                <a:latin typeface="IBM Plex Sans"/>
                <a:ea typeface="IBM Plex Sans"/>
                <a:cs typeface="IBM Plex Sans"/>
              </a:endParaRPr>
            </a:p>
          </p:txBody>
        </p:sp>
      </p:grpSp>
      <p:grpSp>
        <p:nvGrpSpPr>
          <p:cNvPr id="61" name="node22"/>
          <p:cNvGrpSpPr/>
          <p:nvPr/>
        </p:nvGrpSpPr>
        <p:grpSpPr>
          <a:xfrm>
            <a:off x="9867900" y="4343400"/>
            <a:ext cx="1600200" cy="228600"/>
            <a:chOff x="9867900" y="4343400"/>
            <a:chExt cx="1600200" cy="228600"/>
          </a:xfrm>
        </p:grpSpPr>
        <p:sp>
          <p:nvSpPr>
            <p:cNvPr id="37" name="node22.text"/>
            <p:cNvSpPr/>
            <p:nvPr/>
          </p:nvSpPr>
          <p:spPr>
            <a:xfrm>
              <a:off x="9867900" y="43434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Posts with no rekeying</a:t>
              </a:r>
              <a:endParaRPr lang="en-US" sz="1200" spc="0" kern="0" b="0" i="0" dirty="0">
                <a:solidFill>
                  <a:srgbClr val="50658E"/>
                </a:solidFill>
                <a:latin typeface="IBM Plex Sans"/>
                <a:ea typeface="IBM Plex Sans"/>
                <a:cs typeface="IBM Plex Sans"/>
              </a:endParaRPr>
            </a:p>
          </p:txBody>
        </p:sp>
      </p:grpSp>
      <p:grpSp>
        <p:nvGrpSpPr>
          <p:cNvPr id="62" name="node23"/>
          <p:cNvGrpSpPr/>
          <p:nvPr/>
        </p:nvGrpSpPr>
        <p:grpSpPr>
          <a:xfrm>
            <a:off x="723900" y="5257800"/>
            <a:ext cx="10744200" cy="457200"/>
            <a:chOff x="723900" y="5257800"/>
            <a:chExt cx="10744200" cy="457200"/>
          </a:xfrm>
        </p:grpSpPr>
        <p:sp>
          <p:nvSpPr>
            <p:cNvPr id="38" name="node23.surface"/>
            <p:cNvSpPr/>
            <p:nvPr/>
          </p:nvSpPr>
          <p:spPr>
            <a:xfrm>
              <a:off x="723900" y="5257800"/>
              <a:ext cx="10744200" cy="457200"/>
            </a:xfrm>
            <a:prstGeom prst="rect">
              <a:avLst/>
            </a:prstGeom>
            <a:solidFill>
              <a:srgbClr val="070154"/>
            </a:solidFill>
            <a:ln>
              <a:noFill/>
            </a:ln>
          </p:spPr>
        </p:sp>
        <p:sp>
          <p:nvSpPr>
            <p:cNvPr id="39" name="node23.text"/>
            <p:cNvSpPr/>
            <p:nvPr/>
          </p:nvSpPr>
          <p:spPr>
            <a:xfrm>
              <a:off x="876300" y="53721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Cycle time 14 days to 5 days  ·  Handoffs 6 to 2  ·  Rekeying removed</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ource-390">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CURRENT AND 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Redesign cuts handoffs from six to two</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invoice sample, Q3 FY26.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41</a:t>
            </a:fld>
            <a:endParaRPr lang="en-US" sz="700" spc="0" kern="0" b="0" i="0" dirty="0">
              <a:solidFill>
                <a:srgbClr val="FFFFFF"/>
              </a:solidFill>
              <a:latin typeface="IBM Plex Mono SemiBold"/>
              <a:ea typeface="IBM Plex Mono SemiBold"/>
              <a:cs typeface="IBM Plex Mono SemiBold"/>
            </a:endParaRPr>
          </a:p>
        </p:txBody>
      </p:sp>
      <p:grpSp>
        <p:nvGrpSpPr>
          <p:cNvPr id="39" name="node01"/>
          <p:cNvGrpSpPr/>
          <p:nvPr/>
        </p:nvGrpSpPr>
        <p:grpSpPr>
          <a:xfrm>
            <a:off x="723900" y="1600200"/>
            <a:ext cx="4800600" cy="304800"/>
            <a:chOff x="723900" y="1600200"/>
            <a:chExt cx="4800600" cy="304800"/>
          </a:xfrm>
        </p:grpSpPr>
        <p:sp>
          <p:nvSpPr>
            <p:cNvPr id="7" name="node01.text"/>
            <p:cNvSpPr/>
            <p:nvPr/>
          </p:nvSpPr>
          <p:spPr>
            <a:xfrm>
              <a:off x="723900" y="1600200"/>
              <a:ext cx="4800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Current state: magenta marks a pain point</a:t>
              </a:r>
              <a:endParaRPr lang="en-US" sz="1800" spc="-18" kern="0" b="0" i="0" dirty="0">
                <a:solidFill>
                  <a:srgbClr val="070154"/>
                </a:solidFill>
                <a:latin typeface="IBM Plex Sans SemiBold"/>
                <a:ea typeface="IBM Plex Sans SemiBold"/>
                <a:cs typeface="IBM Plex Sans SemiBold"/>
              </a:endParaRPr>
            </a:p>
          </p:txBody>
        </p:sp>
      </p:grpSp>
      <p:grpSp>
        <p:nvGrpSpPr>
          <p:cNvPr id="40" name="node02"/>
          <p:cNvGrpSpPr/>
          <p:nvPr/>
        </p:nvGrpSpPr>
        <p:grpSpPr>
          <a:xfrm>
            <a:off x="723900" y="2057400"/>
            <a:ext cx="1295400" cy="685800"/>
            <a:chOff x="723900" y="2057400"/>
            <a:chExt cx="1295400" cy="685800"/>
          </a:xfrm>
        </p:grpSpPr>
        <p:sp>
          <p:nvSpPr>
            <p:cNvPr id="8" name="node02.surface"/>
            <p:cNvSpPr/>
            <p:nvPr/>
          </p:nvSpPr>
          <p:spPr>
            <a:xfrm>
              <a:off x="723900" y="2057400"/>
              <a:ext cx="1295400" cy="685800"/>
            </a:xfrm>
            <a:custGeom>
              <a:avLst/>
              <a:gdLst/>
              <a:ahLst/>
              <a:cxnLst/>
              <a:rect l="l" t="t" r="r" b="b"/>
              <a:pathLst>
                <a:path w="1295400" h="685800">
                  <a:moveTo>
                    <a:pt x="0" y="0"/>
                  </a:moveTo>
                  <a:lnTo>
                    <a:pt x="1066800" y="0"/>
                  </a:lnTo>
                  <a:lnTo>
                    <a:pt x="1295400" y="342900"/>
                  </a:lnTo>
                  <a:lnTo>
                    <a:pt x="1066800" y="685800"/>
                  </a:lnTo>
                  <a:lnTo>
                    <a:pt x="0" y="685800"/>
                  </a:lnTo>
                  <a:lnTo>
                    <a:pt x="228600" y="342900"/>
                  </a:lnTo>
                  <a:close/>
                </a:path>
              </a:pathLst>
            </a:custGeom>
            <a:solidFill>
              <a:srgbClr val="CED7E6"/>
            </a:solidFill>
            <a:ln>
              <a:noFill/>
            </a:ln>
          </p:spPr>
        </p:sp>
        <p:sp>
          <p:nvSpPr>
            <p:cNvPr id="9" name="node02.text"/>
            <p:cNvSpPr/>
            <p:nvPr/>
          </p:nvSpPr>
          <p:spPr>
            <a:xfrm>
              <a:off x="1104900" y="2286000"/>
              <a:ext cx="609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Capture</a:t>
              </a:r>
              <a:endParaRPr lang="en-US" sz="1200" spc="0" kern="0" b="0" i="0" dirty="0">
                <a:solidFill>
                  <a:srgbClr val="070154"/>
                </a:solidFill>
                <a:latin typeface="IBM Plex Sans"/>
                <a:ea typeface="IBM Plex Sans"/>
                <a:cs typeface="IBM Plex Sans"/>
              </a:endParaRPr>
            </a:p>
          </p:txBody>
        </p:sp>
      </p:grpSp>
      <p:grpSp>
        <p:nvGrpSpPr>
          <p:cNvPr id="41" name="node03"/>
          <p:cNvGrpSpPr/>
          <p:nvPr/>
        </p:nvGrpSpPr>
        <p:grpSpPr>
          <a:xfrm>
            <a:off x="723900" y="2895600"/>
            <a:ext cx="1219200" cy="457200"/>
            <a:chOff x="723900" y="2895600"/>
            <a:chExt cx="1219200" cy="457200"/>
          </a:xfrm>
        </p:grpSpPr>
        <p:sp>
          <p:nvSpPr>
            <p:cNvPr id="10" name="node03.text"/>
            <p:cNvSpPr/>
            <p:nvPr/>
          </p:nvSpPr>
          <p:spPr>
            <a:xfrm>
              <a:off x="723900" y="2895600"/>
              <a:ext cx="1219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Paper and email intake</a:t>
              </a:r>
              <a:endParaRPr lang="en-US" sz="1200" spc="0" kern="0" b="0" i="0" dirty="0">
                <a:solidFill>
                  <a:srgbClr val="070154"/>
                </a:solidFill>
                <a:latin typeface="IBM Plex Sans"/>
                <a:ea typeface="IBM Plex Sans"/>
                <a:cs typeface="IBM Plex Sans"/>
              </a:endParaRPr>
            </a:p>
          </p:txBody>
        </p:sp>
      </p:grpSp>
      <p:grpSp>
        <p:nvGrpSpPr>
          <p:cNvPr id="42" name="node04"/>
          <p:cNvGrpSpPr/>
          <p:nvPr/>
        </p:nvGrpSpPr>
        <p:grpSpPr>
          <a:xfrm>
            <a:off x="2095500" y="2057400"/>
            <a:ext cx="1295400" cy="685800"/>
            <a:chOff x="2095500" y="2057400"/>
            <a:chExt cx="1295400" cy="685800"/>
          </a:xfrm>
        </p:grpSpPr>
        <p:sp>
          <p:nvSpPr>
            <p:cNvPr id="11" name="node04.surface"/>
            <p:cNvSpPr/>
            <p:nvPr/>
          </p:nvSpPr>
          <p:spPr>
            <a:xfrm>
              <a:off x="2095500" y="2057400"/>
              <a:ext cx="1295400" cy="685800"/>
            </a:xfrm>
            <a:custGeom>
              <a:avLst/>
              <a:gdLst/>
              <a:ahLst/>
              <a:cxnLst/>
              <a:rect l="l" t="t" r="r" b="b"/>
              <a:pathLst>
                <a:path w="1295400" h="685800">
                  <a:moveTo>
                    <a:pt x="0" y="0"/>
                  </a:moveTo>
                  <a:lnTo>
                    <a:pt x="1066800" y="0"/>
                  </a:lnTo>
                  <a:lnTo>
                    <a:pt x="1295400" y="342900"/>
                  </a:lnTo>
                  <a:lnTo>
                    <a:pt x="1066800" y="685800"/>
                  </a:lnTo>
                  <a:lnTo>
                    <a:pt x="0" y="685800"/>
                  </a:lnTo>
                  <a:lnTo>
                    <a:pt x="228600" y="342900"/>
                  </a:lnTo>
                  <a:close/>
                </a:path>
              </a:pathLst>
            </a:custGeom>
            <a:solidFill>
              <a:srgbClr val="CED7E6"/>
            </a:solidFill>
            <a:ln>
              <a:noFill/>
            </a:ln>
          </p:spPr>
        </p:sp>
        <p:sp>
          <p:nvSpPr>
            <p:cNvPr id="12" name="node04.text"/>
            <p:cNvSpPr/>
            <p:nvPr/>
          </p:nvSpPr>
          <p:spPr>
            <a:xfrm>
              <a:off x="2476500" y="2286000"/>
              <a:ext cx="609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Code</a:t>
              </a:r>
              <a:endParaRPr lang="en-US" sz="1200" spc="0" kern="0" b="0" i="0" dirty="0">
                <a:solidFill>
                  <a:srgbClr val="070154"/>
                </a:solidFill>
                <a:latin typeface="IBM Plex Sans"/>
                <a:ea typeface="IBM Plex Sans"/>
                <a:cs typeface="IBM Plex Sans"/>
              </a:endParaRPr>
            </a:p>
          </p:txBody>
        </p:sp>
      </p:grpSp>
      <p:grpSp>
        <p:nvGrpSpPr>
          <p:cNvPr id="43" name="node05"/>
          <p:cNvGrpSpPr/>
          <p:nvPr/>
        </p:nvGrpSpPr>
        <p:grpSpPr>
          <a:xfrm>
            <a:off x="2095500" y="2895600"/>
            <a:ext cx="1219200" cy="457200"/>
            <a:chOff x="2095500" y="2895600"/>
            <a:chExt cx="1219200" cy="457200"/>
          </a:xfrm>
        </p:grpSpPr>
        <p:sp>
          <p:nvSpPr>
            <p:cNvPr id="13" name="node05.text"/>
            <p:cNvSpPr/>
            <p:nvPr/>
          </p:nvSpPr>
          <p:spPr>
            <a:xfrm>
              <a:off x="2095500" y="2895600"/>
              <a:ext cx="1219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11% of lines miscoded</a:t>
              </a:r>
              <a:endParaRPr lang="en-US" sz="1200" spc="0" kern="0" b="0" i="0" dirty="0">
                <a:solidFill>
                  <a:srgbClr val="070154"/>
                </a:solidFill>
                <a:latin typeface="IBM Plex Sans"/>
                <a:ea typeface="IBM Plex Sans"/>
                <a:cs typeface="IBM Plex Sans"/>
              </a:endParaRPr>
            </a:p>
          </p:txBody>
        </p:sp>
      </p:grpSp>
      <p:grpSp>
        <p:nvGrpSpPr>
          <p:cNvPr id="44" name="node06"/>
          <p:cNvGrpSpPr/>
          <p:nvPr/>
        </p:nvGrpSpPr>
        <p:grpSpPr>
          <a:xfrm>
            <a:off x="3467100" y="2057400"/>
            <a:ext cx="1295400" cy="685800"/>
            <a:chOff x="3467100" y="2057400"/>
            <a:chExt cx="1295400" cy="685800"/>
          </a:xfrm>
        </p:grpSpPr>
        <p:sp>
          <p:nvSpPr>
            <p:cNvPr id="14" name="node06.surface"/>
            <p:cNvSpPr/>
            <p:nvPr/>
          </p:nvSpPr>
          <p:spPr>
            <a:xfrm>
              <a:off x="3467100" y="2057400"/>
              <a:ext cx="1295400" cy="685800"/>
            </a:xfrm>
            <a:custGeom>
              <a:avLst/>
              <a:gdLst/>
              <a:ahLst/>
              <a:cxnLst/>
              <a:rect l="l" t="t" r="r" b="b"/>
              <a:pathLst>
                <a:path w="1295400" h="685800">
                  <a:moveTo>
                    <a:pt x="0" y="0"/>
                  </a:moveTo>
                  <a:lnTo>
                    <a:pt x="1066800" y="0"/>
                  </a:lnTo>
                  <a:lnTo>
                    <a:pt x="1295400" y="342900"/>
                  </a:lnTo>
                  <a:lnTo>
                    <a:pt x="1066800" y="685800"/>
                  </a:lnTo>
                  <a:lnTo>
                    <a:pt x="0" y="685800"/>
                  </a:lnTo>
                  <a:lnTo>
                    <a:pt x="228600" y="342900"/>
                  </a:lnTo>
                  <a:close/>
                </a:path>
              </a:pathLst>
            </a:custGeom>
            <a:solidFill>
              <a:srgbClr val="F900D3"/>
            </a:solidFill>
            <a:ln>
              <a:noFill/>
            </a:ln>
          </p:spPr>
        </p:sp>
        <p:sp>
          <p:nvSpPr>
            <p:cNvPr id="15" name="node06.text"/>
            <p:cNvSpPr/>
            <p:nvPr/>
          </p:nvSpPr>
          <p:spPr>
            <a:xfrm>
              <a:off x="3848100" y="2286000"/>
              <a:ext cx="609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Route</a:t>
              </a:r>
              <a:endParaRPr lang="en-US" sz="1200" spc="0" kern="0" b="0" i="0" dirty="0">
                <a:solidFill>
                  <a:srgbClr val="070154"/>
                </a:solidFill>
                <a:latin typeface="IBM Plex Sans"/>
                <a:ea typeface="IBM Plex Sans"/>
                <a:cs typeface="IBM Plex Sans"/>
              </a:endParaRPr>
            </a:p>
          </p:txBody>
        </p:sp>
      </p:grpSp>
      <p:grpSp>
        <p:nvGrpSpPr>
          <p:cNvPr id="45" name="node07"/>
          <p:cNvGrpSpPr/>
          <p:nvPr/>
        </p:nvGrpSpPr>
        <p:grpSpPr>
          <a:xfrm>
            <a:off x="3467100" y="2895600"/>
            <a:ext cx="1219200" cy="457200"/>
            <a:chOff x="3467100" y="2895600"/>
            <a:chExt cx="1219200" cy="457200"/>
          </a:xfrm>
        </p:grpSpPr>
        <p:sp>
          <p:nvSpPr>
            <p:cNvPr id="16" name="node07.text"/>
            <p:cNvSpPr/>
            <p:nvPr/>
          </p:nvSpPr>
          <p:spPr>
            <a:xfrm>
              <a:off x="3467100" y="2895600"/>
              <a:ext cx="1219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Four handoffs by email</a:t>
              </a:r>
              <a:endParaRPr lang="en-US" sz="1200" spc="0" kern="0" b="0" i="0" dirty="0">
                <a:solidFill>
                  <a:srgbClr val="070154"/>
                </a:solidFill>
                <a:latin typeface="IBM Plex Sans"/>
                <a:ea typeface="IBM Plex Sans"/>
                <a:cs typeface="IBM Plex Sans"/>
              </a:endParaRPr>
            </a:p>
          </p:txBody>
        </p:sp>
      </p:grpSp>
      <p:grpSp>
        <p:nvGrpSpPr>
          <p:cNvPr id="46" name="node08"/>
          <p:cNvGrpSpPr/>
          <p:nvPr/>
        </p:nvGrpSpPr>
        <p:grpSpPr>
          <a:xfrm>
            <a:off x="4838700" y="2057400"/>
            <a:ext cx="1295400" cy="685800"/>
            <a:chOff x="4838700" y="2057400"/>
            <a:chExt cx="1295400" cy="685800"/>
          </a:xfrm>
        </p:grpSpPr>
        <p:sp>
          <p:nvSpPr>
            <p:cNvPr id="17" name="node08.surface"/>
            <p:cNvSpPr/>
            <p:nvPr/>
          </p:nvSpPr>
          <p:spPr>
            <a:xfrm>
              <a:off x="4838700" y="2057400"/>
              <a:ext cx="1295400" cy="685800"/>
            </a:xfrm>
            <a:custGeom>
              <a:avLst/>
              <a:gdLst/>
              <a:ahLst/>
              <a:cxnLst/>
              <a:rect l="l" t="t" r="r" b="b"/>
              <a:pathLst>
                <a:path w="1295400" h="685800">
                  <a:moveTo>
                    <a:pt x="0" y="0"/>
                  </a:moveTo>
                  <a:lnTo>
                    <a:pt x="1066800" y="0"/>
                  </a:lnTo>
                  <a:lnTo>
                    <a:pt x="1295400" y="342900"/>
                  </a:lnTo>
                  <a:lnTo>
                    <a:pt x="1066800" y="685800"/>
                  </a:lnTo>
                  <a:lnTo>
                    <a:pt x="0" y="685800"/>
                  </a:lnTo>
                  <a:lnTo>
                    <a:pt x="228600" y="342900"/>
                  </a:lnTo>
                  <a:close/>
                </a:path>
              </a:pathLst>
            </a:custGeom>
            <a:solidFill>
              <a:srgbClr val="F900D3"/>
            </a:solidFill>
            <a:ln>
              <a:noFill/>
            </a:ln>
          </p:spPr>
        </p:sp>
        <p:sp>
          <p:nvSpPr>
            <p:cNvPr id="18" name="node08.text"/>
            <p:cNvSpPr/>
            <p:nvPr/>
          </p:nvSpPr>
          <p:spPr>
            <a:xfrm>
              <a:off x="5219700" y="2286000"/>
              <a:ext cx="609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Approve</a:t>
              </a:r>
              <a:endParaRPr lang="en-US" sz="1200" spc="0" kern="0" b="0" i="0" dirty="0">
                <a:solidFill>
                  <a:srgbClr val="070154"/>
                </a:solidFill>
                <a:latin typeface="IBM Plex Sans"/>
                <a:ea typeface="IBM Plex Sans"/>
                <a:cs typeface="IBM Plex Sans"/>
              </a:endParaRPr>
            </a:p>
          </p:txBody>
        </p:sp>
      </p:grpSp>
      <p:grpSp>
        <p:nvGrpSpPr>
          <p:cNvPr id="47" name="node09"/>
          <p:cNvGrpSpPr/>
          <p:nvPr/>
        </p:nvGrpSpPr>
        <p:grpSpPr>
          <a:xfrm>
            <a:off x="4838700" y="2895600"/>
            <a:ext cx="1219200" cy="228600"/>
            <a:chOff x="4838700" y="2895600"/>
            <a:chExt cx="1219200" cy="228600"/>
          </a:xfrm>
        </p:grpSpPr>
        <p:sp>
          <p:nvSpPr>
            <p:cNvPr id="19" name="node09.text"/>
            <p:cNvSpPr/>
            <p:nvPr/>
          </p:nvSpPr>
          <p:spPr>
            <a:xfrm>
              <a:off x="4838700" y="2895600"/>
              <a:ext cx="121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Six days waiting</a:t>
              </a:r>
              <a:endParaRPr lang="en-US" sz="1200" spc="0" kern="0" b="0" i="0" dirty="0">
                <a:solidFill>
                  <a:srgbClr val="070154"/>
                </a:solidFill>
                <a:latin typeface="IBM Plex Sans"/>
                <a:ea typeface="IBM Plex Sans"/>
                <a:cs typeface="IBM Plex Sans"/>
              </a:endParaRPr>
            </a:p>
          </p:txBody>
        </p:sp>
      </p:grpSp>
      <p:grpSp>
        <p:nvGrpSpPr>
          <p:cNvPr id="48" name="node10"/>
          <p:cNvGrpSpPr/>
          <p:nvPr/>
        </p:nvGrpSpPr>
        <p:grpSpPr>
          <a:xfrm>
            <a:off x="6210300" y="2057400"/>
            <a:ext cx="1295400" cy="685800"/>
            <a:chOff x="6210300" y="2057400"/>
            <a:chExt cx="1295400" cy="685800"/>
          </a:xfrm>
        </p:grpSpPr>
        <p:sp>
          <p:nvSpPr>
            <p:cNvPr id="20" name="node10.surface"/>
            <p:cNvSpPr/>
            <p:nvPr/>
          </p:nvSpPr>
          <p:spPr>
            <a:xfrm>
              <a:off x="6210300" y="2057400"/>
              <a:ext cx="1295400" cy="685800"/>
            </a:xfrm>
            <a:custGeom>
              <a:avLst/>
              <a:gdLst/>
              <a:ahLst/>
              <a:cxnLst/>
              <a:rect l="l" t="t" r="r" b="b"/>
              <a:pathLst>
                <a:path w="1295400" h="685800">
                  <a:moveTo>
                    <a:pt x="0" y="0"/>
                  </a:moveTo>
                  <a:lnTo>
                    <a:pt x="1066800" y="0"/>
                  </a:lnTo>
                  <a:lnTo>
                    <a:pt x="1295400" y="342900"/>
                  </a:lnTo>
                  <a:lnTo>
                    <a:pt x="1066800" y="685800"/>
                  </a:lnTo>
                  <a:lnTo>
                    <a:pt x="0" y="685800"/>
                  </a:lnTo>
                  <a:lnTo>
                    <a:pt x="228600" y="342900"/>
                  </a:lnTo>
                  <a:close/>
                </a:path>
              </a:pathLst>
            </a:custGeom>
            <a:solidFill>
              <a:srgbClr val="CED7E6"/>
            </a:solidFill>
            <a:ln>
              <a:noFill/>
            </a:ln>
          </p:spPr>
        </p:sp>
        <p:sp>
          <p:nvSpPr>
            <p:cNvPr id="21" name="node10.text"/>
            <p:cNvSpPr/>
            <p:nvPr/>
          </p:nvSpPr>
          <p:spPr>
            <a:xfrm>
              <a:off x="6591300" y="2286000"/>
              <a:ext cx="609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Post</a:t>
              </a:r>
              <a:endParaRPr lang="en-US" sz="1200" spc="0" kern="0" b="0" i="0" dirty="0">
                <a:solidFill>
                  <a:srgbClr val="070154"/>
                </a:solidFill>
                <a:latin typeface="IBM Plex Sans"/>
                <a:ea typeface="IBM Plex Sans"/>
                <a:cs typeface="IBM Plex Sans"/>
              </a:endParaRPr>
            </a:p>
          </p:txBody>
        </p:sp>
      </p:grpSp>
      <p:grpSp>
        <p:nvGrpSpPr>
          <p:cNvPr id="49" name="node11"/>
          <p:cNvGrpSpPr/>
          <p:nvPr/>
        </p:nvGrpSpPr>
        <p:grpSpPr>
          <a:xfrm>
            <a:off x="6210300" y="2895600"/>
            <a:ext cx="1219200" cy="457200"/>
            <a:chOff x="6210300" y="2895600"/>
            <a:chExt cx="1219200" cy="457200"/>
          </a:xfrm>
        </p:grpSpPr>
        <p:sp>
          <p:nvSpPr>
            <p:cNvPr id="22" name="node11.text"/>
            <p:cNvSpPr/>
            <p:nvPr/>
          </p:nvSpPr>
          <p:spPr>
            <a:xfrm>
              <a:off x="6210300" y="2895600"/>
              <a:ext cx="1219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Rekeyed into the ledger</a:t>
              </a:r>
              <a:endParaRPr lang="en-US" sz="1200" spc="0" kern="0" b="0" i="0" dirty="0">
                <a:solidFill>
                  <a:srgbClr val="070154"/>
                </a:solidFill>
                <a:latin typeface="IBM Plex Sans"/>
                <a:ea typeface="IBM Plex Sans"/>
                <a:cs typeface="IBM Plex Sans"/>
              </a:endParaRPr>
            </a:p>
          </p:txBody>
        </p:sp>
      </p:grpSp>
      <p:grpSp>
        <p:nvGrpSpPr>
          <p:cNvPr id="50" name="node12"/>
          <p:cNvGrpSpPr/>
          <p:nvPr/>
        </p:nvGrpSpPr>
        <p:grpSpPr>
          <a:xfrm>
            <a:off x="723900" y="3657600"/>
            <a:ext cx="4800600" cy="304800"/>
            <a:chOff x="723900" y="3657600"/>
            <a:chExt cx="4800600" cy="304800"/>
          </a:xfrm>
        </p:grpSpPr>
        <p:sp>
          <p:nvSpPr>
            <p:cNvPr id="23" name="node12.text"/>
            <p:cNvSpPr/>
            <p:nvPr/>
          </p:nvSpPr>
          <p:spPr>
            <a:xfrm>
              <a:off x="723900" y="3657600"/>
              <a:ext cx="4800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Future state: fewer steps, two handoffs</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13"/>
          <p:cNvGrpSpPr/>
          <p:nvPr/>
        </p:nvGrpSpPr>
        <p:grpSpPr>
          <a:xfrm>
            <a:off x="723900" y="4114800"/>
            <a:ext cx="1600200" cy="685800"/>
            <a:chOff x="723900" y="4114800"/>
            <a:chExt cx="1600200" cy="685800"/>
          </a:xfrm>
        </p:grpSpPr>
        <p:sp>
          <p:nvSpPr>
            <p:cNvPr id="24" name="node13.surface"/>
            <p:cNvSpPr/>
            <p:nvPr/>
          </p:nvSpPr>
          <p:spPr>
            <a:xfrm>
              <a:off x="723900" y="4114800"/>
              <a:ext cx="1600200" cy="685800"/>
            </a:xfrm>
            <a:custGeom>
              <a:avLst/>
              <a:gdLst/>
              <a:ahLst/>
              <a:cxnLst/>
              <a:rect l="l" t="t" r="r" b="b"/>
              <a:pathLst>
                <a:path w="1600200" h="685800">
                  <a:moveTo>
                    <a:pt x="0" y="0"/>
                  </a:moveTo>
                  <a:lnTo>
                    <a:pt x="1371600" y="0"/>
                  </a:lnTo>
                  <a:lnTo>
                    <a:pt x="1600200" y="342900"/>
                  </a:lnTo>
                  <a:lnTo>
                    <a:pt x="1371600" y="685800"/>
                  </a:lnTo>
                  <a:lnTo>
                    <a:pt x="0" y="685800"/>
                  </a:lnTo>
                  <a:lnTo>
                    <a:pt x="228600" y="342900"/>
                  </a:lnTo>
                  <a:close/>
                </a:path>
              </a:pathLst>
            </a:custGeom>
            <a:solidFill>
              <a:srgbClr val="070154"/>
            </a:solidFill>
            <a:ln>
              <a:noFill/>
            </a:ln>
          </p:spPr>
        </p:sp>
        <p:sp>
          <p:nvSpPr>
            <p:cNvPr id="25" name="node13.text"/>
            <p:cNvSpPr/>
            <p:nvPr/>
          </p:nvSpPr>
          <p:spPr>
            <a:xfrm>
              <a:off x="1104900" y="4229100"/>
              <a:ext cx="9144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Capture and code</a:t>
              </a:r>
              <a:endParaRPr lang="en-US" sz="1200" spc="0" kern="0" b="0" i="0" dirty="0">
                <a:solidFill>
                  <a:srgbClr val="FFFFFF"/>
                </a:solidFill>
                <a:latin typeface="IBM Plex Sans"/>
                <a:ea typeface="IBM Plex Sans"/>
                <a:cs typeface="IBM Plex Sans"/>
              </a:endParaRPr>
            </a:p>
          </p:txBody>
        </p:sp>
      </p:grpSp>
      <p:grpSp>
        <p:nvGrpSpPr>
          <p:cNvPr id="52" name="node14"/>
          <p:cNvGrpSpPr/>
          <p:nvPr/>
        </p:nvGrpSpPr>
        <p:grpSpPr>
          <a:xfrm>
            <a:off x="723900" y="4953000"/>
            <a:ext cx="1447800" cy="457200"/>
            <a:chOff x="723900" y="4953000"/>
            <a:chExt cx="1447800" cy="457200"/>
          </a:xfrm>
        </p:grpSpPr>
        <p:sp>
          <p:nvSpPr>
            <p:cNvPr id="26" name="node14.text"/>
            <p:cNvSpPr/>
            <p:nvPr/>
          </p:nvSpPr>
          <p:spPr>
            <a:xfrm>
              <a:off x="723900" y="4953000"/>
              <a:ext cx="1447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Intelligent capture codes 95% of lines</a:t>
              </a:r>
              <a:endParaRPr lang="en-US" sz="1200" spc="0" kern="0" b="0" i="0" dirty="0">
                <a:solidFill>
                  <a:srgbClr val="070154"/>
                </a:solidFill>
                <a:latin typeface="IBM Plex Sans"/>
                <a:ea typeface="IBM Plex Sans"/>
                <a:cs typeface="IBM Plex Sans"/>
              </a:endParaRPr>
            </a:p>
          </p:txBody>
        </p:sp>
      </p:grpSp>
      <p:grpSp>
        <p:nvGrpSpPr>
          <p:cNvPr id="53" name="node15"/>
          <p:cNvGrpSpPr/>
          <p:nvPr/>
        </p:nvGrpSpPr>
        <p:grpSpPr>
          <a:xfrm>
            <a:off x="2552700" y="4114800"/>
            <a:ext cx="1600200" cy="685800"/>
            <a:chOff x="2552700" y="4114800"/>
            <a:chExt cx="1600200" cy="685800"/>
          </a:xfrm>
        </p:grpSpPr>
        <p:sp>
          <p:nvSpPr>
            <p:cNvPr id="27" name="node15.surface"/>
            <p:cNvSpPr/>
            <p:nvPr/>
          </p:nvSpPr>
          <p:spPr>
            <a:xfrm>
              <a:off x="2552700" y="4114800"/>
              <a:ext cx="1600200" cy="685800"/>
            </a:xfrm>
            <a:custGeom>
              <a:avLst/>
              <a:gdLst/>
              <a:ahLst/>
              <a:cxnLst/>
              <a:rect l="l" t="t" r="r" b="b"/>
              <a:pathLst>
                <a:path w="1600200" h="685800">
                  <a:moveTo>
                    <a:pt x="0" y="0"/>
                  </a:moveTo>
                  <a:lnTo>
                    <a:pt x="1371600" y="0"/>
                  </a:lnTo>
                  <a:lnTo>
                    <a:pt x="1600200" y="342900"/>
                  </a:lnTo>
                  <a:lnTo>
                    <a:pt x="1371600" y="685800"/>
                  </a:lnTo>
                  <a:lnTo>
                    <a:pt x="0" y="685800"/>
                  </a:lnTo>
                  <a:lnTo>
                    <a:pt x="228600" y="342900"/>
                  </a:lnTo>
                  <a:close/>
                </a:path>
              </a:pathLst>
            </a:custGeom>
            <a:solidFill>
              <a:srgbClr val="070154"/>
            </a:solidFill>
            <a:ln>
              <a:noFill/>
            </a:ln>
          </p:spPr>
        </p:sp>
        <p:sp>
          <p:nvSpPr>
            <p:cNvPr id="28" name="node15.text"/>
            <p:cNvSpPr/>
            <p:nvPr/>
          </p:nvSpPr>
          <p:spPr>
            <a:xfrm>
              <a:off x="2933700" y="4229100"/>
              <a:ext cx="9144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Match and route</a:t>
              </a:r>
              <a:endParaRPr lang="en-US" sz="1200" spc="0" kern="0" b="0" i="0" dirty="0">
                <a:solidFill>
                  <a:srgbClr val="FFFFFF"/>
                </a:solidFill>
                <a:latin typeface="IBM Plex Sans"/>
                <a:ea typeface="IBM Plex Sans"/>
                <a:cs typeface="IBM Plex Sans"/>
              </a:endParaRPr>
            </a:p>
          </p:txBody>
        </p:sp>
      </p:grpSp>
      <p:grpSp>
        <p:nvGrpSpPr>
          <p:cNvPr id="54" name="node16"/>
          <p:cNvGrpSpPr/>
          <p:nvPr/>
        </p:nvGrpSpPr>
        <p:grpSpPr>
          <a:xfrm>
            <a:off x="2552700" y="4953000"/>
            <a:ext cx="1447800" cy="457200"/>
            <a:chOff x="2552700" y="4953000"/>
            <a:chExt cx="1447800" cy="457200"/>
          </a:xfrm>
        </p:grpSpPr>
        <p:sp>
          <p:nvSpPr>
            <p:cNvPr id="29" name="node16.text"/>
            <p:cNvSpPr/>
            <p:nvPr/>
          </p:nvSpPr>
          <p:spPr>
            <a:xfrm>
              <a:off x="2552700" y="4953000"/>
              <a:ext cx="1447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Rules route by risk, no email</a:t>
              </a:r>
              <a:endParaRPr lang="en-US" sz="1200" spc="0" kern="0" b="0" i="0" dirty="0">
                <a:solidFill>
                  <a:srgbClr val="070154"/>
                </a:solidFill>
                <a:latin typeface="IBM Plex Sans"/>
                <a:ea typeface="IBM Plex Sans"/>
                <a:cs typeface="IBM Plex Sans"/>
              </a:endParaRPr>
            </a:p>
          </p:txBody>
        </p:sp>
      </p:grpSp>
      <p:grpSp>
        <p:nvGrpSpPr>
          <p:cNvPr id="55" name="node17"/>
          <p:cNvGrpSpPr/>
          <p:nvPr/>
        </p:nvGrpSpPr>
        <p:grpSpPr>
          <a:xfrm>
            <a:off x="4381500" y="4114800"/>
            <a:ext cx="1600200" cy="685800"/>
            <a:chOff x="4381500" y="4114800"/>
            <a:chExt cx="1600200" cy="685800"/>
          </a:xfrm>
        </p:grpSpPr>
        <p:sp>
          <p:nvSpPr>
            <p:cNvPr id="30" name="node17.surface"/>
            <p:cNvSpPr/>
            <p:nvPr/>
          </p:nvSpPr>
          <p:spPr>
            <a:xfrm>
              <a:off x="4381500" y="4114800"/>
              <a:ext cx="1600200" cy="685800"/>
            </a:xfrm>
            <a:custGeom>
              <a:avLst/>
              <a:gdLst/>
              <a:ahLst/>
              <a:cxnLst/>
              <a:rect l="l" t="t" r="r" b="b"/>
              <a:pathLst>
                <a:path w="1600200" h="685800">
                  <a:moveTo>
                    <a:pt x="0" y="0"/>
                  </a:moveTo>
                  <a:lnTo>
                    <a:pt x="1371600" y="0"/>
                  </a:lnTo>
                  <a:lnTo>
                    <a:pt x="1600200" y="342900"/>
                  </a:lnTo>
                  <a:lnTo>
                    <a:pt x="1371600" y="685800"/>
                  </a:lnTo>
                  <a:lnTo>
                    <a:pt x="0" y="685800"/>
                  </a:lnTo>
                  <a:lnTo>
                    <a:pt x="228600" y="342900"/>
                  </a:lnTo>
                  <a:close/>
                </a:path>
              </a:pathLst>
            </a:custGeom>
            <a:solidFill>
              <a:srgbClr val="070154"/>
            </a:solidFill>
            <a:ln>
              <a:noFill/>
            </a:ln>
          </p:spPr>
        </p:sp>
        <p:sp>
          <p:nvSpPr>
            <p:cNvPr id="31" name="node17.text"/>
            <p:cNvSpPr/>
            <p:nvPr/>
          </p:nvSpPr>
          <p:spPr>
            <a:xfrm>
              <a:off x="4762500" y="4343400"/>
              <a:ext cx="914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Approve</a:t>
              </a:r>
              <a:endParaRPr lang="en-US" sz="1200" spc="0" kern="0" b="0" i="0" dirty="0">
                <a:solidFill>
                  <a:srgbClr val="FFFFFF"/>
                </a:solidFill>
                <a:latin typeface="IBM Plex Sans"/>
                <a:ea typeface="IBM Plex Sans"/>
                <a:cs typeface="IBM Plex Sans"/>
              </a:endParaRPr>
            </a:p>
          </p:txBody>
        </p:sp>
      </p:grpSp>
      <p:grpSp>
        <p:nvGrpSpPr>
          <p:cNvPr id="56" name="node18"/>
          <p:cNvGrpSpPr/>
          <p:nvPr/>
        </p:nvGrpSpPr>
        <p:grpSpPr>
          <a:xfrm>
            <a:off x="4381500" y="4953000"/>
            <a:ext cx="1447800" cy="457200"/>
            <a:chOff x="4381500" y="4953000"/>
            <a:chExt cx="1447800" cy="457200"/>
          </a:xfrm>
        </p:grpSpPr>
        <p:sp>
          <p:nvSpPr>
            <p:cNvPr id="32" name="node18.text"/>
            <p:cNvSpPr/>
            <p:nvPr/>
          </p:nvSpPr>
          <p:spPr>
            <a:xfrm>
              <a:off x="4381500" y="4953000"/>
              <a:ext cx="1447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Only exceptions need a reviewer</a:t>
              </a:r>
              <a:endParaRPr lang="en-US" sz="1200" spc="0" kern="0" b="0" i="0" dirty="0">
                <a:solidFill>
                  <a:srgbClr val="070154"/>
                </a:solidFill>
                <a:latin typeface="IBM Plex Sans"/>
                <a:ea typeface="IBM Plex Sans"/>
                <a:cs typeface="IBM Plex Sans"/>
              </a:endParaRPr>
            </a:p>
          </p:txBody>
        </p:sp>
      </p:grpSp>
      <p:grpSp>
        <p:nvGrpSpPr>
          <p:cNvPr id="57" name="node19"/>
          <p:cNvGrpSpPr/>
          <p:nvPr/>
        </p:nvGrpSpPr>
        <p:grpSpPr>
          <a:xfrm>
            <a:off x="6210300" y="4114800"/>
            <a:ext cx="1295400" cy="685800"/>
            <a:chOff x="6210300" y="4114800"/>
            <a:chExt cx="1295400" cy="685800"/>
          </a:xfrm>
        </p:grpSpPr>
        <p:sp>
          <p:nvSpPr>
            <p:cNvPr id="33" name="node19.surface"/>
            <p:cNvSpPr/>
            <p:nvPr/>
          </p:nvSpPr>
          <p:spPr>
            <a:xfrm>
              <a:off x="6210300" y="4114800"/>
              <a:ext cx="1295400" cy="685800"/>
            </a:xfrm>
            <a:custGeom>
              <a:avLst/>
              <a:gdLst/>
              <a:ahLst/>
              <a:cxnLst/>
              <a:rect l="l" t="t" r="r" b="b"/>
              <a:pathLst>
                <a:path w="1295400" h="685800">
                  <a:moveTo>
                    <a:pt x="0" y="0"/>
                  </a:moveTo>
                  <a:lnTo>
                    <a:pt x="1066800" y="0"/>
                  </a:lnTo>
                  <a:lnTo>
                    <a:pt x="1295400" y="342900"/>
                  </a:lnTo>
                  <a:lnTo>
                    <a:pt x="1066800" y="685800"/>
                  </a:lnTo>
                  <a:lnTo>
                    <a:pt x="0" y="685800"/>
                  </a:lnTo>
                  <a:lnTo>
                    <a:pt x="228600" y="342900"/>
                  </a:lnTo>
                  <a:close/>
                </a:path>
              </a:pathLst>
            </a:custGeom>
            <a:solidFill>
              <a:srgbClr val="070154"/>
            </a:solidFill>
            <a:ln>
              <a:noFill/>
            </a:ln>
          </p:spPr>
        </p:sp>
        <p:sp>
          <p:nvSpPr>
            <p:cNvPr id="34" name="node19.text"/>
            <p:cNvSpPr/>
            <p:nvPr/>
          </p:nvSpPr>
          <p:spPr>
            <a:xfrm>
              <a:off x="6591300" y="4343400"/>
              <a:ext cx="609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Post</a:t>
              </a:r>
              <a:endParaRPr lang="en-US" sz="1200" spc="0" kern="0" b="0" i="0" dirty="0">
                <a:solidFill>
                  <a:srgbClr val="FFFFFF"/>
                </a:solidFill>
                <a:latin typeface="IBM Plex Sans"/>
                <a:ea typeface="IBM Plex Sans"/>
                <a:cs typeface="IBM Plex Sans"/>
              </a:endParaRPr>
            </a:p>
          </p:txBody>
        </p:sp>
      </p:grpSp>
      <p:grpSp>
        <p:nvGrpSpPr>
          <p:cNvPr id="58" name="node20"/>
          <p:cNvGrpSpPr/>
          <p:nvPr/>
        </p:nvGrpSpPr>
        <p:grpSpPr>
          <a:xfrm>
            <a:off x="6210300" y="4953000"/>
            <a:ext cx="1219200" cy="457200"/>
            <a:chOff x="6210300" y="4953000"/>
            <a:chExt cx="1219200" cy="457200"/>
          </a:xfrm>
        </p:grpSpPr>
        <p:sp>
          <p:nvSpPr>
            <p:cNvPr id="35" name="node20.text"/>
            <p:cNvSpPr/>
            <p:nvPr/>
          </p:nvSpPr>
          <p:spPr>
            <a:xfrm>
              <a:off x="6210300" y="4953000"/>
              <a:ext cx="1219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Posts with no rekeying</a:t>
              </a:r>
              <a:endParaRPr lang="en-US" sz="1200" spc="0" kern="0" b="0" i="0" dirty="0">
                <a:solidFill>
                  <a:srgbClr val="070154"/>
                </a:solidFill>
                <a:latin typeface="IBM Plex Sans"/>
                <a:ea typeface="IBM Plex Sans"/>
                <a:cs typeface="IBM Plex Sans"/>
              </a:endParaRPr>
            </a:p>
          </p:txBody>
        </p:sp>
      </p:grpSp>
      <p:grpSp>
        <p:nvGrpSpPr>
          <p:cNvPr id="59" name="node21"/>
          <p:cNvGrpSpPr/>
          <p:nvPr/>
        </p:nvGrpSpPr>
        <p:grpSpPr>
          <a:xfrm>
            <a:off x="8953500" y="1600200"/>
            <a:ext cx="2514600" cy="152400"/>
            <a:chOff x="8953500" y="1600200"/>
            <a:chExt cx="2514600" cy="152400"/>
          </a:xfrm>
        </p:grpSpPr>
        <p:sp>
          <p:nvSpPr>
            <p:cNvPr id="36" name="node21.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RESULT</a:t>
              </a:r>
              <a:endParaRPr lang="en-US" sz="1000" spc="80" kern="0" b="0" i="0" dirty="0">
                <a:solidFill>
                  <a:srgbClr val="F900D3"/>
                </a:solidFill>
                <a:latin typeface="IBM Plex Mono SemiBold"/>
                <a:ea typeface="IBM Plex Mono SemiBold"/>
                <a:cs typeface="IBM Plex Mono SemiBold"/>
              </a:endParaRPr>
            </a:p>
          </p:txBody>
        </p:sp>
      </p:grpSp>
      <p:grpSp>
        <p:nvGrpSpPr>
          <p:cNvPr id="60" name="node22"/>
          <p:cNvGrpSpPr/>
          <p:nvPr/>
        </p:nvGrpSpPr>
        <p:grpSpPr>
          <a:xfrm>
            <a:off x="8953500" y="1828800"/>
            <a:ext cx="2514600" cy="381000"/>
            <a:chOff x="8953500" y="1828800"/>
            <a:chExt cx="2514600" cy="381000"/>
          </a:xfrm>
        </p:grpSpPr>
        <p:sp>
          <p:nvSpPr>
            <p:cNvPr id="37" name="node22.text"/>
            <p:cNvSpPr/>
            <p:nvPr/>
          </p:nvSpPr>
          <p:spPr>
            <a:xfrm>
              <a:off x="8953500" y="1828800"/>
              <a:ext cx="2514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14 days down to 5</a:t>
              </a:r>
              <a:endParaRPr lang="en-US" sz="2400" spc="-36" kern="0" b="0" i="0" dirty="0">
                <a:solidFill>
                  <a:srgbClr val="FFFFFF"/>
                </a:solidFill>
                <a:latin typeface="IBM Plex Sans SemiBold"/>
                <a:ea typeface="IBM Plex Sans SemiBold"/>
                <a:cs typeface="IBM Plex Sans SemiBold"/>
              </a:endParaRPr>
            </a:p>
          </p:txBody>
        </p:sp>
      </p:grpSp>
      <p:grpSp>
        <p:nvGrpSpPr>
          <p:cNvPr id="61" name="node23"/>
          <p:cNvGrpSpPr/>
          <p:nvPr/>
        </p:nvGrpSpPr>
        <p:grpSpPr>
          <a:xfrm>
            <a:off x="8953500" y="2971800"/>
            <a:ext cx="2514600" cy="457200"/>
            <a:chOff x="8953500" y="2971800"/>
            <a:chExt cx="2514600" cy="457200"/>
          </a:xfrm>
        </p:grpSpPr>
        <p:sp>
          <p:nvSpPr>
            <p:cNvPr id="38" name="node23.text"/>
            <p:cNvSpPr/>
            <p:nvPr/>
          </p:nvSpPr>
          <p:spPr>
            <a:xfrm>
              <a:off x="8953500" y="29718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Handoffs fall from six to two, and no invoice is rekeyed.</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ource-15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BUILD ACCELERATION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Persistent, agent-ready context can compress the path from prototype to production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42</a:t>
            </a:fld>
            <a:endParaRPr lang="en-US" sz="700" spc="0" kern="0" b="0" i="0" dirty="0">
              <a:solidFill>
                <a:srgbClr val="070154"/>
              </a:solidFill>
              <a:latin typeface="IBM Plex Mono SemiBold"/>
              <a:ea typeface="IBM Plex Mono SemiBold"/>
              <a:cs typeface="IBM Plex Mono SemiBold"/>
            </a:endParaRPr>
          </a:p>
        </p:txBody>
      </p:sp>
      <p:grpSp>
        <p:nvGrpSpPr>
          <p:cNvPr id="63" name="node01"/>
          <p:cNvGrpSpPr/>
          <p:nvPr/>
        </p:nvGrpSpPr>
        <p:grpSpPr>
          <a:xfrm>
            <a:off x="723900" y="2057400"/>
            <a:ext cx="2971800" cy="152400"/>
            <a:chOff x="723900" y="2057400"/>
            <a:chExt cx="2971800" cy="152400"/>
          </a:xfrm>
        </p:grpSpPr>
        <p:sp>
          <p:nvSpPr>
            <p:cNvPr id="6" name="node01.text"/>
            <p:cNvSpPr/>
            <p:nvPr/>
          </p:nvSpPr>
          <p:spPr>
            <a:xfrm>
              <a:off x="723900" y="2057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CONTEXT CARRIED FORWARD</a:t>
              </a:r>
              <a:endParaRPr lang="en-US" sz="900" spc="54" kern="0" b="0" i="0" dirty="0">
                <a:solidFill>
                  <a:srgbClr val="0047FF"/>
                </a:solidFill>
                <a:latin typeface="IBM Plex Mono Medium"/>
                <a:ea typeface="IBM Plex Mono Medium"/>
                <a:cs typeface="IBM Plex Mono Medium"/>
              </a:endParaRPr>
            </a:p>
          </p:txBody>
        </p:sp>
      </p:grpSp>
      <p:grpSp>
        <p:nvGrpSpPr>
          <p:cNvPr id="64" name="node02"/>
          <p:cNvGrpSpPr/>
          <p:nvPr/>
        </p:nvGrpSpPr>
        <p:grpSpPr>
          <a:xfrm>
            <a:off x="723900" y="2286000"/>
            <a:ext cx="76200" cy="2743200"/>
            <a:chOff x="723900" y="2286000"/>
            <a:chExt cx="76200" cy="2743200"/>
          </a:xfrm>
        </p:grpSpPr>
        <p:sp>
          <p:nvSpPr>
            <p:cNvPr id="7" name="node02.surface"/>
            <p:cNvSpPr/>
            <p:nvPr/>
          </p:nvSpPr>
          <p:spPr>
            <a:xfrm>
              <a:off x="723900" y="2286000"/>
              <a:ext cx="76200" cy="2743200"/>
            </a:xfrm>
            <a:prstGeom prst="rect">
              <a:avLst/>
            </a:prstGeom>
            <a:solidFill>
              <a:srgbClr val="F900D3"/>
            </a:solidFill>
            <a:ln>
              <a:noFill/>
            </a:ln>
          </p:spPr>
        </p:sp>
      </p:grpSp>
      <p:grpSp>
        <p:nvGrpSpPr>
          <p:cNvPr id="65" name="node03"/>
          <p:cNvGrpSpPr/>
          <p:nvPr/>
        </p:nvGrpSpPr>
        <p:grpSpPr>
          <a:xfrm>
            <a:off x="1028700" y="2362200"/>
            <a:ext cx="2895600" cy="304800"/>
            <a:chOff x="1028700" y="2362200"/>
            <a:chExt cx="2895600" cy="304800"/>
          </a:xfrm>
        </p:grpSpPr>
        <p:sp>
          <p:nvSpPr>
            <p:cNvPr id="8" name="node03.text"/>
            <p:cNvSpPr/>
            <p:nvPr/>
          </p:nvSpPr>
          <p:spPr>
            <a:xfrm>
              <a:off x="1028700" y="23622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Evidence database</a:t>
              </a:r>
              <a:endParaRPr lang="en-US" sz="1800" spc="-18" kern="0" b="0" i="0" dirty="0">
                <a:solidFill>
                  <a:srgbClr val="070154"/>
                </a:solidFill>
                <a:latin typeface="IBM Plex Sans SemiBold"/>
                <a:ea typeface="IBM Plex Sans SemiBold"/>
                <a:cs typeface="IBM Plex Sans SemiBold"/>
              </a:endParaRPr>
            </a:p>
          </p:txBody>
        </p:sp>
      </p:grpSp>
      <p:grpSp>
        <p:nvGrpSpPr>
          <p:cNvPr id="66" name="node04"/>
          <p:cNvGrpSpPr/>
          <p:nvPr/>
        </p:nvGrpSpPr>
        <p:grpSpPr>
          <a:xfrm>
            <a:off x="1028700" y="2667000"/>
            <a:ext cx="2895600" cy="457200"/>
            <a:chOff x="1028700" y="2667000"/>
            <a:chExt cx="2895600" cy="457200"/>
          </a:xfrm>
        </p:grpSpPr>
        <p:sp>
          <p:nvSpPr>
            <p:cNvPr id="9" name="node04.text"/>
            <p:cNvSpPr/>
            <p:nvPr/>
          </p:nvSpPr>
          <p:spPr>
            <a:xfrm>
              <a:off x="1028700" y="2667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Source code, components, data and controls, with confidence.</a:t>
              </a:r>
              <a:endParaRPr lang="en-US" sz="1200" spc="0" kern="0" b="0" i="0" dirty="0">
                <a:solidFill>
                  <a:srgbClr val="50658E"/>
                </a:solidFill>
                <a:latin typeface="IBM Plex Sans"/>
                <a:ea typeface="IBM Plex Sans"/>
                <a:cs typeface="IBM Plex Sans"/>
              </a:endParaRPr>
            </a:p>
          </p:txBody>
        </p:sp>
      </p:grpSp>
      <p:grpSp>
        <p:nvGrpSpPr>
          <p:cNvPr id="67" name="node05"/>
          <p:cNvGrpSpPr/>
          <p:nvPr/>
        </p:nvGrpSpPr>
        <p:grpSpPr>
          <a:xfrm>
            <a:off x="1028700" y="3251200"/>
            <a:ext cx="2895600" cy="304800"/>
            <a:chOff x="1028700" y="3251200"/>
            <a:chExt cx="2895600" cy="304800"/>
          </a:xfrm>
        </p:grpSpPr>
        <p:sp>
          <p:nvSpPr>
            <p:cNvPr id="10" name="node05.text"/>
            <p:cNvSpPr/>
            <p:nvPr/>
          </p:nvSpPr>
          <p:spPr>
            <a:xfrm>
              <a:off x="1028700" y="32512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Business process map</a:t>
              </a:r>
              <a:endParaRPr lang="en-US" sz="1800" spc="-18" kern="0" b="0" i="0" dirty="0">
                <a:solidFill>
                  <a:srgbClr val="070154"/>
                </a:solidFill>
                <a:latin typeface="IBM Plex Sans SemiBold"/>
                <a:ea typeface="IBM Plex Sans SemiBold"/>
                <a:cs typeface="IBM Plex Sans SemiBold"/>
              </a:endParaRPr>
            </a:p>
          </p:txBody>
        </p:sp>
      </p:grpSp>
      <p:grpSp>
        <p:nvGrpSpPr>
          <p:cNvPr id="68" name="node06"/>
          <p:cNvGrpSpPr/>
          <p:nvPr/>
        </p:nvGrpSpPr>
        <p:grpSpPr>
          <a:xfrm>
            <a:off x="1028700" y="3556000"/>
            <a:ext cx="2895600" cy="457200"/>
            <a:chOff x="1028700" y="3556000"/>
            <a:chExt cx="2895600" cy="457200"/>
          </a:xfrm>
        </p:grpSpPr>
        <p:sp>
          <p:nvSpPr>
            <p:cNvPr id="11" name="node06.text"/>
            <p:cNvSpPr/>
            <p:nvPr/>
          </p:nvSpPr>
          <p:spPr>
            <a:xfrm>
              <a:off x="1028700" y="3556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Steps, rules, exceptions and users linked to technology.</a:t>
              </a:r>
              <a:endParaRPr lang="en-US" sz="1200" spc="0" kern="0" b="0" i="0" dirty="0">
                <a:solidFill>
                  <a:srgbClr val="50658E"/>
                </a:solidFill>
                <a:latin typeface="IBM Plex Sans"/>
                <a:ea typeface="IBM Plex Sans"/>
                <a:cs typeface="IBM Plex Sans"/>
              </a:endParaRPr>
            </a:p>
          </p:txBody>
        </p:sp>
      </p:grpSp>
      <p:grpSp>
        <p:nvGrpSpPr>
          <p:cNvPr id="69" name="node07"/>
          <p:cNvGrpSpPr/>
          <p:nvPr/>
        </p:nvGrpSpPr>
        <p:grpSpPr>
          <a:xfrm>
            <a:off x="1028700" y="4140200"/>
            <a:ext cx="2895600" cy="304800"/>
            <a:chOff x="1028700" y="4140200"/>
            <a:chExt cx="2895600" cy="304800"/>
          </a:xfrm>
        </p:grpSpPr>
        <p:sp>
          <p:nvSpPr>
            <p:cNvPr id="12" name="node07.text"/>
            <p:cNvSpPr/>
            <p:nvPr/>
          </p:nvSpPr>
          <p:spPr>
            <a:xfrm>
              <a:off x="1028700" y="41402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Decision trail</a:t>
              </a:r>
              <a:endParaRPr lang="en-US" sz="1800" spc="-18" kern="0" b="0" i="0" dirty="0">
                <a:solidFill>
                  <a:srgbClr val="070154"/>
                </a:solidFill>
                <a:latin typeface="IBM Plex Sans SemiBold"/>
                <a:ea typeface="IBM Plex Sans SemiBold"/>
                <a:cs typeface="IBM Plex Sans SemiBold"/>
              </a:endParaRPr>
            </a:p>
          </p:txBody>
        </p:sp>
      </p:grpSp>
      <p:grpSp>
        <p:nvGrpSpPr>
          <p:cNvPr id="70" name="node08"/>
          <p:cNvGrpSpPr/>
          <p:nvPr/>
        </p:nvGrpSpPr>
        <p:grpSpPr>
          <a:xfrm>
            <a:off x="1028700" y="4445000"/>
            <a:ext cx="2895600" cy="457200"/>
            <a:chOff x="1028700" y="4445000"/>
            <a:chExt cx="2895600" cy="457200"/>
          </a:xfrm>
        </p:grpSpPr>
        <p:sp>
          <p:nvSpPr>
            <p:cNvPr id="13" name="node08.text"/>
            <p:cNvSpPr/>
            <p:nvPr/>
          </p:nvSpPr>
          <p:spPr>
            <a:xfrm>
              <a:off x="1028700" y="4445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Approved outcomes, design choices and open questions.</a:t>
              </a:r>
              <a:endParaRPr lang="en-US" sz="1200" spc="0" kern="0" b="0" i="0" dirty="0">
                <a:solidFill>
                  <a:srgbClr val="50658E"/>
                </a:solidFill>
                <a:latin typeface="IBM Plex Sans"/>
                <a:ea typeface="IBM Plex Sans"/>
                <a:cs typeface="IBM Plex Sans"/>
              </a:endParaRPr>
            </a:p>
          </p:txBody>
        </p:sp>
      </p:grpSp>
      <p:grpSp>
        <p:nvGrpSpPr>
          <p:cNvPr id="71" name="node09"/>
          <p:cNvGrpSpPr/>
          <p:nvPr/>
        </p:nvGrpSpPr>
        <p:grpSpPr>
          <a:xfrm>
            <a:off x="4152900" y="2057400"/>
            <a:ext cx="3429000" cy="2971800"/>
            <a:chOff x="4152900" y="2057400"/>
            <a:chExt cx="3429000" cy="2971800"/>
          </a:xfrm>
        </p:grpSpPr>
        <p:sp>
          <p:nvSpPr>
            <p:cNvPr id="14" name="node09.surface"/>
            <p:cNvSpPr/>
            <p:nvPr/>
          </p:nvSpPr>
          <p:spPr>
            <a:xfrm>
              <a:off x="4152900" y="2057400"/>
              <a:ext cx="3429000" cy="2971800"/>
            </a:xfrm>
            <a:prstGeom prst="rect">
              <a:avLst/>
            </a:prstGeom>
            <a:solidFill>
              <a:srgbClr val="E8EEF8"/>
            </a:solidFill>
            <a:ln>
              <a:noFill/>
            </a:ln>
          </p:spPr>
        </p:sp>
      </p:grpSp>
      <p:grpSp>
        <p:nvGrpSpPr>
          <p:cNvPr id="72" name="node10"/>
          <p:cNvGrpSpPr/>
          <p:nvPr/>
        </p:nvGrpSpPr>
        <p:grpSpPr>
          <a:xfrm>
            <a:off x="4381500" y="2209800"/>
            <a:ext cx="2971800" cy="304800"/>
            <a:chOff x="4381500" y="2209800"/>
            <a:chExt cx="2971800" cy="304800"/>
          </a:xfrm>
        </p:grpSpPr>
        <p:sp>
          <p:nvSpPr>
            <p:cNvPr id="15" name="node10.text"/>
            <p:cNvSpPr/>
            <p:nvPr/>
          </p:nvSpPr>
          <p:spPr>
            <a:xfrm>
              <a:off x="4381500" y="2209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Agent-ready context layer</a:t>
              </a:r>
              <a:endParaRPr lang="en-US" sz="1800" spc="-18" kern="0" b="0" i="0" dirty="0">
                <a:solidFill>
                  <a:srgbClr val="070154"/>
                </a:solidFill>
                <a:latin typeface="IBM Plex Sans SemiBold"/>
                <a:ea typeface="IBM Plex Sans SemiBold"/>
                <a:cs typeface="IBM Plex Sans SemiBold"/>
              </a:endParaRPr>
            </a:p>
          </p:txBody>
        </p:sp>
      </p:grpSp>
      <p:grpSp>
        <p:nvGrpSpPr>
          <p:cNvPr id="73" name="node11"/>
          <p:cNvGrpSpPr/>
          <p:nvPr/>
        </p:nvGrpSpPr>
        <p:grpSpPr>
          <a:xfrm>
            <a:off x="4381500" y="2743200"/>
            <a:ext cx="228600" cy="228600"/>
            <a:chOff x="4381500" y="2743200"/>
            <a:chExt cx="228600" cy="228600"/>
          </a:xfrm>
        </p:grpSpPr>
        <p:sp>
          <p:nvSpPr>
            <p:cNvPr id="16" name="node11.surface"/>
            <p:cNvSpPr/>
            <p:nvPr/>
          </p:nvSpPr>
          <p:spPr>
            <a:xfrm>
              <a:off x="4381500" y="2743200"/>
              <a:ext cx="228600" cy="228600"/>
            </a:xfrm>
            <a:prstGeom prst="rect">
              <a:avLst/>
            </a:prstGeom>
            <a:solidFill>
              <a:srgbClr val="070154"/>
            </a:solidFill>
            <a:ln>
              <a:noFill/>
            </a:ln>
          </p:spPr>
        </p:sp>
      </p:grpSp>
      <p:grpSp>
        <p:nvGrpSpPr>
          <p:cNvPr id="74" name="node12"/>
          <p:cNvGrpSpPr/>
          <p:nvPr/>
        </p:nvGrpSpPr>
        <p:grpSpPr>
          <a:xfrm>
            <a:off x="4495800" y="2971800"/>
            <a:ext cx="1" cy="228600"/>
            <a:chOff x="4495800" y="2971800"/>
            <a:chExt cx="1" cy="228600"/>
          </a:xfrm>
        </p:grpSpPr>
        <p:sp>
          <p:nvSpPr>
            <p:cNvPr id="17" name="node12.segment-1"/>
            <p:cNvSpPr/>
            <p:nvPr/>
          </p:nvSpPr>
          <p:spPr>
            <a:xfrm>
              <a:off x="44958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75" name="node13"/>
          <p:cNvGrpSpPr/>
          <p:nvPr/>
        </p:nvGrpSpPr>
        <p:grpSpPr>
          <a:xfrm>
            <a:off x="4762500" y="2781300"/>
            <a:ext cx="1143000" cy="152400"/>
            <a:chOff x="4762500" y="2781300"/>
            <a:chExt cx="1143000" cy="152400"/>
          </a:xfrm>
        </p:grpSpPr>
        <p:sp>
          <p:nvSpPr>
            <p:cNvPr id="18" name="node13.text"/>
            <p:cNvSpPr/>
            <p:nvPr/>
          </p:nvSpPr>
          <p:spPr>
            <a:xfrm>
              <a:off x="4762500" y="27813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PROCESS</a:t>
              </a:r>
              <a:endParaRPr lang="en-US" sz="900" spc="54" kern="0" b="0" i="0" dirty="0">
                <a:solidFill>
                  <a:srgbClr val="070154"/>
                </a:solidFill>
                <a:latin typeface="IBM Plex Mono Medium"/>
                <a:ea typeface="IBM Plex Mono Medium"/>
                <a:cs typeface="IBM Plex Mono Medium"/>
              </a:endParaRPr>
            </a:p>
          </p:txBody>
        </p:sp>
      </p:grpSp>
      <p:grpSp>
        <p:nvGrpSpPr>
          <p:cNvPr id="76" name="node14"/>
          <p:cNvGrpSpPr/>
          <p:nvPr/>
        </p:nvGrpSpPr>
        <p:grpSpPr>
          <a:xfrm>
            <a:off x="5905500" y="2743200"/>
            <a:ext cx="1562100" cy="228600"/>
            <a:chOff x="5905500" y="2743200"/>
            <a:chExt cx="1562100" cy="228600"/>
          </a:xfrm>
        </p:grpSpPr>
        <p:sp>
          <p:nvSpPr>
            <p:cNvPr id="19" name="node14.text"/>
            <p:cNvSpPr/>
            <p:nvPr/>
          </p:nvSpPr>
          <p:spPr>
            <a:xfrm>
              <a:off x="5905500" y="27432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business activity</a:t>
              </a:r>
              <a:endParaRPr lang="en-US" sz="1200" spc="0" kern="0" b="0" i="0" dirty="0">
                <a:solidFill>
                  <a:srgbClr val="50658E"/>
                </a:solidFill>
                <a:latin typeface="IBM Plex Sans"/>
                <a:ea typeface="IBM Plex Sans"/>
                <a:cs typeface="IBM Plex Sans"/>
              </a:endParaRPr>
            </a:p>
          </p:txBody>
        </p:sp>
      </p:grpSp>
      <p:grpSp>
        <p:nvGrpSpPr>
          <p:cNvPr id="77" name="node15"/>
          <p:cNvGrpSpPr/>
          <p:nvPr/>
        </p:nvGrpSpPr>
        <p:grpSpPr>
          <a:xfrm>
            <a:off x="4381500" y="3200400"/>
            <a:ext cx="228600" cy="228600"/>
            <a:chOff x="4381500" y="3200400"/>
            <a:chExt cx="228600" cy="228600"/>
          </a:xfrm>
        </p:grpSpPr>
        <p:sp>
          <p:nvSpPr>
            <p:cNvPr id="20" name="node15.surface"/>
            <p:cNvSpPr/>
            <p:nvPr/>
          </p:nvSpPr>
          <p:spPr>
            <a:xfrm>
              <a:off x="4381500" y="3200400"/>
              <a:ext cx="228600" cy="228600"/>
            </a:xfrm>
            <a:prstGeom prst="rect">
              <a:avLst/>
            </a:prstGeom>
            <a:solidFill>
              <a:srgbClr val="070154"/>
            </a:solidFill>
            <a:ln>
              <a:noFill/>
            </a:ln>
          </p:spPr>
        </p:sp>
      </p:grpSp>
      <p:grpSp>
        <p:nvGrpSpPr>
          <p:cNvPr id="78" name="node16"/>
          <p:cNvGrpSpPr/>
          <p:nvPr/>
        </p:nvGrpSpPr>
        <p:grpSpPr>
          <a:xfrm>
            <a:off x="4495800" y="3429000"/>
            <a:ext cx="1" cy="228600"/>
            <a:chOff x="4495800" y="3429000"/>
            <a:chExt cx="1" cy="228600"/>
          </a:xfrm>
        </p:grpSpPr>
        <p:sp>
          <p:nvSpPr>
            <p:cNvPr id="21" name="node16.segment-1"/>
            <p:cNvSpPr/>
            <p:nvPr/>
          </p:nvSpPr>
          <p:spPr>
            <a:xfrm>
              <a:off x="4495800" y="34290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79" name="node17"/>
          <p:cNvGrpSpPr/>
          <p:nvPr/>
        </p:nvGrpSpPr>
        <p:grpSpPr>
          <a:xfrm>
            <a:off x="4762500" y="3238500"/>
            <a:ext cx="1143000" cy="152400"/>
            <a:chOff x="4762500" y="3238500"/>
            <a:chExt cx="1143000" cy="152400"/>
          </a:xfrm>
        </p:grpSpPr>
        <p:sp>
          <p:nvSpPr>
            <p:cNvPr id="22" name="node17.text"/>
            <p:cNvSpPr/>
            <p:nvPr/>
          </p:nvSpPr>
          <p:spPr>
            <a:xfrm>
              <a:off x="4762500" y="32385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RULE</a:t>
              </a:r>
              <a:endParaRPr lang="en-US" sz="900" spc="54" kern="0" b="0" i="0" dirty="0">
                <a:solidFill>
                  <a:srgbClr val="070154"/>
                </a:solidFill>
                <a:latin typeface="IBM Plex Mono Medium"/>
                <a:ea typeface="IBM Plex Mono Medium"/>
                <a:cs typeface="IBM Plex Mono Medium"/>
              </a:endParaRPr>
            </a:p>
          </p:txBody>
        </p:sp>
      </p:grpSp>
      <p:grpSp>
        <p:nvGrpSpPr>
          <p:cNvPr id="80" name="node18"/>
          <p:cNvGrpSpPr/>
          <p:nvPr/>
        </p:nvGrpSpPr>
        <p:grpSpPr>
          <a:xfrm>
            <a:off x="5905500" y="3200400"/>
            <a:ext cx="1562100" cy="228600"/>
            <a:chOff x="5905500" y="3200400"/>
            <a:chExt cx="1562100" cy="228600"/>
          </a:xfrm>
        </p:grpSpPr>
        <p:sp>
          <p:nvSpPr>
            <p:cNvPr id="23" name="node18.text"/>
            <p:cNvSpPr/>
            <p:nvPr/>
          </p:nvSpPr>
          <p:spPr>
            <a:xfrm>
              <a:off x="5905500" y="32004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must hold true</a:t>
              </a:r>
              <a:endParaRPr lang="en-US" sz="1200" spc="0" kern="0" b="0" i="0" dirty="0">
                <a:solidFill>
                  <a:srgbClr val="50658E"/>
                </a:solidFill>
                <a:latin typeface="IBM Plex Sans"/>
                <a:ea typeface="IBM Plex Sans"/>
                <a:cs typeface="IBM Plex Sans"/>
              </a:endParaRPr>
            </a:p>
          </p:txBody>
        </p:sp>
      </p:grpSp>
      <p:grpSp>
        <p:nvGrpSpPr>
          <p:cNvPr id="81" name="node19"/>
          <p:cNvGrpSpPr/>
          <p:nvPr/>
        </p:nvGrpSpPr>
        <p:grpSpPr>
          <a:xfrm>
            <a:off x="4381500" y="3657600"/>
            <a:ext cx="228600" cy="228600"/>
            <a:chOff x="4381500" y="3657600"/>
            <a:chExt cx="228600" cy="228600"/>
          </a:xfrm>
        </p:grpSpPr>
        <p:sp>
          <p:nvSpPr>
            <p:cNvPr id="24" name="node19.surface"/>
            <p:cNvSpPr/>
            <p:nvPr/>
          </p:nvSpPr>
          <p:spPr>
            <a:xfrm>
              <a:off x="4381500" y="3657600"/>
              <a:ext cx="228600" cy="228600"/>
            </a:xfrm>
            <a:prstGeom prst="rect">
              <a:avLst/>
            </a:prstGeom>
            <a:solidFill>
              <a:srgbClr val="070154"/>
            </a:solidFill>
            <a:ln>
              <a:noFill/>
            </a:ln>
          </p:spPr>
        </p:sp>
      </p:grpSp>
      <p:grpSp>
        <p:nvGrpSpPr>
          <p:cNvPr id="82" name="node20"/>
          <p:cNvGrpSpPr/>
          <p:nvPr/>
        </p:nvGrpSpPr>
        <p:grpSpPr>
          <a:xfrm>
            <a:off x="4495800" y="3886200"/>
            <a:ext cx="1" cy="228600"/>
            <a:chOff x="4495800" y="3886200"/>
            <a:chExt cx="1" cy="228600"/>
          </a:xfrm>
        </p:grpSpPr>
        <p:sp>
          <p:nvSpPr>
            <p:cNvPr id="25" name="node20.segment-1"/>
            <p:cNvSpPr/>
            <p:nvPr/>
          </p:nvSpPr>
          <p:spPr>
            <a:xfrm>
              <a:off x="4495800" y="38862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83" name="node21"/>
          <p:cNvGrpSpPr/>
          <p:nvPr/>
        </p:nvGrpSpPr>
        <p:grpSpPr>
          <a:xfrm>
            <a:off x="4762500" y="3695700"/>
            <a:ext cx="1143000" cy="152400"/>
            <a:chOff x="4762500" y="3695700"/>
            <a:chExt cx="1143000" cy="152400"/>
          </a:xfrm>
        </p:grpSpPr>
        <p:sp>
          <p:nvSpPr>
            <p:cNvPr id="26" name="node21.text"/>
            <p:cNvSpPr/>
            <p:nvPr/>
          </p:nvSpPr>
          <p:spPr>
            <a:xfrm>
              <a:off x="4762500" y="36957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COMPONENT</a:t>
              </a:r>
              <a:endParaRPr lang="en-US" sz="900" spc="54" kern="0" b="0" i="0" dirty="0">
                <a:solidFill>
                  <a:srgbClr val="070154"/>
                </a:solidFill>
                <a:latin typeface="IBM Plex Mono Medium"/>
                <a:ea typeface="IBM Plex Mono Medium"/>
                <a:cs typeface="IBM Plex Mono Medium"/>
              </a:endParaRPr>
            </a:p>
          </p:txBody>
        </p:sp>
      </p:grpSp>
      <p:grpSp>
        <p:nvGrpSpPr>
          <p:cNvPr id="84" name="node22"/>
          <p:cNvGrpSpPr/>
          <p:nvPr/>
        </p:nvGrpSpPr>
        <p:grpSpPr>
          <a:xfrm>
            <a:off x="5905500" y="3657600"/>
            <a:ext cx="1562100" cy="228600"/>
            <a:chOff x="5905500" y="3657600"/>
            <a:chExt cx="1562100" cy="228600"/>
          </a:xfrm>
        </p:grpSpPr>
        <p:sp>
          <p:nvSpPr>
            <p:cNvPr id="27" name="node22.text"/>
            <p:cNvSpPr/>
            <p:nvPr/>
          </p:nvSpPr>
          <p:spPr>
            <a:xfrm>
              <a:off x="5905500" y="36576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where behavior lives</a:t>
              </a:r>
              <a:endParaRPr lang="en-US" sz="1200" spc="0" kern="0" b="0" i="0" dirty="0">
                <a:solidFill>
                  <a:srgbClr val="50658E"/>
                </a:solidFill>
                <a:latin typeface="IBM Plex Sans"/>
                <a:ea typeface="IBM Plex Sans"/>
                <a:cs typeface="IBM Plex Sans"/>
              </a:endParaRPr>
            </a:p>
          </p:txBody>
        </p:sp>
      </p:grpSp>
      <p:grpSp>
        <p:nvGrpSpPr>
          <p:cNvPr id="85" name="node23"/>
          <p:cNvGrpSpPr/>
          <p:nvPr/>
        </p:nvGrpSpPr>
        <p:grpSpPr>
          <a:xfrm>
            <a:off x="4381500" y="4114800"/>
            <a:ext cx="228600" cy="228600"/>
            <a:chOff x="4381500" y="4114800"/>
            <a:chExt cx="228600" cy="228600"/>
          </a:xfrm>
        </p:grpSpPr>
        <p:sp>
          <p:nvSpPr>
            <p:cNvPr id="28" name="node23.surface"/>
            <p:cNvSpPr/>
            <p:nvPr/>
          </p:nvSpPr>
          <p:spPr>
            <a:xfrm>
              <a:off x="4381500" y="4114800"/>
              <a:ext cx="228600" cy="228600"/>
            </a:xfrm>
            <a:prstGeom prst="rect">
              <a:avLst/>
            </a:prstGeom>
            <a:solidFill>
              <a:srgbClr val="F900D3"/>
            </a:solidFill>
            <a:ln>
              <a:noFill/>
            </a:ln>
          </p:spPr>
        </p:sp>
      </p:grpSp>
      <p:grpSp>
        <p:nvGrpSpPr>
          <p:cNvPr id="86" name="node24"/>
          <p:cNvGrpSpPr/>
          <p:nvPr/>
        </p:nvGrpSpPr>
        <p:grpSpPr>
          <a:xfrm>
            <a:off x="4495800" y="4343400"/>
            <a:ext cx="1" cy="228600"/>
            <a:chOff x="4495800" y="4343400"/>
            <a:chExt cx="1" cy="228600"/>
          </a:xfrm>
        </p:grpSpPr>
        <p:sp>
          <p:nvSpPr>
            <p:cNvPr id="29" name="node24.segment-1"/>
            <p:cNvSpPr/>
            <p:nvPr/>
          </p:nvSpPr>
          <p:spPr>
            <a:xfrm>
              <a:off x="4495800" y="43434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87" name="node25"/>
          <p:cNvGrpSpPr/>
          <p:nvPr/>
        </p:nvGrpSpPr>
        <p:grpSpPr>
          <a:xfrm>
            <a:off x="4762500" y="4152900"/>
            <a:ext cx="1143000" cy="152400"/>
            <a:chOff x="4762500" y="4152900"/>
            <a:chExt cx="1143000" cy="152400"/>
          </a:xfrm>
        </p:grpSpPr>
        <p:sp>
          <p:nvSpPr>
            <p:cNvPr id="30" name="node25.text"/>
            <p:cNvSpPr/>
            <p:nvPr/>
          </p:nvSpPr>
          <p:spPr>
            <a:xfrm>
              <a:off x="4762500" y="41529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REQUIREMENT</a:t>
              </a:r>
              <a:endParaRPr lang="en-US" sz="900" spc="54" kern="0" b="0" i="0" dirty="0">
                <a:solidFill>
                  <a:srgbClr val="070154"/>
                </a:solidFill>
                <a:latin typeface="IBM Plex Mono Medium"/>
                <a:ea typeface="IBM Plex Mono Medium"/>
                <a:cs typeface="IBM Plex Mono Medium"/>
              </a:endParaRPr>
            </a:p>
          </p:txBody>
        </p:sp>
      </p:grpSp>
      <p:grpSp>
        <p:nvGrpSpPr>
          <p:cNvPr id="88" name="node26"/>
          <p:cNvGrpSpPr/>
          <p:nvPr/>
        </p:nvGrpSpPr>
        <p:grpSpPr>
          <a:xfrm>
            <a:off x="5905500" y="4114800"/>
            <a:ext cx="1562100" cy="228600"/>
            <a:chOff x="5905500" y="4114800"/>
            <a:chExt cx="1562100" cy="228600"/>
          </a:xfrm>
        </p:grpSpPr>
        <p:sp>
          <p:nvSpPr>
            <p:cNvPr id="31" name="node26.text"/>
            <p:cNvSpPr/>
            <p:nvPr/>
          </p:nvSpPr>
          <p:spPr>
            <a:xfrm>
              <a:off x="5905500" y="41148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must change</a:t>
              </a:r>
              <a:endParaRPr lang="en-US" sz="1200" spc="0" kern="0" b="0" i="0" dirty="0">
                <a:solidFill>
                  <a:srgbClr val="50658E"/>
                </a:solidFill>
                <a:latin typeface="IBM Plex Sans"/>
                <a:ea typeface="IBM Plex Sans"/>
                <a:cs typeface="IBM Plex Sans"/>
              </a:endParaRPr>
            </a:p>
          </p:txBody>
        </p:sp>
      </p:grpSp>
      <p:grpSp>
        <p:nvGrpSpPr>
          <p:cNvPr id="89" name="node27"/>
          <p:cNvGrpSpPr/>
          <p:nvPr/>
        </p:nvGrpSpPr>
        <p:grpSpPr>
          <a:xfrm>
            <a:off x="4381500" y="4572000"/>
            <a:ext cx="228600" cy="228600"/>
            <a:chOff x="4381500" y="4572000"/>
            <a:chExt cx="228600" cy="228600"/>
          </a:xfrm>
        </p:grpSpPr>
        <p:sp>
          <p:nvSpPr>
            <p:cNvPr id="32" name="node27.surface"/>
            <p:cNvSpPr/>
            <p:nvPr/>
          </p:nvSpPr>
          <p:spPr>
            <a:xfrm>
              <a:off x="4381500" y="4572000"/>
              <a:ext cx="228600" cy="228600"/>
            </a:xfrm>
            <a:prstGeom prst="rect">
              <a:avLst/>
            </a:prstGeom>
            <a:solidFill>
              <a:srgbClr val="070154"/>
            </a:solidFill>
            <a:ln>
              <a:noFill/>
            </a:ln>
          </p:spPr>
        </p:sp>
      </p:grpSp>
      <p:grpSp>
        <p:nvGrpSpPr>
          <p:cNvPr id="90" name="node28"/>
          <p:cNvGrpSpPr/>
          <p:nvPr/>
        </p:nvGrpSpPr>
        <p:grpSpPr>
          <a:xfrm>
            <a:off x="4762500" y="4610100"/>
            <a:ext cx="1143000" cy="152400"/>
            <a:chOff x="4762500" y="4610100"/>
            <a:chExt cx="1143000" cy="152400"/>
          </a:xfrm>
        </p:grpSpPr>
        <p:sp>
          <p:nvSpPr>
            <p:cNvPr id="33" name="node28.text"/>
            <p:cNvSpPr/>
            <p:nvPr/>
          </p:nvSpPr>
          <p:spPr>
            <a:xfrm>
              <a:off x="4762500" y="46101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TEST</a:t>
              </a:r>
              <a:endParaRPr lang="en-US" sz="900" spc="54" kern="0" b="0" i="0" dirty="0">
                <a:solidFill>
                  <a:srgbClr val="070154"/>
                </a:solidFill>
                <a:latin typeface="IBM Plex Mono Medium"/>
                <a:ea typeface="IBM Plex Mono Medium"/>
                <a:cs typeface="IBM Plex Mono Medium"/>
              </a:endParaRPr>
            </a:p>
          </p:txBody>
        </p:sp>
      </p:grpSp>
      <p:grpSp>
        <p:nvGrpSpPr>
          <p:cNvPr id="91" name="node29"/>
          <p:cNvGrpSpPr/>
          <p:nvPr/>
        </p:nvGrpSpPr>
        <p:grpSpPr>
          <a:xfrm>
            <a:off x="5905500" y="4572000"/>
            <a:ext cx="1562100" cy="228600"/>
            <a:chOff x="5905500" y="4572000"/>
            <a:chExt cx="1562100" cy="228600"/>
          </a:xfrm>
        </p:grpSpPr>
        <p:sp>
          <p:nvSpPr>
            <p:cNvPr id="34" name="node29.text"/>
            <p:cNvSpPr/>
            <p:nvPr/>
          </p:nvSpPr>
          <p:spPr>
            <a:xfrm>
              <a:off x="5905500" y="45720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how it is proven</a:t>
              </a:r>
              <a:endParaRPr lang="en-US" sz="1200" spc="0" kern="0" b="0" i="0" dirty="0">
                <a:solidFill>
                  <a:srgbClr val="50658E"/>
                </a:solidFill>
                <a:latin typeface="IBM Plex Sans"/>
                <a:ea typeface="IBM Plex Sans"/>
                <a:cs typeface="IBM Plex Sans"/>
              </a:endParaRPr>
            </a:p>
          </p:txBody>
        </p:sp>
      </p:grpSp>
      <p:grpSp>
        <p:nvGrpSpPr>
          <p:cNvPr id="92" name="node30"/>
          <p:cNvGrpSpPr/>
          <p:nvPr/>
        </p:nvGrpSpPr>
        <p:grpSpPr>
          <a:xfrm>
            <a:off x="7658100" y="3500679"/>
            <a:ext cx="228600" cy="85242"/>
            <a:chOff x="7658100" y="3500679"/>
            <a:chExt cx="228600" cy="85242"/>
          </a:xfrm>
        </p:grpSpPr>
        <p:sp>
          <p:nvSpPr>
            <p:cNvPr id="35" name="node30.segment-1"/>
            <p:cNvSpPr/>
            <p:nvPr/>
          </p:nvSpPr>
          <p:spPr>
            <a:xfrm>
              <a:off x="7658100" y="35433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6" name="node30.head-end.0"/>
            <p:cNvSpPr/>
            <p:nvPr/>
          </p:nvSpPr>
          <p:spPr>
            <a:xfrm>
              <a:off x="78086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7" name="node30.head-end.1"/>
            <p:cNvSpPr/>
            <p:nvPr/>
          </p:nvSpPr>
          <p:spPr>
            <a:xfrm>
              <a:off x="78086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93" name="node31"/>
          <p:cNvGrpSpPr/>
          <p:nvPr/>
        </p:nvGrpSpPr>
        <p:grpSpPr>
          <a:xfrm>
            <a:off x="8039100" y="2057400"/>
            <a:ext cx="3352800" cy="152400"/>
            <a:chOff x="8039100" y="2057400"/>
            <a:chExt cx="3352800" cy="152400"/>
          </a:xfrm>
        </p:grpSpPr>
        <p:sp>
          <p:nvSpPr>
            <p:cNvPr id="38" name="node31.text"/>
            <p:cNvSpPr/>
            <p:nvPr/>
          </p:nvSpPr>
          <p:spPr>
            <a:xfrm>
              <a:off x="8039100" y="2057400"/>
              <a:ext cx="3352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 WORK ACCELERATED</a:t>
              </a:r>
              <a:endParaRPr lang="en-US" sz="900" spc="54" kern="0" b="0" i="0" dirty="0">
                <a:solidFill>
                  <a:srgbClr val="0047FF"/>
                </a:solidFill>
                <a:latin typeface="IBM Plex Mono Medium"/>
                <a:ea typeface="IBM Plex Mono Medium"/>
                <a:cs typeface="IBM Plex Mono Medium"/>
              </a:endParaRPr>
            </a:p>
          </p:txBody>
        </p:sp>
      </p:grpSp>
      <p:grpSp>
        <p:nvGrpSpPr>
          <p:cNvPr id="94" name="node32"/>
          <p:cNvGrpSpPr/>
          <p:nvPr/>
        </p:nvGrpSpPr>
        <p:grpSpPr>
          <a:xfrm>
            <a:off x="8039100" y="2286000"/>
            <a:ext cx="228600" cy="228600"/>
            <a:chOff x="8039100" y="2286000"/>
            <a:chExt cx="228600" cy="228600"/>
          </a:xfrm>
        </p:grpSpPr>
        <p:sp>
          <p:nvSpPr>
            <p:cNvPr id="39" name="node32.surface"/>
            <p:cNvSpPr/>
            <p:nvPr/>
          </p:nvSpPr>
          <p:spPr>
            <a:xfrm>
              <a:off x="8039100" y="2286000"/>
              <a:ext cx="228600" cy="228600"/>
            </a:xfrm>
            <a:prstGeom prst="rect">
              <a:avLst/>
            </a:prstGeom>
            <a:solidFill>
              <a:srgbClr val="070154"/>
            </a:solidFill>
            <a:ln>
              <a:noFill/>
            </a:ln>
          </p:spPr>
        </p:sp>
        <p:sp>
          <p:nvSpPr>
            <p:cNvPr id="40" name="node32.text"/>
            <p:cNvSpPr/>
            <p:nvPr/>
          </p:nvSpPr>
          <p:spPr>
            <a:xfrm>
              <a:off x="8077200" y="23241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1</a:t>
              </a:r>
              <a:endParaRPr lang="en-US" sz="900" spc="54" kern="0" b="0" i="0" dirty="0">
                <a:solidFill>
                  <a:srgbClr val="FFFFFF"/>
                </a:solidFill>
                <a:latin typeface="IBM Plex Mono Medium"/>
                <a:ea typeface="IBM Plex Mono Medium"/>
                <a:cs typeface="IBM Plex Mono Medium"/>
              </a:endParaRPr>
            </a:p>
          </p:txBody>
        </p:sp>
      </p:grpSp>
      <p:grpSp>
        <p:nvGrpSpPr>
          <p:cNvPr id="95" name="node33"/>
          <p:cNvGrpSpPr/>
          <p:nvPr/>
        </p:nvGrpSpPr>
        <p:grpSpPr>
          <a:xfrm>
            <a:off x="8420100" y="2286000"/>
            <a:ext cx="1371600" cy="304800"/>
            <a:chOff x="8420100" y="2286000"/>
            <a:chExt cx="1371600" cy="304800"/>
          </a:xfrm>
        </p:grpSpPr>
        <p:sp>
          <p:nvSpPr>
            <p:cNvPr id="41" name="node33.text"/>
            <p:cNvSpPr/>
            <p:nvPr/>
          </p:nvSpPr>
          <p:spPr>
            <a:xfrm>
              <a:off x="8420100" y="2286000"/>
              <a:ext cx="1371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Prototype</a:t>
              </a:r>
              <a:endParaRPr lang="en-US" sz="1800" spc="-18" kern="0" b="0" i="0" dirty="0">
                <a:solidFill>
                  <a:srgbClr val="070154"/>
                </a:solidFill>
                <a:latin typeface="IBM Plex Sans SemiBold"/>
                <a:ea typeface="IBM Plex Sans SemiBold"/>
                <a:cs typeface="IBM Plex Sans SemiBold"/>
              </a:endParaRPr>
            </a:p>
          </p:txBody>
        </p:sp>
      </p:grpSp>
      <p:grpSp>
        <p:nvGrpSpPr>
          <p:cNvPr id="96" name="node34"/>
          <p:cNvGrpSpPr/>
          <p:nvPr/>
        </p:nvGrpSpPr>
        <p:grpSpPr>
          <a:xfrm>
            <a:off x="9944100" y="2362200"/>
            <a:ext cx="1524000" cy="152400"/>
            <a:chOff x="9944100" y="2362200"/>
            <a:chExt cx="1524000" cy="152400"/>
          </a:xfrm>
        </p:grpSpPr>
        <p:sp>
          <p:nvSpPr>
            <p:cNvPr id="42" name="node34.text"/>
            <p:cNvSpPr/>
            <p:nvPr/>
          </p:nvSpPr>
          <p:spPr>
            <a:xfrm>
              <a:off x="9944100" y="23622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FASTER FEEDBACK</a:t>
              </a:r>
              <a:endParaRPr lang="en-US" sz="900" spc="54" kern="0" b="0" i="0" dirty="0">
                <a:solidFill>
                  <a:srgbClr val="0047FF"/>
                </a:solidFill>
                <a:latin typeface="IBM Plex Mono Medium"/>
                <a:ea typeface="IBM Plex Mono Medium"/>
                <a:cs typeface="IBM Plex Mono Medium"/>
              </a:endParaRPr>
            </a:p>
          </p:txBody>
        </p:sp>
      </p:grpSp>
      <p:grpSp>
        <p:nvGrpSpPr>
          <p:cNvPr id="97" name="node35"/>
          <p:cNvGrpSpPr/>
          <p:nvPr/>
        </p:nvGrpSpPr>
        <p:grpSpPr>
          <a:xfrm>
            <a:off x="8420100" y="2590800"/>
            <a:ext cx="3048000" cy="228600"/>
            <a:chOff x="8420100" y="2590800"/>
            <a:chExt cx="3048000" cy="228600"/>
          </a:xfrm>
        </p:grpSpPr>
        <p:sp>
          <p:nvSpPr>
            <p:cNvPr id="43" name="node35.text"/>
            <p:cNvSpPr/>
            <p:nvPr/>
          </p:nvSpPr>
          <p:spPr>
            <a:xfrm>
              <a:off x="8420100" y="2590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Options grounded in current behavior</a:t>
              </a:r>
              <a:endParaRPr lang="en-US" sz="1200" spc="0" kern="0" b="0" i="0" dirty="0">
                <a:solidFill>
                  <a:srgbClr val="50658E"/>
                </a:solidFill>
                <a:latin typeface="IBM Plex Sans"/>
                <a:ea typeface="IBM Plex Sans"/>
                <a:cs typeface="IBM Plex Sans"/>
              </a:endParaRPr>
            </a:p>
          </p:txBody>
        </p:sp>
      </p:grpSp>
      <p:grpSp>
        <p:nvGrpSpPr>
          <p:cNvPr id="98" name="node36"/>
          <p:cNvGrpSpPr/>
          <p:nvPr/>
        </p:nvGrpSpPr>
        <p:grpSpPr>
          <a:xfrm>
            <a:off x="8039100" y="2971800"/>
            <a:ext cx="228600" cy="228600"/>
            <a:chOff x="8039100" y="2971800"/>
            <a:chExt cx="228600" cy="228600"/>
          </a:xfrm>
        </p:grpSpPr>
        <p:sp>
          <p:nvSpPr>
            <p:cNvPr id="44" name="node36.surface"/>
            <p:cNvSpPr/>
            <p:nvPr/>
          </p:nvSpPr>
          <p:spPr>
            <a:xfrm>
              <a:off x="8039100" y="2971800"/>
              <a:ext cx="228600" cy="228600"/>
            </a:xfrm>
            <a:prstGeom prst="rect">
              <a:avLst/>
            </a:prstGeom>
            <a:solidFill>
              <a:srgbClr val="070154"/>
            </a:solidFill>
            <a:ln>
              <a:noFill/>
            </a:ln>
          </p:spPr>
        </p:sp>
        <p:sp>
          <p:nvSpPr>
            <p:cNvPr id="45" name="node36.text"/>
            <p:cNvSpPr/>
            <p:nvPr/>
          </p:nvSpPr>
          <p:spPr>
            <a:xfrm>
              <a:off x="8077200" y="30099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2</a:t>
              </a:r>
              <a:endParaRPr lang="en-US" sz="900" spc="54" kern="0" b="0" i="0" dirty="0">
                <a:solidFill>
                  <a:srgbClr val="FFFFFF"/>
                </a:solidFill>
                <a:latin typeface="IBM Plex Mono Medium"/>
                <a:ea typeface="IBM Plex Mono Medium"/>
                <a:cs typeface="IBM Plex Mono Medium"/>
              </a:endParaRPr>
            </a:p>
          </p:txBody>
        </p:sp>
      </p:grpSp>
      <p:grpSp>
        <p:nvGrpSpPr>
          <p:cNvPr id="99" name="node37"/>
          <p:cNvGrpSpPr/>
          <p:nvPr/>
        </p:nvGrpSpPr>
        <p:grpSpPr>
          <a:xfrm>
            <a:off x="8420100" y="2971800"/>
            <a:ext cx="1371600" cy="304800"/>
            <a:chOff x="8420100" y="2971800"/>
            <a:chExt cx="1371600" cy="304800"/>
          </a:xfrm>
        </p:grpSpPr>
        <p:sp>
          <p:nvSpPr>
            <p:cNvPr id="46" name="node37.text"/>
            <p:cNvSpPr/>
            <p:nvPr/>
          </p:nvSpPr>
          <p:spPr>
            <a:xfrm>
              <a:off x="8420100" y="2971800"/>
              <a:ext cx="1371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Specify</a:t>
              </a:r>
              <a:endParaRPr lang="en-US" sz="1800" spc="-18" kern="0" b="0" i="0" dirty="0">
                <a:solidFill>
                  <a:srgbClr val="070154"/>
                </a:solidFill>
                <a:latin typeface="IBM Plex Sans SemiBold"/>
                <a:ea typeface="IBM Plex Sans SemiBold"/>
                <a:cs typeface="IBM Plex Sans SemiBold"/>
              </a:endParaRPr>
            </a:p>
          </p:txBody>
        </p:sp>
      </p:grpSp>
      <p:grpSp>
        <p:nvGrpSpPr>
          <p:cNvPr id="100" name="node38"/>
          <p:cNvGrpSpPr/>
          <p:nvPr/>
        </p:nvGrpSpPr>
        <p:grpSpPr>
          <a:xfrm>
            <a:off x="9944100" y="3048000"/>
            <a:ext cx="1524000" cy="152400"/>
            <a:chOff x="9944100" y="3048000"/>
            <a:chExt cx="1524000" cy="152400"/>
          </a:xfrm>
        </p:grpSpPr>
        <p:sp>
          <p:nvSpPr>
            <p:cNvPr id="47" name="node38.text"/>
            <p:cNvSpPr/>
            <p:nvPr/>
          </p:nvSpPr>
          <p:spPr>
            <a:xfrm>
              <a:off x="9944100" y="30480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LESS REDISCOVERY</a:t>
              </a:r>
              <a:endParaRPr lang="en-US" sz="900" spc="54" kern="0" b="0" i="0" dirty="0">
                <a:solidFill>
                  <a:srgbClr val="0047FF"/>
                </a:solidFill>
                <a:latin typeface="IBM Plex Mono Medium"/>
                <a:ea typeface="IBM Plex Mono Medium"/>
                <a:cs typeface="IBM Plex Mono Medium"/>
              </a:endParaRPr>
            </a:p>
          </p:txBody>
        </p:sp>
      </p:grpSp>
      <p:grpSp>
        <p:nvGrpSpPr>
          <p:cNvPr id="101" name="node39"/>
          <p:cNvGrpSpPr/>
          <p:nvPr/>
        </p:nvGrpSpPr>
        <p:grpSpPr>
          <a:xfrm>
            <a:off x="8420100" y="3276600"/>
            <a:ext cx="3048000" cy="228600"/>
            <a:chOff x="8420100" y="3276600"/>
            <a:chExt cx="3048000" cy="228600"/>
          </a:xfrm>
        </p:grpSpPr>
        <p:sp>
          <p:nvSpPr>
            <p:cNvPr id="48" name="node39.text"/>
            <p:cNvSpPr/>
            <p:nvPr/>
          </p:nvSpPr>
          <p:spPr>
            <a:xfrm>
              <a:off x="8420100" y="32766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Traceable stories and edge cases</a:t>
              </a:r>
              <a:endParaRPr lang="en-US" sz="1200" spc="0" kern="0" b="0" i="0" dirty="0">
                <a:solidFill>
                  <a:srgbClr val="50658E"/>
                </a:solidFill>
                <a:latin typeface="IBM Plex Sans"/>
                <a:ea typeface="IBM Plex Sans"/>
                <a:cs typeface="IBM Plex Sans"/>
              </a:endParaRPr>
            </a:p>
          </p:txBody>
        </p:sp>
      </p:grpSp>
      <p:grpSp>
        <p:nvGrpSpPr>
          <p:cNvPr id="102" name="node40"/>
          <p:cNvGrpSpPr/>
          <p:nvPr/>
        </p:nvGrpSpPr>
        <p:grpSpPr>
          <a:xfrm>
            <a:off x="8039100" y="3657600"/>
            <a:ext cx="228600" cy="228600"/>
            <a:chOff x="8039100" y="3657600"/>
            <a:chExt cx="228600" cy="228600"/>
          </a:xfrm>
        </p:grpSpPr>
        <p:sp>
          <p:nvSpPr>
            <p:cNvPr id="49" name="node40.surface"/>
            <p:cNvSpPr/>
            <p:nvPr/>
          </p:nvSpPr>
          <p:spPr>
            <a:xfrm>
              <a:off x="8039100" y="3657600"/>
              <a:ext cx="228600" cy="228600"/>
            </a:xfrm>
            <a:prstGeom prst="rect">
              <a:avLst/>
            </a:prstGeom>
            <a:solidFill>
              <a:srgbClr val="070154"/>
            </a:solidFill>
            <a:ln>
              <a:noFill/>
            </a:ln>
          </p:spPr>
        </p:sp>
        <p:sp>
          <p:nvSpPr>
            <p:cNvPr id="50" name="node40.text"/>
            <p:cNvSpPr/>
            <p:nvPr/>
          </p:nvSpPr>
          <p:spPr>
            <a:xfrm>
              <a:off x="8077200" y="36957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3</a:t>
              </a:r>
              <a:endParaRPr lang="en-US" sz="900" spc="54" kern="0" b="0" i="0" dirty="0">
                <a:solidFill>
                  <a:srgbClr val="FFFFFF"/>
                </a:solidFill>
                <a:latin typeface="IBM Plex Mono Medium"/>
                <a:ea typeface="IBM Plex Mono Medium"/>
                <a:cs typeface="IBM Plex Mono Medium"/>
              </a:endParaRPr>
            </a:p>
          </p:txBody>
        </p:sp>
      </p:grpSp>
      <p:grpSp>
        <p:nvGrpSpPr>
          <p:cNvPr id="103" name="node41"/>
          <p:cNvGrpSpPr/>
          <p:nvPr/>
        </p:nvGrpSpPr>
        <p:grpSpPr>
          <a:xfrm>
            <a:off x="8420100" y="3657600"/>
            <a:ext cx="1371600" cy="304800"/>
            <a:chOff x="8420100" y="3657600"/>
            <a:chExt cx="1371600" cy="304800"/>
          </a:xfrm>
        </p:grpSpPr>
        <p:sp>
          <p:nvSpPr>
            <p:cNvPr id="51" name="node41.text"/>
            <p:cNvSpPr/>
            <p:nvPr/>
          </p:nvSpPr>
          <p:spPr>
            <a:xfrm>
              <a:off x="8420100" y="3657600"/>
              <a:ext cx="1371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grpSp>
      <p:grpSp>
        <p:nvGrpSpPr>
          <p:cNvPr id="104" name="node42"/>
          <p:cNvGrpSpPr/>
          <p:nvPr/>
        </p:nvGrpSpPr>
        <p:grpSpPr>
          <a:xfrm>
            <a:off x="9944100" y="3733800"/>
            <a:ext cx="1524000" cy="152400"/>
            <a:chOff x="9944100" y="3733800"/>
            <a:chExt cx="1524000" cy="152400"/>
          </a:xfrm>
        </p:grpSpPr>
        <p:sp>
          <p:nvSpPr>
            <p:cNvPr id="52" name="node42.text"/>
            <p:cNvSpPr/>
            <p:nvPr/>
          </p:nvSpPr>
          <p:spPr>
            <a:xfrm>
              <a:off x="9944100" y="37338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FIRST-PASS FIT</a:t>
              </a:r>
              <a:endParaRPr lang="en-US" sz="900" spc="54" kern="0" b="0" i="0" dirty="0">
                <a:solidFill>
                  <a:srgbClr val="0047FF"/>
                </a:solidFill>
                <a:latin typeface="IBM Plex Mono Medium"/>
                <a:ea typeface="IBM Plex Mono Medium"/>
                <a:cs typeface="IBM Plex Mono Medium"/>
              </a:endParaRPr>
            </a:p>
          </p:txBody>
        </p:sp>
      </p:grpSp>
      <p:grpSp>
        <p:nvGrpSpPr>
          <p:cNvPr id="105" name="node43"/>
          <p:cNvGrpSpPr/>
          <p:nvPr/>
        </p:nvGrpSpPr>
        <p:grpSpPr>
          <a:xfrm>
            <a:off x="8420100" y="3962400"/>
            <a:ext cx="3048000" cy="228600"/>
            <a:chOff x="8420100" y="3962400"/>
            <a:chExt cx="3048000" cy="228600"/>
          </a:xfrm>
        </p:grpSpPr>
        <p:sp>
          <p:nvSpPr>
            <p:cNvPr id="53" name="node43.text"/>
            <p:cNvSpPr/>
            <p:nvPr/>
          </p:nvSpPr>
          <p:spPr>
            <a:xfrm>
              <a:off x="8420100" y="3962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Relevant rules and design decisions</a:t>
              </a:r>
              <a:endParaRPr lang="en-US" sz="1200" spc="0" kern="0" b="0" i="0" dirty="0">
                <a:solidFill>
                  <a:srgbClr val="50658E"/>
                </a:solidFill>
                <a:latin typeface="IBM Plex Sans"/>
                <a:ea typeface="IBM Plex Sans"/>
                <a:cs typeface="IBM Plex Sans"/>
              </a:endParaRPr>
            </a:p>
          </p:txBody>
        </p:sp>
      </p:grpSp>
      <p:grpSp>
        <p:nvGrpSpPr>
          <p:cNvPr id="106" name="node44"/>
          <p:cNvGrpSpPr/>
          <p:nvPr/>
        </p:nvGrpSpPr>
        <p:grpSpPr>
          <a:xfrm>
            <a:off x="8039100" y="4343400"/>
            <a:ext cx="228600" cy="228600"/>
            <a:chOff x="8039100" y="4343400"/>
            <a:chExt cx="228600" cy="228600"/>
          </a:xfrm>
        </p:grpSpPr>
        <p:sp>
          <p:nvSpPr>
            <p:cNvPr id="54" name="node44.surface"/>
            <p:cNvSpPr/>
            <p:nvPr/>
          </p:nvSpPr>
          <p:spPr>
            <a:xfrm>
              <a:off x="8039100" y="4343400"/>
              <a:ext cx="228600" cy="228600"/>
            </a:xfrm>
            <a:prstGeom prst="rect">
              <a:avLst/>
            </a:prstGeom>
            <a:solidFill>
              <a:srgbClr val="F900D3"/>
            </a:solidFill>
            <a:ln>
              <a:noFill/>
            </a:ln>
          </p:spPr>
        </p:sp>
        <p:sp>
          <p:nvSpPr>
            <p:cNvPr id="55" name="node44.text"/>
            <p:cNvSpPr/>
            <p:nvPr/>
          </p:nvSpPr>
          <p:spPr>
            <a:xfrm>
              <a:off x="8077200" y="43815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4</a:t>
              </a:r>
              <a:endParaRPr lang="en-US" sz="900" spc="54" kern="0" b="0" i="0" dirty="0">
                <a:solidFill>
                  <a:srgbClr val="070154"/>
                </a:solidFill>
                <a:latin typeface="IBM Plex Mono Medium"/>
                <a:ea typeface="IBM Plex Mono Medium"/>
                <a:cs typeface="IBM Plex Mono Medium"/>
              </a:endParaRPr>
            </a:p>
          </p:txBody>
        </p:sp>
      </p:grpSp>
      <p:grpSp>
        <p:nvGrpSpPr>
          <p:cNvPr id="107" name="node45"/>
          <p:cNvGrpSpPr/>
          <p:nvPr/>
        </p:nvGrpSpPr>
        <p:grpSpPr>
          <a:xfrm>
            <a:off x="8420100" y="4343400"/>
            <a:ext cx="1371600" cy="304800"/>
            <a:chOff x="8420100" y="4343400"/>
            <a:chExt cx="1371600" cy="304800"/>
          </a:xfrm>
        </p:grpSpPr>
        <p:sp>
          <p:nvSpPr>
            <p:cNvPr id="56" name="node45.text"/>
            <p:cNvSpPr/>
            <p:nvPr/>
          </p:nvSpPr>
          <p:spPr>
            <a:xfrm>
              <a:off x="8420100" y="4343400"/>
              <a:ext cx="1371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Test</a:t>
              </a:r>
              <a:endParaRPr lang="en-US" sz="1800" spc="-18" kern="0" b="0" i="0" dirty="0">
                <a:solidFill>
                  <a:srgbClr val="070154"/>
                </a:solidFill>
                <a:latin typeface="IBM Plex Sans SemiBold"/>
                <a:ea typeface="IBM Plex Sans SemiBold"/>
                <a:cs typeface="IBM Plex Sans SemiBold"/>
              </a:endParaRPr>
            </a:p>
          </p:txBody>
        </p:sp>
      </p:grpSp>
      <p:grpSp>
        <p:nvGrpSpPr>
          <p:cNvPr id="108" name="node46"/>
          <p:cNvGrpSpPr/>
          <p:nvPr/>
        </p:nvGrpSpPr>
        <p:grpSpPr>
          <a:xfrm>
            <a:off x="9944100" y="4419600"/>
            <a:ext cx="1524000" cy="152400"/>
            <a:chOff x="9944100" y="4419600"/>
            <a:chExt cx="1524000" cy="152400"/>
          </a:xfrm>
        </p:grpSpPr>
        <p:sp>
          <p:nvSpPr>
            <p:cNvPr id="57" name="node46.text"/>
            <p:cNvSpPr/>
            <p:nvPr/>
          </p:nvSpPr>
          <p:spPr>
            <a:xfrm>
              <a:off x="9944100" y="44196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EARLIER DEFECTS</a:t>
              </a:r>
              <a:endParaRPr lang="en-US" sz="900" spc="54" kern="0" b="0" i="0" dirty="0">
                <a:solidFill>
                  <a:srgbClr val="0047FF"/>
                </a:solidFill>
                <a:latin typeface="IBM Plex Mono Medium"/>
                <a:ea typeface="IBM Plex Mono Medium"/>
                <a:cs typeface="IBM Plex Mono Medium"/>
              </a:endParaRPr>
            </a:p>
          </p:txBody>
        </p:sp>
      </p:grpSp>
      <p:grpSp>
        <p:nvGrpSpPr>
          <p:cNvPr id="109" name="node47"/>
          <p:cNvGrpSpPr/>
          <p:nvPr/>
        </p:nvGrpSpPr>
        <p:grpSpPr>
          <a:xfrm>
            <a:off x="8420100" y="4648200"/>
            <a:ext cx="3048000" cy="228600"/>
            <a:chOff x="8420100" y="4648200"/>
            <a:chExt cx="3048000" cy="228600"/>
          </a:xfrm>
        </p:grpSpPr>
        <p:sp>
          <p:nvSpPr>
            <p:cNvPr id="58" name="node47.text"/>
            <p:cNvSpPr/>
            <p:nvPr/>
          </p:nvSpPr>
          <p:spPr>
            <a:xfrm>
              <a:off x="8420100" y="4648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Known states turned into tests</a:t>
              </a:r>
              <a:endParaRPr lang="en-US" sz="1200" spc="0" kern="0" b="0" i="0" dirty="0">
                <a:solidFill>
                  <a:srgbClr val="50658E"/>
                </a:solidFill>
                <a:latin typeface="IBM Plex Sans"/>
                <a:ea typeface="IBM Plex Sans"/>
                <a:cs typeface="IBM Plex Sans"/>
              </a:endParaRPr>
            </a:p>
          </p:txBody>
        </p:sp>
      </p:grpSp>
      <p:grpSp>
        <p:nvGrpSpPr>
          <p:cNvPr id="110" name="node48"/>
          <p:cNvGrpSpPr/>
          <p:nvPr/>
        </p:nvGrpSpPr>
        <p:grpSpPr>
          <a:xfrm>
            <a:off x="723900" y="5257800"/>
            <a:ext cx="1371600" cy="457200"/>
            <a:chOff x="723900" y="5257800"/>
            <a:chExt cx="1371600" cy="457200"/>
          </a:xfrm>
        </p:grpSpPr>
        <p:sp>
          <p:nvSpPr>
            <p:cNvPr id="59" name="node48.surface"/>
            <p:cNvSpPr/>
            <p:nvPr/>
          </p:nvSpPr>
          <p:spPr>
            <a:xfrm>
              <a:off x="723900" y="5257800"/>
              <a:ext cx="1371600" cy="457200"/>
            </a:xfrm>
            <a:prstGeom prst="rect">
              <a:avLst/>
            </a:prstGeom>
            <a:solidFill>
              <a:srgbClr val="F900D3"/>
            </a:solidFill>
            <a:ln>
              <a:noFill/>
            </a:ln>
          </p:spPr>
        </p:sp>
        <p:sp>
          <p:nvSpPr>
            <p:cNvPr id="60" name="node48.text"/>
            <p:cNvSpPr/>
            <p:nvPr/>
          </p:nvSpPr>
          <p:spPr>
            <a:xfrm>
              <a:off x="876300" y="5410200"/>
              <a:ext cx="1066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THE SHIFT</a:t>
              </a:r>
              <a:endParaRPr lang="en-US" sz="900" spc="54" kern="0" b="0" i="0" dirty="0">
                <a:solidFill>
                  <a:srgbClr val="070154"/>
                </a:solidFill>
                <a:latin typeface="IBM Plex Mono Medium"/>
                <a:ea typeface="IBM Plex Mono Medium"/>
                <a:cs typeface="IBM Plex Mono Medium"/>
              </a:endParaRPr>
            </a:p>
          </p:txBody>
        </p:sp>
      </p:grpSp>
      <p:grpSp>
        <p:nvGrpSpPr>
          <p:cNvPr id="111" name="node49"/>
          <p:cNvGrpSpPr/>
          <p:nvPr/>
        </p:nvGrpSpPr>
        <p:grpSpPr>
          <a:xfrm>
            <a:off x="2095500" y="5257800"/>
            <a:ext cx="9372600" cy="457200"/>
            <a:chOff x="2095500" y="5257800"/>
            <a:chExt cx="9372600" cy="457200"/>
          </a:xfrm>
        </p:grpSpPr>
        <p:sp>
          <p:nvSpPr>
            <p:cNvPr id="61" name="node49.surface"/>
            <p:cNvSpPr/>
            <p:nvPr/>
          </p:nvSpPr>
          <p:spPr>
            <a:xfrm>
              <a:off x="2095500" y="5257800"/>
              <a:ext cx="9372600" cy="457200"/>
            </a:xfrm>
            <a:prstGeom prst="rect">
              <a:avLst/>
            </a:prstGeom>
            <a:solidFill>
              <a:srgbClr val="E8EEF8"/>
            </a:solidFill>
            <a:ln>
              <a:noFill/>
            </a:ln>
          </p:spPr>
        </p:sp>
        <p:sp>
          <p:nvSpPr>
            <p:cNvPr id="62" name="node49.text"/>
            <p:cNvSpPr/>
            <p:nvPr/>
          </p:nvSpPr>
          <p:spPr>
            <a:xfrm>
              <a:off x="2247900" y="5372100"/>
              <a:ext cx="9067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Retrieve the right context for the next task instead of rediscovering it, with review and testing still authoritative.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ource-34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lifecycle is a loop: every phase can send work back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43</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600200"/>
            <a:ext cx="7086600" cy="4343400"/>
            <a:chOff x="723900" y="1600200"/>
            <a:chExt cx="7086600" cy="4343400"/>
          </a:xfrm>
        </p:grpSpPr>
        <p:sp>
          <p:nvSpPr>
            <p:cNvPr id="6" name="node01.items.source-001.arc"/>
            <p:cNvSpPr/>
            <p:nvPr/>
          </p:nvSpPr>
          <p:spPr>
            <a:xfrm>
              <a:off x="5408805" y="2346111"/>
              <a:ext cx="1137397" cy="749515"/>
            </a:xfrm>
            <a:custGeom>
              <a:avLst/>
              <a:gdLst/>
              <a:ahLst/>
              <a:cxnLst/>
              <a:rect l="l" t="t" r="r" b="b"/>
              <a:pathLst>
                <a:path w="1137397" h="749515">
                  <a:moveTo>
                    <a:pt x="0" y="0"/>
                  </a:moveTo>
                  <a:lnTo>
                    <a:pt x="61472" y="20618"/>
                  </a:lnTo>
                  <a:lnTo>
                    <a:pt x="122025" y="42308"/>
                  </a:lnTo>
                  <a:lnTo>
                    <a:pt x="181613" y="65055"/>
                  </a:lnTo>
                  <a:lnTo>
                    <a:pt x="240191" y="88841"/>
                  </a:lnTo>
                  <a:lnTo>
                    <a:pt x="297713" y="113648"/>
                  </a:lnTo>
                  <a:lnTo>
                    <a:pt x="354137" y="139457"/>
                  </a:lnTo>
                  <a:lnTo>
                    <a:pt x="409418" y="166248"/>
                  </a:lnTo>
                  <a:lnTo>
                    <a:pt x="463515" y="194001"/>
                  </a:lnTo>
                  <a:lnTo>
                    <a:pt x="516386" y="222695"/>
                  </a:lnTo>
                  <a:lnTo>
                    <a:pt x="567992" y="252307"/>
                  </a:lnTo>
                  <a:lnTo>
                    <a:pt x="618291" y="282815"/>
                  </a:lnTo>
                  <a:lnTo>
                    <a:pt x="667247" y="314196"/>
                  </a:lnTo>
                  <a:lnTo>
                    <a:pt x="714822" y="346426"/>
                  </a:lnTo>
                  <a:lnTo>
                    <a:pt x="760979" y="379480"/>
                  </a:lnTo>
                  <a:lnTo>
                    <a:pt x="805683" y="413334"/>
                  </a:lnTo>
                  <a:lnTo>
                    <a:pt x="848900" y="447960"/>
                  </a:lnTo>
                  <a:lnTo>
                    <a:pt x="890598" y="483333"/>
                  </a:lnTo>
                  <a:lnTo>
                    <a:pt x="930743" y="519425"/>
                  </a:lnTo>
                  <a:lnTo>
                    <a:pt x="969306" y="556210"/>
                  </a:lnTo>
                  <a:lnTo>
                    <a:pt x="1006257" y="593659"/>
                  </a:lnTo>
                  <a:lnTo>
                    <a:pt x="1041568" y="631743"/>
                  </a:lnTo>
                  <a:lnTo>
                    <a:pt x="1075212" y="670433"/>
                  </a:lnTo>
                  <a:lnTo>
                    <a:pt x="1107163" y="709701"/>
                  </a:lnTo>
                  <a:lnTo>
                    <a:pt x="1137397" y="749515"/>
                  </a:lnTo>
                </a:path>
              </a:pathLst>
            </a:custGeom>
            <a:ln w="25400">
              <a:solidFill>
                <a:srgbClr val="070154"/>
              </a:solidFill>
              <a:prstDash val="solid"/>
            </a:ln>
          </p:spPr>
        </p:sp>
        <p:sp>
          <p:nvSpPr>
            <p:cNvPr id="7" name="node01.items.source-001.arc.cap-1"/>
            <p:cNvSpPr/>
            <p:nvPr/>
          </p:nvSpPr>
          <p:spPr>
            <a:xfrm>
              <a:off x="5396105" y="2333411"/>
              <a:ext cx="25400" cy="25400"/>
            </a:xfrm>
            <a:prstGeom prst="ellipse">
              <a:avLst/>
            </a:prstGeom>
            <a:solidFill>
              <a:srgbClr val="070154"/>
            </a:solidFill>
            <a:ln>
              <a:noFill/>
            </a:ln>
          </p:spPr>
        </p:sp>
        <p:sp>
          <p:nvSpPr>
            <p:cNvPr id="8" name="node01.items.source-001.arc.cap-2"/>
            <p:cNvSpPr/>
            <p:nvPr/>
          </p:nvSpPr>
          <p:spPr>
            <a:xfrm>
              <a:off x="6533502" y="3082926"/>
              <a:ext cx="25400" cy="25400"/>
            </a:xfrm>
            <a:prstGeom prst="ellipse">
              <a:avLst/>
            </a:prstGeom>
            <a:solidFill>
              <a:srgbClr val="070154"/>
            </a:solidFill>
            <a:ln>
              <a:noFill/>
            </a:ln>
          </p:spPr>
        </p:sp>
        <p:sp>
          <p:nvSpPr>
            <p:cNvPr id="9" name="node01.items.source-001.arc.arrow-1"/>
            <p:cNvSpPr/>
            <p:nvPr/>
          </p:nvSpPr>
          <p:spPr>
            <a:xfrm>
              <a:off x="6441897" y="3048881"/>
              <a:ext cx="104304" cy="46745"/>
            </a:xfrm>
            <a:custGeom>
              <a:avLst/>
              <a:gdLst/>
              <a:ahLst/>
              <a:cxnLst/>
              <a:rect l="l" t="t" r="r" b="b"/>
              <a:pathLst>
                <a:path w="104304" h="46745">
                  <a:moveTo>
                    <a:pt x="104304" y="46745"/>
                  </a:moveTo>
                  <a:lnTo>
                    <a:pt x="0" y="0"/>
                  </a:lnTo>
                </a:path>
              </a:pathLst>
            </a:custGeom>
            <a:ln w="25400">
              <a:solidFill>
                <a:srgbClr val="070154"/>
              </a:solidFill>
              <a:prstDash val="solid"/>
            </a:ln>
          </p:spPr>
        </p:sp>
        <p:sp>
          <p:nvSpPr>
            <p:cNvPr id="10" name="node01.items.source-001.arc.arrow-1.cap-1"/>
            <p:cNvSpPr/>
            <p:nvPr/>
          </p:nvSpPr>
          <p:spPr>
            <a:xfrm>
              <a:off x="6533502" y="3082926"/>
              <a:ext cx="25400" cy="25400"/>
            </a:xfrm>
            <a:prstGeom prst="ellipse">
              <a:avLst/>
            </a:prstGeom>
            <a:solidFill>
              <a:srgbClr val="070154"/>
            </a:solidFill>
            <a:ln>
              <a:noFill/>
            </a:ln>
          </p:spPr>
        </p:sp>
        <p:sp>
          <p:nvSpPr>
            <p:cNvPr id="11" name="node01.items.source-001.arc.arrow-1.cap-2"/>
            <p:cNvSpPr/>
            <p:nvPr/>
          </p:nvSpPr>
          <p:spPr>
            <a:xfrm>
              <a:off x="6429197" y="3036181"/>
              <a:ext cx="25400" cy="25400"/>
            </a:xfrm>
            <a:prstGeom prst="ellipse">
              <a:avLst/>
            </a:prstGeom>
            <a:solidFill>
              <a:srgbClr val="070154"/>
            </a:solidFill>
            <a:ln>
              <a:noFill/>
            </a:ln>
          </p:spPr>
        </p:sp>
        <p:sp>
          <p:nvSpPr>
            <p:cNvPr id="12" name="node01.items.source-001.arc.arrow-2"/>
            <p:cNvSpPr/>
            <p:nvPr/>
          </p:nvSpPr>
          <p:spPr>
            <a:xfrm>
              <a:off x="6529180" y="2982601"/>
              <a:ext cx="17021" cy="113025"/>
            </a:xfrm>
            <a:custGeom>
              <a:avLst/>
              <a:gdLst/>
              <a:ahLst/>
              <a:cxnLst/>
              <a:rect l="l" t="t" r="r" b="b"/>
              <a:pathLst>
                <a:path w="17021" h="113025">
                  <a:moveTo>
                    <a:pt x="17021" y="113025"/>
                  </a:moveTo>
                  <a:lnTo>
                    <a:pt x="0" y="0"/>
                  </a:lnTo>
                </a:path>
              </a:pathLst>
            </a:custGeom>
            <a:ln w="25400">
              <a:solidFill>
                <a:srgbClr val="070154"/>
              </a:solidFill>
              <a:prstDash val="solid"/>
            </a:ln>
          </p:spPr>
        </p:sp>
        <p:sp>
          <p:nvSpPr>
            <p:cNvPr id="13" name="node01.items.source-001.arc.arrow-2.cap-1"/>
            <p:cNvSpPr/>
            <p:nvPr/>
          </p:nvSpPr>
          <p:spPr>
            <a:xfrm>
              <a:off x="6533502" y="3082926"/>
              <a:ext cx="25400" cy="25400"/>
            </a:xfrm>
            <a:prstGeom prst="ellipse">
              <a:avLst/>
            </a:prstGeom>
            <a:solidFill>
              <a:srgbClr val="070154"/>
            </a:solidFill>
            <a:ln>
              <a:noFill/>
            </a:ln>
          </p:spPr>
        </p:sp>
        <p:sp>
          <p:nvSpPr>
            <p:cNvPr id="14" name="node01.items.source-001.arc.arrow-2.cap-2"/>
            <p:cNvSpPr/>
            <p:nvPr/>
          </p:nvSpPr>
          <p:spPr>
            <a:xfrm>
              <a:off x="6516480" y="2969901"/>
              <a:ext cx="25400" cy="25400"/>
            </a:xfrm>
            <a:prstGeom prst="ellipse">
              <a:avLst/>
            </a:prstGeom>
            <a:solidFill>
              <a:srgbClr val="070154"/>
            </a:solidFill>
            <a:ln>
              <a:noFill/>
            </a:ln>
          </p:spPr>
        </p:sp>
        <p:sp>
          <p:nvSpPr>
            <p:cNvPr id="15" name="node01.items.source-002.arc"/>
            <p:cNvSpPr/>
            <p:nvPr/>
          </p:nvSpPr>
          <p:spPr>
            <a:xfrm>
              <a:off x="5408805" y="4448174"/>
              <a:ext cx="1137397" cy="749515"/>
            </a:xfrm>
            <a:custGeom>
              <a:avLst/>
              <a:gdLst/>
              <a:ahLst/>
              <a:cxnLst/>
              <a:rect l="l" t="t" r="r" b="b"/>
              <a:pathLst>
                <a:path w="1137397" h="749515">
                  <a:moveTo>
                    <a:pt x="1137397" y="0"/>
                  </a:moveTo>
                  <a:lnTo>
                    <a:pt x="1107163" y="39814"/>
                  </a:lnTo>
                  <a:lnTo>
                    <a:pt x="1075212" y="79081"/>
                  </a:lnTo>
                  <a:lnTo>
                    <a:pt x="1041568" y="117772"/>
                  </a:lnTo>
                  <a:lnTo>
                    <a:pt x="1006257" y="155856"/>
                  </a:lnTo>
                  <a:lnTo>
                    <a:pt x="969306" y="193305"/>
                  </a:lnTo>
                  <a:lnTo>
                    <a:pt x="930743" y="230090"/>
                  </a:lnTo>
                  <a:lnTo>
                    <a:pt x="890598" y="266182"/>
                  </a:lnTo>
                  <a:lnTo>
                    <a:pt x="848900" y="301555"/>
                  </a:lnTo>
                  <a:lnTo>
                    <a:pt x="805683" y="336181"/>
                  </a:lnTo>
                  <a:lnTo>
                    <a:pt x="760979" y="370034"/>
                  </a:lnTo>
                  <a:lnTo>
                    <a:pt x="714822" y="403089"/>
                  </a:lnTo>
                  <a:lnTo>
                    <a:pt x="667247" y="435319"/>
                  </a:lnTo>
                  <a:lnTo>
                    <a:pt x="618291" y="466700"/>
                  </a:lnTo>
                  <a:lnTo>
                    <a:pt x="567992" y="497208"/>
                  </a:lnTo>
                  <a:lnTo>
                    <a:pt x="516386" y="526820"/>
                  </a:lnTo>
                  <a:lnTo>
                    <a:pt x="463515" y="555514"/>
                  </a:lnTo>
                  <a:lnTo>
                    <a:pt x="409418" y="583267"/>
                  </a:lnTo>
                  <a:lnTo>
                    <a:pt x="354137" y="610058"/>
                  </a:lnTo>
                  <a:lnTo>
                    <a:pt x="297713" y="635867"/>
                  </a:lnTo>
                  <a:lnTo>
                    <a:pt x="240191" y="660674"/>
                  </a:lnTo>
                  <a:lnTo>
                    <a:pt x="181613" y="684460"/>
                  </a:lnTo>
                  <a:lnTo>
                    <a:pt x="122025" y="707207"/>
                  </a:lnTo>
                  <a:lnTo>
                    <a:pt x="61472" y="728897"/>
                  </a:lnTo>
                  <a:lnTo>
                    <a:pt x="0" y="749515"/>
                  </a:lnTo>
                </a:path>
              </a:pathLst>
            </a:custGeom>
            <a:ln w="25400">
              <a:solidFill>
                <a:srgbClr val="070154"/>
              </a:solidFill>
              <a:prstDash val="solid"/>
            </a:ln>
          </p:spPr>
        </p:sp>
        <p:sp>
          <p:nvSpPr>
            <p:cNvPr id="16" name="node01.items.source-002.arc.cap-1"/>
            <p:cNvSpPr/>
            <p:nvPr/>
          </p:nvSpPr>
          <p:spPr>
            <a:xfrm>
              <a:off x="6533502" y="4435474"/>
              <a:ext cx="25400" cy="25400"/>
            </a:xfrm>
            <a:prstGeom prst="ellipse">
              <a:avLst/>
            </a:prstGeom>
            <a:solidFill>
              <a:srgbClr val="070154"/>
            </a:solidFill>
            <a:ln>
              <a:noFill/>
            </a:ln>
          </p:spPr>
        </p:sp>
        <p:sp>
          <p:nvSpPr>
            <p:cNvPr id="17" name="node01.items.source-002.arc.cap-2"/>
            <p:cNvSpPr/>
            <p:nvPr/>
          </p:nvSpPr>
          <p:spPr>
            <a:xfrm>
              <a:off x="5396105" y="5184989"/>
              <a:ext cx="25400" cy="25400"/>
            </a:xfrm>
            <a:prstGeom prst="ellipse">
              <a:avLst/>
            </a:prstGeom>
            <a:solidFill>
              <a:srgbClr val="070154"/>
            </a:solidFill>
            <a:ln>
              <a:noFill/>
            </a:ln>
          </p:spPr>
        </p:sp>
        <p:sp>
          <p:nvSpPr>
            <p:cNvPr id="18" name="node01.items.source-002.arc.arrow-1"/>
            <p:cNvSpPr/>
            <p:nvPr/>
          </p:nvSpPr>
          <p:spPr>
            <a:xfrm>
              <a:off x="5408805" y="5113838"/>
              <a:ext cx="77676" cy="83851"/>
            </a:xfrm>
            <a:custGeom>
              <a:avLst/>
              <a:gdLst/>
              <a:ahLst/>
              <a:cxnLst/>
              <a:rect l="l" t="t" r="r" b="b"/>
              <a:pathLst>
                <a:path w="77676" h="83851">
                  <a:moveTo>
                    <a:pt x="0" y="83851"/>
                  </a:moveTo>
                  <a:lnTo>
                    <a:pt x="77676" y="0"/>
                  </a:lnTo>
                </a:path>
              </a:pathLst>
            </a:custGeom>
            <a:ln w="25400">
              <a:solidFill>
                <a:srgbClr val="070154"/>
              </a:solidFill>
              <a:prstDash val="solid"/>
            </a:ln>
          </p:spPr>
        </p:sp>
        <p:sp>
          <p:nvSpPr>
            <p:cNvPr id="19" name="node01.items.source-002.arc.arrow-1.cap-1"/>
            <p:cNvSpPr/>
            <p:nvPr/>
          </p:nvSpPr>
          <p:spPr>
            <a:xfrm>
              <a:off x="5396105" y="5184989"/>
              <a:ext cx="25400" cy="25400"/>
            </a:xfrm>
            <a:prstGeom prst="ellipse">
              <a:avLst/>
            </a:prstGeom>
            <a:solidFill>
              <a:srgbClr val="070154"/>
            </a:solidFill>
            <a:ln>
              <a:noFill/>
            </a:ln>
          </p:spPr>
        </p:sp>
        <p:sp>
          <p:nvSpPr>
            <p:cNvPr id="20" name="node01.items.source-002.arc.arrow-1.cap-2"/>
            <p:cNvSpPr/>
            <p:nvPr/>
          </p:nvSpPr>
          <p:spPr>
            <a:xfrm>
              <a:off x="5473780" y="5101138"/>
              <a:ext cx="25400" cy="25400"/>
            </a:xfrm>
            <a:prstGeom prst="ellipse">
              <a:avLst/>
            </a:prstGeom>
            <a:solidFill>
              <a:srgbClr val="070154"/>
            </a:solidFill>
            <a:ln>
              <a:noFill/>
            </a:ln>
          </p:spPr>
        </p:sp>
        <p:sp>
          <p:nvSpPr>
            <p:cNvPr id="21" name="node01.items.source-002.arc.arrow-2"/>
            <p:cNvSpPr/>
            <p:nvPr/>
          </p:nvSpPr>
          <p:spPr>
            <a:xfrm>
              <a:off x="5408805" y="5197689"/>
              <a:ext cx="112526" cy="20057"/>
            </a:xfrm>
            <a:custGeom>
              <a:avLst/>
              <a:gdLst/>
              <a:ahLst/>
              <a:cxnLst/>
              <a:rect l="l" t="t" r="r" b="b"/>
              <a:pathLst>
                <a:path w="112526" h="20057">
                  <a:moveTo>
                    <a:pt x="0" y="0"/>
                  </a:moveTo>
                  <a:lnTo>
                    <a:pt x="112526" y="20057"/>
                  </a:lnTo>
                </a:path>
              </a:pathLst>
            </a:custGeom>
            <a:ln w="25400">
              <a:solidFill>
                <a:srgbClr val="070154"/>
              </a:solidFill>
              <a:prstDash val="solid"/>
            </a:ln>
          </p:spPr>
        </p:sp>
        <p:sp>
          <p:nvSpPr>
            <p:cNvPr id="22" name="node01.items.source-002.arc.arrow-2.cap-1"/>
            <p:cNvSpPr/>
            <p:nvPr/>
          </p:nvSpPr>
          <p:spPr>
            <a:xfrm>
              <a:off x="5396105" y="5184989"/>
              <a:ext cx="25400" cy="25400"/>
            </a:xfrm>
            <a:prstGeom prst="ellipse">
              <a:avLst/>
            </a:prstGeom>
            <a:solidFill>
              <a:srgbClr val="070154"/>
            </a:solidFill>
            <a:ln>
              <a:noFill/>
            </a:ln>
          </p:spPr>
        </p:sp>
        <p:sp>
          <p:nvSpPr>
            <p:cNvPr id="23" name="node01.items.source-002.arc.arrow-2.cap-2"/>
            <p:cNvSpPr/>
            <p:nvPr/>
          </p:nvSpPr>
          <p:spPr>
            <a:xfrm>
              <a:off x="5508631" y="5205046"/>
              <a:ext cx="25400" cy="25400"/>
            </a:xfrm>
            <a:prstGeom prst="ellipse">
              <a:avLst/>
            </a:prstGeom>
            <a:solidFill>
              <a:srgbClr val="070154"/>
            </a:solidFill>
            <a:ln>
              <a:noFill/>
            </a:ln>
          </p:spPr>
        </p:sp>
        <p:sp>
          <p:nvSpPr>
            <p:cNvPr id="24" name="node01.items.source-003.arc"/>
            <p:cNvSpPr/>
            <p:nvPr/>
          </p:nvSpPr>
          <p:spPr>
            <a:xfrm>
              <a:off x="1988198" y="4448174"/>
              <a:ext cx="1137397" cy="749515"/>
            </a:xfrm>
            <a:custGeom>
              <a:avLst/>
              <a:gdLst/>
              <a:ahLst/>
              <a:cxnLst/>
              <a:rect l="l" t="t" r="r" b="b"/>
              <a:pathLst>
                <a:path w="1137397" h="749515">
                  <a:moveTo>
                    <a:pt x="1137397" y="749515"/>
                  </a:moveTo>
                  <a:lnTo>
                    <a:pt x="1075925" y="728897"/>
                  </a:lnTo>
                  <a:lnTo>
                    <a:pt x="1015372" y="707207"/>
                  </a:lnTo>
                  <a:lnTo>
                    <a:pt x="955784" y="684460"/>
                  </a:lnTo>
                  <a:lnTo>
                    <a:pt x="897206" y="660674"/>
                  </a:lnTo>
                  <a:lnTo>
                    <a:pt x="839684" y="635867"/>
                  </a:lnTo>
                  <a:lnTo>
                    <a:pt x="783260" y="610058"/>
                  </a:lnTo>
                  <a:lnTo>
                    <a:pt x="727979" y="583267"/>
                  </a:lnTo>
                  <a:lnTo>
                    <a:pt x="673882" y="555514"/>
                  </a:lnTo>
                  <a:lnTo>
                    <a:pt x="621011" y="526820"/>
                  </a:lnTo>
                  <a:lnTo>
                    <a:pt x="569405" y="497208"/>
                  </a:lnTo>
                  <a:lnTo>
                    <a:pt x="519106" y="466700"/>
                  </a:lnTo>
                  <a:lnTo>
                    <a:pt x="470150" y="435319"/>
                  </a:lnTo>
                  <a:lnTo>
                    <a:pt x="422575" y="403089"/>
                  </a:lnTo>
                  <a:lnTo>
                    <a:pt x="376418" y="370034"/>
                  </a:lnTo>
                  <a:lnTo>
                    <a:pt x="331714" y="336181"/>
                  </a:lnTo>
                  <a:lnTo>
                    <a:pt x="288497" y="301555"/>
                  </a:lnTo>
                  <a:lnTo>
                    <a:pt x="246799" y="266182"/>
                  </a:lnTo>
                  <a:lnTo>
                    <a:pt x="206654" y="230090"/>
                  </a:lnTo>
                  <a:lnTo>
                    <a:pt x="168091" y="193305"/>
                  </a:lnTo>
                  <a:lnTo>
                    <a:pt x="131140" y="155856"/>
                  </a:lnTo>
                  <a:lnTo>
                    <a:pt x="95829" y="117772"/>
                  </a:lnTo>
                  <a:lnTo>
                    <a:pt x="62185" y="79081"/>
                  </a:lnTo>
                  <a:lnTo>
                    <a:pt x="30234" y="39814"/>
                  </a:lnTo>
                  <a:lnTo>
                    <a:pt x="0" y="0"/>
                  </a:lnTo>
                </a:path>
              </a:pathLst>
            </a:custGeom>
            <a:ln w="25400">
              <a:solidFill>
                <a:srgbClr val="070154"/>
              </a:solidFill>
              <a:prstDash val="solid"/>
            </a:ln>
          </p:spPr>
        </p:sp>
        <p:sp>
          <p:nvSpPr>
            <p:cNvPr id="25" name="node01.items.source-003.arc.cap-1"/>
            <p:cNvSpPr/>
            <p:nvPr/>
          </p:nvSpPr>
          <p:spPr>
            <a:xfrm>
              <a:off x="3112895" y="5184989"/>
              <a:ext cx="25400" cy="25400"/>
            </a:xfrm>
            <a:prstGeom prst="ellipse">
              <a:avLst/>
            </a:prstGeom>
            <a:solidFill>
              <a:srgbClr val="070154"/>
            </a:solidFill>
            <a:ln>
              <a:noFill/>
            </a:ln>
          </p:spPr>
        </p:sp>
        <p:sp>
          <p:nvSpPr>
            <p:cNvPr id="26" name="node01.items.source-003.arc.cap-2"/>
            <p:cNvSpPr/>
            <p:nvPr/>
          </p:nvSpPr>
          <p:spPr>
            <a:xfrm>
              <a:off x="1975498" y="4435474"/>
              <a:ext cx="25400" cy="25400"/>
            </a:xfrm>
            <a:prstGeom prst="ellipse">
              <a:avLst/>
            </a:prstGeom>
            <a:solidFill>
              <a:srgbClr val="070154"/>
            </a:solidFill>
            <a:ln>
              <a:noFill/>
            </a:ln>
          </p:spPr>
        </p:sp>
        <p:sp>
          <p:nvSpPr>
            <p:cNvPr id="27" name="node01.items.source-003.arc.arrow-1"/>
            <p:cNvSpPr/>
            <p:nvPr/>
          </p:nvSpPr>
          <p:spPr>
            <a:xfrm>
              <a:off x="1988198" y="4448174"/>
              <a:ext cx="104304" cy="46745"/>
            </a:xfrm>
            <a:custGeom>
              <a:avLst/>
              <a:gdLst/>
              <a:ahLst/>
              <a:cxnLst/>
              <a:rect l="l" t="t" r="r" b="b"/>
              <a:pathLst>
                <a:path w="104304" h="46745">
                  <a:moveTo>
                    <a:pt x="0" y="0"/>
                  </a:moveTo>
                  <a:lnTo>
                    <a:pt x="104304" y="46745"/>
                  </a:lnTo>
                </a:path>
              </a:pathLst>
            </a:custGeom>
            <a:ln w="25400">
              <a:solidFill>
                <a:srgbClr val="070154"/>
              </a:solidFill>
              <a:prstDash val="solid"/>
            </a:ln>
          </p:spPr>
        </p:sp>
        <p:sp>
          <p:nvSpPr>
            <p:cNvPr id="28" name="node01.items.source-003.arc.arrow-1.cap-1"/>
            <p:cNvSpPr/>
            <p:nvPr/>
          </p:nvSpPr>
          <p:spPr>
            <a:xfrm>
              <a:off x="1975498" y="4435474"/>
              <a:ext cx="25400" cy="25400"/>
            </a:xfrm>
            <a:prstGeom prst="ellipse">
              <a:avLst/>
            </a:prstGeom>
            <a:solidFill>
              <a:srgbClr val="070154"/>
            </a:solidFill>
            <a:ln>
              <a:noFill/>
            </a:ln>
          </p:spPr>
        </p:sp>
        <p:sp>
          <p:nvSpPr>
            <p:cNvPr id="29" name="node01.items.source-003.arc.arrow-1.cap-2"/>
            <p:cNvSpPr/>
            <p:nvPr/>
          </p:nvSpPr>
          <p:spPr>
            <a:xfrm>
              <a:off x="2079803" y="4482219"/>
              <a:ext cx="25400" cy="25400"/>
            </a:xfrm>
            <a:prstGeom prst="ellipse">
              <a:avLst/>
            </a:prstGeom>
            <a:solidFill>
              <a:srgbClr val="070154"/>
            </a:solidFill>
            <a:ln>
              <a:noFill/>
            </a:ln>
          </p:spPr>
        </p:sp>
        <p:sp>
          <p:nvSpPr>
            <p:cNvPr id="30" name="node01.items.source-003.arc.arrow-2"/>
            <p:cNvSpPr/>
            <p:nvPr/>
          </p:nvSpPr>
          <p:spPr>
            <a:xfrm>
              <a:off x="1988198" y="4448174"/>
              <a:ext cx="17021" cy="113025"/>
            </a:xfrm>
            <a:custGeom>
              <a:avLst/>
              <a:gdLst/>
              <a:ahLst/>
              <a:cxnLst/>
              <a:rect l="l" t="t" r="r" b="b"/>
              <a:pathLst>
                <a:path w="17021" h="113025">
                  <a:moveTo>
                    <a:pt x="0" y="0"/>
                  </a:moveTo>
                  <a:lnTo>
                    <a:pt x="17021" y="113025"/>
                  </a:lnTo>
                </a:path>
              </a:pathLst>
            </a:custGeom>
            <a:ln w="25400">
              <a:solidFill>
                <a:srgbClr val="070154"/>
              </a:solidFill>
              <a:prstDash val="solid"/>
            </a:ln>
          </p:spPr>
        </p:sp>
        <p:sp>
          <p:nvSpPr>
            <p:cNvPr id="31" name="node01.items.source-003.arc.arrow-2.cap-1"/>
            <p:cNvSpPr/>
            <p:nvPr/>
          </p:nvSpPr>
          <p:spPr>
            <a:xfrm>
              <a:off x="1975498" y="4435474"/>
              <a:ext cx="25400" cy="25400"/>
            </a:xfrm>
            <a:prstGeom prst="ellipse">
              <a:avLst/>
            </a:prstGeom>
            <a:solidFill>
              <a:srgbClr val="070154"/>
            </a:solidFill>
            <a:ln>
              <a:noFill/>
            </a:ln>
          </p:spPr>
        </p:sp>
        <p:sp>
          <p:nvSpPr>
            <p:cNvPr id="32" name="node01.items.source-003.arc.arrow-2.cap-2"/>
            <p:cNvSpPr/>
            <p:nvPr/>
          </p:nvSpPr>
          <p:spPr>
            <a:xfrm>
              <a:off x="1992520" y="4548499"/>
              <a:ext cx="25400" cy="25400"/>
            </a:xfrm>
            <a:prstGeom prst="ellipse">
              <a:avLst/>
            </a:prstGeom>
            <a:solidFill>
              <a:srgbClr val="070154"/>
            </a:solidFill>
            <a:ln>
              <a:noFill/>
            </a:ln>
          </p:spPr>
        </p:sp>
        <p:sp>
          <p:nvSpPr>
            <p:cNvPr id="33" name="node01.items.source-004.arc"/>
            <p:cNvSpPr/>
            <p:nvPr/>
          </p:nvSpPr>
          <p:spPr>
            <a:xfrm>
              <a:off x="1988198" y="2346111"/>
              <a:ext cx="1137397" cy="749515"/>
            </a:xfrm>
            <a:custGeom>
              <a:avLst/>
              <a:gdLst/>
              <a:ahLst/>
              <a:cxnLst/>
              <a:rect l="l" t="t" r="r" b="b"/>
              <a:pathLst>
                <a:path w="1137397" h="749515">
                  <a:moveTo>
                    <a:pt x="0" y="749515"/>
                  </a:moveTo>
                  <a:lnTo>
                    <a:pt x="30234" y="709701"/>
                  </a:lnTo>
                  <a:lnTo>
                    <a:pt x="62185" y="670433"/>
                  </a:lnTo>
                  <a:lnTo>
                    <a:pt x="95829" y="631743"/>
                  </a:lnTo>
                  <a:lnTo>
                    <a:pt x="131140" y="593659"/>
                  </a:lnTo>
                  <a:lnTo>
                    <a:pt x="168091" y="556210"/>
                  </a:lnTo>
                  <a:lnTo>
                    <a:pt x="206654" y="519425"/>
                  </a:lnTo>
                  <a:lnTo>
                    <a:pt x="246799" y="483333"/>
                  </a:lnTo>
                  <a:lnTo>
                    <a:pt x="288497" y="447960"/>
                  </a:lnTo>
                  <a:lnTo>
                    <a:pt x="331714" y="413334"/>
                  </a:lnTo>
                  <a:lnTo>
                    <a:pt x="376418" y="379480"/>
                  </a:lnTo>
                  <a:lnTo>
                    <a:pt x="422575" y="346426"/>
                  </a:lnTo>
                  <a:lnTo>
                    <a:pt x="470150" y="314196"/>
                  </a:lnTo>
                  <a:lnTo>
                    <a:pt x="519106" y="282815"/>
                  </a:lnTo>
                  <a:lnTo>
                    <a:pt x="569405" y="252307"/>
                  </a:lnTo>
                  <a:lnTo>
                    <a:pt x="621011" y="222695"/>
                  </a:lnTo>
                  <a:lnTo>
                    <a:pt x="673882" y="194001"/>
                  </a:lnTo>
                  <a:lnTo>
                    <a:pt x="727979" y="166248"/>
                  </a:lnTo>
                  <a:lnTo>
                    <a:pt x="783260" y="139457"/>
                  </a:lnTo>
                  <a:lnTo>
                    <a:pt x="839684" y="113648"/>
                  </a:lnTo>
                  <a:lnTo>
                    <a:pt x="897206" y="88841"/>
                  </a:lnTo>
                  <a:lnTo>
                    <a:pt x="955784" y="65055"/>
                  </a:lnTo>
                  <a:lnTo>
                    <a:pt x="1015372" y="42308"/>
                  </a:lnTo>
                  <a:lnTo>
                    <a:pt x="1075925" y="20618"/>
                  </a:lnTo>
                  <a:lnTo>
                    <a:pt x="1137397" y="0"/>
                  </a:lnTo>
                </a:path>
              </a:pathLst>
            </a:custGeom>
            <a:ln w="25400">
              <a:solidFill>
                <a:srgbClr val="070154"/>
              </a:solidFill>
              <a:prstDash val="solid"/>
            </a:ln>
          </p:spPr>
        </p:sp>
        <p:sp>
          <p:nvSpPr>
            <p:cNvPr id="34" name="node01.items.source-004.arc.cap-1"/>
            <p:cNvSpPr/>
            <p:nvPr/>
          </p:nvSpPr>
          <p:spPr>
            <a:xfrm>
              <a:off x="1975498" y="3082926"/>
              <a:ext cx="25400" cy="25400"/>
            </a:xfrm>
            <a:prstGeom prst="ellipse">
              <a:avLst/>
            </a:prstGeom>
            <a:solidFill>
              <a:srgbClr val="070154"/>
            </a:solidFill>
            <a:ln>
              <a:noFill/>
            </a:ln>
          </p:spPr>
        </p:sp>
        <p:sp>
          <p:nvSpPr>
            <p:cNvPr id="35" name="node01.items.source-004.arc.cap-2"/>
            <p:cNvSpPr/>
            <p:nvPr/>
          </p:nvSpPr>
          <p:spPr>
            <a:xfrm>
              <a:off x="3112895" y="2333411"/>
              <a:ext cx="25400" cy="25400"/>
            </a:xfrm>
            <a:prstGeom prst="ellipse">
              <a:avLst/>
            </a:prstGeom>
            <a:solidFill>
              <a:srgbClr val="070154"/>
            </a:solidFill>
            <a:ln>
              <a:noFill/>
            </a:ln>
          </p:spPr>
        </p:sp>
        <p:sp>
          <p:nvSpPr>
            <p:cNvPr id="36" name="node01.items.source-004.arc.arrow-1"/>
            <p:cNvSpPr/>
            <p:nvPr/>
          </p:nvSpPr>
          <p:spPr>
            <a:xfrm>
              <a:off x="3047920" y="2346111"/>
              <a:ext cx="77676" cy="83851"/>
            </a:xfrm>
            <a:custGeom>
              <a:avLst/>
              <a:gdLst/>
              <a:ahLst/>
              <a:cxnLst/>
              <a:rect l="l" t="t" r="r" b="b"/>
              <a:pathLst>
                <a:path w="77676" h="83851">
                  <a:moveTo>
                    <a:pt x="77676" y="0"/>
                  </a:moveTo>
                  <a:lnTo>
                    <a:pt x="0" y="83851"/>
                  </a:lnTo>
                </a:path>
              </a:pathLst>
            </a:custGeom>
            <a:ln w="25400">
              <a:solidFill>
                <a:srgbClr val="070154"/>
              </a:solidFill>
              <a:prstDash val="solid"/>
            </a:ln>
          </p:spPr>
        </p:sp>
        <p:sp>
          <p:nvSpPr>
            <p:cNvPr id="37" name="node01.items.source-004.arc.arrow-1.cap-1"/>
            <p:cNvSpPr/>
            <p:nvPr/>
          </p:nvSpPr>
          <p:spPr>
            <a:xfrm>
              <a:off x="3112895" y="2333411"/>
              <a:ext cx="25400" cy="25400"/>
            </a:xfrm>
            <a:prstGeom prst="ellipse">
              <a:avLst/>
            </a:prstGeom>
            <a:solidFill>
              <a:srgbClr val="070154"/>
            </a:solidFill>
            <a:ln>
              <a:noFill/>
            </a:ln>
          </p:spPr>
        </p:sp>
        <p:sp>
          <p:nvSpPr>
            <p:cNvPr id="38" name="node01.items.source-004.arc.arrow-1.cap-2"/>
            <p:cNvSpPr/>
            <p:nvPr/>
          </p:nvSpPr>
          <p:spPr>
            <a:xfrm>
              <a:off x="3035220" y="2417262"/>
              <a:ext cx="25400" cy="25400"/>
            </a:xfrm>
            <a:prstGeom prst="ellipse">
              <a:avLst/>
            </a:prstGeom>
            <a:solidFill>
              <a:srgbClr val="070154"/>
            </a:solidFill>
            <a:ln>
              <a:noFill/>
            </a:ln>
          </p:spPr>
        </p:sp>
        <p:sp>
          <p:nvSpPr>
            <p:cNvPr id="39" name="node01.items.source-004.arc.arrow-2"/>
            <p:cNvSpPr/>
            <p:nvPr/>
          </p:nvSpPr>
          <p:spPr>
            <a:xfrm>
              <a:off x="3013069" y="2326054"/>
              <a:ext cx="112526" cy="20057"/>
            </a:xfrm>
            <a:custGeom>
              <a:avLst/>
              <a:gdLst/>
              <a:ahLst/>
              <a:cxnLst/>
              <a:rect l="l" t="t" r="r" b="b"/>
              <a:pathLst>
                <a:path w="112526" h="20057">
                  <a:moveTo>
                    <a:pt x="112526" y="20057"/>
                  </a:moveTo>
                  <a:lnTo>
                    <a:pt x="0" y="0"/>
                  </a:lnTo>
                </a:path>
              </a:pathLst>
            </a:custGeom>
            <a:ln w="25400">
              <a:solidFill>
                <a:srgbClr val="070154"/>
              </a:solidFill>
              <a:prstDash val="solid"/>
            </a:ln>
          </p:spPr>
        </p:sp>
        <p:sp>
          <p:nvSpPr>
            <p:cNvPr id="40" name="node01.items.source-004.arc.arrow-2.cap-1"/>
            <p:cNvSpPr/>
            <p:nvPr/>
          </p:nvSpPr>
          <p:spPr>
            <a:xfrm>
              <a:off x="3112895" y="2333411"/>
              <a:ext cx="25400" cy="25400"/>
            </a:xfrm>
            <a:prstGeom prst="ellipse">
              <a:avLst/>
            </a:prstGeom>
            <a:solidFill>
              <a:srgbClr val="070154"/>
            </a:solidFill>
            <a:ln>
              <a:noFill/>
            </a:ln>
          </p:spPr>
        </p:sp>
        <p:sp>
          <p:nvSpPr>
            <p:cNvPr id="41" name="node01.items.source-004.arc.arrow-2.cap-2"/>
            <p:cNvSpPr/>
            <p:nvPr/>
          </p:nvSpPr>
          <p:spPr>
            <a:xfrm>
              <a:off x="3000369" y="2313354"/>
              <a:ext cx="25400" cy="25400"/>
            </a:xfrm>
            <a:prstGeom prst="ellipse">
              <a:avLst/>
            </a:prstGeom>
            <a:solidFill>
              <a:srgbClr val="070154"/>
            </a:solidFill>
            <a:ln>
              <a:noFill/>
            </a:ln>
          </p:spPr>
        </p:sp>
        <p:sp>
          <p:nvSpPr>
            <p:cNvPr id="42" name="node01.loops.source-001.curve"/>
            <p:cNvSpPr/>
            <p:nvPr/>
          </p:nvSpPr>
          <p:spPr>
            <a:xfrm>
              <a:off x="2857500" y="2735407"/>
              <a:ext cx="2819400" cy="403687"/>
            </a:xfrm>
            <a:custGeom>
              <a:avLst/>
              <a:gdLst/>
              <a:ahLst/>
              <a:cxnLst/>
              <a:rect l="l" t="t" r="r" b="b"/>
              <a:pathLst>
                <a:path w="2819400" h="403687">
                  <a:moveTo>
                    <a:pt x="0" y="403687"/>
                  </a:moveTo>
                  <a:quadBezTo>
                    <a:pt x="1409700" y="-403687"/>
                    <a:pt x="2819400" y="403687"/>
                  </a:quadBezTo>
                </a:path>
              </a:pathLst>
            </a:custGeom>
            <a:ln w="19050">
              <a:solidFill>
                <a:srgbClr val="0047FF"/>
              </a:solidFill>
              <a:prstDash val="dash"/>
            </a:ln>
          </p:spPr>
        </p:sp>
        <p:sp>
          <p:nvSpPr>
            <p:cNvPr id="43" name="node01.loops.source-001.arrow-1"/>
            <p:cNvSpPr/>
            <p:nvPr/>
          </p:nvSpPr>
          <p:spPr>
            <a:xfrm>
              <a:off x="5562602" y="3139094"/>
              <a:ext cx="114298" cy="701"/>
            </a:xfrm>
            <a:custGeom>
              <a:avLst/>
              <a:gdLst/>
              <a:ahLst/>
              <a:cxnLst/>
              <a:rect l="l" t="t" r="r" b="b"/>
              <a:pathLst>
                <a:path w="114298" h="701">
                  <a:moveTo>
                    <a:pt x="114298" y="0"/>
                  </a:moveTo>
                  <a:lnTo>
                    <a:pt x="0" y="701"/>
                  </a:lnTo>
                </a:path>
              </a:pathLst>
            </a:custGeom>
            <a:ln w="25400">
              <a:solidFill>
                <a:srgbClr val="0047FF"/>
              </a:solidFill>
              <a:prstDash val="solid"/>
            </a:ln>
          </p:spPr>
        </p:sp>
        <p:sp>
          <p:nvSpPr>
            <p:cNvPr id="44" name="node01.loops.source-001.arrow-1.cap-1"/>
            <p:cNvSpPr/>
            <p:nvPr/>
          </p:nvSpPr>
          <p:spPr>
            <a:xfrm>
              <a:off x="5664200" y="3126394"/>
              <a:ext cx="25400" cy="25400"/>
            </a:xfrm>
            <a:prstGeom prst="ellipse">
              <a:avLst/>
            </a:prstGeom>
            <a:solidFill>
              <a:srgbClr val="0047FF"/>
            </a:solidFill>
            <a:ln>
              <a:noFill/>
            </a:ln>
          </p:spPr>
        </p:sp>
        <p:sp>
          <p:nvSpPr>
            <p:cNvPr id="45" name="node01.loops.source-001.arrow-1.cap-2"/>
            <p:cNvSpPr/>
            <p:nvPr/>
          </p:nvSpPr>
          <p:spPr>
            <a:xfrm>
              <a:off x="5549902" y="3127095"/>
              <a:ext cx="25400" cy="25400"/>
            </a:xfrm>
            <a:prstGeom prst="ellipse">
              <a:avLst/>
            </a:prstGeom>
            <a:solidFill>
              <a:srgbClr val="0047FF"/>
            </a:solidFill>
            <a:ln>
              <a:noFill/>
            </a:ln>
          </p:spPr>
        </p:sp>
        <p:sp>
          <p:nvSpPr>
            <p:cNvPr id="46" name="node01.loops.source-001.arrow-2"/>
            <p:cNvSpPr/>
            <p:nvPr/>
          </p:nvSpPr>
          <p:spPr>
            <a:xfrm>
              <a:off x="5614555" y="3043294"/>
              <a:ext cx="62345" cy="95799"/>
            </a:xfrm>
            <a:custGeom>
              <a:avLst/>
              <a:gdLst/>
              <a:ahLst/>
              <a:cxnLst/>
              <a:rect l="l" t="t" r="r" b="b"/>
              <a:pathLst>
                <a:path w="62345" h="95799">
                  <a:moveTo>
                    <a:pt x="62345" y="95799"/>
                  </a:moveTo>
                  <a:lnTo>
                    <a:pt x="0" y="0"/>
                  </a:lnTo>
                </a:path>
              </a:pathLst>
            </a:custGeom>
            <a:ln w="25400">
              <a:solidFill>
                <a:srgbClr val="0047FF"/>
              </a:solidFill>
              <a:prstDash val="solid"/>
            </a:ln>
          </p:spPr>
        </p:sp>
        <p:sp>
          <p:nvSpPr>
            <p:cNvPr id="47" name="node01.loops.source-001.arrow-2.cap-1"/>
            <p:cNvSpPr/>
            <p:nvPr/>
          </p:nvSpPr>
          <p:spPr>
            <a:xfrm>
              <a:off x="5664200" y="3126394"/>
              <a:ext cx="25400" cy="25400"/>
            </a:xfrm>
            <a:prstGeom prst="ellipse">
              <a:avLst/>
            </a:prstGeom>
            <a:solidFill>
              <a:srgbClr val="0047FF"/>
            </a:solidFill>
            <a:ln>
              <a:noFill/>
            </a:ln>
          </p:spPr>
        </p:sp>
        <p:sp>
          <p:nvSpPr>
            <p:cNvPr id="48" name="node01.loops.source-001.arrow-2.cap-2"/>
            <p:cNvSpPr/>
            <p:nvPr/>
          </p:nvSpPr>
          <p:spPr>
            <a:xfrm>
              <a:off x="5601855" y="3030594"/>
              <a:ext cx="25400" cy="25400"/>
            </a:xfrm>
            <a:prstGeom prst="ellipse">
              <a:avLst/>
            </a:prstGeom>
            <a:solidFill>
              <a:srgbClr val="0047FF"/>
            </a:solidFill>
            <a:ln>
              <a:noFill/>
            </a:ln>
          </p:spPr>
        </p:sp>
        <p:sp>
          <p:nvSpPr>
            <p:cNvPr id="49" name="node01.loops.source-002.curve"/>
            <p:cNvSpPr/>
            <p:nvPr/>
          </p:nvSpPr>
          <p:spPr>
            <a:xfrm>
              <a:off x="4606471" y="4006273"/>
              <a:ext cx="1070429" cy="718127"/>
            </a:xfrm>
            <a:custGeom>
              <a:avLst/>
              <a:gdLst/>
              <a:ahLst/>
              <a:cxnLst/>
              <a:rect l="l" t="t" r="r" b="b"/>
              <a:pathLst>
                <a:path w="1070429" h="718127">
                  <a:moveTo>
                    <a:pt x="0" y="718127"/>
                  </a:moveTo>
                  <a:quadBezTo>
                    <a:pt x="289379" y="165677"/>
                    <a:pt x="1070429" y="0"/>
                  </a:quadBezTo>
                </a:path>
              </a:pathLst>
            </a:custGeom>
            <a:ln w="19050">
              <a:solidFill>
                <a:srgbClr val="0047FF"/>
              </a:solidFill>
              <a:prstDash val="dash"/>
            </a:ln>
          </p:spPr>
        </p:sp>
        <p:sp>
          <p:nvSpPr>
            <p:cNvPr id="50" name="node01.loops.source-002.arrow-1"/>
            <p:cNvSpPr/>
            <p:nvPr/>
          </p:nvSpPr>
          <p:spPr>
            <a:xfrm>
              <a:off x="5591525" y="4006273"/>
              <a:ext cx="85375" cy="75997"/>
            </a:xfrm>
            <a:custGeom>
              <a:avLst/>
              <a:gdLst/>
              <a:ahLst/>
              <a:cxnLst/>
              <a:rect l="l" t="t" r="r" b="b"/>
              <a:pathLst>
                <a:path w="85375" h="75997">
                  <a:moveTo>
                    <a:pt x="85375" y="0"/>
                  </a:moveTo>
                  <a:lnTo>
                    <a:pt x="0" y="75997"/>
                  </a:lnTo>
                </a:path>
              </a:pathLst>
            </a:custGeom>
            <a:ln w="25400">
              <a:solidFill>
                <a:srgbClr val="0047FF"/>
              </a:solidFill>
              <a:prstDash val="solid"/>
            </a:ln>
          </p:spPr>
        </p:sp>
        <p:sp>
          <p:nvSpPr>
            <p:cNvPr id="51" name="node01.loops.source-002.arrow-1.cap-1"/>
            <p:cNvSpPr/>
            <p:nvPr/>
          </p:nvSpPr>
          <p:spPr>
            <a:xfrm>
              <a:off x="5664200" y="3993573"/>
              <a:ext cx="25400" cy="25400"/>
            </a:xfrm>
            <a:prstGeom prst="ellipse">
              <a:avLst/>
            </a:prstGeom>
            <a:solidFill>
              <a:srgbClr val="0047FF"/>
            </a:solidFill>
            <a:ln>
              <a:noFill/>
            </a:ln>
          </p:spPr>
        </p:sp>
        <p:sp>
          <p:nvSpPr>
            <p:cNvPr id="52" name="node01.loops.source-002.arrow-1.cap-2"/>
            <p:cNvSpPr/>
            <p:nvPr/>
          </p:nvSpPr>
          <p:spPr>
            <a:xfrm>
              <a:off x="5578825" y="4069570"/>
              <a:ext cx="25400" cy="25400"/>
            </a:xfrm>
            <a:prstGeom prst="ellipse">
              <a:avLst/>
            </a:prstGeom>
            <a:solidFill>
              <a:srgbClr val="0047FF"/>
            </a:solidFill>
            <a:ln>
              <a:noFill/>
            </a:ln>
          </p:spPr>
        </p:sp>
        <p:sp>
          <p:nvSpPr>
            <p:cNvPr id="53" name="node01.loops.source-002.arrow-2"/>
            <p:cNvSpPr/>
            <p:nvPr/>
          </p:nvSpPr>
          <p:spPr>
            <a:xfrm>
              <a:off x="5566822" y="3975493"/>
              <a:ext cx="110078" cy="30780"/>
            </a:xfrm>
            <a:custGeom>
              <a:avLst/>
              <a:gdLst/>
              <a:ahLst/>
              <a:cxnLst/>
              <a:rect l="l" t="t" r="r" b="b"/>
              <a:pathLst>
                <a:path w="110078" h="30780">
                  <a:moveTo>
                    <a:pt x="110078" y="30780"/>
                  </a:moveTo>
                  <a:lnTo>
                    <a:pt x="0" y="0"/>
                  </a:lnTo>
                </a:path>
              </a:pathLst>
            </a:custGeom>
            <a:ln w="25400">
              <a:solidFill>
                <a:srgbClr val="0047FF"/>
              </a:solidFill>
              <a:prstDash val="solid"/>
            </a:ln>
          </p:spPr>
        </p:sp>
        <p:sp>
          <p:nvSpPr>
            <p:cNvPr id="54" name="node01.loops.source-002.arrow-2.cap-1"/>
            <p:cNvSpPr/>
            <p:nvPr/>
          </p:nvSpPr>
          <p:spPr>
            <a:xfrm>
              <a:off x="5664200" y="3993573"/>
              <a:ext cx="25400" cy="25400"/>
            </a:xfrm>
            <a:prstGeom prst="ellipse">
              <a:avLst/>
            </a:prstGeom>
            <a:solidFill>
              <a:srgbClr val="0047FF"/>
            </a:solidFill>
            <a:ln>
              <a:noFill/>
            </a:ln>
          </p:spPr>
        </p:sp>
        <p:sp>
          <p:nvSpPr>
            <p:cNvPr id="55" name="node01.loops.source-002.arrow-2.cap-2"/>
            <p:cNvSpPr/>
            <p:nvPr/>
          </p:nvSpPr>
          <p:spPr>
            <a:xfrm>
              <a:off x="5554122" y="3962793"/>
              <a:ext cx="25400" cy="25400"/>
            </a:xfrm>
            <a:prstGeom prst="ellipse">
              <a:avLst/>
            </a:prstGeom>
            <a:solidFill>
              <a:srgbClr val="0047FF"/>
            </a:solidFill>
            <a:ln>
              <a:noFill/>
            </a:ln>
          </p:spPr>
        </p:sp>
        <p:sp>
          <p:nvSpPr>
            <p:cNvPr id="56" name="node01.center.label"/>
            <p:cNvSpPr/>
            <p:nvPr/>
          </p:nvSpPr>
          <p:spPr>
            <a:xfrm>
              <a:off x="2884170" y="3263900"/>
              <a:ext cx="27660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57" name="node01.center.title"/>
            <p:cNvSpPr/>
            <p:nvPr/>
          </p:nvSpPr>
          <p:spPr>
            <a:xfrm>
              <a:off x="2884170" y="3467100"/>
              <a:ext cx="276606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Product lifecycle</a:t>
              </a:r>
              <a:endParaRPr lang="en-US" sz="1800" spc="-18" kern="0" b="0" i="0" dirty="0">
                <a:solidFill>
                  <a:srgbClr val="070154"/>
                </a:solidFill>
                <a:latin typeface="IBM Plex Sans SemiBold"/>
                <a:ea typeface="IBM Plex Sans SemiBold"/>
                <a:cs typeface="IBM Plex Sans SemiBold"/>
              </a:endParaRPr>
            </a:p>
          </p:txBody>
        </p:sp>
        <p:sp>
          <p:nvSpPr>
            <p:cNvPr id="58" name="node01.items.source-001.surface"/>
            <p:cNvSpPr/>
            <p:nvPr/>
          </p:nvSpPr>
          <p:spPr>
            <a:xfrm>
              <a:off x="3238500" y="1600200"/>
              <a:ext cx="2057400" cy="1143000"/>
            </a:xfrm>
            <a:prstGeom prst="rect">
              <a:avLst/>
            </a:prstGeom>
            <a:solidFill>
              <a:srgbClr val="E8EEF8"/>
            </a:solidFill>
            <a:ln>
              <a:noFill/>
            </a:ln>
          </p:spPr>
        </p:sp>
        <p:sp>
          <p:nvSpPr>
            <p:cNvPr id="59" name="node01.items.source-001.label"/>
            <p:cNvSpPr/>
            <p:nvPr/>
          </p:nvSpPr>
          <p:spPr>
            <a:xfrm>
              <a:off x="3390900" y="1778000"/>
              <a:ext cx="17526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Identify</a:t>
              </a:r>
              <a:endParaRPr lang="en-US" sz="1800" spc="-18" kern="0" b="0" i="0" dirty="0">
                <a:solidFill>
                  <a:srgbClr val="070154"/>
                </a:solidFill>
                <a:latin typeface="IBM Plex Sans SemiBold"/>
                <a:ea typeface="IBM Plex Sans SemiBold"/>
                <a:cs typeface="IBM Plex Sans SemiBold"/>
              </a:endParaRPr>
            </a:p>
          </p:txBody>
        </p:sp>
        <p:sp>
          <p:nvSpPr>
            <p:cNvPr id="60" name="node01.items.source-001.text"/>
            <p:cNvSpPr/>
            <p:nvPr/>
          </p:nvSpPr>
          <p:spPr>
            <a:xfrm>
              <a:off x="3390900" y="210820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Find the problems worth solving.</a:t>
              </a:r>
              <a:endParaRPr lang="en-US" sz="1200" spc="0" kern="0" b="0" i="0" dirty="0">
                <a:solidFill>
                  <a:srgbClr val="070154"/>
                </a:solidFill>
                <a:latin typeface="IBM Plex Sans"/>
                <a:ea typeface="IBM Plex Sans"/>
                <a:cs typeface="IBM Plex Sans"/>
              </a:endParaRPr>
            </a:p>
          </p:txBody>
        </p:sp>
        <p:sp>
          <p:nvSpPr>
            <p:cNvPr id="61" name="node01.items.source-002.surface"/>
            <p:cNvSpPr/>
            <p:nvPr/>
          </p:nvSpPr>
          <p:spPr>
            <a:xfrm>
              <a:off x="5753100" y="3200400"/>
              <a:ext cx="2057400" cy="1143000"/>
            </a:xfrm>
            <a:prstGeom prst="rect">
              <a:avLst/>
            </a:prstGeom>
            <a:solidFill>
              <a:srgbClr val="E8EEF8"/>
            </a:solidFill>
            <a:ln>
              <a:noFill/>
            </a:ln>
          </p:spPr>
        </p:sp>
        <p:sp>
          <p:nvSpPr>
            <p:cNvPr id="62" name="node01.items.source-002.label"/>
            <p:cNvSpPr/>
            <p:nvPr/>
          </p:nvSpPr>
          <p:spPr>
            <a:xfrm>
              <a:off x="5905500" y="3378200"/>
              <a:ext cx="17526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Define</a:t>
              </a:r>
              <a:endParaRPr lang="en-US" sz="1800" spc="-18" kern="0" b="0" i="0" dirty="0">
                <a:solidFill>
                  <a:srgbClr val="070154"/>
                </a:solidFill>
                <a:latin typeface="IBM Plex Sans SemiBold"/>
                <a:ea typeface="IBM Plex Sans SemiBold"/>
                <a:cs typeface="IBM Plex Sans SemiBold"/>
              </a:endParaRPr>
            </a:p>
          </p:txBody>
        </p:sp>
        <p:sp>
          <p:nvSpPr>
            <p:cNvPr id="63" name="node01.items.source-002.text"/>
            <p:cNvSpPr/>
            <p:nvPr/>
          </p:nvSpPr>
          <p:spPr>
            <a:xfrm>
              <a:off x="5905500" y="370840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Shape the product and the plan.</a:t>
              </a:r>
              <a:endParaRPr lang="en-US" sz="1200" spc="0" kern="0" b="0" i="0" dirty="0">
                <a:solidFill>
                  <a:srgbClr val="070154"/>
                </a:solidFill>
                <a:latin typeface="IBM Plex Sans"/>
                <a:ea typeface="IBM Plex Sans"/>
                <a:cs typeface="IBM Plex Sans"/>
              </a:endParaRPr>
            </a:p>
          </p:txBody>
        </p:sp>
        <p:sp>
          <p:nvSpPr>
            <p:cNvPr id="64" name="node01.items.source-003.surface"/>
            <p:cNvSpPr/>
            <p:nvPr/>
          </p:nvSpPr>
          <p:spPr>
            <a:xfrm>
              <a:off x="3238500" y="4800600"/>
              <a:ext cx="2057400" cy="1143000"/>
            </a:xfrm>
            <a:prstGeom prst="rect">
              <a:avLst/>
            </a:prstGeom>
            <a:solidFill>
              <a:srgbClr val="E8EEF8"/>
            </a:solidFill>
            <a:ln>
              <a:noFill/>
            </a:ln>
          </p:spPr>
        </p:sp>
        <p:sp>
          <p:nvSpPr>
            <p:cNvPr id="65" name="node01.items.source-003.label"/>
            <p:cNvSpPr/>
            <p:nvPr/>
          </p:nvSpPr>
          <p:spPr>
            <a:xfrm>
              <a:off x="3390900" y="4978400"/>
              <a:ext cx="17526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sp>
          <p:nvSpPr>
            <p:cNvPr id="66" name="node01.items.source-003.text"/>
            <p:cNvSpPr/>
            <p:nvPr/>
          </p:nvSpPr>
          <p:spPr>
            <a:xfrm>
              <a:off x="3390900" y="530860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Ship tested software in releases.</a:t>
              </a:r>
              <a:endParaRPr lang="en-US" sz="1200" spc="0" kern="0" b="0" i="0" dirty="0">
                <a:solidFill>
                  <a:srgbClr val="070154"/>
                </a:solidFill>
                <a:latin typeface="IBM Plex Sans"/>
                <a:ea typeface="IBM Plex Sans"/>
                <a:cs typeface="IBM Plex Sans"/>
              </a:endParaRPr>
            </a:p>
          </p:txBody>
        </p:sp>
        <p:sp>
          <p:nvSpPr>
            <p:cNvPr id="67" name="node01.items.source-004.surface"/>
            <p:cNvSpPr/>
            <p:nvPr/>
          </p:nvSpPr>
          <p:spPr>
            <a:xfrm>
              <a:off x="723900" y="3200400"/>
              <a:ext cx="2057400" cy="1143000"/>
            </a:xfrm>
            <a:prstGeom prst="rect">
              <a:avLst/>
            </a:prstGeom>
            <a:solidFill>
              <a:srgbClr val="E8EEF8"/>
            </a:solidFill>
            <a:ln>
              <a:noFill/>
            </a:ln>
          </p:spPr>
        </p:sp>
        <p:sp>
          <p:nvSpPr>
            <p:cNvPr id="68" name="node01.items.source-004.label"/>
            <p:cNvSpPr/>
            <p:nvPr/>
          </p:nvSpPr>
          <p:spPr>
            <a:xfrm>
              <a:off x="876300" y="3378200"/>
              <a:ext cx="17526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Optimize</a:t>
              </a:r>
              <a:endParaRPr lang="en-US" sz="1800" spc="-18" kern="0" b="0" i="0" dirty="0">
                <a:solidFill>
                  <a:srgbClr val="070154"/>
                </a:solidFill>
                <a:latin typeface="IBM Plex Sans SemiBold"/>
                <a:ea typeface="IBM Plex Sans SemiBold"/>
                <a:cs typeface="IBM Plex Sans SemiBold"/>
              </a:endParaRPr>
            </a:p>
          </p:txBody>
        </p:sp>
        <p:sp>
          <p:nvSpPr>
            <p:cNvPr id="69" name="node01.items.source-004.text"/>
            <p:cNvSpPr/>
            <p:nvPr/>
          </p:nvSpPr>
          <p:spPr>
            <a:xfrm>
              <a:off x="876300" y="370840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Prove value, then improve.</a:t>
              </a:r>
              <a:endParaRPr lang="en-US" sz="1200" spc="0" kern="0" b="0" i="0" dirty="0">
                <a:solidFill>
                  <a:srgbClr val="070154"/>
                </a:solidFill>
                <a:latin typeface="IBM Plex Sans"/>
                <a:ea typeface="IBM Plex Sans"/>
                <a:cs typeface="IBM Plex Sans"/>
              </a:endParaRPr>
            </a:p>
          </p:txBody>
        </p:sp>
      </p:grpSp>
      <p:grpSp>
        <p:nvGrpSpPr>
          <p:cNvPr id="80" name="node02"/>
          <p:cNvGrpSpPr/>
          <p:nvPr/>
        </p:nvGrpSpPr>
        <p:grpSpPr>
          <a:xfrm>
            <a:off x="8039100" y="1600200"/>
            <a:ext cx="3429000" cy="1143000"/>
            <a:chOff x="8039100" y="1600200"/>
            <a:chExt cx="3429000" cy="1143000"/>
          </a:xfrm>
        </p:grpSpPr>
        <p:sp>
          <p:nvSpPr>
            <p:cNvPr id="70" name="node02.label"/>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 TO DEFINE</a:t>
              </a:r>
              <a:endParaRPr lang="en-US" sz="900" spc="54" kern="0" b="0" i="0" dirty="0">
                <a:solidFill>
                  <a:srgbClr val="0047FF"/>
                </a:solidFill>
                <a:latin typeface="IBM Plex Mono Medium"/>
                <a:ea typeface="IBM Plex Mono Medium"/>
                <a:cs typeface="IBM Plex Mono Medium"/>
              </a:endParaRPr>
            </a:p>
          </p:txBody>
        </p:sp>
        <p:sp>
          <p:nvSpPr>
            <p:cNvPr id="71" name="node02.title"/>
            <p:cNvSpPr/>
            <p:nvPr/>
          </p:nvSpPr>
          <p:spPr>
            <a:xfrm>
              <a:off x="8039100" y="1828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Findings reshape scope</a:t>
              </a:r>
              <a:endParaRPr lang="en-US" sz="1800" spc="-18" kern="0" b="0" i="0" dirty="0">
                <a:solidFill>
                  <a:srgbClr val="070154"/>
                </a:solidFill>
                <a:latin typeface="IBM Plex Sans SemiBold"/>
                <a:ea typeface="IBM Plex Sans SemiBold"/>
                <a:cs typeface="IBM Plex Sans SemiBold"/>
              </a:endParaRPr>
            </a:p>
          </p:txBody>
        </p:sp>
        <p:sp>
          <p:nvSpPr>
            <p:cNvPr id="72" name="node02.body"/>
            <p:cNvSpPr/>
            <p:nvPr/>
          </p:nvSpPr>
          <p:spPr>
            <a:xfrm>
              <a:off x="8039100" y="22098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Testing and clinician feedback change what we build next.</a:t>
              </a:r>
              <a:endParaRPr lang="en-US" sz="1400" spc="0" kern="0" b="0" i="0" dirty="0">
                <a:solidFill>
                  <a:srgbClr val="50658E"/>
                </a:solidFill>
                <a:latin typeface="IBM Plex Sans"/>
                <a:ea typeface="IBM Plex Sans"/>
                <a:cs typeface="IBM Plex Sans"/>
              </a:endParaRPr>
            </a:p>
          </p:txBody>
        </p:sp>
      </p:grpSp>
      <p:grpSp>
        <p:nvGrpSpPr>
          <p:cNvPr id="81" name="node03"/>
          <p:cNvGrpSpPr/>
          <p:nvPr/>
        </p:nvGrpSpPr>
        <p:grpSpPr>
          <a:xfrm>
            <a:off x="8039100" y="3200400"/>
            <a:ext cx="3429000" cy="1143000"/>
            <a:chOff x="8039100" y="3200400"/>
            <a:chExt cx="3429000" cy="1143000"/>
          </a:xfrm>
        </p:grpSpPr>
        <p:sp>
          <p:nvSpPr>
            <p:cNvPr id="73" name="node03.label"/>
            <p:cNvSpPr/>
            <p:nvPr/>
          </p:nvSpPr>
          <p:spPr>
            <a:xfrm>
              <a:off x="80391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OPTIMIZE TO DEFINE</a:t>
              </a:r>
              <a:endParaRPr lang="en-US" sz="900" spc="54" kern="0" b="0" i="0" dirty="0">
                <a:solidFill>
                  <a:srgbClr val="0047FF"/>
                </a:solidFill>
                <a:latin typeface="IBM Plex Mono Medium"/>
                <a:ea typeface="IBM Plex Mono Medium"/>
                <a:cs typeface="IBM Plex Mono Medium"/>
              </a:endParaRPr>
            </a:p>
          </p:txBody>
        </p:sp>
        <p:sp>
          <p:nvSpPr>
            <p:cNvPr id="74" name="node03.title"/>
            <p:cNvSpPr/>
            <p:nvPr/>
          </p:nvSpPr>
          <p:spPr>
            <a:xfrm>
              <a:off x="8039100" y="3429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Live data reopens design</a:t>
              </a:r>
              <a:endParaRPr lang="en-US" sz="1800" spc="-18" kern="0" b="0" i="0" dirty="0">
                <a:solidFill>
                  <a:srgbClr val="070154"/>
                </a:solidFill>
                <a:latin typeface="IBM Plex Sans SemiBold"/>
                <a:ea typeface="IBM Plex Sans SemiBold"/>
                <a:cs typeface="IBM Plex Sans SemiBold"/>
              </a:endParaRPr>
            </a:p>
          </p:txBody>
        </p:sp>
        <p:sp>
          <p:nvSpPr>
            <p:cNvPr id="75" name="node03.body"/>
            <p:cNvSpPr/>
            <p:nvPr/>
          </p:nvSpPr>
          <p:spPr>
            <a:xfrm>
              <a:off x="8039100" y="38100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Adoption and usage evidence change the solution.</a:t>
              </a:r>
              <a:endParaRPr lang="en-US" sz="1400" spc="0" kern="0" b="0" i="0" dirty="0">
                <a:solidFill>
                  <a:srgbClr val="50658E"/>
                </a:solidFill>
                <a:latin typeface="IBM Plex Sans"/>
                <a:ea typeface="IBM Plex Sans"/>
                <a:cs typeface="IBM Plex Sans"/>
              </a:endParaRPr>
            </a:p>
          </p:txBody>
        </p:sp>
      </p:grpSp>
      <p:grpSp>
        <p:nvGrpSpPr>
          <p:cNvPr id="82" name="node04"/>
          <p:cNvGrpSpPr/>
          <p:nvPr/>
        </p:nvGrpSpPr>
        <p:grpSpPr>
          <a:xfrm>
            <a:off x="8039100" y="4800600"/>
            <a:ext cx="3429000" cy="876300"/>
            <a:chOff x="8039100" y="4800600"/>
            <a:chExt cx="3429000" cy="876300"/>
          </a:xfrm>
        </p:grpSpPr>
        <p:sp>
          <p:nvSpPr>
            <p:cNvPr id="76" name="node04.label"/>
            <p:cNvSpPr/>
            <p:nvPr/>
          </p:nvSpPr>
          <p:spPr>
            <a:xfrm>
              <a:off x="8039100" y="4800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ANY PHASE</a:t>
              </a:r>
              <a:endParaRPr lang="en-US" sz="900" spc="54" kern="0" b="0" i="0" dirty="0">
                <a:solidFill>
                  <a:srgbClr val="0047FF"/>
                </a:solidFill>
                <a:latin typeface="IBM Plex Mono Medium"/>
                <a:ea typeface="IBM Plex Mono Medium"/>
                <a:cs typeface="IBM Plex Mono Medium"/>
              </a:endParaRPr>
            </a:p>
          </p:txBody>
        </p:sp>
        <p:sp>
          <p:nvSpPr>
            <p:cNvPr id="77" name="node04.title"/>
            <p:cNvSpPr/>
            <p:nvPr/>
          </p:nvSpPr>
          <p:spPr>
            <a:xfrm>
              <a:off x="8039100" y="50292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New problems enter anywhere</a:t>
              </a:r>
              <a:endParaRPr lang="en-US" sz="1800" spc="-18" kern="0" b="0" i="0" dirty="0">
                <a:solidFill>
                  <a:srgbClr val="070154"/>
                </a:solidFill>
                <a:latin typeface="IBM Plex Sans SemiBold"/>
                <a:ea typeface="IBM Plex Sans SemiBold"/>
                <a:cs typeface="IBM Plex Sans SemiBold"/>
              </a:endParaRPr>
            </a:p>
          </p:txBody>
        </p:sp>
        <p:sp>
          <p:nvSpPr>
            <p:cNvPr id="78" name="node04.body"/>
            <p:cNvSpPr/>
            <p:nvPr/>
          </p:nvSpPr>
          <p:spPr>
            <a:xfrm>
              <a:off x="8039100" y="54102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patient app backlog is never closed.</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ource-350">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Phases loop back as evidence arrives</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44</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2286000"/>
            <a:ext cx="3429000" cy="1752600"/>
            <a:chOff x="723900" y="2286000"/>
            <a:chExt cx="3429000" cy="1752600"/>
          </a:xfrm>
        </p:grpSpPr>
        <p:sp>
          <p:nvSpPr>
            <p:cNvPr id="6" name="node01.source-001.bullet"/>
            <p:cNvSpPr/>
            <p:nvPr/>
          </p:nvSpPr>
          <p:spPr>
            <a:xfrm>
              <a:off x="723900" y="2393950"/>
              <a:ext cx="50800" cy="50800"/>
            </a:xfrm>
            <a:prstGeom prst="rect">
              <a:avLst/>
            </a:prstGeom>
            <a:solidFill>
              <a:srgbClr val="070154"/>
            </a:solidFill>
            <a:ln>
              <a:noFill/>
            </a:ln>
          </p:spPr>
        </p:sp>
        <p:sp>
          <p:nvSpPr>
            <p:cNvPr id="7" name="node01.source-001.text"/>
            <p:cNvSpPr/>
            <p:nvPr/>
          </p:nvSpPr>
          <p:spPr>
            <a:xfrm>
              <a:off x="914400" y="22860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Build to Define.</a:t>
              </a:r>
              <a:r>
                <a:rPr lang="en-US" sz="1400" spc="0" kern="0" b="0" i="0" dirty="0">
                  <a:solidFill>
                    <a:srgbClr val="50658E"/>
                  </a:solidFill>
                  <a:latin typeface="IBM Plex Sans"/>
                  <a:ea typeface="IBM Plex Sans"/>
                  <a:cs typeface="IBM Plex Sans"/>
                </a:rPr>
                <a:t xml:space="preserve"> Test findings reshape scope.</a:t>
              </a:r>
              <a:endParaRPr lang="en-US" sz="1400" spc="0" kern="0" b="0" i="0" dirty="0">
                <a:solidFill>
                  <a:srgbClr val="070154"/>
                </a:solidFill>
                <a:latin typeface="IBM Plex Sans"/>
                <a:ea typeface="IBM Plex Sans"/>
                <a:cs typeface="IBM Plex Sans"/>
              </a:endParaRPr>
            </a:p>
          </p:txBody>
        </p:sp>
        <p:sp>
          <p:nvSpPr>
            <p:cNvPr id="8" name="node01.source-002.bullet"/>
            <p:cNvSpPr/>
            <p:nvPr/>
          </p:nvSpPr>
          <p:spPr>
            <a:xfrm>
              <a:off x="723900" y="3003550"/>
              <a:ext cx="50800" cy="50800"/>
            </a:xfrm>
            <a:prstGeom prst="rect">
              <a:avLst/>
            </a:prstGeom>
            <a:solidFill>
              <a:srgbClr val="070154"/>
            </a:solidFill>
            <a:ln>
              <a:noFill/>
            </a:ln>
          </p:spPr>
        </p:sp>
        <p:sp>
          <p:nvSpPr>
            <p:cNvPr id="9" name="node01.source-002.text"/>
            <p:cNvSpPr/>
            <p:nvPr/>
          </p:nvSpPr>
          <p:spPr>
            <a:xfrm>
              <a:off x="914400" y="2895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Optimize to Define.</a:t>
              </a:r>
              <a:r>
                <a:rPr lang="en-US" sz="1400" spc="0" kern="0" b="0" i="0" dirty="0">
                  <a:solidFill>
                    <a:srgbClr val="50658E"/>
                  </a:solidFill>
                  <a:latin typeface="IBM Plex Sans"/>
                  <a:ea typeface="IBM Plex Sans"/>
                  <a:cs typeface="IBM Plex Sans"/>
                </a:rPr>
                <a:t xml:space="preserve"> Live data reopens the design.</a:t>
              </a:r>
              <a:endParaRPr lang="en-US" sz="1400" spc="0" kern="0" b="0" i="0" dirty="0">
                <a:solidFill>
                  <a:srgbClr val="070154"/>
                </a:solidFill>
                <a:latin typeface="IBM Plex Sans"/>
                <a:ea typeface="IBM Plex Sans"/>
                <a:cs typeface="IBM Plex Sans"/>
              </a:endParaRPr>
            </a:p>
          </p:txBody>
        </p:sp>
        <p:sp>
          <p:nvSpPr>
            <p:cNvPr id="10" name="node01.source-003.bullet"/>
            <p:cNvSpPr/>
            <p:nvPr/>
          </p:nvSpPr>
          <p:spPr>
            <a:xfrm>
              <a:off x="723900" y="3613150"/>
              <a:ext cx="50800" cy="50800"/>
            </a:xfrm>
            <a:prstGeom prst="rect">
              <a:avLst/>
            </a:prstGeom>
            <a:solidFill>
              <a:srgbClr val="070154"/>
            </a:solidFill>
            <a:ln>
              <a:noFill/>
            </a:ln>
          </p:spPr>
        </p:sp>
        <p:sp>
          <p:nvSpPr>
            <p:cNvPr id="11" name="node01.source-003.text"/>
            <p:cNvSpPr/>
            <p:nvPr/>
          </p:nvSpPr>
          <p:spPr>
            <a:xfrm>
              <a:off x="914400" y="3505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Any phase.</a:t>
              </a:r>
              <a:r>
                <a:rPr lang="en-US" sz="1400" spc="0" kern="0" b="0" i="0" dirty="0">
                  <a:solidFill>
                    <a:srgbClr val="50658E"/>
                  </a:solidFill>
                  <a:latin typeface="IBM Plex Sans"/>
                  <a:ea typeface="IBM Plex Sans"/>
                  <a:cs typeface="IBM Plex Sans"/>
                </a:rPr>
                <a:t xml:space="preserve"> New problems enter at any time.</a:t>
              </a:r>
              <a:endParaRPr lang="en-US" sz="1400" spc="0" kern="0" b="0" i="0" dirty="0">
                <a:solidFill>
                  <a:srgbClr val="070154"/>
                </a:solidFill>
                <a:latin typeface="IBM Plex Sans"/>
                <a:ea typeface="IBM Plex Sans"/>
                <a:cs typeface="IBM Plex Sans"/>
              </a:endParaRPr>
            </a:p>
          </p:txBody>
        </p:sp>
      </p:grpSp>
      <p:grpSp>
        <p:nvGrpSpPr>
          <p:cNvPr id="80" name="node02"/>
          <p:cNvGrpSpPr/>
          <p:nvPr/>
        </p:nvGrpSpPr>
        <p:grpSpPr>
          <a:xfrm>
            <a:off x="723900" y="4572000"/>
            <a:ext cx="3429000" cy="1143000"/>
            <a:chOff x="723900" y="4572000"/>
            <a:chExt cx="3429000" cy="1143000"/>
          </a:xfrm>
        </p:grpSpPr>
        <p:sp>
          <p:nvSpPr>
            <p:cNvPr id="12" name="node02.container"/>
            <p:cNvSpPr/>
            <p:nvPr/>
          </p:nvSpPr>
          <p:spPr>
            <a:xfrm>
              <a:off x="723900" y="4572000"/>
              <a:ext cx="3429000" cy="1143000"/>
            </a:xfrm>
            <a:prstGeom prst="rect">
              <a:avLst/>
            </a:prstGeom>
            <a:solidFill>
              <a:srgbClr val="070154"/>
            </a:solidFill>
            <a:ln>
              <a:noFill/>
            </a:ln>
          </p:spPr>
        </p:sp>
        <p:sp>
          <p:nvSpPr>
            <p:cNvPr id="13" name="node02.label"/>
            <p:cNvSpPr/>
            <p:nvPr/>
          </p:nvSpPr>
          <p:spPr>
            <a:xfrm>
              <a:off x="876300" y="4724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READING THE CYCLE</a:t>
              </a:r>
              <a:endParaRPr lang="en-US" sz="900" spc="54" kern="0" b="0" i="0" dirty="0">
                <a:solidFill>
                  <a:srgbClr val="F900D3"/>
                </a:solidFill>
                <a:latin typeface="IBM Plex Mono Medium"/>
                <a:ea typeface="IBM Plex Mono Medium"/>
                <a:cs typeface="IBM Plex Mono Medium"/>
              </a:endParaRPr>
            </a:p>
          </p:txBody>
        </p:sp>
        <p:sp>
          <p:nvSpPr>
            <p:cNvPr id="14" name="node02.body.item-001.paragraph"/>
            <p:cNvSpPr/>
            <p:nvPr/>
          </p:nvSpPr>
          <p:spPr>
            <a:xfrm>
              <a:off x="876300" y="4953000"/>
              <a:ext cx="312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Solid arrows are the plan; dashed arrows are rework.</a:t>
              </a:r>
              <a:endParaRPr lang="en-US" sz="1400" spc="0" kern="0" b="0" i="0" dirty="0">
                <a:solidFill>
                  <a:srgbClr val="CED7E6"/>
                </a:solidFill>
                <a:latin typeface="IBM Plex Sans"/>
                <a:ea typeface="IBM Plex Sans"/>
                <a:cs typeface="IBM Plex Sans"/>
              </a:endParaRPr>
            </a:p>
          </p:txBody>
        </p:sp>
      </p:grpSp>
      <p:grpSp>
        <p:nvGrpSpPr>
          <p:cNvPr id="81" name="node03"/>
          <p:cNvGrpSpPr/>
          <p:nvPr/>
        </p:nvGrpSpPr>
        <p:grpSpPr>
          <a:xfrm>
            <a:off x="4381500" y="685800"/>
            <a:ext cx="7086600" cy="5257800"/>
            <a:chOff x="4381500" y="685800"/>
            <a:chExt cx="7086600" cy="5257800"/>
          </a:xfrm>
        </p:grpSpPr>
        <p:sp>
          <p:nvSpPr>
            <p:cNvPr id="15" name="node03.items.source-001.arc"/>
            <p:cNvSpPr/>
            <p:nvPr/>
          </p:nvSpPr>
          <p:spPr>
            <a:xfrm>
              <a:off x="9066405" y="1481543"/>
              <a:ext cx="1221347" cy="1129485"/>
            </a:xfrm>
            <a:custGeom>
              <a:avLst/>
              <a:gdLst/>
              <a:ahLst/>
              <a:cxnLst/>
              <a:rect l="l" t="t" r="r" b="b"/>
              <a:pathLst>
                <a:path w="1221347" h="1129485">
                  <a:moveTo>
                    <a:pt x="0" y="0"/>
                  </a:moveTo>
                  <a:lnTo>
                    <a:pt x="69493" y="30099"/>
                  </a:lnTo>
                  <a:lnTo>
                    <a:pt x="137801" y="61962"/>
                  </a:lnTo>
                  <a:lnTo>
                    <a:pt x="204859" y="95556"/>
                  </a:lnTo>
                  <a:lnTo>
                    <a:pt x="270600" y="130849"/>
                  </a:lnTo>
                  <a:lnTo>
                    <a:pt x="334960" y="167806"/>
                  </a:lnTo>
                  <a:lnTo>
                    <a:pt x="397877" y="206392"/>
                  </a:lnTo>
                  <a:lnTo>
                    <a:pt x="459288" y="246569"/>
                  </a:lnTo>
                  <a:lnTo>
                    <a:pt x="519134" y="288296"/>
                  </a:lnTo>
                  <a:lnTo>
                    <a:pt x="577357" y="331534"/>
                  </a:lnTo>
                  <a:lnTo>
                    <a:pt x="633898" y="376241"/>
                  </a:lnTo>
                  <a:lnTo>
                    <a:pt x="688704" y="422372"/>
                  </a:lnTo>
                  <a:lnTo>
                    <a:pt x="741720" y="469882"/>
                  </a:lnTo>
                  <a:lnTo>
                    <a:pt x="792894" y="518726"/>
                  </a:lnTo>
                  <a:lnTo>
                    <a:pt x="842177" y="568854"/>
                  </a:lnTo>
                  <a:lnTo>
                    <a:pt x="889520" y="620219"/>
                  </a:lnTo>
                  <a:lnTo>
                    <a:pt x="934878" y="672770"/>
                  </a:lnTo>
                  <a:lnTo>
                    <a:pt x="978205" y="726455"/>
                  </a:lnTo>
                  <a:lnTo>
                    <a:pt x="1019459" y="781222"/>
                  </a:lnTo>
                  <a:lnTo>
                    <a:pt x="1058600" y="837018"/>
                  </a:lnTo>
                  <a:lnTo>
                    <a:pt x="1095590" y="893788"/>
                  </a:lnTo>
                  <a:lnTo>
                    <a:pt x="1130393" y="951477"/>
                  </a:lnTo>
                  <a:lnTo>
                    <a:pt x="1162974" y="1010027"/>
                  </a:lnTo>
                  <a:lnTo>
                    <a:pt x="1193302" y="1069382"/>
                  </a:lnTo>
                  <a:lnTo>
                    <a:pt x="1221347" y="1129485"/>
                  </a:lnTo>
                </a:path>
              </a:pathLst>
            </a:custGeom>
            <a:ln w="25400">
              <a:solidFill>
                <a:srgbClr val="070154"/>
              </a:solidFill>
              <a:prstDash val="solid"/>
            </a:ln>
          </p:spPr>
        </p:sp>
        <p:sp>
          <p:nvSpPr>
            <p:cNvPr id="16" name="node03.items.source-001.arc.cap-1"/>
            <p:cNvSpPr/>
            <p:nvPr/>
          </p:nvSpPr>
          <p:spPr>
            <a:xfrm>
              <a:off x="9053705" y="1468843"/>
              <a:ext cx="25400" cy="25400"/>
            </a:xfrm>
            <a:prstGeom prst="ellipse">
              <a:avLst/>
            </a:prstGeom>
            <a:solidFill>
              <a:srgbClr val="070154"/>
            </a:solidFill>
            <a:ln>
              <a:noFill/>
            </a:ln>
          </p:spPr>
        </p:sp>
        <p:sp>
          <p:nvSpPr>
            <p:cNvPr id="17" name="node03.items.source-001.arc.cap-2"/>
            <p:cNvSpPr/>
            <p:nvPr/>
          </p:nvSpPr>
          <p:spPr>
            <a:xfrm>
              <a:off x="10275051" y="2598328"/>
              <a:ext cx="25400" cy="25400"/>
            </a:xfrm>
            <a:prstGeom prst="ellipse">
              <a:avLst/>
            </a:prstGeom>
            <a:solidFill>
              <a:srgbClr val="070154"/>
            </a:solidFill>
            <a:ln>
              <a:noFill/>
            </a:ln>
          </p:spPr>
        </p:sp>
        <p:sp>
          <p:nvSpPr>
            <p:cNvPr id="18" name="node03.items.source-001.arc.arrow-1"/>
            <p:cNvSpPr/>
            <p:nvPr/>
          </p:nvSpPr>
          <p:spPr>
            <a:xfrm>
              <a:off x="10195678" y="2543300"/>
              <a:ext cx="92073" cy="67727"/>
            </a:xfrm>
            <a:custGeom>
              <a:avLst/>
              <a:gdLst/>
              <a:ahLst/>
              <a:cxnLst/>
              <a:rect l="l" t="t" r="r" b="b"/>
              <a:pathLst>
                <a:path w="92073" h="67727">
                  <a:moveTo>
                    <a:pt x="92073" y="67727"/>
                  </a:moveTo>
                  <a:lnTo>
                    <a:pt x="0" y="0"/>
                  </a:lnTo>
                </a:path>
              </a:pathLst>
            </a:custGeom>
            <a:ln w="25400">
              <a:solidFill>
                <a:srgbClr val="070154"/>
              </a:solidFill>
              <a:prstDash val="solid"/>
            </a:ln>
          </p:spPr>
        </p:sp>
        <p:sp>
          <p:nvSpPr>
            <p:cNvPr id="19" name="node03.items.source-001.arc.arrow-1.cap-1"/>
            <p:cNvSpPr/>
            <p:nvPr/>
          </p:nvSpPr>
          <p:spPr>
            <a:xfrm>
              <a:off x="10275051" y="2598328"/>
              <a:ext cx="25400" cy="25400"/>
            </a:xfrm>
            <a:prstGeom prst="ellipse">
              <a:avLst/>
            </a:prstGeom>
            <a:solidFill>
              <a:srgbClr val="070154"/>
            </a:solidFill>
            <a:ln>
              <a:noFill/>
            </a:ln>
          </p:spPr>
        </p:sp>
        <p:sp>
          <p:nvSpPr>
            <p:cNvPr id="20" name="node03.items.source-001.arc.arrow-1.cap-2"/>
            <p:cNvSpPr/>
            <p:nvPr/>
          </p:nvSpPr>
          <p:spPr>
            <a:xfrm>
              <a:off x="10182978" y="2530600"/>
              <a:ext cx="25400" cy="25400"/>
            </a:xfrm>
            <a:prstGeom prst="ellipse">
              <a:avLst/>
            </a:prstGeom>
            <a:solidFill>
              <a:srgbClr val="070154"/>
            </a:solidFill>
            <a:ln>
              <a:noFill/>
            </a:ln>
          </p:spPr>
        </p:sp>
        <p:sp>
          <p:nvSpPr>
            <p:cNvPr id="21" name="node03.items.source-001.arc.arrow-2"/>
            <p:cNvSpPr/>
            <p:nvPr/>
          </p:nvSpPr>
          <p:spPr>
            <a:xfrm>
              <a:off x="10287751" y="2496957"/>
              <a:ext cx="7243" cy="114070"/>
            </a:xfrm>
            <a:custGeom>
              <a:avLst/>
              <a:gdLst/>
              <a:ahLst/>
              <a:cxnLst/>
              <a:rect l="l" t="t" r="r" b="b"/>
              <a:pathLst>
                <a:path w="7243" h="114070">
                  <a:moveTo>
                    <a:pt x="0" y="114070"/>
                  </a:moveTo>
                  <a:lnTo>
                    <a:pt x="7243" y="0"/>
                  </a:lnTo>
                </a:path>
              </a:pathLst>
            </a:custGeom>
            <a:ln w="25400">
              <a:solidFill>
                <a:srgbClr val="070154"/>
              </a:solidFill>
              <a:prstDash val="solid"/>
            </a:ln>
          </p:spPr>
        </p:sp>
        <p:sp>
          <p:nvSpPr>
            <p:cNvPr id="22" name="node03.items.source-001.arc.arrow-2.cap-1"/>
            <p:cNvSpPr/>
            <p:nvPr/>
          </p:nvSpPr>
          <p:spPr>
            <a:xfrm>
              <a:off x="10275051" y="2598328"/>
              <a:ext cx="25400" cy="25400"/>
            </a:xfrm>
            <a:prstGeom prst="ellipse">
              <a:avLst/>
            </a:prstGeom>
            <a:solidFill>
              <a:srgbClr val="070154"/>
            </a:solidFill>
            <a:ln>
              <a:noFill/>
            </a:ln>
          </p:spPr>
        </p:sp>
        <p:sp>
          <p:nvSpPr>
            <p:cNvPr id="23" name="node03.items.source-001.arc.arrow-2.cap-2"/>
            <p:cNvSpPr/>
            <p:nvPr/>
          </p:nvSpPr>
          <p:spPr>
            <a:xfrm>
              <a:off x="10282294" y="2484257"/>
              <a:ext cx="25400" cy="25400"/>
            </a:xfrm>
            <a:prstGeom prst="ellipse">
              <a:avLst/>
            </a:prstGeom>
            <a:solidFill>
              <a:srgbClr val="070154"/>
            </a:solidFill>
            <a:ln>
              <a:noFill/>
            </a:ln>
          </p:spPr>
        </p:sp>
        <p:sp>
          <p:nvSpPr>
            <p:cNvPr id="24" name="node03.items.source-002.arc"/>
            <p:cNvSpPr/>
            <p:nvPr/>
          </p:nvSpPr>
          <p:spPr>
            <a:xfrm>
              <a:off x="9066405" y="4018372"/>
              <a:ext cx="1221347" cy="1129485"/>
            </a:xfrm>
            <a:custGeom>
              <a:avLst/>
              <a:gdLst/>
              <a:ahLst/>
              <a:cxnLst/>
              <a:rect l="l" t="t" r="r" b="b"/>
              <a:pathLst>
                <a:path w="1221347" h="1129485">
                  <a:moveTo>
                    <a:pt x="1221347" y="0"/>
                  </a:moveTo>
                  <a:lnTo>
                    <a:pt x="1193302" y="60102"/>
                  </a:lnTo>
                  <a:lnTo>
                    <a:pt x="1162974" y="119457"/>
                  </a:lnTo>
                  <a:lnTo>
                    <a:pt x="1130393" y="178008"/>
                  </a:lnTo>
                  <a:lnTo>
                    <a:pt x="1095590" y="235696"/>
                  </a:lnTo>
                  <a:lnTo>
                    <a:pt x="1058600" y="292466"/>
                  </a:lnTo>
                  <a:lnTo>
                    <a:pt x="1019459" y="348262"/>
                  </a:lnTo>
                  <a:lnTo>
                    <a:pt x="978205" y="403030"/>
                  </a:lnTo>
                  <a:lnTo>
                    <a:pt x="934878" y="456715"/>
                  </a:lnTo>
                  <a:lnTo>
                    <a:pt x="889520" y="509266"/>
                  </a:lnTo>
                  <a:lnTo>
                    <a:pt x="842177" y="560630"/>
                  </a:lnTo>
                  <a:lnTo>
                    <a:pt x="792894" y="610759"/>
                  </a:lnTo>
                  <a:lnTo>
                    <a:pt x="741720" y="659602"/>
                  </a:lnTo>
                  <a:lnTo>
                    <a:pt x="688704" y="707113"/>
                  </a:lnTo>
                  <a:lnTo>
                    <a:pt x="633898" y="753244"/>
                  </a:lnTo>
                  <a:lnTo>
                    <a:pt x="577357" y="797950"/>
                  </a:lnTo>
                  <a:lnTo>
                    <a:pt x="519134" y="841188"/>
                  </a:lnTo>
                  <a:lnTo>
                    <a:pt x="459288" y="882916"/>
                  </a:lnTo>
                  <a:lnTo>
                    <a:pt x="397877" y="923092"/>
                  </a:lnTo>
                  <a:lnTo>
                    <a:pt x="334960" y="961678"/>
                  </a:lnTo>
                  <a:lnTo>
                    <a:pt x="270600" y="998636"/>
                  </a:lnTo>
                  <a:lnTo>
                    <a:pt x="204859" y="1033929"/>
                  </a:lnTo>
                  <a:lnTo>
                    <a:pt x="137801" y="1067523"/>
                  </a:lnTo>
                  <a:lnTo>
                    <a:pt x="69493" y="1099385"/>
                  </a:lnTo>
                  <a:lnTo>
                    <a:pt x="0" y="1129485"/>
                  </a:lnTo>
                </a:path>
              </a:pathLst>
            </a:custGeom>
            <a:ln w="25400">
              <a:solidFill>
                <a:srgbClr val="070154"/>
              </a:solidFill>
              <a:prstDash val="solid"/>
            </a:ln>
          </p:spPr>
        </p:sp>
        <p:sp>
          <p:nvSpPr>
            <p:cNvPr id="25" name="node03.items.source-002.arc.cap-1"/>
            <p:cNvSpPr/>
            <p:nvPr/>
          </p:nvSpPr>
          <p:spPr>
            <a:xfrm>
              <a:off x="10275051" y="4005672"/>
              <a:ext cx="25400" cy="25400"/>
            </a:xfrm>
            <a:prstGeom prst="ellipse">
              <a:avLst/>
            </a:prstGeom>
            <a:solidFill>
              <a:srgbClr val="070154"/>
            </a:solidFill>
            <a:ln>
              <a:noFill/>
            </a:ln>
          </p:spPr>
        </p:sp>
        <p:sp>
          <p:nvSpPr>
            <p:cNvPr id="26" name="node03.items.source-002.arc.cap-2"/>
            <p:cNvSpPr/>
            <p:nvPr/>
          </p:nvSpPr>
          <p:spPr>
            <a:xfrm>
              <a:off x="9053705" y="5135157"/>
              <a:ext cx="25400" cy="25400"/>
            </a:xfrm>
            <a:prstGeom prst="ellipse">
              <a:avLst/>
            </a:prstGeom>
            <a:solidFill>
              <a:srgbClr val="070154"/>
            </a:solidFill>
            <a:ln>
              <a:noFill/>
            </a:ln>
          </p:spPr>
        </p:sp>
        <p:sp>
          <p:nvSpPr>
            <p:cNvPr id="27" name="node03.items.source-002.arc.arrow-1"/>
            <p:cNvSpPr/>
            <p:nvPr/>
          </p:nvSpPr>
          <p:spPr>
            <a:xfrm>
              <a:off x="9066405" y="5057705"/>
              <a:ext cx="70265" cy="90152"/>
            </a:xfrm>
            <a:custGeom>
              <a:avLst/>
              <a:gdLst/>
              <a:ahLst/>
              <a:cxnLst/>
              <a:rect l="l" t="t" r="r" b="b"/>
              <a:pathLst>
                <a:path w="70265" h="90152">
                  <a:moveTo>
                    <a:pt x="0" y="90152"/>
                  </a:moveTo>
                  <a:lnTo>
                    <a:pt x="70265" y="0"/>
                  </a:lnTo>
                </a:path>
              </a:pathLst>
            </a:custGeom>
            <a:ln w="25400">
              <a:solidFill>
                <a:srgbClr val="070154"/>
              </a:solidFill>
              <a:prstDash val="solid"/>
            </a:ln>
          </p:spPr>
        </p:sp>
        <p:sp>
          <p:nvSpPr>
            <p:cNvPr id="28" name="node03.items.source-002.arc.arrow-1.cap-1"/>
            <p:cNvSpPr/>
            <p:nvPr/>
          </p:nvSpPr>
          <p:spPr>
            <a:xfrm>
              <a:off x="9053705" y="5135157"/>
              <a:ext cx="25400" cy="25400"/>
            </a:xfrm>
            <a:prstGeom prst="ellipse">
              <a:avLst/>
            </a:prstGeom>
            <a:solidFill>
              <a:srgbClr val="070154"/>
            </a:solidFill>
            <a:ln>
              <a:noFill/>
            </a:ln>
          </p:spPr>
        </p:sp>
        <p:sp>
          <p:nvSpPr>
            <p:cNvPr id="29" name="node03.items.source-002.arc.arrow-1.cap-2"/>
            <p:cNvSpPr/>
            <p:nvPr/>
          </p:nvSpPr>
          <p:spPr>
            <a:xfrm>
              <a:off x="9123970" y="5045005"/>
              <a:ext cx="25400" cy="25400"/>
            </a:xfrm>
            <a:prstGeom prst="ellipse">
              <a:avLst/>
            </a:prstGeom>
            <a:solidFill>
              <a:srgbClr val="070154"/>
            </a:solidFill>
            <a:ln>
              <a:noFill/>
            </a:ln>
          </p:spPr>
        </p:sp>
        <p:sp>
          <p:nvSpPr>
            <p:cNvPr id="30" name="node03.items.source-002.arc.arrow-2"/>
            <p:cNvSpPr/>
            <p:nvPr/>
          </p:nvSpPr>
          <p:spPr>
            <a:xfrm>
              <a:off x="9066405" y="5147857"/>
              <a:ext cx="113824" cy="10417"/>
            </a:xfrm>
            <a:custGeom>
              <a:avLst/>
              <a:gdLst/>
              <a:ahLst/>
              <a:cxnLst/>
              <a:rect l="l" t="t" r="r" b="b"/>
              <a:pathLst>
                <a:path w="113824" h="10417">
                  <a:moveTo>
                    <a:pt x="0" y="0"/>
                  </a:moveTo>
                  <a:lnTo>
                    <a:pt x="113824" y="10417"/>
                  </a:lnTo>
                </a:path>
              </a:pathLst>
            </a:custGeom>
            <a:ln w="25400">
              <a:solidFill>
                <a:srgbClr val="070154"/>
              </a:solidFill>
              <a:prstDash val="solid"/>
            </a:ln>
          </p:spPr>
        </p:sp>
        <p:sp>
          <p:nvSpPr>
            <p:cNvPr id="31" name="node03.items.source-002.arc.arrow-2.cap-1"/>
            <p:cNvSpPr/>
            <p:nvPr/>
          </p:nvSpPr>
          <p:spPr>
            <a:xfrm>
              <a:off x="9053705" y="5135157"/>
              <a:ext cx="25400" cy="25400"/>
            </a:xfrm>
            <a:prstGeom prst="ellipse">
              <a:avLst/>
            </a:prstGeom>
            <a:solidFill>
              <a:srgbClr val="070154"/>
            </a:solidFill>
            <a:ln>
              <a:noFill/>
            </a:ln>
          </p:spPr>
        </p:sp>
        <p:sp>
          <p:nvSpPr>
            <p:cNvPr id="32" name="node03.items.source-002.arc.arrow-2.cap-2"/>
            <p:cNvSpPr/>
            <p:nvPr/>
          </p:nvSpPr>
          <p:spPr>
            <a:xfrm>
              <a:off x="9167529" y="5145574"/>
              <a:ext cx="25400" cy="25400"/>
            </a:xfrm>
            <a:prstGeom prst="ellipse">
              <a:avLst/>
            </a:prstGeom>
            <a:solidFill>
              <a:srgbClr val="070154"/>
            </a:solidFill>
            <a:ln>
              <a:noFill/>
            </a:ln>
          </p:spPr>
        </p:sp>
        <p:sp>
          <p:nvSpPr>
            <p:cNvPr id="33" name="node03.items.source-003.arc"/>
            <p:cNvSpPr/>
            <p:nvPr/>
          </p:nvSpPr>
          <p:spPr>
            <a:xfrm>
              <a:off x="5561849" y="4018372"/>
              <a:ext cx="1221347" cy="1129485"/>
            </a:xfrm>
            <a:custGeom>
              <a:avLst/>
              <a:gdLst/>
              <a:ahLst/>
              <a:cxnLst/>
              <a:rect l="l" t="t" r="r" b="b"/>
              <a:pathLst>
                <a:path w="1221347" h="1129485">
                  <a:moveTo>
                    <a:pt x="1221347" y="1129485"/>
                  </a:moveTo>
                  <a:lnTo>
                    <a:pt x="1151854" y="1099385"/>
                  </a:lnTo>
                  <a:lnTo>
                    <a:pt x="1083545" y="1067523"/>
                  </a:lnTo>
                  <a:lnTo>
                    <a:pt x="1016488" y="1033929"/>
                  </a:lnTo>
                  <a:lnTo>
                    <a:pt x="950746" y="998636"/>
                  </a:lnTo>
                  <a:lnTo>
                    <a:pt x="886386" y="961678"/>
                  </a:lnTo>
                  <a:lnTo>
                    <a:pt x="823469" y="923092"/>
                  </a:lnTo>
                  <a:lnTo>
                    <a:pt x="762058" y="882916"/>
                  </a:lnTo>
                  <a:lnTo>
                    <a:pt x="702212" y="841188"/>
                  </a:lnTo>
                  <a:lnTo>
                    <a:pt x="643990" y="797950"/>
                  </a:lnTo>
                  <a:lnTo>
                    <a:pt x="587448" y="753244"/>
                  </a:lnTo>
                  <a:lnTo>
                    <a:pt x="532643" y="707113"/>
                  </a:lnTo>
                  <a:lnTo>
                    <a:pt x="479627" y="659602"/>
                  </a:lnTo>
                  <a:lnTo>
                    <a:pt x="428453" y="610759"/>
                  </a:lnTo>
                  <a:lnTo>
                    <a:pt x="379170" y="560630"/>
                  </a:lnTo>
                  <a:lnTo>
                    <a:pt x="331826" y="509266"/>
                  </a:lnTo>
                  <a:lnTo>
                    <a:pt x="286469" y="456715"/>
                  </a:lnTo>
                  <a:lnTo>
                    <a:pt x="243142" y="403030"/>
                  </a:lnTo>
                  <a:lnTo>
                    <a:pt x="201888" y="348262"/>
                  </a:lnTo>
                  <a:lnTo>
                    <a:pt x="162746" y="292466"/>
                  </a:lnTo>
                  <a:lnTo>
                    <a:pt x="125756" y="235696"/>
                  </a:lnTo>
                  <a:lnTo>
                    <a:pt x="90954" y="178008"/>
                  </a:lnTo>
                  <a:lnTo>
                    <a:pt x="58373" y="119457"/>
                  </a:lnTo>
                  <a:lnTo>
                    <a:pt x="28045" y="60102"/>
                  </a:lnTo>
                  <a:lnTo>
                    <a:pt x="0" y="0"/>
                  </a:lnTo>
                </a:path>
              </a:pathLst>
            </a:custGeom>
            <a:ln w="25400">
              <a:solidFill>
                <a:srgbClr val="070154"/>
              </a:solidFill>
              <a:prstDash val="solid"/>
            </a:ln>
          </p:spPr>
        </p:sp>
        <p:sp>
          <p:nvSpPr>
            <p:cNvPr id="34" name="node03.items.source-003.arc.cap-1"/>
            <p:cNvSpPr/>
            <p:nvPr/>
          </p:nvSpPr>
          <p:spPr>
            <a:xfrm>
              <a:off x="6770495" y="5135157"/>
              <a:ext cx="25400" cy="25400"/>
            </a:xfrm>
            <a:prstGeom prst="ellipse">
              <a:avLst/>
            </a:prstGeom>
            <a:solidFill>
              <a:srgbClr val="070154"/>
            </a:solidFill>
            <a:ln>
              <a:noFill/>
            </a:ln>
          </p:spPr>
        </p:sp>
        <p:sp>
          <p:nvSpPr>
            <p:cNvPr id="35" name="node03.items.source-003.arc.cap-2"/>
            <p:cNvSpPr/>
            <p:nvPr/>
          </p:nvSpPr>
          <p:spPr>
            <a:xfrm>
              <a:off x="5549149" y="4005672"/>
              <a:ext cx="25400" cy="25400"/>
            </a:xfrm>
            <a:prstGeom prst="ellipse">
              <a:avLst/>
            </a:prstGeom>
            <a:solidFill>
              <a:srgbClr val="070154"/>
            </a:solidFill>
            <a:ln>
              <a:noFill/>
            </a:ln>
          </p:spPr>
        </p:sp>
        <p:sp>
          <p:nvSpPr>
            <p:cNvPr id="36" name="node03.items.source-003.arc.arrow-1"/>
            <p:cNvSpPr/>
            <p:nvPr/>
          </p:nvSpPr>
          <p:spPr>
            <a:xfrm>
              <a:off x="5561849" y="4018372"/>
              <a:ext cx="92073" cy="67727"/>
            </a:xfrm>
            <a:custGeom>
              <a:avLst/>
              <a:gdLst/>
              <a:ahLst/>
              <a:cxnLst/>
              <a:rect l="l" t="t" r="r" b="b"/>
              <a:pathLst>
                <a:path w="92073" h="67727">
                  <a:moveTo>
                    <a:pt x="0" y="0"/>
                  </a:moveTo>
                  <a:lnTo>
                    <a:pt x="92073" y="67727"/>
                  </a:lnTo>
                </a:path>
              </a:pathLst>
            </a:custGeom>
            <a:ln w="25400">
              <a:solidFill>
                <a:srgbClr val="070154"/>
              </a:solidFill>
              <a:prstDash val="solid"/>
            </a:ln>
          </p:spPr>
        </p:sp>
        <p:sp>
          <p:nvSpPr>
            <p:cNvPr id="37" name="node03.items.source-003.arc.arrow-1.cap-1"/>
            <p:cNvSpPr/>
            <p:nvPr/>
          </p:nvSpPr>
          <p:spPr>
            <a:xfrm>
              <a:off x="5549149" y="4005672"/>
              <a:ext cx="25400" cy="25400"/>
            </a:xfrm>
            <a:prstGeom prst="ellipse">
              <a:avLst/>
            </a:prstGeom>
            <a:solidFill>
              <a:srgbClr val="070154"/>
            </a:solidFill>
            <a:ln>
              <a:noFill/>
            </a:ln>
          </p:spPr>
        </p:sp>
        <p:sp>
          <p:nvSpPr>
            <p:cNvPr id="38" name="node03.items.source-003.arc.arrow-1.cap-2"/>
            <p:cNvSpPr/>
            <p:nvPr/>
          </p:nvSpPr>
          <p:spPr>
            <a:xfrm>
              <a:off x="5641222" y="4073400"/>
              <a:ext cx="25400" cy="25400"/>
            </a:xfrm>
            <a:prstGeom prst="ellipse">
              <a:avLst/>
            </a:prstGeom>
            <a:solidFill>
              <a:srgbClr val="070154"/>
            </a:solidFill>
            <a:ln>
              <a:noFill/>
            </a:ln>
          </p:spPr>
        </p:sp>
        <p:sp>
          <p:nvSpPr>
            <p:cNvPr id="39" name="node03.items.source-003.arc.arrow-2"/>
            <p:cNvSpPr/>
            <p:nvPr/>
          </p:nvSpPr>
          <p:spPr>
            <a:xfrm>
              <a:off x="5554606" y="4018372"/>
              <a:ext cx="7243" cy="114070"/>
            </a:xfrm>
            <a:custGeom>
              <a:avLst/>
              <a:gdLst/>
              <a:ahLst/>
              <a:cxnLst/>
              <a:rect l="l" t="t" r="r" b="b"/>
              <a:pathLst>
                <a:path w="7243" h="114070">
                  <a:moveTo>
                    <a:pt x="7243" y="0"/>
                  </a:moveTo>
                  <a:lnTo>
                    <a:pt x="0" y="114070"/>
                  </a:lnTo>
                </a:path>
              </a:pathLst>
            </a:custGeom>
            <a:ln w="25400">
              <a:solidFill>
                <a:srgbClr val="070154"/>
              </a:solidFill>
              <a:prstDash val="solid"/>
            </a:ln>
          </p:spPr>
        </p:sp>
        <p:sp>
          <p:nvSpPr>
            <p:cNvPr id="40" name="node03.items.source-003.arc.arrow-2.cap-1"/>
            <p:cNvSpPr/>
            <p:nvPr/>
          </p:nvSpPr>
          <p:spPr>
            <a:xfrm>
              <a:off x="5549149" y="4005672"/>
              <a:ext cx="25400" cy="25400"/>
            </a:xfrm>
            <a:prstGeom prst="ellipse">
              <a:avLst/>
            </a:prstGeom>
            <a:solidFill>
              <a:srgbClr val="070154"/>
            </a:solidFill>
            <a:ln>
              <a:noFill/>
            </a:ln>
          </p:spPr>
        </p:sp>
        <p:sp>
          <p:nvSpPr>
            <p:cNvPr id="41" name="node03.items.source-003.arc.arrow-2.cap-2"/>
            <p:cNvSpPr/>
            <p:nvPr/>
          </p:nvSpPr>
          <p:spPr>
            <a:xfrm>
              <a:off x="5541906" y="4119743"/>
              <a:ext cx="25400" cy="25400"/>
            </a:xfrm>
            <a:prstGeom prst="ellipse">
              <a:avLst/>
            </a:prstGeom>
            <a:solidFill>
              <a:srgbClr val="070154"/>
            </a:solidFill>
            <a:ln>
              <a:noFill/>
            </a:ln>
          </p:spPr>
        </p:sp>
        <p:sp>
          <p:nvSpPr>
            <p:cNvPr id="42" name="node03.items.source-004.arc"/>
            <p:cNvSpPr/>
            <p:nvPr/>
          </p:nvSpPr>
          <p:spPr>
            <a:xfrm>
              <a:off x="5561849" y="1481543"/>
              <a:ext cx="1221347" cy="1129485"/>
            </a:xfrm>
            <a:custGeom>
              <a:avLst/>
              <a:gdLst/>
              <a:ahLst/>
              <a:cxnLst/>
              <a:rect l="l" t="t" r="r" b="b"/>
              <a:pathLst>
                <a:path w="1221347" h="1129485">
                  <a:moveTo>
                    <a:pt x="0" y="1129485"/>
                  </a:moveTo>
                  <a:lnTo>
                    <a:pt x="28045" y="1069382"/>
                  </a:lnTo>
                  <a:lnTo>
                    <a:pt x="58373" y="1010027"/>
                  </a:lnTo>
                  <a:lnTo>
                    <a:pt x="90954" y="951477"/>
                  </a:lnTo>
                  <a:lnTo>
                    <a:pt x="125756" y="893788"/>
                  </a:lnTo>
                  <a:lnTo>
                    <a:pt x="162746" y="837018"/>
                  </a:lnTo>
                  <a:lnTo>
                    <a:pt x="201888" y="781222"/>
                  </a:lnTo>
                  <a:lnTo>
                    <a:pt x="243142" y="726455"/>
                  </a:lnTo>
                  <a:lnTo>
                    <a:pt x="286469" y="672770"/>
                  </a:lnTo>
                  <a:lnTo>
                    <a:pt x="331826" y="620219"/>
                  </a:lnTo>
                  <a:lnTo>
                    <a:pt x="379170" y="568854"/>
                  </a:lnTo>
                  <a:lnTo>
                    <a:pt x="428453" y="518726"/>
                  </a:lnTo>
                  <a:lnTo>
                    <a:pt x="479627" y="469882"/>
                  </a:lnTo>
                  <a:lnTo>
                    <a:pt x="532643" y="422372"/>
                  </a:lnTo>
                  <a:lnTo>
                    <a:pt x="587448" y="376241"/>
                  </a:lnTo>
                  <a:lnTo>
                    <a:pt x="643990" y="331534"/>
                  </a:lnTo>
                  <a:lnTo>
                    <a:pt x="702212" y="288296"/>
                  </a:lnTo>
                  <a:lnTo>
                    <a:pt x="762058" y="246569"/>
                  </a:lnTo>
                  <a:lnTo>
                    <a:pt x="823469" y="206392"/>
                  </a:lnTo>
                  <a:lnTo>
                    <a:pt x="886386" y="167806"/>
                  </a:lnTo>
                  <a:lnTo>
                    <a:pt x="950746" y="130849"/>
                  </a:lnTo>
                  <a:lnTo>
                    <a:pt x="1016488" y="95556"/>
                  </a:lnTo>
                  <a:lnTo>
                    <a:pt x="1083545" y="61962"/>
                  </a:lnTo>
                  <a:lnTo>
                    <a:pt x="1151854" y="30099"/>
                  </a:lnTo>
                  <a:lnTo>
                    <a:pt x="1221347" y="0"/>
                  </a:lnTo>
                </a:path>
              </a:pathLst>
            </a:custGeom>
            <a:ln w="25400">
              <a:solidFill>
                <a:srgbClr val="070154"/>
              </a:solidFill>
              <a:prstDash val="solid"/>
            </a:ln>
          </p:spPr>
        </p:sp>
        <p:sp>
          <p:nvSpPr>
            <p:cNvPr id="43" name="node03.items.source-004.arc.cap-1"/>
            <p:cNvSpPr/>
            <p:nvPr/>
          </p:nvSpPr>
          <p:spPr>
            <a:xfrm>
              <a:off x="5549149" y="2598328"/>
              <a:ext cx="25400" cy="25400"/>
            </a:xfrm>
            <a:prstGeom prst="ellipse">
              <a:avLst/>
            </a:prstGeom>
            <a:solidFill>
              <a:srgbClr val="070154"/>
            </a:solidFill>
            <a:ln>
              <a:noFill/>
            </a:ln>
          </p:spPr>
        </p:sp>
        <p:sp>
          <p:nvSpPr>
            <p:cNvPr id="44" name="node03.items.source-004.arc.cap-2"/>
            <p:cNvSpPr/>
            <p:nvPr/>
          </p:nvSpPr>
          <p:spPr>
            <a:xfrm>
              <a:off x="6770495" y="1468843"/>
              <a:ext cx="25400" cy="25400"/>
            </a:xfrm>
            <a:prstGeom prst="ellipse">
              <a:avLst/>
            </a:prstGeom>
            <a:solidFill>
              <a:srgbClr val="070154"/>
            </a:solidFill>
            <a:ln>
              <a:noFill/>
            </a:ln>
          </p:spPr>
        </p:sp>
        <p:sp>
          <p:nvSpPr>
            <p:cNvPr id="45" name="node03.items.source-004.arc.arrow-1"/>
            <p:cNvSpPr/>
            <p:nvPr/>
          </p:nvSpPr>
          <p:spPr>
            <a:xfrm>
              <a:off x="6712930" y="1481543"/>
              <a:ext cx="70265" cy="90152"/>
            </a:xfrm>
            <a:custGeom>
              <a:avLst/>
              <a:gdLst/>
              <a:ahLst/>
              <a:cxnLst/>
              <a:rect l="l" t="t" r="r" b="b"/>
              <a:pathLst>
                <a:path w="70265" h="90152">
                  <a:moveTo>
                    <a:pt x="70265" y="0"/>
                  </a:moveTo>
                  <a:lnTo>
                    <a:pt x="0" y="90152"/>
                  </a:lnTo>
                </a:path>
              </a:pathLst>
            </a:custGeom>
            <a:ln w="25400">
              <a:solidFill>
                <a:srgbClr val="070154"/>
              </a:solidFill>
              <a:prstDash val="solid"/>
            </a:ln>
          </p:spPr>
        </p:sp>
        <p:sp>
          <p:nvSpPr>
            <p:cNvPr id="46" name="node03.items.source-004.arc.arrow-1.cap-1"/>
            <p:cNvSpPr/>
            <p:nvPr/>
          </p:nvSpPr>
          <p:spPr>
            <a:xfrm>
              <a:off x="6770495" y="1468843"/>
              <a:ext cx="25400" cy="25400"/>
            </a:xfrm>
            <a:prstGeom prst="ellipse">
              <a:avLst/>
            </a:prstGeom>
            <a:solidFill>
              <a:srgbClr val="070154"/>
            </a:solidFill>
            <a:ln>
              <a:noFill/>
            </a:ln>
          </p:spPr>
        </p:sp>
        <p:sp>
          <p:nvSpPr>
            <p:cNvPr id="47" name="node03.items.source-004.arc.arrow-1.cap-2"/>
            <p:cNvSpPr/>
            <p:nvPr/>
          </p:nvSpPr>
          <p:spPr>
            <a:xfrm>
              <a:off x="6700230" y="1558995"/>
              <a:ext cx="25400" cy="25400"/>
            </a:xfrm>
            <a:prstGeom prst="ellipse">
              <a:avLst/>
            </a:prstGeom>
            <a:solidFill>
              <a:srgbClr val="070154"/>
            </a:solidFill>
            <a:ln>
              <a:noFill/>
            </a:ln>
          </p:spPr>
        </p:sp>
        <p:sp>
          <p:nvSpPr>
            <p:cNvPr id="48" name="node03.items.source-004.arc.arrow-2"/>
            <p:cNvSpPr/>
            <p:nvPr/>
          </p:nvSpPr>
          <p:spPr>
            <a:xfrm>
              <a:off x="6669371" y="1471126"/>
              <a:ext cx="113824" cy="10417"/>
            </a:xfrm>
            <a:custGeom>
              <a:avLst/>
              <a:gdLst/>
              <a:ahLst/>
              <a:cxnLst/>
              <a:rect l="l" t="t" r="r" b="b"/>
              <a:pathLst>
                <a:path w="113824" h="10417">
                  <a:moveTo>
                    <a:pt x="113824" y="10417"/>
                  </a:moveTo>
                  <a:lnTo>
                    <a:pt x="0" y="0"/>
                  </a:lnTo>
                </a:path>
              </a:pathLst>
            </a:custGeom>
            <a:ln w="25400">
              <a:solidFill>
                <a:srgbClr val="070154"/>
              </a:solidFill>
              <a:prstDash val="solid"/>
            </a:ln>
          </p:spPr>
        </p:sp>
        <p:sp>
          <p:nvSpPr>
            <p:cNvPr id="49" name="node03.items.source-004.arc.arrow-2.cap-1"/>
            <p:cNvSpPr/>
            <p:nvPr/>
          </p:nvSpPr>
          <p:spPr>
            <a:xfrm>
              <a:off x="6770495" y="1468843"/>
              <a:ext cx="25400" cy="25400"/>
            </a:xfrm>
            <a:prstGeom prst="ellipse">
              <a:avLst/>
            </a:prstGeom>
            <a:solidFill>
              <a:srgbClr val="070154"/>
            </a:solidFill>
            <a:ln>
              <a:noFill/>
            </a:ln>
          </p:spPr>
        </p:sp>
        <p:sp>
          <p:nvSpPr>
            <p:cNvPr id="50" name="node03.items.source-004.arc.arrow-2.cap-2"/>
            <p:cNvSpPr/>
            <p:nvPr/>
          </p:nvSpPr>
          <p:spPr>
            <a:xfrm>
              <a:off x="6656671" y="1458426"/>
              <a:ext cx="25400" cy="25400"/>
            </a:xfrm>
            <a:prstGeom prst="ellipse">
              <a:avLst/>
            </a:prstGeom>
            <a:solidFill>
              <a:srgbClr val="070154"/>
            </a:solidFill>
            <a:ln>
              <a:noFill/>
            </a:ln>
          </p:spPr>
        </p:sp>
        <p:sp>
          <p:nvSpPr>
            <p:cNvPr id="51" name="node03.loops.source-001.curve"/>
            <p:cNvSpPr/>
            <p:nvPr/>
          </p:nvSpPr>
          <p:spPr>
            <a:xfrm>
              <a:off x="6289793" y="2065020"/>
              <a:ext cx="3270015" cy="601980"/>
            </a:xfrm>
            <a:custGeom>
              <a:avLst/>
              <a:gdLst/>
              <a:ahLst/>
              <a:cxnLst/>
              <a:rect l="l" t="t" r="r" b="b"/>
              <a:pathLst>
                <a:path w="3270015" h="601980">
                  <a:moveTo>
                    <a:pt x="0" y="601980"/>
                  </a:moveTo>
                  <a:quadBezTo>
                    <a:pt x="1635007" y="-601980"/>
                    <a:pt x="3270015" y="601980"/>
                  </a:quadBezTo>
                </a:path>
              </a:pathLst>
            </a:custGeom>
            <a:ln w="19050">
              <a:solidFill>
                <a:srgbClr val="0047FF"/>
              </a:solidFill>
              <a:prstDash val="dash"/>
            </a:ln>
          </p:spPr>
        </p:sp>
        <p:sp>
          <p:nvSpPr>
            <p:cNvPr id="52" name="node03.loops.source-001.arrow-1"/>
            <p:cNvSpPr/>
            <p:nvPr/>
          </p:nvSpPr>
          <p:spPr>
            <a:xfrm>
              <a:off x="9446142" y="2654968"/>
              <a:ext cx="113665" cy="12032"/>
            </a:xfrm>
            <a:custGeom>
              <a:avLst/>
              <a:gdLst/>
              <a:ahLst/>
              <a:cxnLst/>
              <a:rect l="l" t="t" r="r" b="b"/>
              <a:pathLst>
                <a:path w="113665" h="12032">
                  <a:moveTo>
                    <a:pt x="113665" y="12032"/>
                  </a:moveTo>
                  <a:lnTo>
                    <a:pt x="0" y="0"/>
                  </a:lnTo>
                </a:path>
              </a:pathLst>
            </a:custGeom>
            <a:ln w="25400">
              <a:solidFill>
                <a:srgbClr val="0047FF"/>
              </a:solidFill>
              <a:prstDash val="solid"/>
            </a:ln>
          </p:spPr>
        </p:sp>
        <p:sp>
          <p:nvSpPr>
            <p:cNvPr id="53" name="node03.loops.source-001.arrow-1.cap-1"/>
            <p:cNvSpPr/>
            <p:nvPr/>
          </p:nvSpPr>
          <p:spPr>
            <a:xfrm>
              <a:off x="9547107" y="2654300"/>
              <a:ext cx="25400" cy="25400"/>
            </a:xfrm>
            <a:prstGeom prst="ellipse">
              <a:avLst/>
            </a:prstGeom>
            <a:solidFill>
              <a:srgbClr val="0047FF"/>
            </a:solidFill>
            <a:ln>
              <a:noFill/>
            </a:ln>
          </p:spPr>
        </p:sp>
        <p:sp>
          <p:nvSpPr>
            <p:cNvPr id="54" name="node03.loops.source-001.arrow-1.cap-2"/>
            <p:cNvSpPr/>
            <p:nvPr/>
          </p:nvSpPr>
          <p:spPr>
            <a:xfrm>
              <a:off x="9433442" y="2642268"/>
              <a:ext cx="25400" cy="25400"/>
            </a:xfrm>
            <a:prstGeom prst="ellipse">
              <a:avLst/>
            </a:prstGeom>
            <a:solidFill>
              <a:srgbClr val="0047FF"/>
            </a:solidFill>
            <a:ln>
              <a:noFill/>
            </a:ln>
          </p:spPr>
        </p:sp>
        <p:sp>
          <p:nvSpPr>
            <p:cNvPr id="55" name="node03.loops.source-001.arrow-2"/>
            <p:cNvSpPr/>
            <p:nvPr/>
          </p:nvSpPr>
          <p:spPr>
            <a:xfrm>
              <a:off x="9508518" y="2564853"/>
              <a:ext cx="51289" cy="102147"/>
            </a:xfrm>
            <a:custGeom>
              <a:avLst/>
              <a:gdLst/>
              <a:ahLst/>
              <a:cxnLst/>
              <a:rect l="l" t="t" r="r" b="b"/>
              <a:pathLst>
                <a:path w="51289" h="102147">
                  <a:moveTo>
                    <a:pt x="51289" y="102147"/>
                  </a:moveTo>
                  <a:lnTo>
                    <a:pt x="0" y="0"/>
                  </a:lnTo>
                </a:path>
              </a:pathLst>
            </a:custGeom>
            <a:ln w="25400">
              <a:solidFill>
                <a:srgbClr val="0047FF"/>
              </a:solidFill>
              <a:prstDash val="solid"/>
            </a:ln>
          </p:spPr>
        </p:sp>
        <p:sp>
          <p:nvSpPr>
            <p:cNvPr id="56" name="node03.loops.source-001.arrow-2.cap-1"/>
            <p:cNvSpPr/>
            <p:nvPr/>
          </p:nvSpPr>
          <p:spPr>
            <a:xfrm>
              <a:off x="9547107" y="2654300"/>
              <a:ext cx="25400" cy="25400"/>
            </a:xfrm>
            <a:prstGeom prst="ellipse">
              <a:avLst/>
            </a:prstGeom>
            <a:solidFill>
              <a:srgbClr val="0047FF"/>
            </a:solidFill>
            <a:ln>
              <a:noFill/>
            </a:ln>
          </p:spPr>
        </p:sp>
        <p:sp>
          <p:nvSpPr>
            <p:cNvPr id="57" name="node03.loops.source-001.arrow-2.cap-2"/>
            <p:cNvSpPr/>
            <p:nvPr/>
          </p:nvSpPr>
          <p:spPr>
            <a:xfrm>
              <a:off x="9495818" y="2552153"/>
              <a:ext cx="25400" cy="25400"/>
            </a:xfrm>
            <a:prstGeom prst="ellipse">
              <a:avLst/>
            </a:prstGeom>
            <a:solidFill>
              <a:srgbClr val="0047FF"/>
            </a:solidFill>
            <a:ln>
              <a:noFill/>
            </a:ln>
          </p:spPr>
        </p:sp>
        <p:sp>
          <p:nvSpPr>
            <p:cNvPr id="58" name="node03.loops.source-002.curve"/>
            <p:cNvSpPr/>
            <p:nvPr/>
          </p:nvSpPr>
          <p:spPr>
            <a:xfrm>
              <a:off x="8188678" y="3616036"/>
              <a:ext cx="1145822" cy="1108364"/>
            </a:xfrm>
            <a:custGeom>
              <a:avLst/>
              <a:gdLst/>
              <a:ahLst/>
              <a:cxnLst/>
              <a:rect l="l" t="t" r="r" b="b"/>
              <a:pathLst>
                <a:path w="1145822" h="1108364">
                  <a:moveTo>
                    <a:pt x="0" y="1108364"/>
                  </a:moveTo>
                  <a:quadBezTo>
                    <a:pt x="364772" y="213014"/>
                    <a:pt x="1145822" y="0"/>
                  </a:quadBezTo>
                </a:path>
              </a:pathLst>
            </a:custGeom>
            <a:ln w="19050">
              <a:solidFill>
                <a:srgbClr val="0047FF"/>
              </a:solidFill>
              <a:prstDash val="dash"/>
            </a:ln>
          </p:spPr>
        </p:sp>
        <p:sp>
          <p:nvSpPr>
            <p:cNvPr id="59" name="node03.loops.source-002.arrow-1"/>
            <p:cNvSpPr/>
            <p:nvPr/>
          </p:nvSpPr>
          <p:spPr>
            <a:xfrm>
              <a:off x="9254452" y="3616036"/>
              <a:ext cx="80048" cy="81589"/>
            </a:xfrm>
            <a:custGeom>
              <a:avLst/>
              <a:gdLst/>
              <a:ahLst/>
              <a:cxnLst/>
              <a:rect l="l" t="t" r="r" b="b"/>
              <a:pathLst>
                <a:path w="80048" h="81589">
                  <a:moveTo>
                    <a:pt x="80048" y="0"/>
                  </a:moveTo>
                  <a:lnTo>
                    <a:pt x="0" y="81589"/>
                  </a:lnTo>
                </a:path>
              </a:pathLst>
            </a:custGeom>
            <a:ln w="25400">
              <a:solidFill>
                <a:srgbClr val="0047FF"/>
              </a:solidFill>
              <a:prstDash val="solid"/>
            </a:ln>
          </p:spPr>
        </p:sp>
        <p:sp>
          <p:nvSpPr>
            <p:cNvPr id="60" name="node03.loops.source-002.arrow-1.cap-1"/>
            <p:cNvSpPr/>
            <p:nvPr/>
          </p:nvSpPr>
          <p:spPr>
            <a:xfrm>
              <a:off x="9321800" y="3603336"/>
              <a:ext cx="25400" cy="25400"/>
            </a:xfrm>
            <a:prstGeom prst="ellipse">
              <a:avLst/>
            </a:prstGeom>
            <a:solidFill>
              <a:srgbClr val="0047FF"/>
            </a:solidFill>
            <a:ln>
              <a:noFill/>
            </a:ln>
          </p:spPr>
        </p:sp>
        <p:sp>
          <p:nvSpPr>
            <p:cNvPr id="61" name="node03.loops.source-002.arrow-1.cap-2"/>
            <p:cNvSpPr/>
            <p:nvPr/>
          </p:nvSpPr>
          <p:spPr>
            <a:xfrm>
              <a:off x="9241752" y="3684926"/>
              <a:ext cx="25400" cy="25400"/>
            </a:xfrm>
            <a:prstGeom prst="ellipse">
              <a:avLst/>
            </a:prstGeom>
            <a:solidFill>
              <a:srgbClr val="0047FF"/>
            </a:solidFill>
            <a:ln>
              <a:noFill/>
            </a:ln>
          </p:spPr>
        </p:sp>
        <p:sp>
          <p:nvSpPr>
            <p:cNvPr id="62" name="node03.loops.source-002.arrow-2"/>
            <p:cNvSpPr/>
            <p:nvPr/>
          </p:nvSpPr>
          <p:spPr>
            <a:xfrm>
              <a:off x="9222595" y="3592761"/>
              <a:ext cx="111905" cy="23275"/>
            </a:xfrm>
            <a:custGeom>
              <a:avLst/>
              <a:gdLst/>
              <a:ahLst/>
              <a:cxnLst/>
              <a:rect l="l" t="t" r="r" b="b"/>
              <a:pathLst>
                <a:path w="111905" h="23275">
                  <a:moveTo>
                    <a:pt x="111905" y="23275"/>
                  </a:moveTo>
                  <a:lnTo>
                    <a:pt x="0" y="0"/>
                  </a:lnTo>
                </a:path>
              </a:pathLst>
            </a:custGeom>
            <a:ln w="25400">
              <a:solidFill>
                <a:srgbClr val="0047FF"/>
              </a:solidFill>
              <a:prstDash val="solid"/>
            </a:ln>
          </p:spPr>
        </p:sp>
        <p:sp>
          <p:nvSpPr>
            <p:cNvPr id="63" name="node03.loops.source-002.arrow-2.cap-1"/>
            <p:cNvSpPr/>
            <p:nvPr/>
          </p:nvSpPr>
          <p:spPr>
            <a:xfrm>
              <a:off x="9321800" y="3603336"/>
              <a:ext cx="25400" cy="25400"/>
            </a:xfrm>
            <a:prstGeom prst="ellipse">
              <a:avLst/>
            </a:prstGeom>
            <a:solidFill>
              <a:srgbClr val="0047FF"/>
            </a:solidFill>
            <a:ln>
              <a:noFill/>
            </a:ln>
          </p:spPr>
        </p:sp>
        <p:sp>
          <p:nvSpPr>
            <p:cNvPr id="64" name="node03.loops.source-002.arrow-2.cap-2"/>
            <p:cNvSpPr/>
            <p:nvPr/>
          </p:nvSpPr>
          <p:spPr>
            <a:xfrm>
              <a:off x="9209895" y="3580061"/>
              <a:ext cx="25400" cy="25400"/>
            </a:xfrm>
            <a:prstGeom prst="ellipse">
              <a:avLst/>
            </a:prstGeom>
            <a:solidFill>
              <a:srgbClr val="0047FF"/>
            </a:solidFill>
            <a:ln>
              <a:noFill/>
            </a:ln>
          </p:spPr>
        </p:sp>
        <p:sp>
          <p:nvSpPr>
            <p:cNvPr id="65" name="node03.center.label"/>
            <p:cNvSpPr/>
            <p:nvPr/>
          </p:nvSpPr>
          <p:spPr>
            <a:xfrm>
              <a:off x="6541770" y="2806700"/>
              <a:ext cx="27660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66" name="node03.center.title"/>
            <p:cNvSpPr/>
            <p:nvPr/>
          </p:nvSpPr>
          <p:spPr>
            <a:xfrm>
              <a:off x="6541770" y="3009900"/>
              <a:ext cx="276606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Product lifecycle</a:t>
              </a:r>
              <a:endParaRPr lang="en-US" sz="1800" spc="-18" kern="0" b="0" i="0" dirty="0">
                <a:solidFill>
                  <a:srgbClr val="070154"/>
                </a:solidFill>
                <a:latin typeface="IBM Plex Sans SemiBold"/>
                <a:ea typeface="IBM Plex Sans SemiBold"/>
                <a:cs typeface="IBM Plex Sans SemiBold"/>
              </a:endParaRPr>
            </a:p>
          </p:txBody>
        </p:sp>
        <p:sp>
          <p:nvSpPr>
            <p:cNvPr id="67" name="node03.items.source-001.surface"/>
            <p:cNvSpPr/>
            <p:nvPr/>
          </p:nvSpPr>
          <p:spPr>
            <a:xfrm>
              <a:off x="6896100" y="685800"/>
              <a:ext cx="2057400" cy="1143000"/>
            </a:xfrm>
            <a:prstGeom prst="rect">
              <a:avLst/>
            </a:prstGeom>
            <a:solidFill>
              <a:srgbClr val="E8EEF8"/>
            </a:solidFill>
            <a:ln>
              <a:noFill/>
            </a:ln>
          </p:spPr>
        </p:sp>
        <p:sp>
          <p:nvSpPr>
            <p:cNvPr id="68" name="node03.items.source-001.label"/>
            <p:cNvSpPr/>
            <p:nvPr/>
          </p:nvSpPr>
          <p:spPr>
            <a:xfrm>
              <a:off x="7048500" y="863600"/>
              <a:ext cx="17526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Identify</a:t>
              </a:r>
              <a:endParaRPr lang="en-US" sz="1800" spc="-18" kern="0" b="0" i="0" dirty="0">
                <a:solidFill>
                  <a:srgbClr val="070154"/>
                </a:solidFill>
                <a:latin typeface="IBM Plex Sans SemiBold"/>
                <a:ea typeface="IBM Plex Sans SemiBold"/>
                <a:cs typeface="IBM Plex Sans SemiBold"/>
              </a:endParaRPr>
            </a:p>
          </p:txBody>
        </p:sp>
        <p:sp>
          <p:nvSpPr>
            <p:cNvPr id="69" name="node03.items.source-001.text"/>
            <p:cNvSpPr/>
            <p:nvPr/>
          </p:nvSpPr>
          <p:spPr>
            <a:xfrm>
              <a:off x="7048500" y="119380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Find the problems worth solving.</a:t>
              </a:r>
              <a:endParaRPr lang="en-US" sz="1200" spc="0" kern="0" b="0" i="0" dirty="0">
                <a:solidFill>
                  <a:srgbClr val="070154"/>
                </a:solidFill>
                <a:latin typeface="IBM Plex Sans"/>
                <a:ea typeface="IBM Plex Sans"/>
                <a:cs typeface="IBM Plex Sans"/>
              </a:endParaRPr>
            </a:p>
          </p:txBody>
        </p:sp>
        <p:sp>
          <p:nvSpPr>
            <p:cNvPr id="70" name="node03.items.source-002.surface"/>
            <p:cNvSpPr/>
            <p:nvPr/>
          </p:nvSpPr>
          <p:spPr>
            <a:xfrm>
              <a:off x="9410700" y="2743200"/>
              <a:ext cx="2057400" cy="1143000"/>
            </a:xfrm>
            <a:prstGeom prst="rect">
              <a:avLst/>
            </a:prstGeom>
            <a:solidFill>
              <a:srgbClr val="E8EEF8"/>
            </a:solidFill>
            <a:ln>
              <a:noFill/>
            </a:ln>
          </p:spPr>
        </p:sp>
        <p:sp>
          <p:nvSpPr>
            <p:cNvPr id="71" name="node03.items.source-002.label"/>
            <p:cNvSpPr/>
            <p:nvPr/>
          </p:nvSpPr>
          <p:spPr>
            <a:xfrm>
              <a:off x="9563100" y="2921000"/>
              <a:ext cx="17526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Define</a:t>
              </a:r>
              <a:endParaRPr lang="en-US" sz="1800" spc="-18" kern="0" b="0" i="0" dirty="0">
                <a:solidFill>
                  <a:srgbClr val="070154"/>
                </a:solidFill>
                <a:latin typeface="IBM Plex Sans SemiBold"/>
                <a:ea typeface="IBM Plex Sans SemiBold"/>
                <a:cs typeface="IBM Plex Sans SemiBold"/>
              </a:endParaRPr>
            </a:p>
          </p:txBody>
        </p:sp>
        <p:sp>
          <p:nvSpPr>
            <p:cNvPr id="72" name="node03.items.source-002.text"/>
            <p:cNvSpPr/>
            <p:nvPr/>
          </p:nvSpPr>
          <p:spPr>
            <a:xfrm>
              <a:off x="9563100" y="325120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Shape the product and the plan.</a:t>
              </a:r>
              <a:endParaRPr lang="en-US" sz="1200" spc="0" kern="0" b="0" i="0" dirty="0">
                <a:solidFill>
                  <a:srgbClr val="070154"/>
                </a:solidFill>
                <a:latin typeface="IBM Plex Sans"/>
                <a:ea typeface="IBM Plex Sans"/>
                <a:cs typeface="IBM Plex Sans"/>
              </a:endParaRPr>
            </a:p>
          </p:txBody>
        </p:sp>
        <p:sp>
          <p:nvSpPr>
            <p:cNvPr id="73" name="node03.items.source-003.surface"/>
            <p:cNvSpPr/>
            <p:nvPr/>
          </p:nvSpPr>
          <p:spPr>
            <a:xfrm>
              <a:off x="6896100" y="4800600"/>
              <a:ext cx="2057400" cy="1143000"/>
            </a:xfrm>
            <a:prstGeom prst="rect">
              <a:avLst/>
            </a:prstGeom>
            <a:solidFill>
              <a:srgbClr val="E8EEF8"/>
            </a:solidFill>
            <a:ln>
              <a:noFill/>
            </a:ln>
          </p:spPr>
        </p:sp>
        <p:sp>
          <p:nvSpPr>
            <p:cNvPr id="74" name="node03.items.source-003.label"/>
            <p:cNvSpPr/>
            <p:nvPr/>
          </p:nvSpPr>
          <p:spPr>
            <a:xfrm>
              <a:off x="7048500" y="4978400"/>
              <a:ext cx="17526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sp>
          <p:nvSpPr>
            <p:cNvPr id="75" name="node03.items.source-003.text"/>
            <p:cNvSpPr/>
            <p:nvPr/>
          </p:nvSpPr>
          <p:spPr>
            <a:xfrm>
              <a:off x="7048500" y="530860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Ship tested software in releases.</a:t>
              </a:r>
              <a:endParaRPr lang="en-US" sz="1200" spc="0" kern="0" b="0" i="0" dirty="0">
                <a:solidFill>
                  <a:srgbClr val="070154"/>
                </a:solidFill>
                <a:latin typeface="IBM Plex Sans"/>
                <a:ea typeface="IBM Plex Sans"/>
                <a:cs typeface="IBM Plex Sans"/>
              </a:endParaRPr>
            </a:p>
          </p:txBody>
        </p:sp>
        <p:sp>
          <p:nvSpPr>
            <p:cNvPr id="76" name="node03.items.source-004.surface"/>
            <p:cNvSpPr/>
            <p:nvPr/>
          </p:nvSpPr>
          <p:spPr>
            <a:xfrm>
              <a:off x="4381500" y="2743200"/>
              <a:ext cx="2057400" cy="1143000"/>
            </a:xfrm>
            <a:prstGeom prst="rect">
              <a:avLst/>
            </a:prstGeom>
            <a:solidFill>
              <a:srgbClr val="E8EEF8"/>
            </a:solidFill>
            <a:ln>
              <a:noFill/>
            </a:ln>
          </p:spPr>
        </p:sp>
        <p:sp>
          <p:nvSpPr>
            <p:cNvPr id="77" name="node03.items.source-004.label"/>
            <p:cNvSpPr/>
            <p:nvPr/>
          </p:nvSpPr>
          <p:spPr>
            <a:xfrm>
              <a:off x="4533900" y="2921000"/>
              <a:ext cx="17526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Optimize</a:t>
              </a:r>
              <a:endParaRPr lang="en-US" sz="1800" spc="-18" kern="0" b="0" i="0" dirty="0">
                <a:solidFill>
                  <a:srgbClr val="070154"/>
                </a:solidFill>
                <a:latin typeface="IBM Plex Sans SemiBold"/>
                <a:ea typeface="IBM Plex Sans SemiBold"/>
                <a:cs typeface="IBM Plex Sans SemiBold"/>
              </a:endParaRPr>
            </a:p>
          </p:txBody>
        </p:sp>
        <p:sp>
          <p:nvSpPr>
            <p:cNvPr id="78" name="node03.items.source-004.text"/>
            <p:cNvSpPr/>
            <p:nvPr/>
          </p:nvSpPr>
          <p:spPr>
            <a:xfrm>
              <a:off x="4533900" y="325120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Prove value, then improve.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ource-34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SDLC is the slice of the PDLC from Define to Optimize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45</a:t>
            </a:fld>
            <a:endParaRPr lang="en-US" sz="700" spc="0" kern="0" b="0" i="0" dirty="0">
              <a:solidFill>
                <a:srgbClr val="070154"/>
              </a:solidFill>
              <a:latin typeface="IBM Plex Mono SemiBold"/>
              <a:ea typeface="IBM Plex Mono SemiBold"/>
              <a:cs typeface="IBM Plex Mono SemiBold"/>
            </a:endParaRPr>
          </a:p>
        </p:txBody>
      </p:sp>
      <p:grpSp>
        <p:nvGrpSpPr>
          <p:cNvPr id="137" name="node01"/>
          <p:cNvGrpSpPr/>
          <p:nvPr/>
        </p:nvGrpSpPr>
        <p:grpSpPr>
          <a:xfrm>
            <a:off x="723900" y="1600200"/>
            <a:ext cx="4572000" cy="152400"/>
            <a:chOff x="723900" y="1600200"/>
            <a:chExt cx="4572000" cy="152400"/>
          </a:xfrm>
        </p:grpSpPr>
        <p:sp>
          <p:nvSpPr>
            <p:cNvPr id="6" name="node01.text"/>
            <p:cNvSpPr/>
            <p:nvPr/>
          </p:nvSpPr>
          <p:spPr>
            <a:xfrm>
              <a:off x="723900" y="1600200"/>
              <a:ext cx="457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PDLC: THE SUPERSET</a:t>
              </a:r>
              <a:endParaRPr lang="en-US" sz="900" spc="54" kern="0" b="0" i="0" dirty="0">
                <a:solidFill>
                  <a:srgbClr val="0047FF"/>
                </a:solidFill>
                <a:latin typeface="IBM Plex Mono Medium"/>
                <a:ea typeface="IBM Plex Mono Medium"/>
                <a:cs typeface="IBM Plex Mono Medium"/>
              </a:endParaRPr>
            </a:p>
          </p:txBody>
        </p:sp>
      </p:grpSp>
      <p:grpSp>
        <p:nvGrpSpPr>
          <p:cNvPr id="138" name="node02"/>
          <p:cNvGrpSpPr/>
          <p:nvPr/>
        </p:nvGrpSpPr>
        <p:grpSpPr>
          <a:xfrm>
            <a:off x="6667500" y="1600200"/>
            <a:ext cx="4800600" cy="152400"/>
            <a:chOff x="6667500" y="1600200"/>
            <a:chExt cx="4800600" cy="152400"/>
          </a:xfrm>
        </p:grpSpPr>
        <p:sp>
          <p:nvSpPr>
            <p:cNvPr id="7" name="node02.text"/>
            <p:cNvSpPr/>
            <p:nvPr/>
          </p:nvSpPr>
          <p:spPr>
            <a:xfrm>
              <a:off x="6667500" y="16002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SDLC: A SUBSET</a:t>
              </a:r>
              <a:endParaRPr lang="en-US" sz="900" spc="54" kern="0" b="0" i="0" dirty="0">
                <a:solidFill>
                  <a:srgbClr val="0047FF"/>
                </a:solidFill>
                <a:latin typeface="IBM Plex Mono Medium"/>
                <a:ea typeface="IBM Plex Mono Medium"/>
                <a:cs typeface="IBM Plex Mono Medium"/>
              </a:endParaRPr>
            </a:p>
          </p:txBody>
        </p:sp>
      </p:grpSp>
      <p:grpSp>
        <p:nvGrpSpPr>
          <p:cNvPr id="139" name="node03"/>
          <p:cNvGrpSpPr/>
          <p:nvPr/>
        </p:nvGrpSpPr>
        <p:grpSpPr>
          <a:xfrm>
            <a:off x="723900" y="1905000"/>
            <a:ext cx="4572000" cy="3200400"/>
            <a:chOff x="723900" y="1905000"/>
            <a:chExt cx="4572000" cy="3200400"/>
          </a:xfrm>
        </p:grpSpPr>
        <p:sp>
          <p:nvSpPr>
            <p:cNvPr id="8" name="node03.items.source-001.arc"/>
            <p:cNvSpPr/>
            <p:nvPr/>
          </p:nvSpPr>
          <p:spPr>
            <a:xfrm>
              <a:off x="3810000" y="2416346"/>
              <a:ext cx="693815" cy="638278"/>
            </a:xfrm>
            <a:custGeom>
              <a:avLst/>
              <a:gdLst/>
              <a:ahLst/>
              <a:cxnLst/>
              <a:rect l="l" t="t" r="r" b="b"/>
              <a:pathLst>
                <a:path w="693815" h="638278">
                  <a:moveTo>
                    <a:pt x="0" y="0"/>
                  </a:moveTo>
                  <a:lnTo>
                    <a:pt x="38977" y="18265"/>
                  </a:lnTo>
                  <a:lnTo>
                    <a:pt x="77279" y="37391"/>
                  </a:lnTo>
                  <a:lnTo>
                    <a:pt x="114875" y="57363"/>
                  </a:lnTo>
                  <a:lnTo>
                    <a:pt x="151735" y="78165"/>
                  </a:lnTo>
                  <a:lnTo>
                    <a:pt x="187830" y="99779"/>
                  </a:lnTo>
                  <a:lnTo>
                    <a:pt x="223130" y="122189"/>
                  </a:lnTo>
                  <a:lnTo>
                    <a:pt x="257607" y="145376"/>
                  </a:lnTo>
                  <a:lnTo>
                    <a:pt x="291234" y="169323"/>
                  </a:lnTo>
                  <a:lnTo>
                    <a:pt x="323982" y="194009"/>
                  </a:lnTo>
                  <a:lnTo>
                    <a:pt x="355827" y="219414"/>
                  </a:lnTo>
                  <a:lnTo>
                    <a:pt x="386742" y="245519"/>
                  </a:lnTo>
                  <a:lnTo>
                    <a:pt x="416702" y="272303"/>
                  </a:lnTo>
                  <a:lnTo>
                    <a:pt x="445683" y="299743"/>
                  </a:lnTo>
                  <a:lnTo>
                    <a:pt x="473662" y="327818"/>
                  </a:lnTo>
                  <a:lnTo>
                    <a:pt x="500617" y="356505"/>
                  </a:lnTo>
                  <a:lnTo>
                    <a:pt x="526526" y="385781"/>
                  </a:lnTo>
                  <a:lnTo>
                    <a:pt x="551368" y="415622"/>
                  </a:lnTo>
                  <a:lnTo>
                    <a:pt x="575122" y="446005"/>
                  </a:lnTo>
                  <a:lnTo>
                    <a:pt x="597771" y="476905"/>
                  </a:lnTo>
                  <a:lnTo>
                    <a:pt x="619295" y="508297"/>
                  </a:lnTo>
                  <a:lnTo>
                    <a:pt x="639677" y="540156"/>
                  </a:lnTo>
                  <a:lnTo>
                    <a:pt x="658902" y="572457"/>
                  </a:lnTo>
                  <a:lnTo>
                    <a:pt x="676953" y="605173"/>
                  </a:lnTo>
                  <a:lnTo>
                    <a:pt x="693815" y="638278"/>
                  </a:lnTo>
                </a:path>
              </a:pathLst>
            </a:custGeom>
            <a:ln w="25400">
              <a:solidFill>
                <a:srgbClr val="070154"/>
              </a:solidFill>
              <a:prstDash val="solid"/>
            </a:ln>
          </p:spPr>
        </p:sp>
        <p:sp>
          <p:nvSpPr>
            <p:cNvPr id="9" name="node03.items.source-001.arc.cap-1"/>
            <p:cNvSpPr/>
            <p:nvPr/>
          </p:nvSpPr>
          <p:spPr>
            <a:xfrm>
              <a:off x="3797300" y="2403646"/>
              <a:ext cx="25400" cy="25400"/>
            </a:xfrm>
            <a:prstGeom prst="ellipse">
              <a:avLst/>
            </a:prstGeom>
            <a:solidFill>
              <a:srgbClr val="070154"/>
            </a:solidFill>
            <a:ln>
              <a:noFill/>
            </a:ln>
          </p:spPr>
        </p:sp>
        <p:sp>
          <p:nvSpPr>
            <p:cNvPr id="10" name="node03.items.source-001.arc.cap-2"/>
            <p:cNvSpPr/>
            <p:nvPr/>
          </p:nvSpPr>
          <p:spPr>
            <a:xfrm>
              <a:off x="4491115" y="3041924"/>
              <a:ext cx="25400" cy="25400"/>
            </a:xfrm>
            <a:prstGeom prst="ellipse">
              <a:avLst/>
            </a:prstGeom>
            <a:solidFill>
              <a:srgbClr val="070154"/>
            </a:solidFill>
            <a:ln>
              <a:noFill/>
            </a:ln>
          </p:spPr>
        </p:sp>
        <p:sp>
          <p:nvSpPr>
            <p:cNvPr id="11" name="node03.items.source-001.arc.arrow-1"/>
            <p:cNvSpPr/>
            <p:nvPr/>
          </p:nvSpPr>
          <p:spPr>
            <a:xfrm>
              <a:off x="4409459" y="2990116"/>
              <a:ext cx="94357" cy="64508"/>
            </a:xfrm>
            <a:custGeom>
              <a:avLst/>
              <a:gdLst/>
              <a:ahLst/>
              <a:cxnLst/>
              <a:rect l="l" t="t" r="r" b="b"/>
              <a:pathLst>
                <a:path w="94357" h="64508">
                  <a:moveTo>
                    <a:pt x="94357" y="64508"/>
                  </a:moveTo>
                  <a:lnTo>
                    <a:pt x="0" y="0"/>
                  </a:lnTo>
                </a:path>
              </a:pathLst>
            </a:custGeom>
            <a:ln w="25400">
              <a:solidFill>
                <a:srgbClr val="070154"/>
              </a:solidFill>
              <a:prstDash val="solid"/>
            </a:ln>
          </p:spPr>
        </p:sp>
        <p:sp>
          <p:nvSpPr>
            <p:cNvPr id="12" name="node03.items.source-001.arc.arrow-1.cap-1"/>
            <p:cNvSpPr/>
            <p:nvPr/>
          </p:nvSpPr>
          <p:spPr>
            <a:xfrm>
              <a:off x="4491115" y="3041924"/>
              <a:ext cx="25400" cy="25400"/>
            </a:xfrm>
            <a:prstGeom prst="ellipse">
              <a:avLst/>
            </a:prstGeom>
            <a:solidFill>
              <a:srgbClr val="070154"/>
            </a:solidFill>
            <a:ln>
              <a:noFill/>
            </a:ln>
          </p:spPr>
        </p:sp>
        <p:sp>
          <p:nvSpPr>
            <p:cNvPr id="13" name="node03.items.source-001.arc.arrow-1.cap-2"/>
            <p:cNvSpPr/>
            <p:nvPr/>
          </p:nvSpPr>
          <p:spPr>
            <a:xfrm>
              <a:off x="4396759" y="2977416"/>
              <a:ext cx="25400" cy="25400"/>
            </a:xfrm>
            <a:prstGeom prst="ellipse">
              <a:avLst/>
            </a:prstGeom>
            <a:solidFill>
              <a:srgbClr val="070154"/>
            </a:solidFill>
            <a:ln>
              <a:noFill/>
            </a:ln>
          </p:spPr>
        </p:sp>
        <p:sp>
          <p:nvSpPr>
            <p:cNvPr id="14" name="node03.items.source-001.arc.arrow-2"/>
            <p:cNvSpPr/>
            <p:nvPr/>
          </p:nvSpPr>
          <p:spPr>
            <a:xfrm>
              <a:off x="4503815" y="2940372"/>
              <a:ext cx="3300" cy="114252"/>
            </a:xfrm>
            <a:custGeom>
              <a:avLst/>
              <a:gdLst/>
              <a:ahLst/>
              <a:cxnLst/>
              <a:rect l="l" t="t" r="r" b="b"/>
              <a:pathLst>
                <a:path w="3300" h="114252">
                  <a:moveTo>
                    <a:pt x="0" y="114252"/>
                  </a:moveTo>
                  <a:lnTo>
                    <a:pt x="3300" y="0"/>
                  </a:lnTo>
                </a:path>
              </a:pathLst>
            </a:custGeom>
            <a:ln w="25400">
              <a:solidFill>
                <a:srgbClr val="070154"/>
              </a:solidFill>
              <a:prstDash val="solid"/>
            </a:ln>
          </p:spPr>
        </p:sp>
        <p:sp>
          <p:nvSpPr>
            <p:cNvPr id="15" name="node03.items.source-001.arc.arrow-2.cap-1"/>
            <p:cNvSpPr/>
            <p:nvPr/>
          </p:nvSpPr>
          <p:spPr>
            <a:xfrm>
              <a:off x="4491115" y="3041924"/>
              <a:ext cx="25400" cy="25400"/>
            </a:xfrm>
            <a:prstGeom prst="ellipse">
              <a:avLst/>
            </a:prstGeom>
            <a:solidFill>
              <a:srgbClr val="070154"/>
            </a:solidFill>
            <a:ln>
              <a:noFill/>
            </a:ln>
          </p:spPr>
        </p:sp>
        <p:sp>
          <p:nvSpPr>
            <p:cNvPr id="16" name="node03.items.source-001.arc.arrow-2.cap-2"/>
            <p:cNvSpPr/>
            <p:nvPr/>
          </p:nvSpPr>
          <p:spPr>
            <a:xfrm>
              <a:off x="4494416" y="2927672"/>
              <a:ext cx="25400" cy="25400"/>
            </a:xfrm>
            <a:prstGeom prst="ellipse">
              <a:avLst/>
            </a:prstGeom>
            <a:solidFill>
              <a:srgbClr val="070154"/>
            </a:solidFill>
            <a:ln>
              <a:noFill/>
            </a:ln>
          </p:spPr>
        </p:sp>
        <p:sp>
          <p:nvSpPr>
            <p:cNvPr id="17" name="node03.items.source-002.arc"/>
            <p:cNvSpPr/>
            <p:nvPr/>
          </p:nvSpPr>
          <p:spPr>
            <a:xfrm>
              <a:off x="3810000" y="3955776"/>
              <a:ext cx="693815" cy="638278"/>
            </a:xfrm>
            <a:custGeom>
              <a:avLst/>
              <a:gdLst/>
              <a:ahLst/>
              <a:cxnLst/>
              <a:rect l="l" t="t" r="r" b="b"/>
              <a:pathLst>
                <a:path w="693815" h="638278">
                  <a:moveTo>
                    <a:pt x="693815" y="0"/>
                  </a:moveTo>
                  <a:lnTo>
                    <a:pt x="676953" y="33105"/>
                  </a:lnTo>
                  <a:lnTo>
                    <a:pt x="658902" y="65821"/>
                  </a:lnTo>
                  <a:lnTo>
                    <a:pt x="639677" y="98121"/>
                  </a:lnTo>
                  <a:lnTo>
                    <a:pt x="619295" y="129981"/>
                  </a:lnTo>
                  <a:lnTo>
                    <a:pt x="597771" y="161373"/>
                  </a:lnTo>
                  <a:lnTo>
                    <a:pt x="575122" y="192273"/>
                  </a:lnTo>
                  <a:lnTo>
                    <a:pt x="551368" y="222656"/>
                  </a:lnTo>
                  <a:lnTo>
                    <a:pt x="526526" y="252497"/>
                  </a:lnTo>
                  <a:lnTo>
                    <a:pt x="500617" y="281773"/>
                  </a:lnTo>
                  <a:lnTo>
                    <a:pt x="473662" y="310460"/>
                  </a:lnTo>
                  <a:lnTo>
                    <a:pt x="445683" y="338535"/>
                  </a:lnTo>
                  <a:lnTo>
                    <a:pt x="416702" y="365975"/>
                  </a:lnTo>
                  <a:lnTo>
                    <a:pt x="386742" y="392758"/>
                  </a:lnTo>
                  <a:lnTo>
                    <a:pt x="355827" y="418863"/>
                  </a:lnTo>
                  <a:lnTo>
                    <a:pt x="323982" y="444269"/>
                  </a:lnTo>
                  <a:lnTo>
                    <a:pt x="291234" y="468955"/>
                  </a:lnTo>
                  <a:lnTo>
                    <a:pt x="257607" y="492901"/>
                  </a:lnTo>
                  <a:lnTo>
                    <a:pt x="223130" y="516089"/>
                  </a:lnTo>
                  <a:lnTo>
                    <a:pt x="187830" y="538499"/>
                  </a:lnTo>
                  <a:lnTo>
                    <a:pt x="151735" y="560113"/>
                  </a:lnTo>
                  <a:lnTo>
                    <a:pt x="114875" y="580915"/>
                  </a:lnTo>
                  <a:lnTo>
                    <a:pt x="77279" y="600887"/>
                  </a:lnTo>
                  <a:lnTo>
                    <a:pt x="38977" y="620013"/>
                  </a:lnTo>
                  <a:lnTo>
                    <a:pt x="0" y="638278"/>
                  </a:lnTo>
                </a:path>
              </a:pathLst>
            </a:custGeom>
            <a:ln w="25400">
              <a:solidFill>
                <a:srgbClr val="070154"/>
              </a:solidFill>
              <a:prstDash val="solid"/>
            </a:ln>
          </p:spPr>
        </p:sp>
        <p:sp>
          <p:nvSpPr>
            <p:cNvPr id="18" name="node03.items.source-002.arc.cap-1"/>
            <p:cNvSpPr/>
            <p:nvPr/>
          </p:nvSpPr>
          <p:spPr>
            <a:xfrm>
              <a:off x="4491115" y="3943076"/>
              <a:ext cx="25400" cy="25400"/>
            </a:xfrm>
            <a:prstGeom prst="ellipse">
              <a:avLst/>
            </a:prstGeom>
            <a:solidFill>
              <a:srgbClr val="070154"/>
            </a:solidFill>
            <a:ln>
              <a:noFill/>
            </a:ln>
          </p:spPr>
        </p:sp>
        <p:sp>
          <p:nvSpPr>
            <p:cNvPr id="19" name="node03.items.source-002.arc.cap-2"/>
            <p:cNvSpPr/>
            <p:nvPr/>
          </p:nvSpPr>
          <p:spPr>
            <a:xfrm>
              <a:off x="3797300" y="4581354"/>
              <a:ext cx="25400" cy="25400"/>
            </a:xfrm>
            <a:prstGeom prst="ellipse">
              <a:avLst/>
            </a:prstGeom>
            <a:solidFill>
              <a:srgbClr val="070154"/>
            </a:solidFill>
            <a:ln>
              <a:noFill/>
            </a:ln>
          </p:spPr>
        </p:sp>
        <p:sp>
          <p:nvSpPr>
            <p:cNvPr id="20" name="node03.items.source-002.arc.arrow-1"/>
            <p:cNvSpPr/>
            <p:nvPr/>
          </p:nvSpPr>
          <p:spPr>
            <a:xfrm>
              <a:off x="3810000" y="4501870"/>
              <a:ext cx="67577" cy="92184"/>
            </a:xfrm>
            <a:custGeom>
              <a:avLst/>
              <a:gdLst/>
              <a:ahLst/>
              <a:cxnLst/>
              <a:rect l="l" t="t" r="r" b="b"/>
              <a:pathLst>
                <a:path w="67577" h="92184">
                  <a:moveTo>
                    <a:pt x="0" y="92184"/>
                  </a:moveTo>
                  <a:lnTo>
                    <a:pt x="67577" y="0"/>
                  </a:lnTo>
                </a:path>
              </a:pathLst>
            </a:custGeom>
            <a:ln w="25400">
              <a:solidFill>
                <a:srgbClr val="070154"/>
              </a:solidFill>
              <a:prstDash val="solid"/>
            </a:ln>
          </p:spPr>
        </p:sp>
        <p:sp>
          <p:nvSpPr>
            <p:cNvPr id="21" name="node03.items.source-002.arc.arrow-1.cap-1"/>
            <p:cNvSpPr/>
            <p:nvPr/>
          </p:nvSpPr>
          <p:spPr>
            <a:xfrm>
              <a:off x="3797300" y="4581354"/>
              <a:ext cx="25400" cy="25400"/>
            </a:xfrm>
            <a:prstGeom prst="ellipse">
              <a:avLst/>
            </a:prstGeom>
            <a:solidFill>
              <a:srgbClr val="070154"/>
            </a:solidFill>
            <a:ln>
              <a:noFill/>
            </a:ln>
          </p:spPr>
        </p:sp>
        <p:sp>
          <p:nvSpPr>
            <p:cNvPr id="22" name="node03.items.source-002.arc.arrow-1.cap-2"/>
            <p:cNvSpPr/>
            <p:nvPr/>
          </p:nvSpPr>
          <p:spPr>
            <a:xfrm>
              <a:off x="3864877" y="4489170"/>
              <a:ext cx="25400" cy="25400"/>
            </a:xfrm>
            <a:prstGeom prst="ellipse">
              <a:avLst/>
            </a:prstGeom>
            <a:solidFill>
              <a:srgbClr val="070154"/>
            </a:solidFill>
            <a:ln>
              <a:noFill/>
            </a:ln>
          </p:spPr>
        </p:sp>
        <p:sp>
          <p:nvSpPr>
            <p:cNvPr id="23" name="node03.items.source-002.arc.arrow-2"/>
            <p:cNvSpPr/>
            <p:nvPr/>
          </p:nvSpPr>
          <p:spPr>
            <a:xfrm>
              <a:off x="3810000" y="4594054"/>
              <a:ext cx="114082" cy="7057"/>
            </a:xfrm>
            <a:custGeom>
              <a:avLst/>
              <a:gdLst/>
              <a:ahLst/>
              <a:cxnLst/>
              <a:rect l="l" t="t" r="r" b="b"/>
              <a:pathLst>
                <a:path w="114082" h="7057">
                  <a:moveTo>
                    <a:pt x="0" y="0"/>
                  </a:moveTo>
                  <a:lnTo>
                    <a:pt x="114082" y="7057"/>
                  </a:lnTo>
                </a:path>
              </a:pathLst>
            </a:custGeom>
            <a:ln w="25400">
              <a:solidFill>
                <a:srgbClr val="070154"/>
              </a:solidFill>
              <a:prstDash val="solid"/>
            </a:ln>
          </p:spPr>
        </p:sp>
        <p:sp>
          <p:nvSpPr>
            <p:cNvPr id="24" name="node03.items.source-002.arc.arrow-2.cap-1"/>
            <p:cNvSpPr/>
            <p:nvPr/>
          </p:nvSpPr>
          <p:spPr>
            <a:xfrm>
              <a:off x="3797300" y="4581354"/>
              <a:ext cx="25400" cy="25400"/>
            </a:xfrm>
            <a:prstGeom prst="ellipse">
              <a:avLst/>
            </a:prstGeom>
            <a:solidFill>
              <a:srgbClr val="070154"/>
            </a:solidFill>
            <a:ln>
              <a:noFill/>
            </a:ln>
          </p:spPr>
        </p:sp>
        <p:sp>
          <p:nvSpPr>
            <p:cNvPr id="25" name="node03.items.source-002.arc.arrow-2.cap-2"/>
            <p:cNvSpPr/>
            <p:nvPr/>
          </p:nvSpPr>
          <p:spPr>
            <a:xfrm>
              <a:off x="3911382" y="4588410"/>
              <a:ext cx="25400" cy="25400"/>
            </a:xfrm>
            <a:prstGeom prst="ellipse">
              <a:avLst/>
            </a:prstGeom>
            <a:solidFill>
              <a:srgbClr val="070154"/>
            </a:solidFill>
            <a:ln>
              <a:noFill/>
            </a:ln>
          </p:spPr>
        </p:sp>
        <p:sp>
          <p:nvSpPr>
            <p:cNvPr id="26" name="node03.items.source-003.arc"/>
            <p:cNvSpPr/>
            <p:nvPr/>
          </p:nvSpPr>
          <p:spPr>
            <a:xfrm>
              <a:off x="1515985" y="3955776"/>
              <a:ext cx="693815" cy="638278"/>
            </a:xfrm>
            <a:custGeom>
              <a:avLst/>
              <a:gdLst/>
              <a:ahLst/>
              <a:cxnLst/>
              <a:rect l="l" t="t" r="r" b="b"/>
              <a:pathLst>
                <a:path w="693815" h="638278">
                  <a:moveTo>
                    <a:pt x="693815" y="638278"/>
                  </a:moveTo>
                  <a:lnTo>
                    <a:pt x="654839" y="620013"/>
                  </a:lnTo>
                  <a:lnTo>
                    <a:pt x="616537" y="600887"/>
                  </a:lnTo>
                  <a:lnTo>
                    <a:pt x="578940" y="580915"/>
                  </a:lnTo>
                  <a:lnTo>
                    <a:pt x="542080" y="560113"/>
                  </a:lnTo>
                  <a:lnTo>
                    <a:pt x="505985" y="538499"/>
                  </a:lnTo>
                  <a:lnTo>
                    <a:pt x="470685" y="516089"/>
                  </a:lnTo>
                  <a:lnTo>
                    <a:pt x="436208" y="492901"/>
                  </a:lnTo>
                  <a:lnTo>
                    <a:pt x="402582" y="468955"/>
                  </a:lnTo>
                  <a:lnTo>
                    <a:pt x="369833" y="444269"/>
                  </a:lnTo>
                  <a:lnTo>
                    <a:pt x="337989" y="418863"/>
                  </a:lnTo>
                  <a:lnTo>
                    <a:pt x="307074" y="392758"/>
                  </a:lnTo>
                  <a:lnTo>
                    <a:pt x="277114" y="365975"/>
                  </a:lnTo>
                  <a:lnTo>
                    <a:pt x="248132" y="338535"/>
                  </a:lnTo>
                  <a:lnTo>
                    <a:pt x="220153" y="310460"/>
                  </a:lnTo>
                  <a:lnTo>
                    <a:pt x="193198" y="281773"/>
                  </a:lnTo>
                  <a:lnTo>
                    <a:pt x="167289" y="252497"/>
                  </a:lnTo>
                  <a:lnTo>
                    <a:pt x="142448" y="222656"/>
                  </a:lnTo>
                  <a:lnTo>
                    <a:pt x="118693" y="192273"/>
                  </a:lnTo>
                  <a:lnTo>
                    <a:pt x="96045" y="161373"/>
                  </a:lnTo>
                  <a:lnTo>
                    <a:pt x="74521" y="129981"/>
                  </a:lnTo>
                  <a:lnTo>
                    <a:pt x="54138" y="98121"/>
                  </a:lnTo>
                  <a:lnTo>
                    <a:pt x="34914" y="65821"/>
                  </a:lnTo>
                  <a:lnTo>
                    <a:pt x="16863" y="33105"/>
                  </a:lnTo>
                  <a:lnTo>
                    <a:pt x="0" y="0"/>
                  </a:lnTo>
                </a:path>
              </a:pathLst>
            </a:custGeom>
            <a:ln w="25400">
              <a:solidFill>
                <a:srgbClr val="070154"/>
              </a:solidFill>
              <a:prstDash val="solid"/>
            </a:ln>
          </p:spPr>
        </p:sp>
        <p:sp>
          <p:nvSpPr>
            <p:cNvPr id="27" name="node03.items.source-003.arc.cap-1"/>
            <p:cNvSpPr/>
            <p:nvPr/>
          </p:nvSpPr>
          <p:spPr>
            <a:xfrm>
              <a:off x="2197100" y="4581354"/>
              <a:ext cx="25400" cy="25400"/>
            </a:xfrm>
            <a:prstGeom prst="ellipse">
              <a:avLst/>
            </a:prstGeom>
            <a:solidFill>
              <a:srgbClr val="070154"/>
            </a:solidFill>
            <a:ln>
              <a:noFill/>
            </a:ln>
          </p:spPr>
        </p:sp>
        <p:sp>
          <p:nvSpPr>
            <p:cNvPr id="28" name="node03.items.source-003.arc.cap-2"/>
            <p:cNvSpPr/>
            <p:nvPr/>
          </p:nvSpPr>
          <p:spPr>
            <a:xfrm>
              <a:off x="1503285" y="3943076"/>
              <a:ext cx="25400" cy="25400"/>
            </a:xfrm>
            <a:prstGeom prst="ellipse">
              <a:avLst/>
            </a:prstGeom>
            <a:solidFill>
              <a:srgbClr val="070154"/>
            </a:solidFill>
            <a:ln>
              <a:noFill/>
            </a:ln>
          </p:spPr>
        </p:sp>
        <p:sp>
          <p:nvSpPr>
            <p:cNvPr id="29" name="node03.items.source-003.arc.arrow-1"/>
            <p:cNvSpPr/>
            <p:nvPr/>
          </p:nvSpPr>
          <p:spPr>
            <a:xfrm>
              <a:off x="1515985" y="3955776"/>
              <a:ext cx="94357" cy="64508"/>
            </a:xfrm>
            <a:custGeom>
              <a:avLst/>
              <a:gdLst/>
              <a:ahLst/>
              <a:cxnLst/>
              <a:rect l="l" t="t" r="r" b="b"/>
              <a:pathLst>
                <a:path w="94357" h="64508">
                  <a:moveTo>
                    <a:pt x="0" y="0"/>
                  </a:moveTo>
                  <a:lnTo>
                    <a:pt x="94357" y="64508"/>
                  </a:lnTo>
                </a:path>
              </a:pathLst>
            </a:custGeom>
            <a:ln w="25400">
              <a:solidFill>
                <a:srgbClr val="070154"/>
              </a:solidFill>
              <a:prstDash val="solid"/>
            </a:ln>
          </p:spPr>
        </p:sp>
        <p:sp>
          <p:nvSpPr>
            <p:cNvPr id="30" name="node03.items.source-003.arc.arrow-1.cap-1"/>
            <p:cNvSpPr/>
            <p:nvPr/>
          </p:nvSpPr>
          <p:spPr>
            <a:xfrm>
              <a:off x="1503285" y="3943076"/>
              <a:ext cx="25400" cy="25400"/>
            </a:xfrm>
            <a:prstGeom prst="ellipse">
              <a:avLst/>
            </a:prstGeom>
            <a:solidFill>
              <a:srgbClr val="070154"/>
            </a:solidFill>
            <a:ln>
              <a:noFill/>
            </a:ln>
          </p:spPr>
        </p:sp>
        <p:sp>
          <p:nvSpPr>
            <p:cNvPr id="31" name="node03.items.source-003.arc.arrow-1.cap-2"/>
            <p:cNvSpPr/>
            <p:nvPr/>
          </p:nvSpPr>
          <p:spPr>
            <a:xfrm>
              <a:off x="1597641" y="4007584"/>
              <a:ext cx="25400" cy="25400"/>
            </a:xfrm>
            <a:prstGeom prst="ellipse">
              <a:avLst/>
            </a:prstGeom>
            <a:solidFill>
              <a:srgbClr val="070154"/>
            </a:solidFill>
            <a:ln>
              <a:noFill/>
            </a:ln>
          </p:spPr>
        </p:sp>
        <p:sp>
          <p:nvSpPr>
            <p:cNvPr id="32" name="node03.items.source-003.arc.arrow-2"/>
            <p:cNvSpPr/>
            <p:nvPr/>
          </p:nvSpPr>
          <p:spPr>
            <a:xfrm>
              <a:off x="1512684" y="3955776"/>
              <a:ext cx="3300" cy="114252"/>
            </a:xfrm>
            <a:custGeom>
              <a:avLst/>
              <a:gdLst/>
              <a:ahLst/>
              <a:cxnLst/>
              <a:rect l="l" t="t" r="r" b="b"/>
              <a:pathLst>
                <a:path w="3300" h="114252">
                  <a:moveTo>
                    <a:pt x="3300" y="0"/>
                  </a:moveTo>
                  <a:lnTo>
                    <a:pt x="0" y="114252"/>
                  </a:lnTo>
                </a:path>
              </a:pathLst>
            </a:custGeom>
            <a:ln w="25400">
              <a:solidFill>
                <a:srgbClr val="070154"/>
              </a:solidFill>
              <a:prstDash val="solid"/>
            </a:ln>
          </p:spPr>
        </p:sp>
        <p:sp>
          <p:nvSpPr>
            <p:cNvPr id="33" name="node03.items.source-003.arc.arrow-2.cap-1"/>
            <p:cNvSpPr/>
            <p:nvPr/>
          </p:nvSpPr>
          <p:spPr>
            <a:xfrm>
              <a:off x="1503285" y="3943076"/>
              <a:ext cx="25400" cy="25400"/>
            </a:xfrm>
            <a:prstGeom prst="ellipse">
              <a:avLst/>
            </a:prstGeom>
            <a:solidFill>
              <a:srgbClr val="070154"/>
            </a:solidFill>
            <a:ln>
              <a:noFill/>
            </a:ln>
          </p:spPr>
        </p:sp>
        <p:sp>
          <p:nvSpPr>
            <p:cNvPr id="34" name="node03.items.source-003.arc.arrow-2.cap-2"/>
            <p:cNvSpPr/>
            <p:nvPr/>
          </p:nvSpPr>
          <p:spPr>
            <a:xfrm>
              <a:off x="1499984" y="4057328"/>
              <a:ext cx="25400" cy="25400"/>
            </a:xfrm>
            <a:prstGeom prst="ellipse">
              <a:avLst/>
            </a:prstGeom>
            <a:solidFill>
              <a:srgbClr val="070154"/>
            </a:solidFill>
            <a:ln>
              <a:noFill/>
            </a:ln>
          </p:spPr>
        </p:sp>
        <p:sp>
          <p:nvSpPr>
            <p:cNvPr id="35" name="node03.items.source-004.arc"/>
            <p:cNvSpPr/>
            <p:nvPr/>
          </p:nvSpPr>
          <p:spPr>
            <a:xfrm>
              <a:off x="1515985" y="2416346"/>
              <a:ext cx="693815" cy="638278"/>
            </a:xfrm>
            <a:custGeom>
              <a:avLst/>
              <a:gdLst/>
              <a:ahLst/>
              <a:cxnLst/>
              <a:rect l="l" t="t" r="r" b="b"/>
              <a:pathLst>
                <a:path w="693815" h="638278">
                  <a:moveTo>
                    <a:pt x="0" y="638278"/>
                  </a:moveTo>
                  <a:lnTo>
                    <a:pt x="16863" y="605173"/>
                  </a:lnTo>
                  <a:lnTo>
                    <a:pt x="34914" y="572457"/>
                  </a:lnTo>
                  <a:lnTo>
                    <a:pt x="54138" y="540156"/>
                  </a:lnTo>
                  <a:lnTo>
                    <a:pt x="74521" y="508297"/>
                  </a:lnTo>
                  <a:lnTo>
                    <a:pt x="96045" y="476905"/>
                  </a:lnTo>
                  <a:lnTo>
                    <a:pt x="118693" y="446005"/>
                  </a:lnTo>
                  <a:lnTo>
                    <a:pt x="142448" y="415622"/>
                  </a:lnTo>
                  <a:lnTo>
                    <a:pt x="167289" y="385781"/>
                  </a:lnTo>
                  <a:lnTo>
                    <a:pt x="193198" y="356505"/>
                  </a:lnTo>
                  <a:lnTo>
                    <a:pt x="220153" y="327818"/>
                  </a:lnTo>
                  <a:lnTo>
                    <a:pt x="248132" y="299743"/>
                  </a:lnTo>
                  <a:lnTo>
                    <a:pt x="277114" y="272303"/>
                  </a:lnTo>
                  <a:lnTo>
                    <a:pt x="307074" y="245519"/>
                  </a:lnTo>
                  <a:lnTo>
                    <a:pt x="337989" y="219414"/>
                  </a:lnTo>
                  <a:lnTo>
                    <a:pt x="369833" y="194009"/>
                  </a:lnTo>
                  <a:lnTo>
                    <a:pt x="402582" y="169323"/>
                  </a:lnTo>
                  <a:lnTo>
                    <a:pt x="436208" y="145376"/>
                  </a:lnTo>
                  <a:lnTo>
                    <a:pt x="470685" y="122189"/>
                  </a:lnTo>
                  <a:lnTo>
                    <a:pt x="505985" y="99779"/>
                  </a:lnTo>
                  <a:lnTo>
                    <a:pt x="542080" y="78165"/>
                  </a:lnTo>
                  <a:lnTo>
                    <a:pt x="578940" y="57363"/>
                  </a:lnTo>
                  <a:lnTo>
                    <a:pt x="616537" y="37391"/>
                  </a:lnTo>
                  <a:lnTo>
                    <a:pt x="654839" y="18265"/>
                  </a:lnTo>
                  <a:lnTo>
                    <a:pt x="693815" y="0"/>
                  </a:lnTo>
                </a:path>
              </a:pathLst>
            </a:custGeom>
            <a:ln w="25400">
              <a:solidFill>
                <a:srgbClr val="070154"/>
              </a:solidFill>
              <a:prstDash val="solid"/>
            </a:ln>
          </p:spPr>
        </p:sp>
        <p:sp>
          <p:nvSpPr>
            <p:cNvPr id="36" name="node03.items.source-004.arc.cap-1"/>
            <p:cNvSpPr/>
            <p:nvPr/>
          </p:nvSpPr>
          <p:spPr>
            <a:xfrm>
              <a:off x="1503285" y="3041924"/>
              <a:ext cx="25400" cy="25400"/>
            </a:xfrm>
            <a:prstGeom prst="ellipse">
              <a:avLst/>
            </a:prstGeom>
            <a:solidFill>
              <a:srgbClr val="070154"/>
            </a:solidFill>
            <a:ln>
              <a:noFill/>
            </a:ln>
          </p:spPr>
        </p:sp>
        <p:sp>
          <p:nvSpPr>
            <p:cNvPr id="37" name="node03.items.source-004.arc.cap-2"/>
            <p:cNvSpPr/>
            <p:nvPr/>
          </p:nvSpPr>
          <p:spPr>
            <a:xfrm>
              <a:off x="2197100" y="2403646"/>
              <a:ext cx="25400" cy="25400"/>
            </a:xfrm>
            <a:prstGeom prst="ellipse">
              <a:avLst/>
            </a:prstGeom>
            <a:solidFill>
              <a:srgbClr val="070154"/>
            </a:solidFill>
            <a:ln>
              <a:noFill/>
            </a:ln>
          </p:spPr>
        </p:sp>
        <p:sp>
          <p:nvSpPr>
            <p:cNvPr id="38" name="node03.items.source-004.arc.arrow-1"/>
            <p:cNvSpPr/>
            <p:nvPr/>
          </p:nvSpPr>
          <p:spPr>
            <a:xfrm>
              <a:off x="2142223" y="2416346"/>
              <a:ext cx="67577" cy="92184"/>
            </a:xfrm>
            <a:custGeom>
              <a:avLst/>
              <a:gdLst/>
              <a:ahLst/>
              <a:cxnLst/>
              <a:rect l="l" t="t" r="r" b="b"/>
              <a:pathLst>
                <a:path w="67577" h="92184">
                  <a:moveTo>
                    <a:pt x="67577" y="0"/>
                  </a:moveTo>
                  <a:lnTo>
                    <a:pt x="0" y="92184"/>
                  </a:lnTo>
                </a:path>
              </a:pathLst>
            </a:custGeom>
            <a:ln w="25400">
              <a:solidFill>
                <a:srgbClr val="070154"/>
              </a:solidFill>
              <a:prstDash val="solid"/>
            </a:ln>
          </p:spPr>
        </p:sp>
        <p:sp>
          <p:nvSpPr>
            <p:cNvPr id="39" name="node03.items.source-004.arc.arrow-1.cap-1"/>
            <p:cNvSpPr/>
            <p:nvPr/>
          </p:nvSpPr>
          <p:spPr>
            <a:xfrm>
              <a:off x="2197100" y="2403646"/>
              <a:ext cx="25400" cy="25400"/>
            </a:xfrm>
            <a:prstGeom prst="ellipse">
              <a:avLst/>
            </a:prstGeom>
            <a:solidFill>
              <a:srgbClr val="070154"/>
            </a:solidFill>
            <a:ln>
              <a:noFill/>
            </a:ln>
          </p:spPr>
        </p:sp>
        <p:sp>
          <p:nvSpPr>
            <p:cNvPr id="40" name="node03.items.source-004.arc.arrow-1.cap-2"/>
            <p:cNvSpPr/>
            <p:nvPr/>
          </p:nvSpPr>
          <p:spPr>
            <a:xfrm>
              <a:off x="2129523" y="2495830"/>
              <a:ext cx="25400" cy="25400"/>
            </a:xfrm>
            <a:prstGeom prst="ellipse">
              <a:avLst/>
            </a:prstGeom>
            <a:solidFill>
              <a:srgbClr val="070154"/>
            </a:solidFill>
            <a:ln>
              <a:noFill/>
            </a:ln>
          </p:spPr>
        </p:sp>
        <p:sp>
          <p:nvSpPr>
            <p:cNvPr id="41" name="node03.items.source-004.arc.arrow-2"/>
            <p:cNvSpPr/>
            <p:nvPr/>
          </p:nvSpPr>
          <p:spPr>
            <a:xfrm>
              <a:off x="2095718" y="2409290"/>
              <a:ext cx="114082" cy="7057"/>
            </a:xfrm>
            <a:custGeom>
              <a:avLst/>
              <a:gdLst/>
              <a:ahLst/>
              <a:cxnLst/>
              <a:rect l="l" t="t" r="r" b="b"/>
              <a:pathLst>
                <a:path w="114082" h="7057">
                  <a:moveTo>
                    <a:pt x="114082" y="7057"/>
                  </a:moveTo>
                  <a:lnTo>
                    <a:pt x="0" y="0"/>
                  </a:lnTo>
                </a:path>
              </a:pathLst>
            </a:custGeom>
            <a:ln w="25400">
              <a:solidFill>
                <a:srgbClr val="070154"/>
              </a:solidFill>
              <a:prstDash val="solid"/>
            </a:ln>
          </p:spPr>
        </p:sp>
        <p:sp>
          <p:nvSpPr>
            <p:cNvPr id="42" name="node03.items.source-004.arc.arrow-2.cap-1"/>
            <p:cNvSpPr/>
            <p:nvPr/>
          </p:nvSpPr>
          <p:spPr>
            <a:xfrm>
              <a:off x="2197100" y="2403646"/>
              <a:ext cx="25400" cy="25400"/>
            </a:xfrm>
            <a:prstGeom prst="ellipse">
              <a:avLst/>
            </a:prstGeom>
            <a:solidFill>
              <a:srgbClr val="070154"/>
            </a:solidFill>
            <a:ln>
              <a:noFill/>
            </a:ln>
          </p:spPr>
        </p:sp>
        <p:sp>
          <p:nvSpPr>
            <p:cNvPr id="43" name="node03.items.source-004.arc.arrow-2.cap-2"/>
            <p:cNvSpPr/>
            <p:nvPr/>
          </p:nvSpPr>
          <p:spPr>
            <a:xfrm>
              <a:off x="2083018" y="2396590"/>
              <a:ext cx="25400" cy="25400"/>
            </a:xfrm>
            <a:prstGeom prst="ellipse">
              <a:avLst/>
            </a:prstGeom>
            <a:solidFill>
              <a:srgbClr val="070154"/>
            </a:solidFill>
            <a:ln>
              <a:noFill/>
            </a:ln>
          </p:spPr>
        </p:sp>
        <p:sp>
          <p:nvSpPr>
            <p:cNvPr id="44" name="node03.loops.source-001.curve"/>
            <p:cNvSpPr/>
            <p:nvPr/>
          </p:nvSpPr>
          <p:spPr>
            <a:xfrm>
              <a:off x="2002367" y="2729865"/>
              <a:ext cx="2015067" cy="356235"/>
            </a:xfrm>
            <a:custGeom>
              <a:avLst/>
              <a:gdLst/>
              <a:ahLst/>
              <a:cxnLst/>
              <a:rect l="l" t="t" r="r" b="b"/>
              <a:pathLst>
                <a:path w="2015067" h="356235">
                  <a:moveTo>
                    <a:pt x="0" y="356235"/>
                  </a:moveTo>
                  <a:quadBezTo>
                    <a:pt x="1007533" y="-356235"/>
                    <a:pt x="2015067" y="356235"/>
                  </a:quadBezTo>
                </a:path>
              </a:pathLst>
            </a:custGeom>
            <a:ln w="19050">
              <a:solidFill>
                <a:srgbClr val="0047FF"/>
              </a:solidFill>
              <a:prstDash val="dash"/>
            </a:ln>
          </p:spPr>
        </p:sp>
        <p:sp>
          <p:nvSpPr>
            <p:cNvPr id="45" name="node03.loops.source-001.arrow-1"/>
            <p:cNvSpPr/>
            <p:nvPr/>
          </p:nvSpPr>
          <p:spPr>
            <a:xfrm>
              <a:off x="3903562" y="3076208"/>
              <a:ext cx="113871" cy="9892"/>
            </a:xfrm>
            <a:custGeom>
              <a:avLst/>
              <a:gdLst/>
              <a:ahLst/>
              <a:cxnLst/>
              <a:rect l="l" t="t" r="r" b="b"/>
              <a:pathLst>
                <a:path w="113871" h="9892">
                  <a:moveTo>
                    <a:pt x="113871" y="9892"/>
                  </a:moveTo>
                  <a:lnTo>
                    <a:pt x="0" y="0"/>
                  </a:lnTo>
                </a:path>
              </a:pathLst>
            </a:custGeom>
            <a:ln w="25400">
              <a:solidFill>
                <a:srgbClr val="0047FF"/>
              </a:solidFill>
              <a:prstDash val="solid"/>
            </a:ln>
          </p:spPr>
        </p:sp>
        <p:sp>
          <p:nvSpPr>
            <p:cNvPr id="46" name="node03.loops.source-001.arrow-1.cap-1"/>
            <p:cNvSpPr/>
            <p:nvPr/>
          </p:nvSpPr>
          <p:spPr>
            <a:xfrm>
              <a:off x="4004733" y="3073400"/>
              <a:ext cx="25400" cy="25400"/>
            </a:xfrm>
            <a:prstGeom prst="ellipse">
              <a:avLst/>
            </a:prstGeom>
            <a:solidFill>
              <a:srgbClr val="0047FF"/>
            </a:solidFill>
            <a:ln>
              <a:noFill/>
            </a:ln>
          </p:spPr>
        </p:sp>
        <p:sp>
          <p:nvSpPr>
            <p:cNvPr id="47" name="node03.loops.source-001.arrow-1.cap-2"/>
            <p:cNvSpPr/>
            <p:nvPr/>
          </p:nvSpPr>
          <p:spPr>
            <a:xfrm>
              <a:off x="3890862" y="3063508"/>
              <a:ext cx="25400" cy="25400"/>
            </a:xfrm>
            <a:prstGeom prst="ellipse">
              <a:avLst/>
            </a:prstGeom>
            <a:solidFill>
              <a:srgbClr val="0047FF"/>
            </a:solidFill>
            <a:ln>
              <a:noFill/>
            </a:ln>
          </p:spPr>
        </p:sp>
        <p:sp>
          <p:nvSpPr>
            <p:cNvPr id="48" name="node03.loops.source-001.arrow-2"/>
            <p:cNvSpPr/>
            <p:nvPr/>
          </p:nvSpPr>
          <p:spPr>
            <a:xfrm>
              <a:off x="3964232" y="2984936"/>
              <a:ext cx="53201" cy="101164"/>
            </a:xfrm>
            <a:custGeom>
              <a:avLst/>
              <a:gdLst/>
              <a:ahLst/>
              <a:cxnLst/>
              <a:rect l="l" t="t" r="r" b="b"/>
              <a:pathLst>
                <a:path w="53201" h="101164">
                  <a:moveTo>
                    <a:pt x="53201" y="101164"/>
                  </a:moveTo>
                  <a:lnTo>
                    <a:pt x="0" y="0"/>
                  </a:lnTo>
                </a:path>
              </a:pathLst>
            </a:custGeom>
            <a:ln w="25400">
              <a:solidFill>
                <a:srgbClr val="0047FF"/>
              </a:solidFill>
              <a:prstDash val="solid"/>
            </a:ln>
          </p:spPr>
        </p:sp>
        <p:sp>
          <p:nvSpPr>
            <p:cNvPr id="49" name="node03.loops.source-001.arrow-2.cap-1"/>
            <p:cNvSpPr/>
            <p:nvPr/>
          </p:nvSpPr>
          <p:spPr>
            <a:xfrm>
              <a:off x="4004733" y="3073400"/>
              <a:ext cx="25400" cy="25400"/>
            </a:xfrm>
            <a:prstGeom prst="ellipse">
              <a:avLst/>
            </a:prstGeom>
            <a:solidFill>
              <a:srgbClr val="0047FF"/>
            </a:solidFill>
            <a:ln>
              <a:noFill/>
            </a:ln>
          </p:spPr>
        </p:sp>
        <p:sp>
          <p:nvSpPr>
            <p:cNvPr id="50" name="node03.loops.source-001.arrow-2.cap-2"/>
            <p:cNvSpPr/>
            <p:nvPr/>
          </p:nvSpPr>
          <p:spPr>
            <a:xfrm>
              <a:off x="3951532" y="2972236"/>
              <a:ext cx="25400" cy="25400"/>
            </a:xfrm>
            <a:prstGeom prst="ellipse">
              <a:avLst/>
            </a:prstGeom>
            <a:solidFill>
              <a:srgbClr val="0047FF"/>
            </a:solidFill>
            <a:ln>
              <a:noFill/>
            </a:ln>
          </p:spPr>
        </p:sp>
        <p:sp>
          <p:nvSpPr>
            <p:cNvPr id="51" name="node03.loops.source-002.curve"/>
            <p:cNvSpPr/>
            <p:nvPr/>
          </p:nvSpPr>
          <p:spPr>
            <a:xfrm>
              <a:off x="3187700" y="3704771"/>
              <a:ext cx="660400" cy="638629"/>
            </a:xfrm>
            <a:custGeom>
              <a:avLst/>
              <a:gdLst/>
              <a:ahLst/>
              <a:cxnLst/>
              <a:rect l="l" t="t" r="r" b="b"/>
              <a:pathLst>
                <a:path w="660400" h="638629">
                  <a:moveTo>
                    <a:pt x="0" y="638629"/>
                  </a:moveTo>
                  <a:quadBezTo>
                    <a:pt x="222250" y="114754"/>
                    <a:pt x="660400" y="0"/>
                  </a:quadBezTo>
                </a:path>
              </a:pathLst>
            </a:custGeom>
            <a:ln w="19050">
              <a:solidFill>
                <a:srgbClr val="0047FF"/>
              </a:solidFill>
              <a:prstDash val="dash"/>
            </a:ln>
          </p:spPr>
        </p:sp>
        <p:sp>
          <p:nvSpPr>
            <p:cNvPr id="52" name="node03.loops.source-002.arrow-1"/>
            <p:cNvSpPr/>
            <p:nvPr/>
          </p:nvSpPr>
          <p:spPr>
            <a:xfrm>
              <a:off x="3767342" y="3704771"/>
              <a:ext cx="80758" cy="80886"/>
            </a:xfrm>
            <a:custGeom>
              <a:avLst/>
              <a:gdLst/>
              <a:ahLst/>
              <a:cxnLst/>
              <a:rect l="l" t="t" r="r" b="b"/>
              <a:pathLst>
                <a:path w="80758" h="80886">
                  <a:moveTo>
                    <a:pt x="80758" y="0"/>
                  </a:moveTo>
                  <a:lnTo>
                    <a:pt x="0" y="80886"/>
                  </a:lnTo>
                </a:path>
              </a:pathLst>
            </a:custGeom>
            <a:ln w="25400">
              <a:solidFill>
                <a:srgbClr val="0047FF"/>
              </a:solidFill>
              <a:prstDash val="solid"/>
            </a:ln>
          </p:spPr>
        </p:sp>
        <p:sp>
          <p:nvSpPr>
            <p:cNvPr id="53" name="node03.loops.source-002.arrow-1.cap-1"/>
            <p:cNvSpPr/>
            <p:nvPr/>
          </p:nvSpPr>
          <p:spPr>
            <a:xfrm>
              <a:off x="3835400" y="3692071"/>
              <a:ext cx="25400" cy="25400"/>
            </a:xfrm>
            <a:prstGeom prst="ellipse">
              <a:avLst/>
            </a:prstGeom>
            <a:solidFill>
              <a:srgbClr val="0047FF"/>
            </a:solidFill>
            <a:ln>
              <a:noFill/>
            </a:ln>
          </p:spPr>
        </p:sp>
        <p:sp>
          <p:nvSpPr>
            <p:cNvPr id="54" name="node03.loops.source-002.arrow-1.cap-2"/>
            <p:cNvSpPr/>
            <p:nvPr/>
          </p:nvSpPr>
          <p:spPr>
            <a:xfrm>
              <a:off x="3754642" y="3772958"/>
              <a:ext cx="25400" cy="25400"/>
            </a:xfrm>
            <a:prstGeom prst="ellipse">
              <a:avLst/>
            </a:prstGeom>
            <a:solidFill>
              <a:srgbClr val="0047FF"/>
            </a:solidFill>
            <a:ln>
              <a:noFill/>
            </a:ln>
          </p:spPr>
        </p:sp>
        <p:sp>
          <p:nvSpPr>
            <p:cNvPr id="55" name="node03.loops.source-002.arrow-2"/>
            <p:cNvSpPr/>
            <p:nvPr/>
          </p:nvSpPr>
          <p:spPr>
            <a:xfrm>
              <a:off x="3736403" y="3680519"/>
              <a:ext cx="111697" cy="24253"/>
            </a:xfrm>
            <a:custGeom>
              <a:avLst/>
              <a:gdLst/>
              <a:ahLst/>
              <a:cxnLst/>
              <a:rect l="l" t="t" r="r" b="b"/>
              <a:pathLst>
                <a:path w="111697" h="24253">
                  <a:moveTo>
                    <a:pt x="111697" y="24253"/>
                  </a:moveTo>
                  <a:lnTo>
                    <a:pt x="0" y="0"/>
                  </a:lnTo>
                </a:path>
              </a:pathLst>
            </a:custGeom>
            <a:ln w="25400">
              <a:solidFill>
                <a:srgbClr val="0047FF"/>
              </a:solidFill>
              <a:prstDash val="solid"/>
            </a:ln>
          </p:spPr>
        </p:sp>
        <p:sp>
          <p:nvSpPr>
            <p:cNvPr id="56" name="node03.loops.source-002.arrow-2.cap-1"/>
            <p:cNvSpPr/>
            <p:nvPr/>
          </p:nvSpPr>
          <p:spPr>
            <a:xfrm>
              <a:off x="3835400" y="3692071"/>
              <a:ext cx="25400" cy="25400"/>
            </a:xfrm>
            <a:prstGeom prst="ellipse">
              <a:avLst/>
            </a:prstGeom>
            <a:solidFill>
              <a:srgbClr val="0047FF"/>
            </a:solidFill>
            <a:ln>
              <a:noFill/>
            </a:ln>
          </p:spPr>
        </p:sp>
        <p:sp>
          <p:nvSpPr>
            <p:cNvPr id="57" name="node03.loops.source-002.arrow-2.cap-2"/>
            <p:cNvSpPr/>
            <p:nvPr/>
          </p:nvSpPr>
          <p:spPr>
            <a:xfrm>
              <a:off x="3723703" y="3667819"/>
              <a:ext cx="25400" cy="25400"/>
            </a:xfrm>
            <a:prstGeom prst="ellipse">
              <a:avLst/>
            </a:prstGeom>
            <a:solidFill>
              <a:srgbClr val="0047FF"/>
            </a:solidFill>
            <a:ln>
              <a:noFill/>
            </a:ln>
          </p:spPr>
        </p:sp>
        <p:sp>
          <p:nvSpPr>
            <p:cNvPr id="58" name="node03.center.label"/>
            <p:cNvSpPr/>
            <p:nvPr/>
          </p:nvSpPr>
          <p:spPr>
            <a:xfrm>
              <a:off x="2129790" y="3086100"/>
              <a:ext cx="176022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59" name="node03.items.source-001.surface"/>
            <p:cNvSpPr/>
            <p:nvPr/>
          </p:nvSpPr>
          <p:spPr>
            <a:xfrm>
              <a:off x="2324100" y="1905000"/>
              <a:ext cx="1371600" cy="685800"/>
            </a:xfrm>
            <a:prstGeom prst="rect">
              <a:avLst/>
            </a:prstGeom>
            <a:solidFill>
              <a:srgbClr val="E8EEF8"/>
            </a:solidFill>
            <a:ln>
              <a:noFill/>
            </a:ln>
          </p:spPr>
        </p:sp>
        <p:sp>
          <p:nvSpPr>
            <p:cNvPr id="60" name="node03.items.source-001.label"/>
            <p:cNvSpPr/>
            <p:nvPr/>
          </p:nvSpPr>
          <p:spPr>
            <a:xfrm>
              <a:off x="2476500" y="21145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61" name="node03.items.source-002.surface"/>
            <p:cNvSpPr/>
            <p:nvPr/>
          </p:nvSpPr>
          <p:spPr>
            <a:xfrm>
              <a:off x="3924300" y="3162300"/>
              <a:ext cx="1371600" cy="685800"/>
            </a:xfrm>
            <a:prstGeom prst="rect">
              <a:avLst/>
            </a:prstGeom>
            <a:solidFill>
              <a:srgbClr val="070154"/>
            </a:solidFill>
            <a:ln>
              <a:noFill/>
            </a:ln>
          </p:spPr>
        </p:sp>
        <p:sp>
          <p:nvSpPr>
            <p:cNvPr id="62" name="node03.items.source-002.label"/>
            <p:cNvSpPr/>
            <p:nvPr/>
          </p:nvSpPr>
          <p:spPr>
            <a:xfrm>
              <a:off x="4076700" y="33718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Define</a:t>
              </a:r>
              <a:endParaRPr lang="en-US" sz="1400" spc="0" kern="0" b="0" i="0" dirty="0">
                <a:solidFill>
                  <a:srgbClr val="FFFFFF"/>
                </a:solidFill>
                <a:latin typeface="IBM Plex Sans SemiBold"/>
                <a:ea typeface="IBM Plex Sans SemiBold"/>
                <a:cs typeface="IBM Plex Sans SemiBold"/>
              </a:endParaRPr>
            </a:p>
          </p:txBody>
        </p:sp>
        <p:sp>
          <p:nvSpPr>
            <p:cNvPr id="63" name="node03.items.source-003.surface"/>
            <p:cNvSpPr/>
            <p:nvPr/>
          </p:nvSpPr>
          <p:spPr>
            <a:xfrm>
              <a:off x="2324100" y="4419600"/>
              <a:ext cx="1371600" cy="685800"/>
            </a:xfrm>
            <a:prstGeom prst="rect">
              <a:avLst/>
            </a:prstGeom>
            <a:solidFill>
              <a:srgbClr val="070154"/>
            </a:solidFill>
            <a:ln>
              <a:noFill/>
            </a:ln>
          </p:spPr>
        </p:sp>
        <p:sp>
          <p:nvSpPr>
            <p:cNvPr id="64" name="node03.items.source-003.label"/>
            <p:cNvSpPr/>
            <p:nvPr/>
          </p:nvSpPr>
          <p:spPr>
            <a:xfrm>
              <a:off x="2476500" y="46291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65" name="node03.items.source-004.surface"/>
            <p:cNvSpPr/>
            <p:nvPr/>
          </p:nvSpPr>
          <p:spPr>
            <a:xfrm>
              <a:off x="723900" y="3162300"/>
              <a:ext cx="1371600" cy="685800"/>
            </a:xfrm>
            <a:prstGeom prst="rect">
              <a:avLst/>
            </a:prstGeom>
            <a:solidFill>
              <a:srgbClr val="070154"/>
            </a:solidFill>
            <a:ln>
              <a:noFill/>
            </a:ln>
          </p:spPr>
        </p:sp>
        <p:sp>
          <p:nvSpPr>
            <p:cNvPr id="66" name="node03.items.source-004.label"/>
            <p:cNvSpPr/>
            <p:nvPr/>
          </p:nvSpPr>
          <p:spPr>
            <a:xfrm>
              <a:off x="876300" y="33718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Optimize</a:t>
              </a:r>
              <a:endParaRPr lang="en-US" sz="1400" spc="0" kern="0" b="0" i="0" dirty="0">
                <a:solidFill>
                  <a:srgbClr val="FFFFFF"/>
                </a:solidFill>
                <a:latin typeface="IBM Plex Sans SemiBold"/>
                <a:ea typeface="IBM Plex Sans SemiBold"/>
                <a:cs typeface="IBM Plex Sans SemiBold"/>
              </a:endParaRPr>
            </a:p>
          </p:txBody>
        </p:sp>
      </p:grpSp>
      <p:grpSp>
        <p:nvGrpSpPr>
          <p:cNvPr id="140" name="node04"/>
          <p:cNvGrpSpPr/>
          <p:nvPr/>
        </p:nvGrpSpPr>
        <p:grpSpPr>
          <a:xfrm>
            <a:off x="6667500" y="1905000"/>
            <a:ext cx="4800600" cy="3200400"/>
            <a:chOff x="6667500" y="1905000"/>
            <a:chExt cx="4800600" cy="3200400"/>
          </a:xfrm>
        </p:grpSpPr>
        <p:sp>
          <p:nvSpPr>
            <p:cNvPr id="67" name="node04.items.source-001.arc"/>
            <p:cNvSpPr/>
            <p:nvPr/>
          </p:nvSpPr>
          <p:spPr>
            <a:xfrm>
              <a:off x="9872709" y="2395070"/>
              <a:ext cx="527508" cy="318885"/>
            </a:xfrm>
            <a:custGeom>
              <a:avLst/>
              <a:gdLst/>
              <a:ahLst/>
              <a:cxnLst/>
              <a:rect l="l" t="t" r="r" b="b"/>
              <a:pathLst>
                <a:path w="527508" h="318885">
                  <a:moveTo>
                    <a:pt x="0" y="0"/>
                  </a:moveTo>
                  <a:lnTo>
                    <a:pt x="25206" y="10028"/>
                  </a:lnTo>
                  <a:lnTo>
                    <a:pt x="50181" y="20363"/>
                  </a:lnTo>
                  <a:lnTo>
                    <a:pt x="74915" y="31003"/>
                  </a:lnTo>
                  <a:lnTo>
                    <a:pt x="99404" y="41946"/>
                  </a:lnTo>
                  <a:lnTo>
                    <a:pt x="123640" y="53187"/>
                  </a:lnTo>
                  <a:lnTo>
                    <a:pt x="147616" y="64723"/>
                  </a:lnTo>
                  <a:lnTo>
                    <a:pt x="171326" y="76552"/>
                  </a:lnTo>
                  <a:lnTo>
                    <a:pt x="194762" y="88671"/>
                  </a:lnTo>
                  <a:lnTo>
                    <a:pt x="217919" y="101075"/>
                  </a:lnTo>
                  <a:lnTo>
                    <a:pt x="240790" y="113761"/>
                  </a:lnTo>
                  <a:lnTo>
                    <a:pt x="263368" y="126726"/>
                  </a:lnTo>
                  <a:lnTo>
                    <a:pt x="285647" y="139966"/>
                  </a:lnTo>
                  <a:lnTo>
                    <a:pt x="307621" y="153478"/>
                  </a:lnTo>
                  <a:lnTo>
                    <a:pt x="329284" y="167257"/>
                  </a:lnTo>
                  <a:lnTo>
                    <a:pt x="350630" y="181300"/>
                  </a:lnTo>
                  <a:lnTo>
                    <a:pt x="371652" y="195603"/>
                  </a:lnTo>
                  <a:lnTo>
                    <a:pt x="392346" y="210162"/>
                  </a:lnTo>
                  <a:lnTo>
                    <a:pt x="412704" y="224972"/>
                  </a:lnTo>
                  <a:lnTo>
                    <a:pt x="432721" y="240030"/>
                  </a:lnTo>
                  <a:lnTo>
                    <a:pt x="452393" y="255332"/>
                  </a:lnTo>
                  <a:lnTo>
                    <a:pt x="471713" y="270873"/>
                  </a:lnTo>
                  <a:lnTo>
                    <a:pt x="490675" y="286648"/>
                  </a:lnTo>
                  <a:lnTo>
                    <a:pt x="509275" y="302654"/>
                  </a:lnTo>
                  <a:lnTo>
                    <a:pt x="527508" y="318885"/>
                  </a:lnTo>
                </a:path>
              </a:pathLst>
            </a:custGeom>
            <a:ln w="25400">
              <a:solidFill>
                <a:srgbClr val="070154"/>
              </a:solidFill>
              <a:prstDash val="solid"/>
            </a:ln>
          </p:spPr>
        </p:sp>
        <p:sp>
          <p:nvSpPr>
            <p:cNvPr id="68" name="node04.items.source-001.arc.cap-1"/>
            <p:cNvSpPr/>
            <p:nvPr/>
          </p:nvSpPr>
          <p:spPr>
            <a:xfrm>
              <a:off x="9860009" y="2382370"/>
              <a:ext cx="25400" cy="25400"/>
            </a:xfrm>
            <a:prstGeom prst="ellipse">
              <a:avLst/>
            </a:prstGeom>
            <a:solidFill>
              <a:srgbClr val="070154"/>
            </a:solidFill>
            <a:ln>
              <a:noFill/>
            </a:ln>
          </p:spPr>
        </p:sp>
        <p:sp>
          <p:nvSpPr>
            <p:cNvPr id="69" name="node04.items.source-001.arc.cap-2"/>
            <p:cNvSpPr/>
            <p:nvPr/>
          </p:nvSpPr>
          <p:spPr>
            <a:xfrm>
              <a:off x="10387517" y="2701255"/>
              <a:ext cx="25400" cy="25400"/>
            </a:xfrm>
            <a:prstGeom prst="ellipse">
              <a:avLst/>
            </a:prstGeom>
            <a:solidFill>
              <a:srgbClr val="070154"/>
            </a:solidFill>
            <a:ln>
              <a:noFill/>
            </a:ln>
          </p:spPr>
        </p:sp>
        <p:sp>
          <p:nvSpPr>
            <p:cNvPr id="70" name="node04.items.source-001.arc.arrow-1"/>
            <p:cNvSpPr/>
            <p:nvPr/>
          </p:nvSpPr>
          <p:spPr>
            <a:xfrm>
              <a:off x="10288860" y="2688186"/>
              <a:ext cx="111357" cy="25769"/>
            </a:xfrm>
            <a:custGeom>
              <a:avLst/>
              <a:gdLst/>
              <a:ahLst/>
              <a:cxnLst/>
              <a:rect l="l" t="t" r="r" b="b"/>
              <a:pathLst>
                <a:path w="111357" h="25769">
                  <a:moveTo>
                    <a:pt x="111357" y="25769"/>
                  </a:moveTo>
                  <a:lnTo>
                    <a:pt x="0" y="0"/>
                  </a:lnTo>
                </a:path>
              </a:pathLst>
            </a:custGeom>
            <a:ln w="25400">
              <a:solidFill>
                <a:srgbClr val="070154"/>
              </a:solidFill>
              <a:prstDash val="solid"/>
            </a:ln>
          </p:spPr>
        </p:sp>
        <p:sp>
          <p:nvSpPr>
            <p:cNvPr id="71" name="node04.items.source-001.arc.arrow-1.cap-1"/>
            <p:cNvSpPr/>
            <p:nvPr/>
          </p:nvSpPr>
          <p:spPr>
            <a:xfrm>
              <a:off x="10387517" y="2701255"/>
              <a:ext cx="25400" cy="25400"/>
            </a:xfrm>
            <a:prstGeom prst="ellipse">
              <a:avLst/>
            </a:prstGeom>
            <a:solidFill>
              <a:srgbClr val="070154"/>
            </a:solidFill>
            <a:ln>
              <a:noFill/>
            </a:ln>
          </p:spPr>
        </p:sp>
        <p:sp>
          <p:nvSpPr>
            <p:cNvPr id="72" name="node04.items.source-001.arc.arrow-1.cap-2"/>
            <p:cNvSpPr/>
            <p:nvPr/>
          </p:nvSpPr>
          <p:spPr>
            <a:xfrm>
              <a:off x="10276160" y="2675486"/>
              <a:ext cx="25400" cy="25400"/>
            </a:xfrm>
            <a:prstGeom prst="ellipse">
              <a:avLst/>
            </a:prstGeom>
            <a:solidFill>
              <a:srgbClr val="070154"/>
            </a:solidFill>
            <a:ln>
              <a:noFill/>
            </a:ln>
          </p:spPr>
        </p:sp>
        <p:sp>
          <p:nvSpPr>
            <p:cNvPr id="73" name="node04.items.source-001.arc.arrow-2"/>
            <p:cNvSpPr/>
            <p:nvPr/>
          </p:nvSpPr>
          <p:spPr>
            <a:xfrm>
              <a:off x="10361734" y="2606328"/>
              <a:ext cx="38482" cy="107627"/>
            </a:xfrm>
            <a:custGeom>
              <a:avLst/>
              <a:gdLst/>
              <a:ahLst/>
              <a:cxnLst/>
              <a:rect l="l" t="t" r="r" b="b"/>
              <a:pathLst>
                <a:path w="38482" h="107627">
                  <a:moveTo>
                    <a:pt x="38482" y="107627"/>
                  </a:moveTo>
                  <a:lnTo>
                    <a:pt x="0" y="0"/>
                  </a:lnTo>
                </a:path>
              </a:pathLst>
            </a:custGeom>
            <a:ln w="25400">
              <a:solidFill>
                <a:srgbClr val="070154"/>
              </a:solidFill>
              <a:prstDash val="solid"/>
            </a:ln>
          </p:spPr>
        </p:sp>
        <p:sp>
          <p:nvSpPr>
            <p:cNvPr id="74" name="node04.items.source-001.arc.arrow-2.cap-1"/>
            <p:cNvSpPr/>
            <p:nvPr/>
          </p:nvSpPr>
          <p:spPr>
            <a:xfrm>
              <a:off x="10387517" y="2701255"/>
              <a:ext cx="25400" cy="25400"/>
            </a:xfrm>
            <a:prstGeom prst="ellipse">
              <a:avLst/>
            </a:prstGeom>
            <a:solidFill>
              <a:srgbClr val="070154"/>
            </a:solidFill>
            <a:ln>
              <a:noFill/>
            </a:ln>
          </p:spPr>
        </p:sp>
        <p:sp>
          <p:nvSpPr>
            <p:cNvPr id="75" name="node04.items.source-001.arc.arrow-2.cap-2"/>
            <p:cNvSpPr/>
            <p:nvPr/>
          </p:nvSpPr>
          <p:spPr>
            <a:xfrm>
              <a:off x="10349034" y="2593628"/>
              <a:ext cx="25400" cy="25400"/>
            </a:xfrm>
            <a:prstGeom prst="ellipse">
              <a:avLst/>
            </a:prstGeom>
            <a:solidFill>
              <a:srgbClr val="070154"/>
            </a:solidFill>
            <a:ln>
              <a:noFill/>
            </a:ln>
          </p:spPr>
        </p:sp>
        <p:sp>
          <p:nvSpPr>
            <p:cNvPr id="76" name="node04.items.source-002.arc"/>
            <p:cNvSpPr/>
            <p:nvPr/>
          </p:nvSpPr>
          <p:spPr>
            <a:xfrm>
              <a:off x="10621665" y="3571002"/>
              <a:ext cx="158286" cy="465556"/>
            </a:xfrm>
            <a:custGeom>
              <a:avLst/>
              <a:gdLst/>
              <a:ahLst/>
              <a:cxnLst/>
              <a:rect l="l" t="t" r="r" b="b"/>
              <a:pathLst>
                <a:path w="158286" h="465556">
                  <a:moveTo>
                    <a:pt x="158286" y="0"/>
                  </a:moveTo>
                  <a:lnTo>
                    <a:pt x="156631" y="20079"/>
                  </a:lnTo>
                  <a:lnTo>
                    <a:pt x="154539" y="40135"/>
                  </a:lnTo>
                  <a:lnTo>
                    <a:pt x="152009" y="60164"/>
                  </a:lnTo>
                  <a:lnTo>
                    <a:pt x="149042" y="80162"/>
                  </a:lnTo>
                  <a:lnTo>
                    <a:pt x="145640" y="100121"/>
                  </a:lnTo>
                  <a:lnTo>
                    <a:pt x="141803" y="120039"/>
                  </a:lnTo>
                  <a:lnTo>
                    <a:pt x="137532" y="139909"/>
                  </a:lnTo>
                  <a:lnTo>
                    <a:pt x="132828" y="159726"/>
                  </a:lnTo>
                  <a:lnTo>
                    <a:pt x="127692" y="179485"/>
                  </a:lnTo>
                  <a:lnTo>
                    <a:pt x="122125" y="199182"/>
                  </a:lnTo>
                  <a:lnTo>
                    <a:pt x="116130" y="218810"/>
                  </a:lnTo>
                  <a:lnTo>
                    <a:pt x="109707" y="238366"/>
                  </a:lnTo>
                  <a:lnTo>
                    <a:pt x="102859" y="257844"/>
                  </a:lnTo>
                  <a:lnTo>
                    <a:pt x="95586" y="277240"/>
                  </a:lnTo>
                  <a:lnTo>
                    <a:pt x="87891" y="296547"/>
                  </a:lnTo>
                  <a:lnTo>
                    <a:pt x="79776" y="315762"/>
                  </a:lnTo>
                  <a:lnTo>
                    <a:pt x="71243" y="334879"/>
                  </a:lnTo>
                  <a:lnTo>
                    <a:pt x="62294" y="353893"/>
                  </a:lnTo>
                  <a:lnTo>
                    <a:pt x="52931" y="372800"/>
                  </a:lnTo>
                  <a:lnTo>
                    <a:pt x="43157" y="391595"/>
                  </a:lnTo>
                  <a:lnTo>
                    <a:pt x="32974" y="410273"/>
                  </a:lnTo>
                  <a:lnTo>
                    <a:pt x="22386" y="428829"/>
                  </a:lnTo>
                  <a:lnTo>
                    <a:pt x="11393" y="447258"/>
                  </a:lnTo>
                  <a:lnTo>
                    <a:pt x="0" y="465556"/>
                  </a:lnTo>
                </a:path>
              </a:pathLst>
            </a:custGeom>
            <a:ln w="25400">
              <a:solidFill>
                <a:srgbClr val="070154"/>
              </a:solidFill>
              <a:prstDash val="solid"/>
            </a:ln>
          </p:spPr>
        </p:sp>
        <p:sp>
          <p:nvSpPr>
            <p:cNvPr id="77" name="node04.items.source-002.arc.cap-1"/>
            <p:cNvSpPr/>
            <p:nvPr/>
          </p:nvSpPr>
          <p:spPr>
            <a:xfrm>
              <a:off x="10767250" y="3558302"/>
              <a:ext cx="25400" cy="25400"/>
            </a:xfrm>
            <a:prstGeom prst="ellipse">
              <a:avLst/>
            </a:prstGeom>
            <a:solidFill>
              <a:srgbClr val="070154"/>
            </a:solidFill>
            <a:ln>
              <a:noFill/>
            </a:ln>
          </p:spPr>
        </p:sp>
        <p:sp>
          <p:nvSpPr>
            <p:cNvPr id="78" name="node04.items.source-002.arc.cap-2"/>
            <p:cNvSpPr/>
            <p:nvPr/>
          </p:nvSpPr>
          <p:spPr>
            <a:xfrm>
              <a:off x="10608965" y="4023858"/>
              <a:ext cx="25400" cy="25400"/>
            </a:xfrm>
            <a:prstGeom prst="ellipse">
              <a:avLst/>
            </a:prstGeom>
            <a:solidFill>
              <a:srgbClr val="070154"/>
            </a:solidFill>
            <a:ln>
              <a:noFill/>
            </a:ln>
          </p:spPr>
        </p:sp>
        <p:sp>
          <p:nvSpPr>
            <p:cNvPr id="79" name="node04.items.source-002.arc.arrow-1"/>
            <p:cNvSpPr/>
            <p:nvPr/>
          </p:nvSpPr>
          <p:spPr>
            <a:xfrm>
              <a:off x="10621665" y="3922443"/>
              <a:ext cx="6500" cy="114115"/>
            </a:xfrm>
            <a:custGeom>
              <a:avLst/>
              <a:gdLst/>
              <a:ahLst/>
              <a:cxnLst/>
              <a:rect l="l" t="t" r="r" b="b"/>
              <a:pathLst>
                <a:path w="6500" h="114115">
                  <a:moveTo>
                    <a:pt x="0" y="114115"/>
                  </a:moveTo>
                  <a:lnTo>
                    <a:pt x="6500" y="0"/>
                  </a:lnTo>
                </a:path>
              </a:pathLst>
            </a:custGeom>
            <a:ln w="25400">
              <a:solidFill>
                <a:srgbClr val="070154"/>
              </a:solidFill>
              <a:prstDash val="solid"/>
            </a:ln>
          </p:spPr>
        </p:sp>
        <p:sp>
          <p:nvSpPr>
            <p:cNvPr id="80" name="node04.items.source-002.arc.arrow-1.cap-1"/>
            <p:cNvSpPr/>
            <p:nvPr/>
          </p:nvSpPr>
          <p:spPr>
            <a:xfrm>
              <a:off x="10608965" y="4023858"/>
              <a:ext cx="25400" cy="25400"/>
            </a:xfrm>
            <a:prstGeom prst="ellipse">
              <a:avLst/>
            </a:prstGeom>
            <a:solidFill>
              <a:srgbClr val="070154"/>
            </a:solidFill>
            <a:ln>
              <a:noFill/>
            </a:ln>
          </p:spPr>
        </p:sp>
        <p:sp>
          <p:nvSpPr>
            <p:cNvPr id="81" name="node04.items.source-002.arc.arrow-1.cap-2"/>
            <p:cNvSpPr/>
            <p:nvPr/>
          </p:nvSpPr>
          <p:spPr>
            <a:xfrm>
              <a:off x="10615465" y="3909743"/>
              <a:ext cx="25400" cy="25400"/>
            </a:xfrm>
            <a:prstGeom prst="ellipse">
              <a:avLst/>
            </a:prstGeom>
            <a:solidFill>
              <a:srgbClr val="070154"/>
            </a:solidFill>
            <a:ln>
              <a:noFill/>
            </a:ln>
          </p:spPr>
        </p:sp>
        <p:sp>
          <p:nvSpPr>
            <p:cNvPr id="82" name="node04.items.source-002.arc.arrow-2"/>
            <p:cNvSpPr/>
            <p:nvPr/>
          </p:nvSpPr>
          <p:spPr>
            <a:xfrm>
              <a:off x="10621665" y="3980371"/>
              <a:ext cx="99537" cy="56187"/>
            </a:xfrm>
            <a:custGeom>
              <a:avLst/>
              <a:gdLst/>
              <a:ahLst/>
              <a:cxnLst/>
              <a:rect l="l" t="t" r="r" b="b"/>
              <a:pathLst>
                <a:path w="99537" h="56187">
                  <a:moveTo>
                    <a:pt x="0" y="56187"/>
                  </a:moveTo>
                  <a:lnTo>
                    <a:pt x="99537" y="0"/>
                  </a:lnTo>
                </a:path>
              </a:pathLst>
            </a:custGeom>
            <a:ln w="25400">
              <a:solidFill>
                <a:srgbClr val="070154"/>
              </a:solidFill>
              <a:prstDash val="solid"/>
            </a:ln>
          </p:spPr>
        </p:sp>
        <p:sp>
          <p:nvSpPr>
            <p:cNvPr id="83" name="node04.items.source-002.arc.arrow-2.cap-1"/>
            <p:cNvSpPr/>
            <p:nvPr/>
          </p:nvSpPr>
          <p:spPr>
            <a:xfrm>
              <a:off x="10608965" y="4023858"/>
              <a:ext cx="25400" cy="25400"/>
            </a:xfrm>
            <a:prstGeom prst="ellipse">
              <a:avLst/>
            </a:prstGeom>
            <a:solidFill>
              <a:srgbClr val="070154"/>
            </a:solidFill>
            <a:ln>
              <a:noFill/>
            </a:ln>
          </p:spPr>
        </p:sp>
        <p:sp>
          <p:nvSpPr>
            <p:cNvPr id="84" name="node04.items.source-002.arc.arrow-2.cap-2"/>
            <p:cNvSpPr/>
            <p:nvPr/>
          </p:nvSpPr>
          <p:spPr>
            <a:xfrm>
              <a:off x="10708501" y="3967671"/>
              <a:ext cx="25400" cy="25400"/>
            </a:xfrm>
            <a:prstGeom prst="ellipse">
              <a:avLst/>
            </a:prstGeom>
            <a:solidFill>
              <a:srgbClr val="070154"/>
            </a:solidFill>
            <a:ln>
              <a:noFill/>
            </a:ln>
          </p:spPr>
        </p:sp>
        <p:sp>
          <p:nvSpPr>
            <p:cNvPr id="85" name="node04.items.source-003.arc"/>
            <p:cNvSpPr/>
            <p:nvPr/>
          </p:nvSpPr>
          <p:spPr>
            <a:xfrm>
              <a:off x="8799593" y="4747021"/>
              <a:ext cx="477152" cy="15458"/>
            </a:xfrm>
            <a:custGeom>
              <a:avLst/>
              <a:gdLst/>
              <a:ahLst/>
              <a:cxnLst/>
              <a:rect l="l" t="t" r="r" b="b"/>
              <a:pathLst>
                <a:path w="477152" h="15458">
                  <a:moveTo>
                    <a:pt x="477152" y="6108"/>
                  </a:moveTo>
                  <a:lnTo>
                    <a:pt x="457338" y="7806"/>
                  </a:lnTo>
                  <a:lnTo>
                    <a:pt x="437498" y="9335"/>
                  </a:lnTo>
                  <a:lnTo>
                    <a:pt x="417635" y="10695"/>
                  </a:lnTo>
                  <a:lnTo>
                    <a:pt x="397753" y="11885"/>
                  </a:lnTo>
                  <a:lnTo>
                    <a:pt x="377852" y="12906"/>
                  </a:lnTo>
                  <a:lnTo>
                    <a:pt x="357937" y="13756"/>
                  </a:lnTo>
                  <a:lnTo>
                    <a:pt x="338009" y="14437"/>
                  </a:lnTo>
                  <a:lnTo>
                    <a:pt x="318073" y="14948"/>
                  </a:lnTo>
                  <a:lnTo>
                    <a:pt x="298129" y="15288"/>
                  </a:lnTo>
                  <a:lnTo>
                    <a:pt x="278181" y="15458"/>
                  </a:lnTo>
                  <a:lnTo>
                    <a:pt x="258232" y="15458"/>
                  </a:lnTo>
                  <a:lnTo>
                    <a:pt x="238285" y="15288"/>
                  </a:lnTo>
                  <a:lnTo>
                    <a:pt x="218341" y="14948"/>
                  </a:lnTo>
                  <a:lnTo>
                    <a:pt x="198404" y="14437"/>
                  </a:lnTo>
                  <a:lnTo>
                    <a:pt x="178477" y="13756"/>
                  </a:lnTo>
                  <a:lnTo>
                    <a:pt x="158562" y="12906"/>
                  </a:lnTo>
                  <a:lnTo>
                    <a:pt x="138661" y="11885"/>
                  </a:lnTo>
                  <a:lnTo>
                    <a:pt x="118778" y="10695"/>
                  </a:lnTo>
                  <a:lnTo>
                    <a:pt x="98916" y="9335"/>
                  </a:lnTo>
                  <a:lnTo>
                    <a:pt x="79076" y="7806"/>
                  </a:lnTo>
                  <a:lnTo>
                    <a:pt x="59262" y="6108"/>
                  </a:lnTo>
                  <a:lnTo>
                    <a:pt x="39476" y="4240"/>
                  </a:lnTo>
                  <a:lnTo>
                    <a:pt x="19721" y="2204"/>
                  </a:lnTo>
                  <a:lnTo>
                    <a:pt x="0" y="0"/>
                  </a:lnTo>
                </a:path>
              </a:pathLst>
            </a:custGeom>
            <a:ln w="25400">
              <a:solidFill>
                <a:srgbClr val="070154"/>
              </a:solidFill>
              <a:prstDash val="solid"/>
            </a:ln>
          </p:spPr>
        </p:sp>
        <p:sp>
          <p:nvSpPr>
            <p:cNvPr id="86" name="node04.items.source-003.arc.cap-1"/>
            <p:cNvSpPr/>
            <p:nvPr/>
          </p:nvSpPr>
          <p:spPr>
            <a:xfrm>
              <a:off x="9264045" y="4740428"/>
              <a:ext cx="25400" cy="25400"/>
            </a:xfrm>
            <a:prstGeom prst="ellipse">
              <a:avLst/>
            </a:prstGeom>
            <a:solidFill>
              <a:srgbClr val="070154"/>
            </a:solidFill>
            <a:ln>
              <a:noFill/>
            </a:ln>
          </p:spPr>
        </p:sp>
        <p:sp>
          <p:nvSpPr>
            <p:cNvPr id="87" name="node04.items.source-003.arc.cap-2"/>
            <p:cNvSpPr/>
            <p:nvPr/>
          </p:nvSpPr>
          <p:spPr>
            <a:xfrm>
              <a:off x="8786893" y="4734321"/>
              <a:ext cx="25400" cy="25400"/>
            </a:xfrm>
            <a:prstGeom prst="ellipse">
              <a:avLst/>
            </a:prstGeom>
            <a:solidFill>
              <a:srgbClr val="070154"/>
            </a:solidFill>
            <a:ln>
              <a:noFill/>
            </a:ln>
          </p:spPr>
        </p:sp>
        <p:sp>
          <p:nvSpPr>
            <p:cNvPr id="88" name="node04.items.source-003.arc.arrow-1"/>
            <p:cNvSpPr/>
            <p:nvPr/>
          </p:nvSpPr>
          <p:spPr>
            <a:xfrm>
              <a:off x="8799593" y="4703704"/>
              <a:ext cx="105774" cy="43316"/>
            </a:xfrm>
            <a:custGeom>
              <a:avLst/>
              <a:gdLst/>
              <a:ahLst/>
              <a:cxnLst/>
              <a:rect l="l" t="t" r="r" b="b"/>
              <a:pathLst>
                <a:path w="105774" h="43316">
                  <a:moveTo>
                    <a:pt x="0" y="43316"/>
                  </a:moveTo>
                  <a:lnTo>
                    <a:pt x="105774" y="0"/>
                  </a:lnTo>
                </a:path>
              </a:pathLst>
            </a:custGeom>
            <a:ln w="25400">
              <a:solidFill>
                <a:srgbClr val="070154"/>
              </a:solidFill>
              <a:prstDash val="solid"/>
            </a:ln>
          </p:spPr>
        </p:sp>
        <p:sp>
          <p:nvSpPr>
            <p:cNvPr id="89" name="node04.items.source-003.arc.arrow-1.cap-1"/>
            <p:cNvSpPr/>
            <p:nvPr/>
          </p:nvSpPr>
          <p:spPr>
            <a:xfrm>
              <a:off x="8786893" y="4734321"/>
              <a:ext cx="25400" cy="25400"/>
            </a:xfrm>
            <a:prstGeom prst="ellipse">
              <a:avLst/>
            </a:prstGeom>
            <a:solidFill>
              <a:srgbClr val="070154"/>
            </a:solidFill>
            <a:ln>
              <a:noFill/>
            </a:ln>
          </p:spPr>
        </p:sp>
        <p:sp>
          <p:nvSpPr>
            <p:cNvPr id="90" name="node04.items.source-003.arc.arrow-1.cap-2"/>
            <p:cNvSpPr/>
            <p:nvPr/>
          </p:nvSpPr>
          <p:spPr>
            <a:xfrm>
              <a:off x="8892667" y="4691004"/>
              <a:ext cx="25400" cy="25400"/>
            </a:xfrm>
            <a:prstGeom prst="ellipse">
              <a:avLst/>
            </a:prstGeom>
            <a:solidFill>
              <a:srgbClr val="070154"/>
            </a:solidFill>
            <a:ln>
              <a:noFill/>
            </a:ln>
          </p:spPr>
        </p:sp>
        <p:sp>
          <p:nvSpPr>
            <p:cNvPr id="91" name="node04.items.source-003.arc.arrow-2"/>
            <p:cNvSpPr/>
            <p:nvPr/>
          </p:nvSpPr>
          <p:spPr>
            <a:xfrm>
              <a:off x="8799593" y="4747021"/>
              <a:ext cx="93599" cy="65602"/>
            </a:xfrm>
            <a:custGeom>
              <a:avLst/>
              <a:gdLst/>
              <a:ahLst/>
              <a:cxnLst/>
              <a:rect l="l" t="t" r="r" b="b"/>
              <a:pathLst>
                <a:path w="93599" h="65602">
                  <a:moveTo>
                    <a:pt x="0" y="0"/>
                  </a:moveTo>
                  <a:lnTo>
                    <a:pt x="93599" y="65602"/>
                  </a:lnTo>
                </a:path>
              </a:pathLst>
            </a:custGeom>
            <a:ln w="25400">
              <a:solidFill>
                <a:srgbClr val="070154"/>
              </a:solidFill>
              <a:prstDash val="solid"/>
            </a:ln>
          </p:spPr>
        </p:sp>
        <p:sp>
          <p:nvSpPr>
            <p:cNvPr id="92" name="node04.items.source-003.arc.arrow-2.cap-1"/>
            <p:cNvSpPr/>
            <p:nvPr/>
          </p:nvSpPr>
          <p:spPr>
            <a:xfrm>
              <a:off x="8786893" y="4734321"/>
              <a:ext cx="25400" cy="25400"/>
            </a:xfrm>
            <a:prstGeom prst="ellipse">
              <a:avLst/>
            </a:prstGeom>
            <a:solidFill>
              <a:srgbClr val="070154"/>
            </a:solidFill>
            <a:ln>
              <a:noFill/>
            </a:ln>
          </p:spPr>
        </p:sp>
        <p:sp>
          <p:nvSpPr>
            <p:cNvPr id="93" name="node04.items.source-003.arc.arrow-2.cap-2"/>
            <p:cNvSpPr/>
            <p:nvPr/>
          </p:nvSpPr>
          <p:spPr>
            <a:xfrm>
              <a:off x="8880493" y="4799923"/>
              <a:ext cx="25400" cy="25400"/>
            </a:xfrm>
            <a:prstGeom prst="ellipse">
              <a:avLst/>
            </a:prstGeom>
            <a:solidFill>
              <a:srgbClr val="070154"/>
            </a:solidFill>
            <a:ln>
              <a:noFill/>
            </a:ln>
          </p:spPr>
        </p:sp>
        <p:sp>
          <p:nvSpPr>
            <p:cNvPr id="94" name="node04.items.source-004.arc"/>
            <p:cNvSpPr/>
            <p:nvPr/>
          </p:nvSpPr>
          <p:spPr>
            <a:xfrm>
              <a:off x="7362692" y="3636624"/>
              <a:ext cx="177477" cy="439379"/>
            </a:xfrm>
            <a:custGeom>
              <a:avLst/>
              <a:gdLst/>
              <a:ahLst/>
              <a:cxnLst/>
              <a:rect l="l" t="t" r="r" b="b"/>
              <a:pathLst>
                <a:path w="177477" h="439379">
                  <a:moveTo>
                    <a:pt x="177477" y="439379"/>
                  </a:moveTo>
                  <a:lnTo>
                    <a:pt x="165769" y="422204"/>
                  </a:lnTo>
                  <a:lnTo>
                    <a:pt x="154419" y="404901"/>
                  </a:lnTo>
                  <a:lnTo>
                    <a:pt x="143432" y="387473"/>
                  </a:lnTo>
                  <a:lnTo>
                    <a:pt x="132808" y="369924"/>
                  </a:lnTo>
                  <a:lnTo>
                    <a:pt x="122552" y="352257"/>
                  </a:lnTo>
                  <a:lnTo>
                    <a:pt x="112664" y="334478"/>
                  </a:lnTo>
                  <a:lnTo>
                    <a:pt x="103147" y="316591"/>
                  </a:lnTo>
                  <a:lnTo>
                    <a:pt x="94005" y="298598"/>
                  </a:lnTo>
                  <a:lnTo>
                    <a:pt x="85238" y="280506"/>
                  </a:lnTo>
                  <a:lnTo>
                    <a:pt x="76849" y="262317"/>
                  </a:lnTo>
                  <a:lnTo>
                    <a:pt x="68839" y="244037"/>
                  </a:lnTo>
                  <a:lnTo>
                    <a:pt x="61211" y="225669"/>
                  </a:lnTo>
                  <a:lnTo>
                    <a:pt x="53967" y="207218"/>
                  </a:lnTo>
                  <a:lnTo>
                    <a:pt x="47108" y="188687"/>
                  </a:lnTo>
                  <a:lnTo>
                    <a:pt x="40635" y="170083"/>
                  </a:lnTo>
                  <a:lnTo>
                    <a:pt x="34550" y="151407"/>
                  </a:lnTo>
                  <a:lnTo>
                    <a:pt x="28855" y="132666"/>
                  </a:lnTo>
                  <a:lnTo>
                    <a:pt x="23551" y="113863"/>
                  </a:lnTo>
                  <a:lnTo>
                    <a:pt x="18640" y="95003"/>
                  </a:lnTo>
                  <a:lnTo>
                    <a:pt x="14121" y="76091"/>
                  </a:lnTo>
                  <a:lnTo>
                    <a:pt x="9997" y="57130"/>
                  </a:lnTo>
                  <a:lnTo>
                    <a:pt x="6268" y="38124"/>
                  </a:lnTo>
                  <a:lnTo>
                    <a:pt x="2936" y="19080"/>
                  </a:lnTo>
                  <a:lnTo>
                    <a:pt x="0" y="0"/>
                  </a:lnTo>
                </a:path>
              </a:pathLst>
            </a:custGeom>
            <a:ln w="25400">
              <a:solidFill>
                <a:srgbClr val="070154"/>
              </a:solidFill>
              <a:prstDash val="solid"/>
            </a:ln>
          </p:spPr>
        </p:sp>
        <p:sp>
          <p:nvSpPr>
            <p:cNvPr id="95" name="node04.items.source-004.arc.cap-1"/>
            <p:cNvSpPr/>
            <p:nvPr/>
          </p:nvSpPr>
          <p:spPr>
            <a:xfrm>
              <a:off x="7527469" y="4063302"/>
              <a:ext cx="25400" cy="25400"/>
            </a:xfrm>
            <a:prstGeom prst="ellipse">
              <a:avLst/>
            </a:prstGeom>
            <a:solidFill>
              <a:srgbClr val="070154"/>
            </a:solidFill>
            <a:ln>
              <a:noFill/>
            </a:ln>
          </p:spPr>
        </p:sp>
        <p:sp>
          <p:nvSpPr>
            <p:cNvPr id="96" name="node04.items.source-004.arc.cap-2"/>
            <p:cNvSpPr/>
            <p:nvPr/>
          </p:nvSpPr>
          <p:spPr>
            <a:xfrm>
              <a:off x="7349992" y="3623924"/>
              <a:ext cx="25400" cy="25400"/>
            </a:xfrm>
            <a:prstGeom prst="ellipse">
              <a:avLst/>
            </a:prstGeom>
            <a:solidFill>
              <a:srgbClr val="070154"/>
            </a:solidFill>
            <a:ln>
              <a:noFill/>
            </a:ln>
          </p:spPr>
        </p:sp>
        <p:sp>
          <p:nvSpPr>
            <p:cNvPr id="97" name="node04.items.source-004.arc.arrow-1"/>
            <p:cNvSpPr/>
            <p:nvPr/>
          </p:nvSpPr>
          <p:spPr>
            <a:xfrm>
              <a:off x="7362692" y="3636624"/>
              <a:ext cx="69415" cy="90808"/>
            </a:xfrm>
            <a:custGeom>
              <a:avLst/>
              <a:gdLst/>
              <a:ahLst/>
              <a:cxnLst/>
              <a:rect l="l" t="t" r="r" b="b"/>
              <a:pathLst>
                <a:path w="69415" h="90808">
                  <a:moveTo>
                    <a:pt x="0" y="0"/>
                  </a:moveTo>
                  <a:lnTo>
                    <a:pt x="69415" y="90808"/>
                  </a:lnTo>
                </a:path>
              </a:pathLst>
            </a:custGeom>
            <a:ln w="25400">
              <a:solidFill>
                <a:srgbClr val="070154"/>
              </a:solidFill>
              <a:prstDash val="solid"/>
            </a:ln>
          </p:spPr>
        </p:sp>
        <p:sp>
          <p:nvSpPr>
            <p:cNvPr id="98" name="node04.items.source-004.arc.arrow-1.cap-1"/>
            <p:cNvSpPr/>
            <p:nvPr/>
          </p:nvSpPr>
          <p:spPr>
            <a:xfrm>
              <a:off x="7349992" y="3623924"/>
              <a:ext cx="25400" cy="25400"/>
            </a:xfrm>
            <a:prstGeom prst="ellipse">
              <a:avLst/>
            </a:prstGeom>
            <a:solidFill>
              <a:srgbClr val="070154"/>
            </a:solidFill>
            <a:ln>
              <a:noFill/>
            </a:ln>
          </p:spPr>
        </p:sp>
        <p:sp>
          <p:nvSpPr>
            <p:cNvPr id="99" name="node04.items.source-004.arc.arrow-1.cap-2"/>
            <p:cNvSpPr/>
            <p:nvPr/>
          </p:nvSpPr>
          <p:spPr>
            <a:xfrm>
              <a:off x="7419407" y="3714731"/>
              <a:ext cx="25400" cy="25400"/>
            </a:xfrm>
            <a:prstGeom prst="ellipse">
              <a:avLst/>
            </a:prstGeom>
            <a:solidFill>
              <a:srgbClr val="070154"/>
            </a:solidFill>
            <a:ln>
              <a:noFill/>
            </a:ln>
          </p:spPr>
        </p:sp>
        <p:sp>
          <p:nvSpPr>
            <p:cNvPr id="100" name="node04.items.source-004.arc.arrow-2"/>
            <p:cNvSpPr/>
            <p:nvPr/>
          </p:nvSpPr>
          <p:spPr>
            <a:xfrm>
              <a:off x="7323785" y="3636624"/>
              <a:ext cx="38907" cy="107474"/>
            </a:xfrm>
            <a:custGeom>
              <a:avLst/>
              <a:gdLst/>
              <a:ahLst/>
              <a:cxnLst/>
              <a:rect l="l" t="t" r="r" b="b"/>
              <a:pathLst>
                <a:path w="38907" h="107474">
                  <a:moveTo>
                    <a:pt x="38907" y="0"/>
                  </a:moveTo>
                  <a:lnTo>
                    <a:pt x="0" y="107474"/>
                  </a:lnTo>
                </a:path>
              </a:pathLst>
            </a:custGeom>
            <a:ln w="25400">
              <a:solidFill>
                <a:srgbClr val="070154"/>
              </a:solidFill>
              <a:prstDash val="solid"/>
            </a:ln>
          </p:spPr>
        </p:sp>
        <p:sp>
          <p:nvSpPr>
            <p:cNvPr id="101" name="node04.items.source-004.arc.arrow-2.cap-1"/>
            <p:cNvSpPr/>
            <p:nvPr/>
          </p:nvSpPr>
          <p:spPr>
            <a:xfrm>
              <a:off x="7349992" y="3623924"/>
              <a:ext cx="25400" cy="25400"/>
            </a:xfrm>
            <a:prstGeom prst="ellipse">
              <a:avLst/>
            </a:prstGeom>
            <a:solidFill>
              <a:srgbClr val="070154"/>
            </a:solidFill>
            <a:ln>
              <a:noFill/>
            </a:ln>
          </p:spPr>
        </p:sp>
        <p:sp>
          <p:nvSpPr>
            <p:cNvPr id="102" name="node04.items.source-004.arc.arrow-2.cap-2"/>
            <p:cNvSpPr/>
            <p:nvPr/>
          </p:nvSpPr>
          <p:spPr>
            <a:xfrm>
              <a:off x="7311085" y="3731398"/>
              <a:ext cx="25400" cy="25400"/>
            </a:xfrm>
            <a:prstGeom prst="ellipse">
              <a:avLst/>
            </a:prstGeom>
            <a:solidFill>
              <a:srgbClr val="070154"/>
            </a:solidFill>
            <a:ln>
              <a:noFill/>
            </a:ln>
          </p:spPr>
        </p:sp>
        <p:sp>
          <p:nvSpPr>
            <p:cNvPr id="103" name="node04.loops.source-001.curve"/>
            <p:cNvSpPr/>
            <p:nvPr/>
          </p:nvSpPr>
          <p:spPr>
            <a:xfrm>
              <a:off x="10065370" y="3535773"/>
              <a:ext cx="202547" cy="567504"/>
            </a:xfrm>
            <a:custGeom>
              <a:avLst/>
              <a:gdLst/>
              <a:ahLst/>
              <a:cxnLst/>
              <a:rect l="l" t="t" r="r" b="b"/>
              <a:pathLst>
                <a:path w="202547" h="567504">
                  <a:moveTo>
                    <a:pt x="331" y="567504"/>
                  </a:moveTo>
                  <a:quadBezTo>
                    <a:pt x="-8191" y="205171"/>
                    <a:pt x="202547" y="0"/>
                  </a:quadBezTo>
                </a:path>
              </a:pathLst>
            </a:custGeom>
            <a:ln w="19050">
              <a:solidFill>
                <a:srgbClr val="0047FF"/>
              </a:solidFill>
              <a:prstDash val="dash"/>
            </a:ln>
          </p:spPr>
        </p:sp>
        <p:sp>
          <p:nvSpPr>
            <p:cNvPr id="104" name="node04.loops.source-001.arrow-1"/>
            <p:cNvSpPr/>
            <p:nvPr/>
          </p:nvSpPr>
          <p:spPr>
            <a:xfrm>
              <a:off x="10237256" y="3535773"/>
              <a:ext cx="30660" cy="110111"/>
            </a:xfrm>
            <a:custGeom>
              <a:avLst/>
              <a:gdLst/>
              <a:ahLst/>
              <a:cxnLst/>
              <a:rect l="l" t="t" r="r" b="b"/>
              <a:pathLst>
                <a:path w="30660" h="110111">
                  <a:moveTo>
                    <a:pt x="30660" y="0"/>
                  </a:moveTo>
                  <a:lnTo>
                    <a:pt x="0" y="110111"/>
                  </a:lnTo>
                </a:path>
              </a:pathLst>
            </a:custGeom>
            <a:ln w="25400">
              <a:solidFill>
                <a:srgbClr val="0047FF"/>
              </a:solidFill>
              <a:prstDash val="solid"/>
            </a:ln>
          </p:spPr>
        </p:sp>
        <p:sp>
          <p:nvSpPr>
            <p:cNvPr id="105" name="node04.loops.source-001.arrow-1.cap-1"/>
            <p:cNvSpPr/>
            <p:nvPr/>
          </p:nvSpPr>
          <p:spPr>
            <a:xfrm>
              <a:off x="10255216" y="3523073"/>
              <a:ext cx="25400" cy="25400"/>
            </a:xfrm>
            <a:prstGeom prst="ellipse">
              <a:avLst/>
            </a:prstGeom>
            <a:solidFill>
              <a:srgbClr val="0047FF"/>
            </a:solidFill>
            <a:ln>
              <a:noFill/>
            </a:ln>
          </p:spPr>
        </p:sp>
        <p:sp>
          <p:nvSpPr>
            <p:cNvPr id="106" name="node04.loops.source-001.arrow-1.cap-2"/>
            <p:cNvSpPr/>
            <p:nvPr/>
          </p:nvSpPr>
          <p:spPr>
            <a:xfrm>
              <a:off x="10224556" y="3633184"/>
              <a:ext cx="25400" cy="25400"/>
            </a:xfrm>
            <a:prstGeom prst="ellipse">
              <a:avLst/>
            </a:prstGeom>
            <a:solidFill>
              <a:srgbClr val="0047FF"/>
            </a:solidFill>
            <a:ln>
              <a:noFill/>
            </a:ln>
          </p:spPr>
        </p:sp>
        <p:sp>
          <p:nvSpPr>
            <p:cNvPr id="107" name="node04.loops.source-001.arrow-2"/>
            <p:cNvSpPr/>
            <p:nvPr/>
          </p:nvSpPr>
          <p:spPr>
            <a:xfrm>
              <a:off x="10158695" y="3535773"/>
              <a:ext cx="109221" cy="33694"/>
            </a:xfrm>
            <a:custGeom>
              <a:avLst/>
              <a:gdLst/>
              <a:ahLst/>
              <a:cxnLst/>
              <a:rect l="l" t="t" r="r" b="b"/>
              <a:pathLst>
                <a:path w="109221" h="33694">
                  <a:moveTo>
                    <a:pt x="109221" y="0"/>
                  </a:moveTo>
                  <a:lnTo>
                    <a:pt x="0" y="33694"/>
                  </a:lnTo>
                </a:path>
              </a:pathLst>
            </a:custGeom>
            <a:ln w="25400">
              <a:solidFill>
                <a:srgbClr val="0047FF"/>
              </a:solidFill>
              <a:prstDash val="solid"/>
            </a:ln>
          </p:spPr>
        </p:sp>
        <p:sp>
          <p:nvSpPr>
            <p:cNvPr id="108" name="node04.loops.source-001.arrow-2.cap-1"/>
            <p:cNvSpPr/>
            <p:nvPr/>
          </p:nvSpPr>
          <p:spPr>
            <a:xfrm>
              <a:off x="10255216" y="3523073"/>
              <a:ext cx="25400" cy="25400"/>
            </a:xfrm>
            <a:prstGeom prst="ellipse">
              <a:avLst/>
            </a:prstGeom>
            <a:solidFill>
              <a:srgbClr val="0047FF"/>
            </a:solidFill>
            <a:ln>
              <a:noFill/>
            </a:ln>
          </p:spPr>
        </p:sp>
        <p:sp>
          <p:nvSpPr>
            <p:cNvPr id="109" name="node04.loops.source-001.arrow-2.cap-2"/>
            <p:cNvSpPr/>
            <p:nvPr/>
          </p:nvSpPr>
          <p:spPr>
            <a:xfrm>
              <a:off x="10145995" y="3556767"/>
              <a:ext cx="25400" cy="25400"/>
            </a:xfrm>
            <a:prstGeom prst="ellipse">
              <a:avLst/>
            </a:prstGeom>
            <a:solidFill>
              <a:srgbClr val="0047FF"/>
            </a:solidFill>
            <a:ln>
              <a:noFill/>
            </a:ln>
          </p:spPr>
        </p:sp>
        <p:sp>
          <p:nvSpPr>
            <p:cNvPr id="110" name="node04.loops.source-002.curve"/>
            <p:cNvSpPr/>
            <p:nvPr/>
          </p:nvSpPr>
          <p:spPr>
            <a:xfrm>
              <a:off x="8298449" y="2667000"/>
              <a:ext cx="633664" cy="1436277"/>
            </a:xfrm>
            <a:custGeom>
              <a:avLst/>
              <a:gdLst/>
              <a:ahLst/>
              <a:cxnLst/>
              <a:rect l="l" t="t" r="r" b="b"/>
              <a:pathLst>
                <a:path w="633664" h="1436277">
                  <a:moveTo>
                    <a:pt x="0" y="1436277"/>
                  </a:moveTo>
                  <a:quadBezTo>
                    <a:pt x="391442" y="748154"/>
                    <a:pt x="633664" y="0"/>
                  </a:quadBezTo>
                </a:path>
              </a:pathLst>
            </a:custGeom>
            <a:ln w="19050">
              <a:solidFill>
                <a:srgbClr val="0047FF"/>
              </a:solidFill>
              <a:prstDash val="dash"/>
            </a:ln>
          </p:spPr>
        </p:sp>
        <p:sp>
          <p:nvSpPr>
            <p:cNvPr id="111" name="node04.loops.source-002.arrow-1"/>
            <p:cNvSpPr/>
            <p:nvPr/>
          </p:nvSpPr>
          <p:spPr>
            <a:xfrm>
              <a:off x="8932113" y="2667000"/>
              <a:ext cx="20549" cy="112438"/>
            </a:xfrm>
            <a:custGeom>
              <a:avLst/>
              <a:gdLst/>
              <a:ahLst/>
              <a:cxnLst/>
              <a:rect l="l" t="t" r="r" b="b"/>
              <a:pathLst>
                <a:path w="20549" h="112438">
                  <a:moveTo>
                    <a:pt x="0" y="0"/>
                  </a:moveTo>
                  <a:lnTo>
                    <a:pt x="20549" y="112438"/>
                  </a:lnTo>
                </a:path>
              </a:pathLst>
            </a:custGeom>
            <a:ln w="25400">
              <a:solidFill>
                <a:srgbClr val="0047FF"/>
              </a:solidFill>
              <a:prstDash val="solid"/>
            </a:ln>
          </p:spPr>
        </p:sp>
        <p:sp>
          <p:nvSpPr>
            <p:cNvPr id="112" name="node04.loops.source-002.arrow-1.cap-1"/>
            <p:cNvSpPr/>
            <p:nvPr/>
          </p:nvSpPr>
          <p:spPr>
            <a:xfrm>
              <a:off x="8919413" y="2654300"/>
              <a:ext cx="25400" cy="25400"/>
            </a:xfrm>
            <a:prstGeom prst="ellipse">
              <a:avLst/>
            </a:prstGeom>
            <a:solidFill>
              <a:srgbClr val="0047FF"/>
            </a:solidFill>
            <a:ln>
              <a:noFill/>
            </a:ln>
          </p:spPr>
        </p:sp>
        <p:sp>
          <p:nvSpPr>
            <p:cNvPr id="113" name="node04.loops.source-002.arrow-1.cap-2"/>
            <p:cNvSpPr/>
            <p:nvPr/>
          </p:nvSpPr>
          <p:spPr>
            <a:xfrm>
              <a:off x="8939962" y="2766738"/>
              <a:ext cx="25400" cy="25400"/>
            </a:xfrm>
            <a:prstGeom prst="ellipse">
              <a:avLst/>
            </a:prstGeom>
            <a:solidFill>
              <a:srgbClr val="0047FF"/>
            </a:solidFill>
            <a:ln>
              <a:noFill/>
            </a:ln>
          </p:spPr>
        </p:sp>
        <p:sp>
          <p:nvSpPr>
            <p:cNvPr id="114" name="node04.loops.source-002.arrow-2"/>
            <p:cNvSpPr/>
            <p:nvPr/>
          </p:nvSpPr>
          <p:spPr>
            <a:xfrm>
              <a:off x="8848602" y="2667000"/>
              <a:ext cx="83510" cy="78042"/>
            </a:xfrm>
            <a:custGeom>
              <a:avLst/>
              <a:gdLst/>
              <a:ahLst/>
              <a:cxnLst/>
              <a:rect l="l" t="t" r="r" b="b"/>
              <a:pathLst>
                <a:path w="83510" h="78042">
                  <a:moveTo>
                    <a:pt x="83510" y="0"/>
                  </a:moveTo>
                  <a:lnTo>
                    <a:pt x="0" y="78042"/>
                  </a:lnTo>
                </a:path>
              </a:pathLst>
            </a:custGeom>
            <a:ln w="25400">
              <a:solidFill>
                <a:srgbClr val="0047FF"/>
              </a:solidFill>
              <a:prstDash val="solid"/>
            </a:ln>
          </p:spPr>
        </p:sp>
        <p:sp>
          <p:nvSpPr>
            <p:cNvPr id="115" name="node04.loops.source-002.arrow-2.cap-1"/>
            <p:cNvSpPr/>
            <p:nvPr/>
          </p:nvSpPr>
          <p:spPr>
            <a:xfrm>
              <a:off x="8919413" y="2654300"/>
              <a:ext cx="25400" cy="25400"/>
            </a:xfrm>
            <a:prstGeom prst="ellipse">
              <a:avLst/>
            </a:prstGeom>
            <a:solidFill>
              <a:srgbClr val="0047FF"/>
            </a:solidFill>
            <a:ln>
              <a:noFill/>
            </a:ln>
          </p:spPr>
        </p:sp>
        <p:sp>
          <p:nvSpPr>
            <p:cNvPr id="116" name="node04.loops.source-002.arrow-2.cap-2"/>
            <p:cNvSpPr/>
            <p:nvPr/>
          </p:nvSpPr>
          <p:spPr>
            <a:xfrm>
              <a:off x="8835902" y="2732342"/>
              <a:ext cx="25400" cy="25400"/>
            </a:xfrm>
            <a:prstGeom prst="ellipse">
              <a:avLst/>
            </a:prstGeom>
            <a:solidFill>
              <a:srgbClr val="0047FF"/>
            </a:solidFill>
            <a:ln>
              <a:noFill/>
            </a:ln>
          </p:spPr>
        </p:sp>
        <p:sp>
          <p:nvSpPr>
            <p:cNvPr id="117" name="node04.center.label"/>
            <p:cNvSpPr/>
            <p:nvPr/>
          </p:nvSpPr>
          <p:spPr>
            <a:xfrm>
              <a:off x="8124825" y="3086100"/>
              <a:ext cx="18859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SDLC</a:t>
              </a:r>
              <a:endParaRPr lang="en-US" sz="900" spc="54" kern="0" b="0" i="0" dirty="0">
                <a:solidFill>
                  <a:srgbClr val="0047FF"/>
                </a:solidFill>
                <a:latin typeface="IBM Plex Mono SemiBold"/>
                <a:ea typeface="IBM Plex Mono SemiBold"/>
                <a:cs typeface="IBM Plex Mono SemiBold"/>
              </a:endParaRPr>
            </a:p>
          </p:txBody>
        </p:sp>
        <p:sp>
          <p:nvSpPr>
            <p:cNvPr id="118" name="node04.items.source-001.surface"/>
            <p:cNvSpPr/>
            <p:nvPr/>
          </p:nvSpPr>
          <p:spPr>
            <a:xfrm>
              <a:off x="8382000" y="1905000"/>
              <a:ext cx="1371600" cy="685800"/>
            </a:xfrm>
            <a:prstGeom prst="rect">
              <a:avLst/>
            </a:prstGeom>
            <a:solidFill>
              <a:srgbClr val="070154"/>
            </a:solidFill>
            <a:ln>
              <a:noFill/>
            </a:ln>
          </p:spPr>
        </p:sp>
        <p:sp>
          <p:nvSpPr>
            <p:cNvPr id="119" name="node04.items.source-001.label"/>
            <p:cNvSpPr/>
            <p:nvPr/>
          </p:nvSpPr>
          <p:spPr>
            <a:xfrm>
              <a:off x="8534400" y="19875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Design</a:t>
              </a:r>
              <a:endParaRPr lang="en-US" sz="1400" spc="0" kern="0" b="0" i="0" dirty="0">
                <a:solidFill>
                  <a:srgbClr val="FFFFFF"/>
                </a:solidFill>
                <a:latin typeface="IBM Plex Sans SemiBold"/>
                <a:ea typeface="IBM Plex Sans SemiBold"/>
                <a:cs typeface="IBM Plex Sans SemiBold"/>
              </a:endParaRPr>
            </a:p>
          </p:txBody>
        </p:sp>
        <p:sp>
          <p:nvSpPr>
            <p:cNvPr id="120" name="node04.items.source-001.text"/>
            <p:cNvSpPr/>
            <p:nvPr/>
          </p:nvSpPr>
          <p:spPr>
            <a:xfrm>
              <a:off x="8534400" y="227965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Define</a:t>
              </a:r>
              <a:endParaRPr lang="en-US" sz="1200" spc="0" kern="0" b="0" i="0" dirty="0">
                <a:solidFill>
                  <a:srgbClr val="FFFFFF"/>
                </a:solidFill>
                <a:latin typeface="IBM Plex Sans"/>
                <a:ea typeface="IBM Plex Sans"/>
                <a:cs typeface="IBM Plex Sans"/>
              </a:endParaRPr>
            </a:p>
          </p:txBody>
        </p:sp>
        <p:sp>
          <p:nvSpPr>
            <p:cNvPr id="121" name="node04.items.source-002.surface"/>
            <p:cNvSpPr/>
            <p:nvPr/>
          </p:nvSpPr>
          <p:spPr>
            <a:xfrm>
              <a:off x="10012586" y="2773773"/>
              <a:ext cx="1371600" cy="685800"/>
            </a:xfrm>
            <a:prstGeom prst="rect">
              <a:avLst/>
            </a:prstGeom>
            <a:solidFill>
              <a:srgbClr val="070154"/>
            </a:solidFill>
            <a:ln>
              <a:noFill/>
            </a:ln>
          </p:spPr>
        </p:sp>
        <p:sp>
          <p:nvSpPr>
            <p:cNvPr id="122" name="node04.items.source-002.label"/>
            <p:cNvSpPr/>
            <p:nvPr/>
          </p:nvSpPr>
          <p:spPr>
            <a:xfrm>
              <a:off x="10164986" y="2856323"/>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123" name="node04.items.source-002.text"/>
            <p:cNvSpPr/>
            <p:nvPr/>
          </p:nvSpPr>
          <p:spPr>
            <a:xfrm>
              <a:off x="10164986" y="3148423"/>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Build</a:t>
              </a:r>
              <a:endParaRPr lang="en-US" sz="1200" spc="0" kern="0" b="0" i="0" dirty="0">
                <a:solidFill>
                  <a:srgbClr val="FFFFFF"/>
                </a:solidFill>
                <a:latin typeface="IBM Plex Sans"/>
                <a:ea typeface="IBM Plex Sans"/>
                <a:cs typeface="IBM Plex Sans"/>
              </a:endParaRPr>
            </a:p>
          </p:txBody>
        </p:sp>
        <p:sp>
          <p:nvSpPr>
            <p:cNvPr id="124" name="node04.items.source-003.surface"/>
            <p:cNvSpPr/>
            <p:nvPr/>
          </p:nvSpPr>
          <p:spPr>
            <a:xfrm>
              <a:off x="9389758" y="4179477"/>
              <a:ext cx="1371600" cy="685800"/>
            </a:xfrm>
            <a:prstGeom prst="rect">
              <a:avLst/>
            </a:prstGeom>
            <a:solidFill>
              <a:srgbClr val="070154"/>
            </a:solidFill>
            <a:ln>
              <a:noFill/>
            </a:ln>
          </p:spPr>
        </p:sp>
        <p:sp>
          <p:nvSpPr>
            <p:cNvPr id="125" name="node04.items.source-003.label"/>
            <p:cNvSpPr/>
            <p:nvPr/>
          </p:nvSpPr>
          <p:spPr>
            <a:xfrm>
              <a:off x="9542158" y="4262027"/>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Test</a:t>
              </a:r>
              <a:endParaRPr lang="en-US" sz="1400" spc="0" kern="0" b="0" i="0" dirty="0">
                <a:solidFill>
                  <a:srgbClr val="FFFFFF"/>
                </a:solidFill>
                <a:latin typeface="IBM Plex Sans SemiBold"/>
                <a:ea typeface="IBM Plex Sans SemiBold"/>
                <a:cs typeface="IBM Plex Sans SemiBold"/>
              </a:endParaRPr>
            </a:p>
          </p:txBody>
        </p:sp>
        <p:sp>
          <p:nvSpPr>
            <p:cNvPr id="126" name="node04.items.source-003.text"/>
            <p:cNvSpPr/>
            <p:nvPr/>
          </p:nvSpPr>
          <p:spPr>
            <a:xfrm>
              <a:off x="9542158" y="4554127"/>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Build</a:t>
              </a:r>
              <a:endParaRPr lang="en-US" sz="1200" spc="0" kern="0" b="0" i="0" dirty="0">
                <a:solidFill>
                  <a:srgbClr val="FFFFFF"/>
                </a:solidFill>
                <a:latin typeface="IBM Plex Sans"/>
                <a:ea typeface="IBM Plex Sans"/>
                <a:cs typeface="IBM Plex Sans"/>
              </a:endParaRPr>
            </a:p>
          </p:txBody>
        </p:sp>
        <p:sp>
          <p:nvSpPr>
            <p:cNvPr id="127" name="node04.items.source-004.surface"/>
            <p:cNvSpPr/>
            <p:nvPr/>
          </p:nvSpPr>
          <p:spPr>
            <a:xfrm>
              <a:off x="7374242" y="4179477"/>
              <a:ext cx="1371600" cy="685800"/>
            </a:xfrm>
            <a:prstGeom prst="rect">
              <a:avLst/>
            </a:prstGeom>
            <a:solidFill>
              <a:srgbClr val="070154"/>
            </a:solidFill>
            <a:ln>
              <a:noFill/>
            </a:ln>
          </p:spPr>
        </p:sp>
        <p:sp>
          <p:nvSpPr>
            <p:cNvPr id="128" name="node04.items.source-004.label"/>
            <p:cNvSpPr/>
            <p:nvPr/>
          </p:nvSpPr>
          <p:spPr>
            <a:xfrm>
              <a:off x="7526642" y="4262027"/>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Verify</a:t>
              </a:r>
              <a:endParaRPr lang="en-US" sz="1400" spc="0" kern="0" b="0" i="0" dirty="0">
                <a:solidFill>
                  <a:srgbClr val="FFFFFF"/>
                </a:solidFill>
                <a:latin typeface="IBM Plex Sans SemiBold"/>
                <a:ea typeface="IBM Plex Sans SemiBold"/>
                <a:cs typeface="IBM Plex Sans SemiBold"/>
              </a:endParaRPr>
            </a:p>
          </p:txBody>
        </p:sp>
        <p:sp>
          <p:nvSpPr>
            <p:cNvPr id="129" name="node04.items.source-004.text"/>
            <p:cNvSpPr/>
            <p:nvPr/>
          </p:nvSpPr>
          <p:spPr>
            <a:xfrm>
              <a:off x="7526642" y="4554127"/>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Build</a:t>
              </a:r>
              <a:endParaRPr lang="en-US" sz="1200" spc="0" kern="0" b="0" i="0" dirty="0">
                <a:solidFill>
                  <a:srgbClr val="FFFFFF"/>
                </a:solidFill>
                <a:latin typeface="IBM Plex Sans"/>
                <a:ea typeface="IBM Plex Sans"/>
                <a:cs typeface="IBM Plex Sans"/>
              </a:endParaRPr>
            </a:p>
          </p:txBody>
        </p:sp>
        <p:sp>
          <p:nvSpPr>
            <p:cNvPr id="130" name="node04.items.source-005.surface"/>
            <p:cNvSpPr/>
            <p:nvPr/>
          </p:nvSpPr>
          <p:spPr>
            <a:xfrm>
              <a:off x="6751414" y="2773773"/>
              <a:ext cx="1371600" cy="685800"/>
            </a:xfrm>
            <a:prstGeom prst="rect">
              <a:avLst/>
            </a:prstGeom>
            <a:solidFill>
              <a:srgbClr val="070154"/>
            </a:solidFill>
            <a:ln>
              <a:noFill/>
            </a:ln>
          </p:spPr>
        </p:sp>
        <p:sp>
          <p:nvSpPr>
            <p:cNvPr id="131" name="node04.items.source-005.label"/>
            <p:cNvSpPr/>
            <p:nvPr/>
          </p:nvSpPr>
          <p:spPr>
            <a:xfrm>
              <a:off x="6903814" y="2856323"/>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Release</a:t>
              </a:r>
              <a:endParaRPr lang="en-US" sz="1400" spc="0" kern="0" b="0" i="0" dirty="0">
                <a:solidFill>
                  <a:srgbClr val="FFFFFF"/>
                </a:solidFill>
                <a:latin typeface="IBM Plex Sans SemiBold"/>
                <a:ea typeface="IBM Plex Sans SemiBold"/>
                <a:cs typeface="IBM Plex Sans SemiBold"/>
              </a:endParaRPr>
            </a:p>
          </p:txBody>
        </p:sp>
        <p:sp>
          <p:nvSpPr>
            <p:cNvPr id="132" name="node04.items.source-005.text"/>
            <p:cNvSpPr/>
            <p:nvPr/>
          </p:nvSpPr>
          <p:spPr>
            <a:xfrm>
              <a:off x="6903814" y="3148423"/>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Optimize</a:t>
              </a:r>
              <a:endParaRPr lang="en-US" sz="1200" spc="0" kern="0" b="0" i="0" dirty="0">
                <a:solidFill>
                  <a:srgbClr val="FFFFFF"/>
                </a:solidFill>
                <a:latin typeface="IBM Plex Sans"/>
                <a:ea typeface="IBM Plex Sans"/>
                <a:cs typeface="IBM Plex Sans"/>
              </a:endParaRPr>
            </a:p>
          </p:txBody>
        </p:sp>
      </p:grpSp>
      <p:grpSp>
        <p:nvGrpSpPr>
          <p:cNvPr id="141" name="node05"/>
          <p:cNvGrpSpPr/>
          <p:nvPr/>
        </p:nvGrpSpPr>
        <p:grpSpPr>
          <a:xfrm>
            <a:off x="5448300" y="3276600"/>
            <a:ext cx="990600" cy="187307"/>
            <a:chOff x="5448300" y="3276600"/>
            <a:chExt cx="990600" cy="187307"/>
          </a:xfrm>
        </p:grpSpPr>
        <p:pic>
          <p:nvPicPr>
            <p:cNvPr id="133" name="node05.mark" descr="arrow-straight; canonical SHA256=115a8f5079b158c346e9f9ca6c6eeecb7567bbab70f4cd058c365f09ed10290e; resolved ink=0047F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48300" y="3276600"/>
              <a:ext cx="990600" cy="187307"/>
            </a:xfrm>
            <a:prstGeom prst="rect">
              <a:avLst/>
            </a:prstGeom>
          </p:spPr>
        </p:pic>
      </p:grpSp>
      <p:grpSp>
        <p:nvGrpSpPr>
          <p:cNvPr id="142" name="node06"/>
          <p:cNvGrpSpPr/>
          <p:nvPr/>
        </p:nvGrpSpPr>
        <p:grpSpPr>
          <a:xfrm>
            <a:off x="5410200" y="3581400"/>
            <a:ext cx="1181100" cy="457200"/>
            <a:chOff x="5410200" y="3581400"/>
            <a:chExt cx="1181100" cy="457200"/>
          </a:xfrm>
        </p:grpSpPr>
        <p:sp>
          <p:nvSpPr>
            <p:cNvPr id="134" name="node06.text"/>
            <p:cNvSpPr/>
            <p:nvPr/>
          </p:nvSpPr>
          <p:spPr>
            <a:xfrm>
              <a:off x="5410200" y="3581400"/>
              <a:ext cx="118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Maps into Define to Optimize</a:t>
              </a:r>
              <a:endParaRPr lang="en-US" sz="1200" spc="0" kern="0" b="0" i="0" dirty="0">
                <a:solidFill>
                  <a:srgbClr val="50658E"/>
                </a:solidFill>
                <a:latin typeface="IBM Plex Sans"/>
                <a:ea typeface="IBM Plex Sans"/>
                <a:cs typeface="IBM Plex Sans"/>
              </a:endParaRPr>
            </a:p>
          </p:txBody>
        </p:sp>
      </p:grpSp>
      <p:grpSp>
        <p:nvGrpSpPr>
          <p:cNvPr id="143" name="node07"/>
          <p:cNvGrpSpPr/>
          <p:nvPr/>
        </p:nvGrpSpPr>
        <p:grpSpPr>
          <a:xfrm>
            <a:off x="723900" y="5257800"/>
            <a:ext cx="4572000" cy="228600"/>
            <a:chOff x="723900" y="5257800"/>
            <a:chExt cx="4572000" cy="228600"/>
          </a:xfrm>
        </p:grpSpPr>
        <p:sp>
          <p:nvSpPr>
            <p:cNvPr id="135" name="node07.text"/>
            <p:cNvSpPr/>
            <p:nvPr/>
          </p:nvSpPr>
          <p:spPr>
            <a:xfrm>
              <a:off x="723900" y="5257800"/>
              <a:ext cx="457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Four phases that loop back. Dark phases are where the SDLC runs.</a:t>
              </a:r>
              <a:endParaRPr lang="en-US" sz="1200" spc="0" kern="0" b="0" i="0" dirty="0">
                <a:solidFill>
                  <a:srgbClr val="070154"/>
                </a:solidFill>
                <a:latin typeface="IBM Plex Sans"/>
                <a:ea typeface="IBM Plex Sans"/>
                <a:cs typeface="IBM Plex Sans"/>
              </a:endParaRPr>
            </a:p>
          </p:txBody>
        </p:sp>
      </p:grpSp>
      <p:grpSp>
        <p:nvGrpSpPr>
          <p:cNvPr id="144" name="node08"/>
          <p:cNvGrpSpPr/>
          <p:nvPr/>
        </p:nvGrpSpPr>
        <p:grpSpPr>
          <a:xfrm>
            <a:off x="6667500" y="5257800"/>
            <a:ext cx="4800600" cy="457200"/>
            <a:chOff x="6667500" y="5257800"/>
            <a:chExt cx="4800600" cy="457200"/>
          </a:xfrm>
        </p:grpSpPr>
        <p:sp>
          <p:nvSpPr>
            <p:cNvPr id="136" name="node08.text"/>
            <p:cNvSpPr/>
            <p:nvPr/>
          </p:nvSpPr>
          <p:spPr>
            <a:xfrm>
              <a:off x="6667500" y="5257800"/>
              <a:ext cx="4800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Five engineering steps that loop back on defects and gaps. Tags show the PDLC phase.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ource-34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SDLC is the slice of the PDLC from Define to Optimize</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LIFECYCLE</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PLAN</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46</a:t>
            </a:fld>
            <a:endParaRPr lang="en-US" sz="700" spc="0" kern="0" b="0" i="0" dirty="0">
              <a:solidFill>
                <a:srgbClr val="070154"/>
              </a:solidFill>
              <a:latin typeface="IBM Plex Mono SemiBold"/>
              <a:ea typeface="IBM Plex Mono SemiBold"/>
              <a:cs typeface="IBM Plex Mono SemiBold"/>
            </a:endParaRPr>
          </a:p>
        </p:txBody>
      </p:sp>
      <p:grpSp>
        <p:nvGrpSpPr>
          <p:cNvPr id="145" name="node01"/>
          <p:cNvGrpSpPr/>
          <p:nvPr/>
        </p:nvGrpSpPr>
        <p:grpSpPr>
          <a:xfrm>
            <a:off x="723900" y="1600200"/>
            <a:ext cx="4572000" cy="152400"/>
            <a:chOff x="723900" y="1600200"/>
            <a:chExt cx="4572000" cy="152400"/>
          </a:xfrm>
        </p:grpSpPr>
        <p:sp>
          <p:nvSpPr>
            <p:cNvPr id="14" name="node01.text"/>
            <p:cNvSpPr/>
            <p:nvPr/>
          </p:nvSpPr>
          <p:spPr>
            <a:xfrm>
              <a:off x="723900" y="1600200"/>
              <a:ext cx="457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PDLC: THE SUPERSET</a:t>
              </a:r>
              <a:endParaRPr lang="en-US" sz="900" spc="54" kern="0" b="0" i="0" dirty="0">
                <a:solidFill>
                  <a:srgbClr val="0047FF"/>
                </a:solidFill>
                <a:latin typeface="IBM Plex Mono Medium"/>
                <a:ea typeface="IBM Plex Mono Medium"/>
                <a:cs typeface="IBM Plex Mono Medium"/>
              </a:endParaRPr>
            </a:p>
          </p:txBody>
        </p:sp>
      </p:grpSp>
      <p:grpSp>
        <p:nvGrpSpPr>
          <p:cNvPr id="146" name="node02"/>
          <p:cNvGrpSpPr/>
          <p:nvPr/>
        </p:nvGrpSpPr>
        <p:grpSpPr>
          <a:xfrm>
            <a:off x="6667500" y="1600200"/>
            <a:ext cx="4800600" cy="152400"/>
            <a:chOff x="6667500" y="1600200"/>
            <a:chExt cx="4800600" cy="152400"/>
          </a:xfrm>
        </p:grpSpPr>
        <p:sp>
          <p:nvSpPr>
            <p:cNvPr id="15" name="node02.text"/>
            <p:cNvSpPr/>
            <p:nvPr/>
          </p:nvSpPr>
          <p:spPr>
            <a:xfrm>
              <a:off x="6667500" y="16002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SDLC: A SUBSET</a:t>
              </a:r>
              <a:endParaRPr lang="en-US" sz="900" spc="54" kern="0" b="0" i="0" dirty="0">
                <a:solidFill>
                  <a:srgbClr val="0047FF"/>
                </a:solidFill>
                <a:latin typeface="IBM Plex Mono Medium"/>
                <a:ea typeface="IBM Plex Mono Medium"/>
                <a:cs typeface="IBM Plex Mono Medium"/>
              </a:endParaRPr>
            </a:p>
          </p:txBody>
        </p:sp>
      </p:grpSp>
      <p:grpSp>
        <p:nvGrpSpPr>
          <p:cNvPr id="147" name="node03"/>
          <p:cNvGrpSpPr/>
          <p:nvPr/>
        </p:nvGrpSpPr>
        <p:grpSpPr>
          <a:xfrm>
            <a:off x="723900" y="1905000"/>
            <a:ext cx="4572000" cy="3200400"/>
            <a:chOff x="723900" y="1905000"/>
            <a:chExt cx="4572000" cy="3200400"/>
          </a:xfrm>
        </p:grpSpPr>
        <p:sp>
          <p:nvSpPr>
            <p:cNvPr id="16" name="node03.items.source-001.arc"/>
            <p:cNvSpPr/>
            <p:nvPr/>
          </p:nvSpPr>
          <p:spPr>
            <a:xfrm>
              <a:off x="3810000" y="2416346"/>
              <a:ext cx="693815" cy="638278"/>
            </a:xfrm>
            <a:custGeom>
              <a:avLst/>
              <a:gdLst/>
              <a:ahLst/>
              <a:cxnLst/>
              <a:rect l="l" t="t" r="r" b="b"/>
              <a:pathLst>
                <a:path w="693815" h="638278">
                  <a:moveTo>
                    <a:pt x="0" y="0"/>
                  </a:moveTo>
                  <a:lnTo>
                    <a:pt x="38977" y="18265"/>
                  </a:lnTo>
                  <a:lnTo>
                    <a:pt x="77279" y="37391"/>
                  </a:lnTo>
                  <a:lnTo>
                    <a:pt x="114875" y="57363"/>
                  </a:lnTo>
                  <a:lnTo>
                    <a:pt x="151735" y="78165"/>
                  </a:lnTo>
                  <a:lnTo>
                    <a:pt x="187830" y="99779"/>
                  </a:lnTo>
                  <a:lnTo>
                    <a:pt x="223130" y="122189"/>
                  </a:lnTo>
                  <a:lnTo>
                    <a:pt x="257607" y="145376"/>
                  </a:lnTo>
                  <a:lnTo>
                    <a:pt x="291234" y="169323"/>
                  </a:lnTo>
                  <a:lnTo>
                    <a:pt x="323982" y="194009"/>
                  </a:lnTo>
                  <a:lnTo>
                    <a:pt x="355827" y="219414"/>
                  </a:lnTo>
                  <a:lnTo>
                    <a:pt x="386742" y="245519"/>
                  </a:lnTo>
                  <a:lnTo>
                    <a:pt x="416702" y="272303"/>
                  </a:lnTo>
                  <a:lnTo>
                    <a:pt x="445683" y="299743"/>
                  </a:lnTo>
                  <a:lnTo>
                    <a:pt x="473662" y="327818"/>
                  </a:lnTo>
                  <a:lnTo>
                    <a:pt x="500617" y="356505"/>
                  </a:lnTo>
                  <a:lnTo>
                    <a:pt x="526526" y="385781"/>
                  </a:lnTo>
                  <a:lnTo>
                    <a:pt x="551368" y="415622"/>
                  </a:lnTo>
                  <a:lnTo>
                    <a:pt x="575122" y="446005"/>
                  </a:lnTo>
                  <a:lnTo>
                    <a:pt x="597771" y="476905"/>
                  </a:lnTo>
                  <a:lnTo>
                    <a:pt x="619295" y="508297"/>
                  </a:lnTo>
                  <a:lnTo>
                    <a:pt x="639677" y="540156"/>
                  </a:lnTo>
                  <a:lnTo>
                    <a:pt x="658902" y="572457"/>
                  </a:lnTo>
                  <a:lnTo>
                    <a:pt x="676953" y="605173"/>
                  </a:lnTo>
                  <a:lnTo>
                    <a:pt x="693815" y="638278"/>
                  </a:lnTo>
                </a:path>
              </a:pathLst>
            </a:custGeom>
            <a:ln w="25400">
              <a:solidFill>
                <a:srgbClr val="070154"/>
              </a:solidFill>
              <a:prstDash val="solid"/>
            </a:ln>
          </p:spPr>
        </p:sp>
        <p:sp>
          <p:nvSpPr>
            <p:cNvPr id="17" name="node03.items.source-001.arc.cap-1"/>
            <p:cNvSpPr/>
            <p:nvPr/>
          </p:nvSpPr>
          <p:spPr>
            <a:xfrm>
              <a:off x="3797300" y="2403646"/>
              <a:ext cx="25400" cy="25400"/>
            </a:xfrm>
            <a:prstGeom prst="ellipse">
              <a:avLst/>
            </a:prstGeom>
            <a:solidFill>
              <a:srgbClr val="070154"/>
            </a:solidFill>
            <a:ln>
              <a:noFill/>
            </a:ln>
          </p:spPr>
        </p:sp>
        <p:sp>
          <p:nvSpPr>
            <p:cNvPr id="18" name="node03.items.source-001.arc.cap-2"/>
            <p:cNvSpPr/>
            <p:nvPr/>
          </p:nvSpPr>
          <p:spPr>
            <a:xfrm>
              <a:off x="4491115" y="3041924"/>
              <a:ext cx="25400" cy="25400"/>
            </a:xfrm>
            <a:prstGeom prst="ellipse">
              <a:avLst/>
            </a:prstGeom>
            <a:solidFill>
              <a:srgbClr val="070154"/>
            </a:solidFill>
            <a:ln>
              <a:noFill/>
            </a:ln>
          </p:spPr>
        </p:sp>
        <p:sp>
          <p:nvSpPr>
            <p:cNvPr id="19" name="node03.items.source-001.arc.arrow-1"/>
            <p:cNvSpPr/>
            <p:nvPr/>
          </p:nvSpPr>
          <p:spPr>
            <a:xfrm>
              <a:off x="4409459" y="2990116"/>
              <a:ext cx="94357" cy="64508"/>
            </a:xfrm>
            <a:custGeom>
              <a:avLst/>
              <a:gdLst/>
              <a:ahLst/>
              <a:cxnLst/>
              <a:rect l="l" t="t" r="r" b="b"/>
              <a:pathLst>
                <a:path w="94357" h="64508">
                  <a:moveTo>
                    <a:pt x="94357" y="64508"/>
                  </a:moveTo>
                  <a:lnTo>
                    <a:pt x="0" y="0"/>
                  </a:lnTo>
                </a:path>
              </a:pathLst>
            </a:custGeom>
            <a:ln w="25400">
              <a:solidFill>
                <a:srgbClr val="070154"/>
              </a:solidFill>
              <a:prstDash val="solid"/>
            </a:ln>
          </p:spPr>
        </p:sp>
        <p:sp>
          <p:nvSpPr>
            <p:cNvPr id="20" name="node03.items.source-001.arc.arrow-1.cap-1"/>
            <p:cNvSpPr/>
            <p:nvPr/>
          </p:nvSpPr>
          <p:spPr>
            <a:xfrm>
              <a:off x="4491115" y="3041924"/>
              <a:ext cx="25400" cy="25400"/>
            </a:xfrm>
            <a:prstGeom prst="ellipse">
              <a:avLst/>
            </a:prstGeom>
            <a:solidFill>
              <a:srgbClr val="070154"/>
            </a:solidFill>
            <a:ln>
              <a:noFill/>
            </a:ln>
          </p:spPr>
        </p:sp>
        <p:sp>
          <p:nvSpPr>
            <p:cNvPr id="21" name="node03.items.source-001.arc.arrow-1.cap-2"/>
            <p:cNvSpPr/>
            <p:nvPr/>
          </p:nvSpPr>
          <p:spPr>
            <a:xfrm>
              <a:off x="4396759" y="2977416"/>
              <a:ext cx="25400" cy="25400"/>
            </a:xfrm>
            <a:prstGeom prst="ellipse">
              <a:avLst/>
            </a:prstGeom>
            <a:solidFill>
              <a:srgbClr val="070154"/>
            </a:solidFill>
            <a:ln>
              <a:noFill/>
            </a:ln>
          </p:spPr>
        </p:sp>
        <p:sp>
          <p:nvSpPr>
            <p:cNvPr id="22" name="node03.items.source-001.arc.arrow-2"/>
            <p:cNvSpPr/>
            <p:nvPr/>
          </p:nvSpPr>
          <p:spPr>
            <a:xfrm>
              <a:off x="4503815" y="2940372"/>
              <a:ext cx="3300" cy="114252"/>
            </a:xfrm>
            <a:custGeom>
              <a:avLst/>
              <a:gdLst/>
              <a:ahLst/>
              <a:cxnLst/>
              <a:rect l="l" t="t" r="r" b="b"/>
              <a:pathLst>
                <a:path w="3300" h="114252">
                  <a:moveTo>
                    <a:pt x="0" y="114252"/>
                  </a:moveTo>
                  <a:lnTo>
                    <a:pt x="3300" y="0"/>
                  </a:lnTo>
                </a:path>
              </a:pathLst>
            </a:custGeom>
            <a:ln w="25400">
              <a:solidFill>
                <a:srgbClr val="070154"/>
              </a:solidFill>
              <a:prstDash val="solid"/>
            </a:ln>
          </p:spPr>
        </p:sp>
        <p:sp>
          <p:nvSpPr>
            <p:cNvPr id="23" name="node03.items.source-001.arc.arrow-2.cap-1"/>
            <p:cNvSpPr/>
            <p:nvPr/>
          </p:nvSpPr>
          <p:spPr>
            <a:xfrm>
              <a:off x="4491115" y="3041924"/>
              <a:ext cx="25400" cy="25400"/>
            </a:xfrm>
            <a:prstGeom prst="ellipse">
              <a:avLst/>
            </a:prstGeom>
            <a:solidFill>
              <a:srgbClr val="070154"/>
            </a:solidFill>
            <a:ln>
              <a:noFill/>
            </a:ln>
          </p:spPr>
        </p:sp>
        <p:sp>
          <p:nvSpPr>
            <p:cNvPr id="24" name="node03.items.source-001.arc.arrow-2.cap-2"/>
            <p:cNvSpPr/>
            <p:nvPr/>
          </p:nvSpPr>
          <p:spPr>
            <a:xfrm>
              <a:off x="4494416" y="2927672"/>
              <a:ext cx="25400" cy="25400"/>
            </a:xfrm>
            <a:prstGeom prst="ellipse">
              <a:avLst/>
            </a:prstGeom>
            <a:solidFill>
              <a:srgbClr val="070154"/>
            </a:solidFill>
            <a:ln>
              <a:noFill/>
            </a:ln>
          </p:spPr>
        </p:sp>
        <p:sp>
          <p:nvSpPr>
            <p:cNvPr id="25" name="node03.items.source-002.arc"/>
            <p:cNvSpPr/>
            <p:nvPr/>
          </p:nvSpPr>
          <p:spPr>
            <a:xfrm>
              <a:off x="3810000" y="3955776"/>
              <a:ext cx="693815" cy="638278"/>
            </a:xfrm>
            <a:custGeom>
              <a:avLst/>
              <a:gdLst/>
              <a:ahLst/>
              <a:cxnLst/>
              <a:rect l="l" t="t" r="r" b="b"/>
              <a:pathLst>
                <a:path w="693815" h="638278">
                  <a:moveTo>
                    <a:pt x="693815" y="0"/>
                  </a:moveTo>
                  <a:lnTo>
                    <a:pt x="676953" y="33105"/>
                  </a:lnTo>
                  <a:lnTo>
                    <a:pt x="658902" y="65821"/>
                  </a:lnTo>
                  <a:lnTo>
                    <a:pt x="639677" y="98121"/>
                  </a:lnTo>
                  <a:lnTo>
                    <a:pt x="619295" y="129981"/>
                  </a:lnTo>
                  <a:lnTo>
                    <a:pt x="597771" y="161373"/>
                  </a:lnTo>
                  <a:lnTo>
                    <a:pt x="575122" y="192273"/>
                  </a:lnTo>
                  <a:lnTo>
                    <a:pt x="551368" y="222656"/>
                  </a:lnTo>
                  <a:lnTo>
                    <a:pt x="526526" y="252497"/>
                  </a:lnTo>
                  <a:lnTo>
                    <a:pt x="500617" y="281773"/>
                  </a:lnTo>
                  <a:lnTo>
                    <a:pt x="473662" y="310460"/>
                  </a:lnTo>
                  <a:lnTo>
                    <a:pt x="445683" y="338535"/>
                  </a:lnTo>
                  <a:lnTo>
                    <a:pt x="416702" y="365975"/>
                  </a:lnTo>
                  <a:lnTo>
                    <a:pt x="386742" y="392758"/>
                  </a:lnTo>
                  <a:lnTo>
                    <a:pt x="355827" y="418863"/>
                  </a:lnTo>
                  <a:lnTo>
                    <a:pt x="323982" y="444269"/>
                  </a:lnTo>
                  <a:lnTo>
                    <a:pt x="291234" y="468955"/>
                  </a:lnTo>
                  <a:lnTo>
                    <a:pt x="257607" y="492901"/>
                  </a:lnTo>
                  <a:lnTo>
                    <a:pt x="223130" y="516089"/>
                  </a:lnTo>
                  <a:lnTo>
                    <a:pt x="187830" y="538499"/>
                  </a:lnTo>
                  <a:lnTo>
                    <a:pt x="151735" y="560113"/>
                  </a:lnTo>
                  <a:lnTo>
                    <a:pt x="114875" y="580915"/>
                  </a:lnTo>
                  <a:lnTo>
                    <a:pt x="77279" y="600887"/>
                  </a:lnTo>
                  <a:lnTo>
                    <a:pt x="38977" y="620013"/>
                  </a:lnTo>
                  <a:lnTo>
                    <a:pt x="0" y="638278"/>
                  </a:lnTo>
                </a:path>
              </a:pathLst>
            </a:custGeom>
            <a:ln w="25400">
              <a:solidFill>
                <a:srgbClr val="070154"/>
              </a:solidFill>
              <a:prstDash val="solid"/>
            </a:ln>
          </p:spPr>
        </p:sp>
        <p:sp>
          <p:nvSpPr>
            <p:cNvPr id="26" name="node03.items.source-002.arc.cap-1"/>
            <p:cNvSpPr/>
            <p:nvPr/>
          </p:nvSpPr>
          <p:spPr>
            <a:xfrm>
              <a:off x="4491115" y="3943076"/>
              <a:ext cx="25400" cy="25400"/>
            </a:xfrm>
            <a:prstGeom prst="ellipse">
              <a:avLst/>
            </a:prstGeom>
            <a:solidFill>
              <a:srgbClr val="070154"/>
            </a:solidFill>
            <a:ln>
              <a:noFill/>
            </a:ln>
          </p:spPr>
        </p:sp>
        <p:sp>
          <p:nvSpPr>
            <p:cNvPr id="27" name="node03.items.source-002.arc.cap-2"/>
            <p:cNvSpPr/>
            <p:nvPr/>
          </p:nvSpPr>
          <p:spPr>
            <a:xfrm>
              <a:off x="3797300" y="4581354"/>
              <a:ext cx="25400" cy="25400"/>
            </a:xfrm>
            <a:prstGeom prst="ellipse">
              <a:avLst/>
            </a:prstGeom>
            <a:solidFill>
              <a:srgbClr val="070154"/>
            </a:solidFill>
            <a:ln>
              <a:noFill/>
            </a:ln>
          </p:spPr>
        </p:sp>
        <p:sp>
          <p:nvSpPr>
            <p:cNvPr id="28" name="node03.items.source-002.arc.arrow-1"/>
            <p:cNvSpPr/>
            <p:nvPr/>
          </p:nvSpPr>
          <p:spPr>
            <a:xfrm>
              <a:off x="3810000" y="4501870"/>
              <a:ext cx="67577" cy="92184"/>
            </a:xfrm>
            <a:custGeom>
              <a:avLst/>
              <a:gdLst/>
              <a:ahLst/>
              <a:cxnLst/>
              <a:rect l="l" t="t" r="r" b="b"/>
              <a:pathLst>
                <a:path w="67577" h="92184">
                  <a:moveTo>
                    <a:pt x="0" y="92184"/>
                  </a:moveTo>
                  <a:lnTo>
                    <a:pt x="67577" y="0"/>
                  </a:lnTo>
                </a:path>
              </a:pathLst>
            </a:custGeom>
            <a:ln w="25400">
              <a:solidFill>
                <a:srgbClr val="070154"/>
              </a:solidFill>
              <a:prstDash val="solid"/>
            </a:ln>
          </p:spPr>
        </p:sp>
        <p:sp>
          <p:nvSpPr>
            <p:cNvPr id="29" name="node03.items.source-002.arc.arrow-1.cap-1"/>
            <p:cNvSpPr/>
            <p:nvPr/>
          </p:nvSpPr>
          <p:spPr>
            <a:xfrm>
              <a:off x="3797300" y="4581354"/>
              <a:ext cx="25400" cy="25400"/>
            </a:xfrm>
            <a:prstGeom prst="ellipse">
              <a:avLst/>
            </a:prstGeom>
            <a:solidFill>
              <a:srgbClr val="070154"/>
            </a:solidFill>
            <a:ln>
              <a:noFill/>
            </a:ln>
          </p:spPr>
        </p:sp>
        <p:sp>
          <p:nvSpPr>
            <p:cNvPr id="30" name="node03.items.source-002.arc.arrow-1.cap-2"/>
            <p:cNvSpPr/>
            <p:nvPr/>
          </p:nvSpPr>
          <p:spPr>
            <a:xfrm>
              <a:off x="3864877" y="4489170"/>
              <a:ext cx="25400" cy="25400"/>
            </a:xfrm>
            <a:prstGeom prst="ellipse">
              <a:avLst/>
            </a:prstGeom>
            <a:solidFill>
              <a:srgbClr val="070154"/>
            </a:solidFill>
            <a:ln>
              <a:noFill/>
            </a:ln>
          </p:spPr>
        </p:sp>
        <p:sp>
          <p:nvSpPr>
            <p:cNvPr id="31" name="node03.items.source-002.arc.arrow-2"/>
            <p:cNvSpPr/>
            <p:nvPr/>
          </p:nvSpPr>
          <p:spPr>
            <a:xfrm>
              <a:off x="3810000" y="4594054"/>
              <a:ext cx="114082" cy="7057"/>
            </a:xfrm>
            <a:custGeom>
              <a:avLst/>
              <a:gdLst/>
              <a:ahLst/>
              <a:cxnLst/>
              <a:rect l="l" t="t" r="r" b="b"/>
              <a:pathLst>
                <a:path w="114082" h="7057">
                  <a:moveTo>
                    <a:pt x="0" y="0"/>
                  </a:moveTo>
                  <a:lnTo>
                    <a:pt x="114082" y="7057"/>
                  </a:lnTo>
                </a:path>
              </a:pathLst>
            </a:custGeom>
            <a:ln w="25400">
              <a:solidFill>
                <a:srgbClr val="070154"/>
              </a:solidFill>
              <a:prstDash val="solid"/>
            </a:ln>
          </p:spPr>
        </p:sp>
        <p:sp>
          <p:nvSpPr>
            <p:cNvPr id="32" name="node03.items.source-002.arc.arrow-2.cap-1"/>
            <p:cNvSpPr/>
            <p:nvPr/>
          </p:nvSpPr>
          <p:spPr>
            <a:xfrm>
              <a:off x="3797300" y="4581354"/>
              <a:ext cx="25400" cy="25400"/>
            </a:xfrm>
            <a:prstGeom prst="ellipse">
              <a:avLst/>
            </a:prstGeom>
            <a:solidFill>
              <a:srgbClr val="070154"/>
            </a:solidFill>
            <a:ln>
              <a:noFill/>
            </a:ln>
          </p:spPr>
        </p:sp>
        <p:sp>
          <p:nvSpPr>
            <p:cNvPr id="33" name="node03.items.source-002.arc.arrow-2.cap-2"/>
            <p:cNvSpPr/>
            <p:nvPr/>
          </p:nvSpPr>
          <p:spPr>
            <a:xfrm>
              <a:off x="3911382" y="4588410"/>
              <a:ext cx="25400" cy="25400"/>
            </a:xfrm>
            <a:prstGeom prst="ellipse">
              <a:avLst/>
            </a:prstGeom>
            <a:solidFill>
              <a:srgbClr val="070154"/>
            </a:solidFill>
            <a:ln>
              <a:noFill/>
            </a:ln>
          </p:spPr>
        </p:sp>
        <p:sp>
          <p:nvSpPr>
            <p:cNvPr id="34" name="node03.items.source-003.arc"/>
            <p:cNvSpPr/>
            <p:nvPr/>
          </p:nvSpPr>
          <p:spPr>
            <a:xfrm>
              <a:off x="1515985" y="3955776"/>
              <a:ext cx="693815" cy="638278"/>
            </a:xfrm>
            <a:custGeom>
              <a:avLst/>
              <a:gdLst/>
              <a:ahLst/>
              <a:cxnLst/>
              <a:rect l="l" t="t" r="r" b="b"/>
              <a:pathLst>
                <a:path w="693815" h="638278">
                  <a:moveTo>
                    <a:pt x="693815" y="638278"/>
                  </a:moveTo>
                  <a:lnTo>
                    <a:pt x="654839" y="620013"/>
                  </a:lnTo>
                  <a:lnTo>
                    <a:pt x="616537" y="600887"/>
                  </a:lnTo>
                  <a:lnTo>
                    <a:pt x="578940" y="580915"/>
                  </a:lnTo>
                  <a:lnTo>
                    <a:pt x="542080" y="560113"/>
                  </a:lnTo>
                  <a:lnTo>
                    <a:pt x="505985" y="538499"/>
                  </a:lnTo>
                  <a:lnTo>
                    <a:pt x="470685" y="516089"/>
                  </a:lnTo>
                  <a:lnTo>
                    <a:pt x="436208" y="492901"/>
                  </a:lnTo>
                  <a:lnTo>
                    <a:pt x="402582" y="468955"/>
                  </a:lnTo>
                  <a:lnTo>
                    <a:pt x="369833" y="444269"/>
                  </a:lnTo>
                  <a:lnTo>
                    <a:pt x="337989" y="418863"/>
                  </a:lnTo>
                  <a:lnTo>
                    <a:pt x="307074" y="392758"/>
                  </a:lnTo>
                  <a:lnTo>
                    <a:pt x="277114" y="365975"/>
                  </a:lnTo>
                  <a:lnTo>
                    <a:pt x="248132" y="338535"/>
                  </a:lnTo>
                  <a:lnTo>
                    <a:pt x="220153" y="310460"/>
                  </a:lnTo>
                  <a:lnTo>
                    <a:pt x="193198" y="281773"/>
                  </a:lnTo>
                  <a:lnTo>
                    <a:pt x="167289" y="252497"/>
                  </a:lnTo>
                  <a:lnTo>
                    <a:pt x="142448" y="222656"/>
                  </a:lnTo>
                  <a:lnTo>
                    <a:pt x="118693" y="192273"/>
                  </a:lnTo>
                  <a:lnTo>
                    <a:pt x="96045" y="161373"/>
                  </a:lnTo>
                  <a:lnTo>
                    <a:pt x="74521" y="129981"/>
                  </a:lnTo>
                  <a:lnTo>
                    <a:pt x="54138" y="98121"/>
                  </a:lnTo>
                  <a:lnTo>
                    <a:pt x="34914" y="65821"/>
                  </a:lnTo>
                  <a:lnTo>
                    <a:pt x="16863" y="33105"/>
                  </a:lnTo>
                  <a:lnTo>
                    <a:pt x="0" y="0"/>
                  </a:lnTo>
                </a:path>
              </a:pathLst>
            </a:custGeom>
            <a:ln w="25400">
              <a:solidFill>
                <a:srgbClr val="070154"/>
              </a:solidFill>
              <a:prstDash val="solid"/>
            </a:ln>
          </p:spPr>
        </p:sp>
        <p:sp>
          <p:nvSpPr>
            <p:cNvPr id="35" name="node03.items.source-003.arc.cap-1"/>
            <p:cNvSpPr/>
            <p:nvPr/>
          </p:nvSpPr>
          <p:spPr>
            <a:xfrm>
              <a:off x="2197100" y="4581354"/>
              <a:ext cx="25400" cy="25400"/>
            </a:xfrm>
            <a:prstGeom prst="ellipse">
              <a:avLst/>
            </a:prstGeom>
            <a:solidFill>
              <a:srgbClr val="070154"/>
            </a:solidFill>
            <a:ln>
              <a:noFill/>
            </a:ln>
          </p:spPr>
        </p:sp>
        <p:sp>
          <p:nvSpPr>
            <p:cNvPr id="36" name="node03.items.source-003.arc.cap-2"/>
            <p:cNvSpPr/>
            <p:nvPr/>
          </p:nvSpPr>
          <p:spPr>
            <a:xfrm>
              <a:off x="1503285" y="3943076"/>
              <a:ext cx="25400" cy="25400"/>
            </a:xfrm>
            <a:prstGeom prst="ellipse">
              <a:avLst/>
            </a:prstGeom>
            <a:solidFill>
              <a:srgbClr val="070154"/>
            </a:solidFill>
            <a:ln>
              <a:noFill/>
            </a:ln>
          </p:spPr>
        </p:sp>
        <p:sp>
          <p:nvSpPr>
            <p:cNvPr id="37" name="node03.items.source-003.arc.arrow-1"/>
            <p:cNvSpPr/>
            <p:nvPr/>
          </p:nvSpPr>
          <p:spPr>
            <a:xfrm>
              <a:off x="1515985" y="3955776"/>
              <a:ext cx="94357" cy="64508"/>
            </a:xfrm>
            <a:custGeom>
              <a:avLst/>
              <a:gdLst/>
              <a:ahLst/>
              <a:cxnLst/>
              <a:rect l="l" t="t" r="r" b="b"/>
              <a:pathLst>
                <a:path w="94357" h="64508">
                  <a:moveTo>
                    <a:pt x="0" y="0"/>
                  </a:moveTo>
                  <a:lnTo>
                    <a:pt x="94357" y="64508"/>
                  </a:lnTo>
                </a:path>
              </a:pathLst>
            </a:custGeom>
            <a:ln w="25400">
              <a:solidFill>
                <a:srgbClr val="070154"/>
              </a:solidFill>
              <a:prstDash val="solid"/>
            </a:ln>
          </p:spPr>
        </p:sp>
        <p:sp>
          <p:nvSpPr>
            <p:cNvPr id="38" name="node03.items.source-003.arc.arrow-1.cap-1"/>
            <p:cNvSpPr/>
            <p:nvPr/>
          </p:nvSpPr>
          <p:spPr>
            <a:xfrm>
              <a:off x="1503285" y="3943076"/>
              <a:ext cx="25400" cy="25400"/>
            </a:xfrm>
            <a:prstGeom prst="ellipse">
              <a:avLst/>
            </a:prstGeom>
            <a:solidFill>
              <a:srgbClr val="070154"/>
            </a:solidFill>
            <a:ln>
              <a:noFill/>
            </a:ln>
          </p:spPr>
        </p:sp>
        <p:sp>
          <p:nvSpPr>
            <p:cNvPr id="39" name="node03.items.source-003.arc.arrow-1.cap-2"/>
            <p:cNvSpPr/>
            <p:nvPr/>
          </p:nvSpPr>
          <p:spPr>
            <a:xfrm>
              <a:off x="1597641" y="4007584"/>
              <a:ext cx="25400" cy="25400"/>
            </a:xfrm>
            <a:prstGeom prst="ellipse">
              <a:avLst/>
            </a:prstGeom>
            <a:solidFill>
              <a:srgbClr val="070154"/>
            </a:solidFill>
            <a:ln>
              <a:noFill/>
            </a:ln>
          </p:spPr>
        </p:sp>
        <p:sp>
          <p:nvSpPr>
            <p:cNvPr id="40" name="node03.items.source-003.arc.arrow-2"/>
            <p:cNvSpPr/>
            <p:nvPr/>
          </p:nvSpPr>
          <p:spPr>
            <a:xfrm>
              <a:off x="1512684" y="3955776"/>
              <a:ext cx="3300" cy="114252"/>
            </a:xfrm>
            <a:custGeom>
              <a:avLst/>
              <a:gdLst/>
              <a:ahLst/>
              <a:cxnLst/>
              <a:rect l="l" t="t" r="r" b="b"/>
              <a:pathLst>
                <a:path w="3300" h="114252">
                  <a:moveTo>
                    <a:pt x="3300" y="0"/>
                  </a:moveTo>
                  <a:lnTo>
                    <a:pt x="0" y="114252"/>
                  </a:lnTo>
                </a:path>
              </a:pathLst>
            </a:custGeom>
            <a:ln w="25400">
              <a:solidFill>
                <a:srgbClr val="070154"/>
              </a:solidFill>
              <a:prstDash val="solid"/>
            </a:ln>
          </p:spPr>
        </p:sp>
        <p:sp>
          <p:nvSpPr>
            <p:cNvPr id="41" name="node03.items.source-003.arc.arrow-2.cap-1"/>
            <p:cNvSpPr/>
            <p:nvPr/>
          </p:nvSpPr>
          <p:spPr>
            <a:xfrm>
              <a:off x="1503285" y="3943076"/>
              <a:ext cx="25400" cy="25400"/>
            </a:xfrm>
            <a:prstGeom prst="ellipse">
              <a:avLst/>
            </a:prstGeom>
            <a:solidFill>
              <a:srgbClr val="070154"/>
            </a:solidFill>
            <a:ln>
              <a:noFill/>
            </a:ln>
          </p:spPr>
        </p:sp>
        <p:sp>
          <p:nvSpPr>
            <p:cNvPr id="42" name="node03.items.source-003.arc.arrow-2.cap-2"/>
            <p:cNvSpPr/>
            <p:nvPr/>
          </p:nvSpPr>
          <p:spPr>
            <a:xfrm>
              <a:off x="1499984" y="4057328"/>
              <a:ext cx="25400" cy="25400"/>
            </a:xfrm>
            <a:prstGeom prst="ellipse">
              <a:avLst/>
            </a:prstGeom>
            <a:solidFill>
              <a:srgbClr val="070154"/>
            </a:solidFill>
            <a:ln>
              <a:noFill/>
            </a:ln>
          </p:spPr>
        </p:sp>
        <p:sp>
          <p:nvSpPr>
            <p:cNvPr id="43" name="node03.items.source-004.arc"/>
            <p:cNvSpPr/>
            <p:nvPr/>
          </p:nvSpPr>
          <p:spPr>
            <a:xfrm>
              <a:off x="1515985" y="2416346"/>
              <a:ext cx="693815" cy="638278"/>
            </a:xfrm>
            <a:custGeom>
              <a:avLst/>
              <a:gdLst/>
              <a:ahLst/>
              <a:cxnLst/>
              <a:rect l="l" t="t" r="r" b="b"/>
              <a:pathLst>
                <a:path w="693815" h="638278">
                  <a:moveTo>
                    <a:pt x="0" y="638278"/>
                  </a:moveTo>
                  <a:lnTo>
                    <a:pt x="16863" y="605173"/>
                  </a:lnTo>
                  <a:lnTo>
                    <a:pt x="34914" y="572457"/>
                  </a:lnTo>
                  <a:lnTo>
                    <a:pt x="54138" y="540156"/>
                  </a:lnTo>
                  <a:lnTo>
                    <a:pt x="74521" y="508297"/>
                  </a:lnTo>
                  <a:lnTo>
                    <a:pt x="96045" y="476905"/>
                  </a:lnTo>
                  <a:lnTo>
                    <a:pt x="118693" y="446005"/>
                  </a:lnTo>
                  <a:lnTo>
                    <a:pt x="142448" y="415622"/>
                  </a:lnTo>
                  <a:lnTo>
                    <a:pt x="167289" y="385781"/>
                  </a:lnTo>
                  <a:lnTo>
                    <a:pt x="193198" y="356505"/>
                  </a:lnTo>
                  <a:lnTo>
                    <a:pt x="220153" y="327818"/>
                  </a:lnTo>
                  <a:lnTo>
                    <a:pt x="248132" y="299743"/>
                  </a:lnTo>
                  <a:lnTo>
                    <a:pt x="277114" y="272303"/>
                  </a:lnTo>
                  <a:lnTo>
                    <a:pt x="307074" y="245519"/>
                  </a:lnTo>
                  <a:lnTo>
                    <a:pt x="337989" y="219414"/>
                  </a:lnTo>
                  <a:lnTo>
                    <a:pt x="369833" y="194009"/>
                  </a:lnTo>
                  <a:lnTo>
                    <a:pt x="402582" y="169323"/>
                  </a:lnTo>
                  <a:lnTo>
                    <a:pt x="436208" y="145376"/>
                  </a:lnTo>
                  <a:lnTo>
                    <a:pt x="470685" y="122189"/>
                  </a:lnTo>
                  <a:lnTo>
                    <a:pt x="505985" y="99779"/>
                  </a:lnTo>
                  <a:lnTo>
                    <a:pt x="542080" y="78165"/>
                  </a:lnTo>
                  <a:lnTo>
                    <a:pt x="578940" y="57363"/>
                  </a:lnTo>
                  <a:lnTo>
                    <a:pt x="616537" y="37391"/>
                  </a:lnTo>
                  <a:lnTo>
                    <a:pt x="654839" y="18265"/>
                  </a:lnTo>
                  <a:lnTo>
                    <a:pt x="693815" y="0"/>
                  </a:lnTo>
                </a:path>
              </a:pathLst>
            </a:custGeom>
            <a:ln w="25400">
              <a:solidFill>
                <a:srgbClr val="070154"/>
              </a:solidFill>
              <a:prstDash val="solid"/>
            </a:ln>
          </p:spPr>
        </p:sp>
        <p:sp>
          <p:nvSpPr>
            <p:cNvPr id="44" name="node03.items.source-004.arc.cap-1"/>
            <p:cNvSpPr/>
            <p:nvPr/>
          </p:nvSpPr>
          <p:spPr>
            <a:xfrm>
              <a:off x="1503285" y="3041924"/>
              <a:ext cx="25400" cy="25400"/>
            </a:xfrm>
            <a:prstGeom prst="ellipse">
              <a:avLst/>
            </a:prstGeom>
            <a:solidFill>
              <a:srgbClr val="070154"/>
            </a:solidFill>
            <a:ln>
              <a:noFill/>
            </a:ln>
          </p:spPr>
        </p:sp>
        <p:sp>
          <p:nvSpPr>
            <p:cNvPr id="45" name="node03.items.source-004.arc.cap-2"/>
            <p:cNvSpPr/>
            <p:nvPr/>
          </p:nvSpPr>
          <p:spPr>
            <a:xfrm>
              <a:off x="2197100" y="2403646"/>
              <a:ext cx="25400" cy="25400"/>
            </a:xfrm>
            <a:prstGeom prst="ellipse">
              <a:avLst/>
            </a:prstGeom>
            <a:solidFill>
              <a:srgbClr val="070154"/>
            </a:solidFill>
            <a:ln>
              <a:noFill/>
            </a:ln>
          </p:spPr>
        </p:sp>
        <p:sp>
          <p:nvSpPr>
            <p:cNvPr id="46" name="node03.items.source-004.arc.arrow-1"/>
            <p:cNvSpPr/>
            <p:nvPr/>
          </p:nvSpPr>
          <p:spPr>
            <a:xfrm>
              <a:off x="2142223" y="2416346"/>
              <a:ext cx="67577" cy="92184"/>
            </a:xfrm>
            <a:custGeom>
              <a:avLst/>
              <a:gdLst/>
              <a:ahLst/>
              <a:cxnLst/>
              <a:rect l="l" t="t" r="r" b="b"/>
              <a:pathLst>
                <a:path w="67577" h="92184">
                  <a:moveTo>
                    <a:pt x="67577" y="0"/>
                  </a:moveTo>
                  <a:lnTo>
                    <a:pt x="0" y="92184"/>
                  </a:lnTo>
                </a:path>
              </a:pathLst>
            </a:custGeom>
            <a:ln w="25400">
              <a:solidFill>
                <a:srgbClr val="070154"/>
              </a:solidFill>
              <a:prstDash val="solid"/>
            </a:ln>
          </p:spPr>
        </p:sp>
        <p:sp>
          <p:nvSpPr>
            <p:cNvPr id="47" name="node03.items.source-004.arc.arrow-1.cap-1"/>
            <p:cNvSpPr/>
            <p:nvPr/>
          </p:nvSpPr>
          <p:spPr>
            <a:xfrm>
              <a:off x="2197100" y="2403646"/>
              <a:ext cx="25400" cy="25400"/>
            </a:xfrm>
            <a:prstGeom prst="ellipse">
              <a:avLst/>
            </a:prstGeom>
            <a:solidFill>
              <a:srgbClr val="070154"/>
            </a:solidFill>
            <a:ln>
              <a:noFill/>
            </a:ln>
          </p:spPr>
        </p:sp>
        <p:sp>
          <p:nvSpPr>
            <p:cNvPr id="48" name="node03.items.source-004.arc.arrow-1.cap-2"/>
            <p:cNvSpPr/>
            <p:nvPr/>
          </p:nvSpPr>
          <p:spPr>
            <a:xfrm>
              <a:off x="2129523" y="2495830"/>
              <a:ext cx="25400" cy="25400"/>
            </a:xfrm>
            <a:prstGeom prst="ellipse">
              <a:avLst/>
            </a:prstGeom>
            <a:solidFill>
              <a:srgbClr val="070154"/>
            </a:solidFill>
            <a:ln>
              <a:noFill/>
            </a:ln>
          </p:spPr>
        </p:sp>
        <p:sp>
          <p:nvSpPr>
            <p:cNvPr id="49" name="node03.items.source-004.arc.arrow-2"/>
            <p:cNvSpPr/>
            <p:nvPr/>
          </p:nvSpPr>
          <p:spPr>
            <a:xfrm>
              <a:off x="2095718" y="2409290"/>
              <a:ext cx="114082" cy="7057"/>
            </a:xfrm>
            <a:custGeom>
              <a:avLst/>
              <a:gdLst/>
              <a:ahLst/>
              <a:cxnLst/>
              <a:rect l="l" t="t" r="r" b="b"/>
              <a:pathLst>
                <a:path w="114082" h="7057">
                  <a:moveTo>
                    <a:pt x="114082" y="7057"/>
                  </a:moveTo>
                  <a:lnTo>
                    <a:pt x="0" y="0"/>
                  </a:lnTo>
                </a:path>
              </a:pathLst>
            </a:custGeom>
            <a:ln w="25400">
              <a:solidFill>
                <a:srgbClr val="070154"/>
              </a:solidFill>
              <a:prstDash val="solid"/>
            </a:ln>
          </p:spPr>
        </p:sp>
        <p:sp>
          <p:nvSpPr>
            <p:cNvPr id="50" name="node03.items.source-004.arc.arrow-2.cap-1"/>
            <p:cNvSpPr/>
            <p:nvPr/>
          </p:nvSpPr>
          <p:spPr>
            <a:xfrm>
              <a:off x="2197100" y="2403646"/>
              <a:ext cx="25400" cy="25400"/>
            </a:xfrm>
            <a:prstGeom prst="ellipse">
              <a:avLst/>
            </a:prstGeom>
            <a:solidFill>
              <a:srgbClr val="070154"/>
            </a:solidFill>
            <a:ln>
              <a:noFill/>
            </a:ln>
          </p:spPr>
        </p:sp>
        <p:sp>
          <p:nvSpPr>
            <p:cNvPr id="51" name="node03.items.source-004.arc.arrow-2.cap-2"/>
            <p:cNvSpPr/>
            <p:nvPr/>
          </p:nvSpPr>
          <p:spPr>
            <a:xfrm>
              <a:off x="2083018" y="2396590"/>
              <a:ext cx="25400" cy="25400"/>
            </a:xfrm>
            <a:prstGeom prst="ellipse">
              <a:avLst/>
            </a:prstGeom>
            <a:solidFill>
              <a:srgbClr val="070154"/>
            </a:solidFill>
            <a:ln>
              <a:noFill/>
            </a:ln>
          </p:spPr>
        </p:sp>
        <p:sp>
          <p:nvSpPr>
            <p:cNvPr id="52" name="node03.loops.source-001.curve"/>
            <p:cNvSpPr/>
            <p:nvPr/>
          </p:nvSpPr>
          <p:spPr>
            <a:xfrm>
              <a:off x="2002367" y="2729865"/>
              <a:ext cx="2015067" cy="356235"/>
            </a:xfrm>
            <a:custGeom>
              <a:avLst/>
              <a:gdLst/>
              <a:ahLst/>
              <a:cxnLst/>
              <a:rect l="l" t="t" r="r" b="b"/>
              <a:pathLst>
                <a:path w="2015067" h="356235">
                  <a:moveTo>
                    <a:pt x="0" y="356235"/>
                  </a:moveTo>
                  <a:quadBezTo>
                    <a:pt x="1007533" y="-356235"/>
                    <a:pt x="2015067" y="356235"/>
                  </a:quadBezTo>
                </a:path>
              </a:pathLst>
            </a:custGeom>
            <a:ln w="19050">
              <a:solidFill>
                <a:srgbClr val="0047FF"/>
              </a:solidFill>
              <a:prstDash val="dash"/>
            </a:ln>
          </p:spPr>
        </p:sp>
        <p:sp>
          <p:nvSpPr>
            <p:cNvPr id="53" name="node03.loops.source-001.arrow-1"/>
            <p:cNvSpPr/>
            <p:nvPr/>
          </p:nvSpPr>
          <p:spPr>
            <a:xfrm>
              <a:off x="3903562" y="3076208"/>
              <a:ext cx="113871" cy="9892"/>
            </a:xfrm>
            <a:custGeom>
              <a:avLst/>
              <a:gdLst/>
              <a:ahLst/>
              <a:cxnLst/>
              <a:rect l="l" t="t" r="r" b="b"/>
              <a:pathLst>
                <a:path w="113871" h="9892">
                  <a:moveTo>
                    <a:pt x="113871" y="9892"/>
                  </a:moveTo>
                  <a:lnTo>
                    <a:pt x="0" y="0"/>
                  </a:lnTo>
                </a:path>
              </a:pathLst>
            </a:custGeom>
            <a:ln w="25400">
              <a:solidFill>
                <a:srgbClr val="0047FF"/>
              </a:solidFill>
              <a:prstDash val="solid"/>
            </a:ln>
          </p:spPr>
        </p:sp>
        <p:sp>
          <p:nvSpPr>
            <p:cNvPr id="54" name="node03.loops.source-001.arrow-1.cap-1"/>
            <p:cNvSpPr/>
            <p:nvPr/>
          </p:nvSpPr>
          <p:spPr>
            <a:xfrm>
              <a:off x="4004733" y="3073400"/>
              <a:ext cx="25400" cy="25400"/>
            </a:xfrm>
            <a:prstGeom prst="ellipse">
              <a:avLst/>
            </a:prstGeom>
            <a:solidFill>
              <a:srgbClr val="0047FF"/>
            </a:solidFill>
            <a:ln>
              <a:noFill/>
            </a:ln>
          </p:spPr>
        </p:sp>
        <p:sp>
          <p:nvSpPr>
            <p:cNvPr id="55" name="node03.loops.source-001.arrow-1.cap-2"/>
            <p:cNvSpPr/>
            <p:nvPr/>
          </p:nvSpPr>
          <p:spPr>
            <a:xfrm>
              <a:off x="3890862" y="3063508"/>
              <a:ext cx="25400" cy="25400"/>
            </a:xfrm>
            <a:prstGeom prst="ellipse">
              <a:avLst/>
            </a:prstGeom>
            <a:solidFill>
              <a:srgbClr val="0047FF"/>
            </a:solidFill>
            <a:ln>
              <a:noFill/>
            </a:ln>
          </p:spPr>
        </p:sp>
        <p:sp>
          <p:nvSpPr>
            <p:cNvPr id="56" name="node03.loops.source-001.arrow-2"/>
            <p:cNvSpPr/>
            <p:nvPr/>
          </p:nvSpPr>
          <p:spPr>
            <a:xfrm>
              <a:off x="3964232" y="2984936"/>
              <a:ext cx="53201" cy="101164"/>
            </a:xfrm>
            <a:custGeom>
              <a:avLst/>
              <a:gdLst/>
              <a:ahLst/>
              <a:cxnLst/>
              <a:rect l="l" t="t" r="r" b="b"/>
              <a:pathLst>
                <a:path w="53201" h="101164">
                  <a:moveTo>
                    <a:pt x="53201" y="101164"/>
                  </a:moveTo>
                  <a:lnTo>
                    <a:pt x="0" y="0"/>
                  </a:lnTo>
                </a:path>
              </a:pathLst>
            </a:custGeom>
            <a:ln w="25400">
              <a:solidFill>
                <a:srgbClr val="0047FF"/>
              </a:solidFill>
              <a:prstDash val="solid"/>
            </a:ln>
          </p:spPr>
        </p:sp>
        <p:sp>
          <p:nvSpPr>
            <p:cNvPr id="57" name="node03.loops.source-001.arrow-2.cap-1"/>
            <p:cNvSpPr/>
            <p:nvPr/>
          </p:nvSpPr>
          <p:spPr>
            <a:xfrm>
              <a:off x="4004733" y="3073400"/>
              <a:ext cx="25400" cy="25400"/>
            </a:xfrm>
            <a:prstGeom prst="ellipse">
              <a:avLst/>
            </a:prstGeom>
            <a:solidFill>
              <a:srgbClr val="0047FF"/>
            </a:solidFill>
            <a:ln>
              <a:noFill/>
            </a:ln>
          </p:spPr>
        </p:sp>
        <p:sp>
          <p:nvSpPr>
            <p:cNvPr id="58" name="node03.loops.source-001.arrow-2.cap-2"/>
            <p:cNvSpPr/>
            <p:nvPr/>
          </p:nvSpPr>
          <p:spPr>
            <a:xfrm>
              <a:off x="3951532" y="2972236"/>
              <a:ext cx="25400" cy="25400"/>
            </a:xfrm>
            <a:prstGeom prst="ellipse">
              <a:avLst/>
            </a:prstGeom>
            <a:solidFill>
              <a:srgbClr val="0047FF"/>
            </a:solidFill>
            <a:ln>
              <a:noFill/>
            </a:ln>
          </p:spPr>
        </p:sp>
        <p:sp>
          <p:nvSpPr>
            <p:cNvPr id="59" name="node03.loops.source-002.curve"/>
            <p:cNvSpPr/>
            <p:nvPr/>
          </p:nvSpPr>
          <p:spPr>
            <a:xfrm>
              <a:off x="3187700" y="3704771"/>
              <a:ext cx="660400" cy="638629"/>
            </a:xfrm>
            <a:custGeom>
              <a:avLst/>
              <a:gdLst/>
              <a:ahLst/>
              <a:cxnLst/>
              <a:rect l="l" t="t" r="r" b="b"/>
              <a:pathLst>
                <a:path w="660400" h="638629">
                  <a:moveTo>
                    <a:pt x="0" y="638629"/>
                  </a:moveTo>
                  <a:quadBezTo>
                    <a:pt x="222250" y="114754"/>
                    <a:pt x="660400" y="0"/>
                  </a:quadBezTo>
                </a:path>
              </a:pathLst>
            </a:custGeom>
            <a:ln w="19050">
              <a:solidFill>
                <a:srgbClr val="0047FF"/>
              </a:solidFill>
              <a:prstDash val="dash"/>
            </a:ln>
          </p:spPr>
        </p:sp>
        <p:sp>
          <p:nvSpPr>
            <p:cNvPr id="60" name="node03.loops.source-002.arrow-1"/>
            <p:cNvSpPr/>
            <p:nvPr/>
          </p:nvSpPr>
          <p:spPr>
            <a:xfrm>
              <a:off x="3767342" y="3704771"/>
              <a:ext cx="80758" cy="80886"/>
            </a:xfrm>
            <a:custGeom>
              <a:avLst/>
              <a:gdLst/>
              <a:ahLst/>
              <a:cxnLst/>
              <a:rect l="l" t="t" r="r" b="b"/>
              <a:pathLst>
                <a:path w="80758" h="80886">
                  <a:moveTo>
                    <a:pt x="80758" y="0"/>
                  </a:moveTo>
                  <a:lnTo>
                    <a:pt x="0" y="80886"/>
                  </a:lnTo>
                </a:path>
              </a:pathLst>
            </a:custGeom>
            <a:ln w="25400">
              <a:solidFill>
                <a:srgbClr val="0047FF"/>
              </a:solidFill>
              <a:prstDash val="solid"/>
            </a:ln>
          </p:spPr>
        </p:sp>
        <p:sp>
          <p:nvSpPr>
            <p:cNvPr id="61" name="node03.loops.source-002.arrow-1.cap-1"/>
            <p:cNvSpPr/>
            <p:nvPr/>
          </p:nvSpPr>
          <p:spPr>
            <a:xfrm>
              <a:off x="3835400" y="3692071"/>
              <a:ext cx="25400" cy="25400"/>
            </a:xfrm>
            <a:prstGeom prst="ellipse">
              <a:avLst/>
            </a:prstGeom>
            <a:solidFill>
              <a:srgbClr val="0047FF"/>
            </a:solidFill>
            <a:ln>
              <a:noFill/>
            </a:ln>
          </p:spPr>
        </p:sp>
        <p:sp>
          <p:nvSpPr>
            <p:cNvPr id="62" name="node03.loops.source-002.arrow-1.cap-2"/>
            <p:cNvSpPr/>
            <p:nvPr/>
          </p:nvSpPr>
          <p:spPr>
            <a:xfrm>
              <a:off x="3754642" y="3772958"/>
              <a:ext cx="25400" cy="25400"/>
            </a:xfrm>
            <a:prstGeom prst="ellipse">
              <a:avLst/>
            </a:prstGeom>
            <a:solidFill>
              <a:srgbClr val="0047FF"/>
            </a:solidFill>
            <a:ln>
              <a:noFill/>
            </a:ln>
          </p:spPr>
        </p:sp>
        <p:sp>
          <p:nvSpPr>
            <p:cNvPr id="63" name="node03.loops.source-002.arrow-2"/>
            <p:cNvSpPr/>
            <p:nvPr/>
          </p:nvSpPr>
          <p:spPr>
            <a:xfrm>
              <a:off x="3736403" y="3680519"/>
              <a:ext cx="111697" cy="24253"/>
            </a:xfrm>
            <a:custGeom>
              <a:avLst/>
              <a:gdLst/>
              <a:ahLst/>
              <a:cxnLst/>
              <a:rect l="l" t="t" r="r" b="b"/>
              <a:pathLst>
                <a:path w="111697" h="24253">
                  <a:moveTo>
                    <a:pt x="111697" y="24253"/>
                  </a:moveTo>
                  <a:lnTo>
                    <a:pt x="0" y="0"/>
                  </a:lnTo>
                </a:path>
              </a:pathLst>
            </a:custGeom>
            <a:ln w="25400">
              <a:solidFill>
                <a:srgbClr val="0047FF"/>
              </a:solidFill>
              <a:prstDash val="solid"/>
            </a:ln>
          </p:spPr>
        </p:sp>
        <p:sp>
          <p:nvSpPr>
            <p:cNvPr id="64" name="node03.loops.source-002.arrow-2.cap-1"/>
            <p:cNvSpPr/>
            <p:nvPr/>
          </p:nvSpPr>
          <p:spPr>
            <a:xfrm>
              <a:off x="3835400" y="3692071"/>
              <a:ext cx="25400" cy="25400"/>
            </a:xfrm>
            <a:prstGeom prst="ellipse">
              <a:avLst/>
            </a:prstGeom>
            <a:solidFill>
              <a:srgbClr val="0047FF"/>
            </a:solidFill>
            <a:ln>
              <a:noFill/>
            </a:ln>
          </p:spPr>
        </p:sp>
        <p:sp>
          <p:nvSpPr>
            <p:cNvPr id="65" name="node03.loops.source-002.arrow-2.cap-2"/>
            <p:cNvSpPr/>
            <p:nvPr/>
          </p:nvSpPr>
          <p:spPr>
            <a:xfrm>
              <a:off x="3723703" y="3667819"/>
              <a:ext cx="25400" cy="25400"/>
            </a:xfrm>
            <a:prstGeom prst="ellipse">
              <a:avLst/>
            </a:prstGeom>
            <a:solidFill>
              <a:srgbClr val="0047FF"/>
            </a:solidFill>
            <a:ln>
              <a:noFill/>
            </a:ln>
          </p:spPr>
        </p:sp>
        <p:sp>
          <p:nvSpPr>
            <p:cNvPr id="66" name="node03.center.label"/>
            <p:cNvSpPr/>
            <p:nvPr/>
          </p:nvSpPr>
          <p:spPr>
            <a:xfrm>
              <a:off x="2129790" y="3086100"/>
              <a:ext cx="176022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67" name="node03.items.source-001.surface"/>
            <p:cNvSpPr/>
            <p:nvPr/>
          </p:nvSpPr>
          <p:spPr>
            <a:xfrm>
              <a:off x="2324100" y="1905000"/>
              <a:ext cx="1371600" cy="685800"/>
            </a:xfrm>
            <a:prstGeom prst="rect">
              <a:avLst/>
            </a:prstGeom>
            <a:solidFill>
              <a:srgbClr val="E8EEF8"/>
            </a:solidFill>
            <a:ln>
              <a:noFill/>
            </a:ln>
          </p:spPr>
        </p:sp>
        <p:sp>
          <p:nvSpPr>
            <p:cNvPr id="68" name="node03.items.source-001.label"/>
            <p:cNvSpPr/>
            <p:nvPr/>
          </p:nvSpPr>
          <p:spPr>
            <a:xfrm>
              <a:off x="2476500" y="21145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69" name="node03.items.source-002.surface"/>
            <p:cNvSpPr/>
            <p:nvPr/>
          </p:nvSpPr>
          <p:spPr>
            <a:xfrm>
              <a:off x="3924300" y="3162300"/>
              <a:ext cx="1371600" cy="685800"/>
            </a:xfrm>
            <a:prstGeom prst="rect">
              <a:avLst/>
            </a:prstGeom>
            <a:solidFill>
              <a:srgbClr val="070154"/>
            </a:solidFill>
            <a:ln>
              <a:noFill/>
            </a:ln>
          </p:spPr>
        </p:sp>
        <p:sp>
          <p:nvSpPr>
            <p:cNvPr id="70" name="node03.items.source-002.label"/>
            <p:cNvSpPr/>
            <p:nvPr/>
          </p:nvSpPr>
          <p:spPr>
            <a:xfrm>
              <a:off x="4076700" y="33718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Define</a:t>
              </a:r>
              <a:endParaRPr lang="en-US" sz="1400" spc="0" kern="0" b="0" i="0" dirty="0">
                <a:solidFill>
                  <a:srgbClr val="FFFFFF"/>
                </a:solidFill>
                <a:latin typeface="IBM Plex Sans SemiBold"/>
                <a:ea typeface="IBM Plex Sans SemiBold"/>
                <a:cs typeface="IBM Plex Sans SemiBold"/>
              </a:endParaRPr>
            </a:p>
          </p:txBody>
        </p:sp>
        <p:sp>
          <p:nvSpPr>
            <p:cNvPr id="71" name="node03.items.source-003.surface"/>
            <p:cNvSpPr/>
            <p:nvPr/>
          </p:nvSpPr>
          <p:spPr>
            <a:xfrm>
              <a:off x="2324100" y="4419600"/>
              <a:ext cx="1371600" cy="685800"/>
            </a:xfrm>
            <a:prstGeom prst="rect">
              <a:avLst/>
            </a:prstGeom>
            <a:solidFill>
              <a:srgbClr val="070154"/>
            </a:solidFill>
            <a:ln>
              <a:noFill/>
            </a:ln>
          </p:spPr>
        </p:sp>
        <p:sp>
          <p:nvSpPr>
            <p:cNvPr id="72" name="node03.items.source-003.label"/>
            <p:cNvSpPr/>
            <p:nvPr/>
          </p:nvSpPr>
          <p:spPr>
            <a:xfrm>
              <a:off x="2476500" y="46291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73" name="node03.items.source-004.surface"/>
            <p:cNvSpPr/>
            <p:nvPr/>
          </p:nvSpPr>
          <p:spPr>
            <a:xfrm>
              <a:off x="723900" y="3162300"/>
              <a:ext cx="1371600" cy="685800"/>
            </a:xfrm>
            <a:prstGeom prst="rect">
              <a:avLst/>
            </a:prstGeom>
            <a:solidFill>
              <a:srgbClr val="070154"/>
            </a:solidFill>
            <a:ln>
              <a:noFill/>
            </a:ln>
          </p:spPr>
        </p:sp>
        <p:sp>
          <p:nvSpPr>
            <p:cNvPr id="74" name="node03.items.source-004.label"/>
            <p:cNvSpPr/>
            <p:nvPr/>
          </p:nvSpPr>
          <p:spPr>
            <a:xfrm>
              <a:off x="876300" y="33718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Optimize</a:t>
              </a:r>
              <a:endParaRPr lang="en-US" sz="1400" spc="0" kern="0" b="0" i="0" dirty="0">
                <a:solidFill>
                  <a:srgbClr val="FFFFFF"/>
                </a:solidFill>
                <a:latin typeface="IBM Plex Sans SemiBold"/>
                <a:ea typeface="IBM Plex Sans SemiBold"/>
                <a:cs typeface="IBM Plex Sans SemiBold"/>
              </a:endParaRPr>
            </a:p>
          </p:txBody>
        </p:sp>
      </p:grpSp>
      <p:grpSp>
        <p:nvGrpSpPr>
          <p:cNvPr id="148" name="node04"/>
          <p:cNvGrpSpPr/>
          <p:nvPr/>
        </p:nvGrpSpPr>
        <p:grpSpPr>
          <a:xfrm>
            <a:off x="6667500" y="1905000"/>
            <a:ext cx="4800600" cy="3200400"/>
            <a:chOff x="6667500" y="1905000"/>
            <a:chExt cx="4800600" cy="3200400"/>
          </a:xfrm>
        </p:grpSpPr>
        <p:sp>
          <p:nvSpPr>
            <p:cNvPr id="75" name="node04.items.source-001.arc"/>
            <p:cNvSpPr/>
            <p:nvPr/>
          </p:nvSpPr>
          <p:spPr>
            <a:xfrm>
              <a:off x="9872709" y="2395070"/>
              <a:ext cx="527508" cy="318885"/>
            </a:xfrm>
            <a:custGeom>
              <a:avLst/>
              <a:gdLst/>
              <a:ahLst/>
              <a:cxnLst/>
              <a:rect l="l" t="t" r="r" b="b"/>
              <a:pathLst>
                <a:path w="527508" h="318885">
                  <a:moveTo>
                    <a:pt x="0" y="0"/>
                  </a:moveTo>
                  <a:lnTo>
                    <a:pt x="25206" y="10028"/>
                  </a:lnTo>
                  <a:lnTo>
                    <a:pt x="50181" y="20363"/>
                  </a:lnTo>
                  <a:lnTo>
                    <a:pt x="74915" y="31003"/>
                  </a:lnTo>
                  <a:lnTo>
                    <a:pt x="99404" y="41946"/>
                  </a:lnTo>
                  <a:lnTo>
                    <a:pt x="123640" y="53187"/>
                  </a:lnTo>
                  <a:lnTo>
                    <a:pt x="147616" y="64723"/>
                  </a:lnTo>
                  <a:lnTo>
                    <a:pt x="171326" y="76552"/>
                  </a:lnTo>
                  <a:lnTo>
                    <a:pt x="194762" y="88671"/>
                  </a:lnTo>
                  <a:lnTo>
                    <a:pt x="217919" y="101075"/>
                  </a:lnTo>
                  <a:lnTo>
                    <a:pt x="240790" y="113761"/>
                  </a:lnTo>
                  <a:lnTo>
                    <a:pt x="263368" y="126726"/>
                  </a:lnTo>
                  <a:lnTo>
                    <a:pt x="285647" y="139966"/>
                  </a:lnTo>
                  <a:lnTo>
                    <a:pt x="307621" y="153478"/>
                  </a:lnTo>
                  <a:lnTo>
                    <a:pt x="329284" y="167257"/>
                  </a:lnTo>
                  <a:lnTo>
                    <a:pt x="350630" y="181300"/>
                  </a:lnTo>
                  <a:lnTo>
                    <a:pt x="371652" y="195603"/>
                  </a:lnTo>
                  <a:lnTo>
                    <a:pt x="392346" y="210162"/>
                  </a:lnTo>
                  <a:lnTo>
                    <a:pt x="412704" y="224972"/>
                  </a:lnTo>
                  <a:lnTo>
                    <a:pt x="432721" y="240030"/>
                  </a:lnTo>
                  <a:lnTo>
                    <a:pt x="452393" y="255332"/>
                  </a:lnTo>
                  <a:lnTo>
                    <a:pt x="471713" y="270873"/>
                  </a:lnTo>
                  <a:lnTo>
                    <a:pt x="490675" y="286648"/>
                  </a:lnTo>
                  <a:lnTo>
                    <a:pt x="509275" y="302654"/>
                  </a:lnTo>
                  <a:lnTo>
                    <a:pt x="527508" y="318885"/>
                  </a:lnTo>
                </a:path>
              </a:pathLst>
            </a:custGeom>
            <a:ln w="25400">
              <a:solidFill>
                <a:srgbClr val="070154"/>
              </a:solidFill>
              <a:prstDash val="solid"/>
            </a:ln>
          </p:spPr>
        </p:sp>
        <p:sp>
          <p:nvSpPr>
            <p:cNvPr id="76" name="node04.items.source-001.arc.cap-1"/>
            <p:cNvSpPr/>
            <p:nvPr/>
          </p:nvSpPr>
          <p:spPr>
            <a:xfrm>
              <a:off x="9860009" y="2382370"/>
              <a:ext cx="25400" cy="25400"/>
            </a:xfrm>
            <a:prstGeom prst="ellipse">
              <a:avLst/>
            </a:prstGeom>
            <a:solidFill>
              <a:srgbClr val="070154"/>
            </a:solidFill>
            <a:ln>
              <a:noFill/>
            </a:ln>
          </p:spPr>
        </p:sp>
        <p:sp>
          <p:nvSpPr>
            <p:cNvPr id="77" name="node04.items.source-001.arc.cap-2"/>
            <p:cNvSpPr/>
            <p:nvPr/>
          </p:nvSpPr>
          <p:spPr>
            <a:xfrm>
              <a:off x="10387517" y="2701255"/>
              <a:ext cx="25400" cy="25400"/>
            </a:xfrm>
            <a:prstGeom prst="ellipse">
              <a:avLst/>
            </a:prstGeom>
            <a:solidFill>
              <a:srgbClr val="070154"/>
            </a:solidFill>
            <a:ln>
              <a:noFill/>
            </a:ln>
          </p:spPr>
        </p:sp>
        <p:sp>
          <p:nvSpPr>
            <p:cNvPr id="78" name="node04.items.source-001.arc.arrow-1"/>
            <p:cNvSpPr/>
            <p:nvPr/>
          </p:nvSpPr>
          <p:spPr>
            <a:xfrm>
              <a:off x="10288860" y="2688186"/>
              <a:ext cx="111357" cy="25769"/>
            </a:xfrm>
            <a:custGeom>
              <a:avLst/>
              <a:gdLst/>
              <a:ahLst/>
              <a:cxnLst/>
              <a:rect l="l" t="t" r="r" b="b"/>
              <a:pathLst>
                <a:path w="111357" h="25769">
                  <a:moveTo>
                    <a:pt x="111357" y="25769"/>
                  </a:moveTo>
                  <a:lnTo>
                    <a:pt x="0" y="0"/>
                  </a:lnTo>
                </a:path>
              </a:pathLst>
            </a:custGeom>
            <a:ln w="25400">
              <a:solidFill>
                <a:srgbClr val="070154"/>
              </a:solidFill>
              <a:prstDash val="solid"/>
            </a:ln>
          </p:spPr>
        </p:sp>
        <p:sp>
          <p:nvSpPr>
            <p:cNvPr id="79" name="node04.items.source-001.arc.arrow-1.cap-1"/>
            <p:cNvSpPr/>
            <p:nvPr/>
          </p:nvSpPr>
          <p:spPr>
            <a:xfrm>
              <a:off x="10387517" y="2701255"/>
              <a:ext cx="25400" cy="25400"/>
            </a:xfrm>
            <a:prstGeom prst="ellipse">
              <a:avLst/>
            </a:prstGeom>
            <a:solidFill>
              <a:srgbClr val="070154"/>
            </a:solidFill>
            <a:ln>
              <a:noFill/>
            </a:ln>
          </p:spPr>
        </p:sp>
        <p:sp>
          <p:nvSpPr>
            <p:cNvPr id="80" name="node04.items.source-001.arc.arrow-1.cap-2"/>
            <p:cNvSpPr/>
            <p:nvPr/>
          </p:nvSpPr>
          <p:spPr>
            <a:xfrm>
              <a:off x="10276160" y="2675486"/>
              <a:ext cx="25400" cy="25400"/>
            </a:xfrm>
            <a:prstGeom prst="ellipse">
              <a:avLst/>
            </a:prstGeom>
            <a:solidFill>
              <a:srgbClr val="070154"/>
            </a:solidFill>
            <a:ln>
              <a:noFill/>
            </a:ln>
          </p:spPr>
        </p:sp>
        <p:sp>
          <p:nvSpPr>
            <p:cNvPr id="81" name="node04.items.source-001.arc.arrow-2"/>
            <p:cNvSpPr/>
            <p:nvPr/>
          </p:nvSpPr>
          <p:spPr>
            <a:xfrm>
              <a:off x="10361734" y="2606328"/>
              <a:ext cx="38482" cy="107627"/>
            </a:xfrm>
            <a:custGeom>
              <a:avLst/>
              <a:gdLst/>
              <a:ahLst/>
              <a:cxnLst/>
              <a:rect l="l" t="t" r="r" b="b"/>
              <a:pathLst>
                <a:path w="38482" h="107627">
                  <a:moveTo>
                    <a:pt x="38482" y="107627"/>
                  </a:moveTo>
                  <a:lnTo>
                    <a:pt x="0" y="0"/>
                  </a:lnTo>
                </a:path>
              </a:pathLst>
            </a:custGeom>
            <a:ln w="25400">
              <a:solidFill>
                <a:srgbClr val="070154"/>
              </a:solidFill>
              <a:prstDash val="solid"/>
            </a:ln>
          </p:spPr>
        </p:sp>
        <p:sp>
          <p:nvSpPr>
            <p:cNvPr id="82" name="node04.items.source-001.arc.arrow-2.cap-1"/>
            <p:cNvSpPr/>
            <p:nvPr/>
          </p:nvSpPr>
          <p:spPr>
            <a:xfrm>
              <a:off x="10387517" y="2701255"/>
              <a:ext cx="25400" cy="25400"/>
            </a:xfrm>
            <a:prstGeom prst="ellipse">
              <a:avLst/>
            </a:prstGeom>
            <a:solidFill>
              <a:srgbClr val="070154"/>
            </a:solidFill>
            <a:ln>
              <a:noFill/>
            </a:ln>
          </p:spPr>
        </p:sp>
        <p:sp>
          <p:nvSpPr>
            <p:cNvPr id="83" name="node04.items.source-001.arc.arrow-2.cap-2"/>
            <p:cNvSpPr/>
            <p:nvPr/>
          </p:nvSpPr>
          <p:spPr>
            <a:xfrm>
              <a:off x="10349034" y="2593628"/>
              <a:ext cx="25400" cy="25400"/>
            </a:xfrm>
            <a:prstGeom prst="ellipse">
              <a:avLst/>
            </a:prstGeom>
            <a:solidFill>
              <a:srgbClr val="070154"/>
            </a:solidFill>
            <a:ln>
              <a:noFill/>
            </a:ln>
          </p:spPr>
        </p:sp>
        <p:sp>
          <p:nvSpPr>
            <p:cNvPr id="84" name="node04.items.source-002.arc"/>
            <p:cNvSpPr/>
            <p:nvPr/>
          </p:nvSpPr>
          <p:spPr>
            <a:xfrm>
              <a:off x="10621665" y="3571002"/>
              <a:ext cx="158286" cy="465556"/>
            </a:xfrm>
            <a:custGeom>
              <a:avLst/>
              <a:gdLst/>
              <a:ahLst/>
              <a:cxnLst/>
              <a:rect l="l" t="t" r="r" b="b"/>
              <a:pathLst>
                <a:path w="158286" h="465556">
                  <a:moveTo>
                    <a:pt x="158286" y="0"/>
                  </a:moveTo>
                  <a:lnTo>
                    <a:pt x="156631" y="20079"/>
                  </a:lnTo>
                  <a:lnTo>
                    <a:pt x="154539" y="40135"/>
                  </a:lnTo>
                  <a:lnTo>
                    <a:pt x="152009" y="60164"/>
                  </a:lnTo>
                  <a:lnTo>
                    <a:pt x="149042" y="80162"/>
                  </a:lnTo>
                  <a:lnTo>
                    <a:pt x="145640" y="100121"/>
                  </a:lnTo>
                  <a:lnTo>
                    <a:pt x="141803" y="120039"/>
                  </a:lnTo>
                  <a:lnTo>
                    <a:pt x="137532" y="139909"/>
                  </a:lnTo>
                  <a:lnTo>
                    <a:pt x="132828" y="159726"/>
                  </a:lnTo>
                  <a:lnTo>
                    <a:pt x="127692" y="179485"/>
                  </a:lnTo>
                  <a:lnTo>
                    <a:pt x="122125" y="199182"/>
                  </a:lnTo>
                  <a:lnTo>
                    <a:pt x="116130" y="218810"/>
                  </a:lnTo>
                  <a:lnTo>
                    <a:pt x="109707" y="238366"/>
                  </a:lnTo>
                  <a:lnTo>
                    <a:pt x="102859" y="257844"/>
                  </a:lnTo>
                  <a:lnTo>
                    <a:pt x="95586" y="277240"/>
                  </a:lnTo>
                  <a:lnTo>
                    <a:pt x="87891" y="296547"/>
                  </a:lnTo>
                  <a:lnTo>
                    <a:pt x="79776" y="315762"/>
                  </a:lnTo>
                  <a:lnTo>
                    <a:pt x="71243" y="334879"/>
                  </a:lnTo>
                  <a:lnTo>
                    <a:pt x="62294" y="353893"/>
                  </a:lnTo>
                  <a:lnTo>
                    <a:pt x="52931" y="372800"/>
                  </a:lnTo>
                  <a:lnTo>
                    <a:pt x="43157" y="391595"/>
                  </a:lnTo>
                  <a:lnTo>
                    <a:pt x="32974" y="410273"/>
                  </a:lnTo>
                  <a:lnTo>
                    <a:pt x="22386" y="428829"/>
                  </a:lnTo>
                  <a:lnTo>
                    <a:pt x="11393" y="447258"/>
                  </a:lnTo>
                  <a:lnTo>
                    <a:pt x="0" y="465556"/>
                  </a:lnTo>
                </a:path>
              </a:pathLst>
            </a:custGeom>
            <a:ln w="25400">
              <a:solidFill>
                <a:srgbClr val="070154"/>
              </a:solidFill>
              <a:prstDash val="solid"/>
            </a:ln>
          </p:spPr>
        </p:sp>
        <p:sp>
          <p:nvSpPr>
            <p:cNvPr id="85" name="node04.items.source-002.arc.cap-1"/>
            <p:cNvSpPr/>
            <p:nvPr/>
          </p:nvSpPr>
          <p:spPr>
            <a:xfrm>
              <a:off x="10767250" y="3558302"/>
              <a:ext cx="25400" cy="25400"/>
            </a:xfrm>
            <a:prstGeom prst="ellipse">
              <a:avLst/>
            </a:prstGeom>
            <a:solidFill>
              <a:srgbClr val="070154"/>
            </a:solidFill>
            <a:ln>
              <a:noFill/>
            </a:ln>
          </p:spPr>
        </p:sp>
        <p:sp>
          <p:nvSpPr>
            <p:cNvPr id="86" name="node04.items.source-002.arc.cap-2"/>
            <p:cNvSpPr/>
            <p:nvPr/>
          </p:nvSpPr>
          <p:spPr>
            <a:xfrm>
              <a:off x="10608965" y="4023858"/>
              <a:ext cx="25400" cy="25400"/>
            </a:xfrm>
            <a:prstGeom prst="ellipse">
              <a:avLst/>
            </a:prstGeom>
            <a:solidFill>
              <a:srgbClr val="070154"/>
            </a:solidFill>
            <a:ln>
              <a:noFill/>
            </a:ln>
          </p:spPr>
        </p:sp>
        <p:sp>
          <p:nvSpPr>
            <p:cNvPr id="87" name="node04.items.source-002.arc.arrow-1"/>
            <p:cNvSpPr/>
            <p:nvPr/>
          </p:nvSpPr>
          <p:spPr>
            <a:xfrm>
              <a:off x="10621665" y="3922443"/>
              <a:ext cx="6500" cy="114115"/>
            </a:xfrm>
            <a:custGeom>
              <a:avLst/>
              <a:gdLst/>
              <a:ahLst/>
              <a:cxnLst/>
              <a:rect l="l" t="t" r="r" b="b"/>
              <a:pathLst>
                <a:path w="6500" h="114115">
                  <a:moveTo>
                    <a:pt x="0" y="114115"/>
                  </a:moveTo>
                  <a:lnTo>
                    <a:pt x="6500" y="0"/>
                  </a:lnTo>
                </a:path>
              </a:pathLst>
            </a:custGeom>
            <a:ln w="25400">
              <a:solidFill>
                <a:srgbClr val="070154"/>
              </a:solidFill>
              <a:prstDash val="solid"/>
            </a:ln>
          </p:spPr>
        </p:sp>
        <p:sp>
          <p:nvSpPr>
            <p:cNvPr id="88" name="node04.items.source-002.arc.arrow-1.cap-1"/>
            <p:cNvSpPr/>
            <p:nvPr/>
          </p:nvSpPr>
          <p:spPr>
            <a:xfrm>
              <a:off x="10608965" y="4023858"/>
              <a:ext cx="25400" cy="25400"/>
            </a:xfrm>
            <a:prstGeom prst="ellipse">
              <a:avLst/>
            </a:prstGeom>
            <a:solidFill>
              <a:srgbClr val="070154"/>
            </a:solidFill>
            <a:ln>
              <a:noFill/>
            </a:ln>
          </p:spPr>
        </p:sp>
        <p:sp>
          <p:nvSpPr>
            <p:cNvPr id="89" name="node04.items.source-002.arc.arrow-1.cap-2"/>
            <p:cNvSpPr/>
            <p:nvPr/>
          </p:nvSpPr>
          <p:spPr>
            <a:xfrm>
              <a:off x="10615465" y="3909743"/>
              <a:ext cx="25400" cy="25400"/>
            </a:xfrm>
            <a:prstGeom prst="ellipse">
              <a:avLst/>
            </a:prstGeom>
            <a:solidFill>
              <a:srgbClr val="070154"/>
            </a:solidFill>
            <a:ln>
              <a:noFill/>
            </a:ln>
          </p:spPr>
        </p:sp>
        <p:sp>
          <p:nvSpPr>
            <p:cNvPr id="90" name="node04.items.source-002.arc.arrow-2"/>
            <p:cNvSpPr/>
            <p:nvPr/>
          </p:nvSpPr>
          <p:spPr>
            <a:xfrm>
              <a:off x="10621665" y="3980371"/>
              <a:ext cx="99537" cy="56187"/>
            </a:xfrm>
            <a:custGeom>
              <a:avLst/>
              <a:gdLst/>
              <a:ahLst/>
              <a:cxnLst/>
              <a:rect l="l" t="t" r="r" b="b"/>
              <a:pathLst>
                <a:path w="99537" h="56187">
                  <a:moveTo>
                    <a:pt x="0" y="56187"/>
                  </a:moveTo>
                  <a:lnTo>
                    <a:pt x="99537" y="0"/>
                  </a:lnTo>
                </a:path>
              </a:pathLst>
            </a:custGeom>
            <a:ln w="25400">
              <a:solidFill>
                <a:srgbClr val="070154"/>
              </a:solidFill>
              <a:prstDash val="solid"/>
            </a:ln>
          </p:spPr>
        </p:sp>
        <p:sp>
          <p:nvSpPr>
            <p:cNvPr id="91" name="node04.items.source-002.arc.arrow-2.cap-1"/>
            <p:cNvSpPr/>
            <p:nvPr/>
          </p:nvSpPr>
          <p:spPr>
            <a:xfrm>
              <a:off x="10608965" y="4023858"/>
              <a:ext cx="25400" cy="25400"/>
            </a:xfrm>
            <a:prstGeom prst="ellipse">
              <a:avLst/>
            </a:prstGeom>
            <a:solidFill>
              <a:srgbClr val="070154"/>
            </a:solidFill>
            <a:ln>
              <a:noFill/>
            </a:ln>
          </p:spPr>
        </p:sp>
        <p:sp>
          <p:nvSpPr>
            <p:cNvPr id="92" name="node04.items.source-002.arc.arrow-2.cap-2"/>
            <p:cNvSpPr/>
            <p:nvPr/>
          </p:nvSpPr>
          <p:spPr>
            <a:xfrm>
              <a:off x="10708501" y="3967671"/>
              <a:ext cx="25400" cy="25400"/>
            </a:xfrm>
            <a:prstGeom prst="ellipse">
              <a:avLst/>
            </a:prstGeom>
            <a:solidFill>
              <a:srgbClr val="070154"/>
            </a:solidFill>
            <a:ln>
              <a:noFill/>
            </a:ln>
          </p:spPr>
        </p:sp>
        <p:sp>
          <p:nvSpPr>
            <p:cNvPr id="93" name="node04.items.source-003.arc"/>
            <p:cNvSpPr/>
            <p:nvPr/>
          </p:nvSpPr>
          <p:spPr>
            <a:xfrm>
              <a:off x="8799593" y="4747021"/>
              <a:ext cx="477152" cy="15458"/>
            </a:xfrm>
            <a:custGeom>
              <a:avLst/>
              <a:gdLst/>
              <a:ahLst/>
              <a:cxnLst/>
              <a:rect l="l" t="t" r="r" b="b"/>
              <a:pathLst>
                <a:path w="477152" h="15458">
                  <a:moveTo>
                    <a:pt x="477152" y="6108"/>
                  </a:moveTo>
                  <a:lnTo>
                    <a:pt x="457338" y="7806"/>
                  </a:lnTo>
                  <a:lnTo>
                    <a:pt x="437498" y="9335"/>
                  </a:lnTo>
                  <a:lnTo>
                    <a:pt x="417635" y="10695"/>
                  </a:lnTo>
                  <a:lnTo>
                    <a:pt x="397753" y="11885"/>
                  </a:lnTo>
                  <a:lnTo>
                    <a:pt x="377852" y="12906"/>
                  </a:lnTo>
                  <a:lnTo>
                    <a:pt x="357937" y="13756"/>
                  </a:lnTo>
                  <a:lnTo>
                    <a:pt x="338009" y="14437"/>
                  </a:lnTo>
                  <a:lnTo>
                    <a:pt x="318073" y="14948"/>
                  </a:lnTo>
                  <a:lnTo>
                    <a:pt x="298129" y="15288"/>
                  </a:lnTo>
                  <a:lnTo>
                    <a:pt x="278181" y="15458"/>
                  </a:lnTo>
                  <a:lnTo>
                    <a:pt x="258232" y="15458"/>
                  </a:lnTo>
                  <a:lnTo>
                    <a:pt x="238285" y="15288"/>
                  </a:lnTo>
                  <a:lnTo>
                    <a:pt x="218341" y="14948"/>
                  </a:lnTo>
                  <a:lnTo>
                    <a:pt x="198404" y="14437"/>
                  </a:lnTo>
                  <a:lnTo>
                    <a:pt x="178477" y="13756"/>
                  </a:lnTo>
                  <a:lnTo>
                    <a:pt x="158562" y="12906"/>
                  </a:lnTo>
                  <a:lnTo>
                    <a:pt x="138661" y="11885"/>
                  </a:lnTo>
                  <a:lnTo>
                    <a:pt x="118778" y="10695"/>
                  </a:lnTo>
                  <a:lnTo>
                    <a:pt x="98916" y="9335"/>
                  </a:lnTo>
                  <a:lnTo>
                    <a:pt x="79076" y="7806"/>
                  </a:lnTo>
                  <a:lnTo>
                    <a:pt x="59262" y="6108"/>
                  </a:lnTo>
                  <a:lnTo>
                    <a:pt x="39476" y="4240"/>
                  </a:lnTo>
                  <a:lnTo>
                    <a:pt x="19721" y="2204"/>
                  </a:lnTo>
                  <a:lnTo>
                    <a:pt x="0" y="0"/>
                  </a:lnTo>
                </a:path>
              </a:pathLst>
            </a:custGeom>
            <a:ln w="25400">
              <a:solidFill>
                <a:srgbClr val="070154"/>
              </a:solidFill>
              <a:prstDash val="solid"/>
            </a:ln>
          </p:spPr>
        </p:sp>
        <p:sp>
          <p:nvSpPr>
            <p:cNvPr id="94" name="node04.items.source-003.arc.cap-1"/>
            <p:cNvSpPr/>
            <p:nvPr/>
          </p:nvSpPr>
          <p:spPr>
            <a:xfrm>
              <a:off x="9264045" y="4740428"/>
              <a:ext cx="25400" cy="25400"/>
            </a:xfrm>
            <a:prstGeom prst="ellipse">
              <a:avLst/>
            </a:prstGeom>
            <a:solidFill>
              <a:srgbClr val="070154"/>
            </a:solidFill>
            <a:ln>
              <a:noFill/>
            </a:ln>
          </p:spPr>
        </p:sp>
        <p:sp>
          <p:nvSpPr>
            <p:cNvPr id="95" name="node04.items.source-003.arc.cap-2"/>
            <p:cNvSpPr/>
            <p:nvPr/>
          </p:nvSpPr>
          <p:spPr>
            <a:xfrm>
              <a:off x="8786893" y="4734321"/>
              <a:ext cx="25400" cy="25400"/>
            </a:xfrm>
            <a:prstGeom prst="ellipse">
              <a:avLst/>
            </a:prstGeom>
            <a:solidFill>
              <a:srgbClr val="070154"/>
            </a:solidFill>
            <a:ln>
              <a:noFill/>
            </a:ln>
          </p:spPr>
        </p:sp>
        <p:sp>
          <p:nvSpPr>
            <p:cNvPr id="96" name="node04.items.source-003.arc.arrow-1"/>
            <p:cNvSpPr/>
            <p:nvPr/>
          </p:nvSpPr>
          <p:spPr>
            <a:xfrm>
              <a:off x="8799593" y="4703704"/>
              <a:ext cx="105774" cy="43316"/>
            </a:xfrm>
            <a:custGeom>
              <a:avLst/>
              <a:gdLst/>
              <a:ahLst/>
              <a:cxnLst/>
              <a:rect l="l" t="t" r="r" b="b"/>
              <a:pathLst>
                <a:path w="105774" h="43316">
                  <a:moveTo>
                    <a:pt x="0" y="43316"/>
                  </a:moveTo>
                  <a:lnTo>
                    <a:pt x="105774" y="0"/>
                  </a:lnTo>
                </a:path>
              </a:pathLst>
            </a:custGeom>
            <a:ln w="25400">
              <a:solidFill>
                <a:srgbClr val="070154"/>
              </a:solidFill>
              <a:prstDash val="solid"/>
            </a:ln>
          </p:spPr>
        </p:sp>
        <p:sp>
          <p:nvSpPr>
            <p:cNvPr id="97" name="node04.items.source-003.arc.arrow-1.cap-1"/>
            <p:cNvSpPr/>
            <p:nvPr/>
          </p:nvSpPr>
          <p:spPr>
            <a:xfrm>
              <a:off x="8786893" y="4734321"/>
              <a:ext cx="25400" cy="25400"/>
            </a:xfrm>
            <a:prstGeom prst="ellipse">
              <a:avLst/>
            </a:prstGeom>
            <a:solidFill>
              <a:srgbClr val="070154"/>
            </a:solidFill>
            <a:ln>
              <a:noFill/>
            </a:ln>
          </p:spPr>
        </p:sp>
        <p:sp>
          <p:nvSpPr>
            <p:cNvPr id="98" name="node04.items.source-003.arc.arrow-1.cap-2"/>
            <p:cNvSpPr/>
            <p:nvPr/>
          </p:nvSpPr>
          <p:spPr>
            <a:xfrm>
              <a:off x="8892667" y="4691004"/>
              <a:ext cx="25400" cy="25400"/>
            </a:xfrm>
            <a:prstGeom prst="ellipse">
              <a:avLst/>
            </a:prstGeom>
            <a:solidFill>
              <a:srgbClr val="070154"/>
            </a:solidFill>
            <a:ln>
              <a:noFill/>
            </a:ln>
          </p:spPr>
        </p:sp>
        <p:sp>
          <p:nvSpPr>
            <p:cNvPr id="99" name="node04.items.source-003.arc.arrow-2"/>
            <p:cNvSpPr/>
            <p:nvPr/>
          </p:nvSpPr>
          <p:spPr>
            <a:xfrm>
              <a:off x="8799593" y="4747021"/>
              <a:ext cx="93599" cy="65602"/>
            </a:xfrm>
            <a:custGeom>
              <a:avLst/>
              <a:gdLst/>
              <a:ahLst/>
              <a:cxnLst/>
              <a:rect l="l" t="t" r="r" b="b"/>
              <a:pathLst>
                <a:path w="93599" h="65602">
                  <a:moveTo>
                    <a:pt x="0" y="0"/>
                  </a:moveTo>
                  <a:lnTo>
                    <a:pt x="93599" y="65602"/>
                  </a:lnTo>
                </a:path>
              </a:pathLst>
            </a:custGeom>
            <a:ln w="25400">
              <a:solidFill>
                <a:srgbClr val="070154"/>
              </a:solidFill>
              <a:prstDash val="solid"/>
            </a:ln>
          </p:spPr>
        </p:sp>
        <p:sp>
          <p:nvSpPr>
            <p:cNvPr id="100" name="node04.items.source-003.arc.arrow-2.cap-1"/>
            <p:cNvSpPr/>
            <p:nvPr/>
          </p:nvSpPr>
          <p:spPr>
            <a:xfrm>
              <a:off x="8786893" y="4734321"/>
              <a:ext cx="25400" cy="25400"/>
            </a:xfrm>
            <a:prstGeom prst="ellipse">
              <a:avLst/>
            </a:prstGeom>
            <a:solidFill>
              <a:srgbClr val="070154"/>
            </a:solidFill>
            <a:ln>
              <a:noFill/>
            </a:ln>
          </p:spPr>
        </p:sp>
        <p:sp>
          <p:nvSpPr>
            <p:cNvPr id="101" name="node04.items.source-003.arc.arrow-2.cap-2"/>
            <p:cNvSpPr/>
            <p:nvPr/>
          </p:nvSpPr>
          <p:spPr>
            <a:xfrm>
              <a:off x="8880493" y="4799923"/>
              <a:ext cx="25400" cy="25400"/>
            </a:xfrm>
            <a:prstGeom prst="ellipse">
              <a:avLst/>
            </a:prstGeom>
            <a:solidFill>
              <a:srgbClr val="070154"/>
            </a:solidFill>
            <a:ln>
              <a:noFill/>
            </a:ln>
          </p:spPr>
        </p:sp>
        <p:sp>
          <p:nvSpPr>
            <p:cNvPr id="102" name="node04.items.source-004.arc"/>
            <p:cNvSpPr/>
            <p:nvPr/>
          </p:nvSpPr>
          <p:spPr>
            <a:xfrm>
              <a:off x="7362692" y="3636624"/>
              <a:ext cx="177477" cy="439379"/>
            </a:xfrm>
            <a:custGeom>
              <a:avLst/>
              <a:gdLst/>
              <a:ahLst/>
              <a:cxnLst/>
              <a:rect l="l" t="t" r="r" b="b"/>
              <a:pathLst>
                <a:path w="177477" h="439379">
                  <a:moveTo>
                    <a:pt x="177477" y="439379"/>
                  </a:moveTo>
                  <a:lnTo>
                    <a:pt x="165769" y="422204"/>
                  </a:lnTo>
                  <a:lnTo>
                    <a:pt x="154419" y="404901"/>
                  </a:lnTo>
                  <a:lnTo>
                    <a:pt x="143432" y="387473"/>
                  </a:lnTo>
                  <a:lnTo>
                    <a:pt x="132808" y="369924"/>
                  </a:lnTo>
                  <a:lnTo>
                    <a:pt x="122552" y="352257"/>
                  </a:lnTo>
                  <a:lnTo>
                    <a:pt x="112664" y="334478"/>
                  </a:lnTo>
                  <a:lnTo>
                    <a:pt x="103147" y="316591"/>
                  </a:lnTo>
                  <a:lnTo>
                    <a:pt x="94005" y="298598"/>
                  </a:lnTo>
                  <a:lnTo>
                    <a:pt x="85238" y="280506"/>
                  </a:lnTo>
                  <a:lnTo>
                    <a:pt x="76849" y="262317"/>
                  </a:lnTo>
                  <a:lnTo>
                    <a:pt x="68839" y="244037"/>
                  </a:lnTo>
                  <a:lnTo>
                    <a:pt x="61211" y="225669"/>
                  </a:lnTo>
                  <a:lnTo>
                    <a:pt x="53967" y="207218"/>
                  </a:lnTo>
                  <a:lnTo>
                    <a:pt x="47108" y="188687"/>
                  </a:lnTo>
                  <a:lnTo>
                    <a:pt x="40635" y="170083"/>
                  </a:lnTo>
                  <a:lnTo>
                    <a:pt x="34550" y="151407"/>
                  </a:lnTo>
                  <a:lnTo>
                    <a:pt x="28855" y="132666"/>
                  </a:lnTo>
                  <a:lnTo>
                    <a:pt x="23551" y="113863"/>
                  </a:lnTo>
                  <a:lnTo>
                    <a:pt x="18640" y="95003"/>
                  </a:lnTo>
                  <a:lnTo>
                    <a:pt x="14121" y="76091"/>
                  </a:lnTo>
                  <a:lnTo>
                    <a:pt x="9997" y="57130"/>
                  </a:lnTo>
                  <a:lnTo>
                    <a:pt x="6268" y="38124"/>
                  </a:lnTo>
                  <a:lnTo>
                    <a:pt x="2936" y="19080"/>
                  </a:lnTo>
                  <a:lnTo>
                    <a:pt x="0" y="0"/>
                  </a:lnTo>
                </a:path>
              </a:pathLst>
            </a:custGeom>
            <a:ln w="25400">
              <a:solidFill>
                <a:srgbClr val="070154"/>
              </a:solidFill>
              <a:prstDash val="solid"/>
            </a:ln>
          </p:spPr>
        </p:sp>
        <p:sp>
          <p:nvSpPr>
            <p:cNvPr id="103" name="node04.items.source-004.arc.cap-1"/>
            <p:cNvSpPr/>
            <p:nvPr/>
          </p:nvSpPr>
          <p:spPr>
            <a:xfrm>
              <a:off x="7527469" y="4063302"/>
              <a:ext cx="25400" cy="25400"/>
            </a:xfrm>
            <a:prstGeom prst="ellipse">
              <a:avLst/>
            </a:prstGeom>
            <a:solidFill>
              <a:srgbClr val="070154"/>
            </a:solidFill>
            <a:ln>
              <a:noFill/>
            </a:ln>
          </p:spPr>
        </p:sp>
        <p:sp>
          <p:nvSpPr>
            <p:cNvPr id="104" name="node04.items.source-004.arc.cap-2"/>
            <p:cNvSpPr/>
            <p:nvPr/>
          </p:nvSpPr>
          <p:spPr>
            <a:xfrm>
              <a:off x="7349992" y="3623924"/>
              <a:ext cx="25400" cy="25400"/>
            </a:xfrm>
            <a:prstGeom prst="ellipse">
              <a:avLst/>
            </a:prstGeom>
            <a:solidFill>
              <a:srgbClr val="070154"/>
            </a:solidFill>
            <a:ln>
              <a:noFill/>
            </a:ln>
          </p:spPr>
        </p:sp>
        <p:sp>
          <p:nvSpPr>
            <p:cNvPr id="105" name="node04.items.source-004.arc.arrow-1"/>
            <p:cNvSpPr/>
            <p:nvPr/>
          </p:nvSpPr>
          <p:spPr>
            <a:xfrm>
              <a:off x="7362692" y="3636624"/>
              <a:ext cx="69415" cy="90808"/>
            </a:xfrm>
            <a:custGeom>
              <a:avLst/>
              <a:gdLst/>
              <a:ahLst/>
              <a:cxnLst/>
              <a:rect l="l" t="t" r="r" b="b"/>
              <a:pathLst>
                <a:path w="69415" h="90808">
                  <a:moveTo>
                    <a:pt x="0" y="0"/>
                  </a:moveTo>
                  <a:lnTo>
                    <a:pt x="69415" y="90808"/>
                  </a:lnTo>
                </a:path>
              </a:pathLst>
            </a:custGeom>
            <a:ln w="25400">
              <a:solidFill>
                <a:srgbClr val="070154"/>
              </a:solidFill>
              <a:prstDash val="solid"/>
            </a:ln>
          </p:spPr>
        </p:sp>
        <p:sp>
          <p:nvSpPr>
            <p:cNvPr id="106" name="node04.items.source-004.arc.arrow-1.cap-1"/>
            <p:cNvSpPr/>
            <p:nvPr/>
          </p:nvSpPr>
          <p:spPr>
            <a:xfrm>
              <a:off x="7349992" y="3623924"/>
              <a:ext cx="25400" cy="25400"/>
            </a:xfrm>
            <a:prstGeom prst="ellipse">
              <a:avLst/>
            </a:prstGeom>
            <a:solidFill>
              <a:srgbClr val="070154"/>
            </a:solidFill>
            <a:ln>
              <a:noFill/>
            </a:ln>
          </p:spPr>
        </p:sp>
        <p:sp>
          <p:nvSpPr>
            <p:cNvPr id="107" name="node04.items.source-004.arc.arrow-1.cap-2"/>
            <p:cNvSpPr/>
            <p:nvPr/>
          </p:nvSpPr>
          <p:spPr>
            <a:xfrm>
              <a:off x="7419407" y="3714731"/>
              <a:ext cx="25400" cy="25400"/>
            </a:xfrm>
            <a:prstGeom prst="ellipse">
              <a:avLst/>
            </a:prstGeom>
            <a:solidFill>
              <a:srgbClr val="070154"/>
            </a:solidFill>
            <a:ln>
              <a:noFill/>
            </a:ln>
          </p:spPr>
        </p:sp>
        <p:sp>
          <p:nvSpPr>
            <p:cNvPr id="108" name="node04.items.source-004.arc.arrow-2"/>
            <p:cNvSpPr/>
            <p:nvPr/>
          </p:nvSpPr>
          <p:spPr>
            <a:xfrm>
              <a:off x="7323785" y="3636624"/>
              <a:ext cx="38907" cy="107474"/>
            </a:xfrm>
            <a:custGeom>
              <a:avLst/>
              <a:gdLst/>
              <a:ahLst/>
              <a:cxnLst/>
              <a:rect l="l" t="t" r="r" b="b"/>
              <a:pathLst>
                <a:path w="38907" h="107474">
                  <a:moveTo>
                    <a:pt x="38907" y="0"/>
                  </a:moveTo>
                  <a:lnTo>
                    <a:pt x="0" y="107474"/>
                  </a:lnTo>
                </a:path>
              </a:pathLst>
            </a:custGeom>
            <a:ln w="25400">
              <a:solidFill>
                <a:srgbClr val="070154"/>
              </a:solidFill>
              <a:prstDash val="solid"/>
            </a:ln>
          </p:spPr>
        </p:sp>
        <p:sp>
          <p:nvSpPr>
            <p:cNvPr id="109" name="node04.items.source-004.arc.arrow-2.cap-1"/>
            <p:cNvSpPr/>
            <p:nvPr/>
          </p:nvSpPr>
          <p:spPr>
            <a:xfrm>
              <a:off x="7349992" y="3623924"/>
              <a:ext cx="25400" cy="25400"/>
            </a:xfrm>
            <a:prstGeom prst="ellipse">
              <a:avLst/>
            </a:prstGeom>
            <a:solidFill>
              <a:srgbClr val="070154"/>
            </a:solidFill>
            <a:ln>
              <a:noFill/>
            </a:ln>
          </p:spPr>
        </p:sp>
        <p:sp>
          <p:nvSpPr>
            <p:cNvPr id="110" name="node04.items.source-004.arc.arrow-2.cap-2"/>
            <p:cNvSpPr/>
            <p:nvPr/>
          </p:nvSpPr>
          <p:spPr>
            <a:xfrm>
              <a:off x="7311085" y="3731398"/>
              <a:ext cx="25400" cy="25400"/>
            </a:xfrm>
            <a:prstGeom prst="ellipse">
              <a:avLst/>
            </a:prstGeom>
            <a:solidFill>
              <a:srgbClr val="070154"/>
            </a:solidFill>
            <a:ln>
              <a:noFill/>
            </a:ln>
          </p:spPr>
        </p:sp>
        <p:sp>
          <p:nvSpPr>
            <p:cNvPr id="111" name="node04.loops.source-001.curve"/>
            <p:cNvSpPr/>
            <p:nvPr/>
          </p:nvSpPr>
          <p:spPr>
            <a:xfrm>
              <a:off x="10065370" y="3535773"/>
              <a:ext cx="202547" cy="567504"/>
            </a:xfrm>
            <a:custGeom>
              <a:avLst/>
              <a:gdLst/>
              <a:ahLst/>
              <a:cxnLst/>
              <a:rect l="l" t="t" r="r" b="b"/>
              <a:pathLst>
                <a:path w="202547" h="567504">
                  <a:moveTo>
                    <a:pt x="331" y="567504"/>
                  </a:moveTo>
                  <a:quadBezTo>
                    <a:pt x="-8191" y="205171"/>
                    <a:pt x="202547" y="0"/>
                  </a:quadBezTo>
                </a:path>
              </a:pathLst>
            </a:custGeom>
            <a:ln w="19050">
              <a:solidFill>
                <a:srgbClr val="0047FF"/>
              </a:solidFill>
              <a:prstDash val="dash"/>
            </a:ln>
          </p:spPr>
        </p:sp>
        <p:sp>
          <p:nvSpPr>
            <p:cNvPr id="112" name="node04.loops.source-001.arrow-1"/>
            <p:cNvSpPr/>
            <p:nvPr/>
          </p:nvSpPr>
          <p:spPr>
            <a:xfrm>
              <a:off x="10237256" y="3535773"/>
              <a:ext cx="30660" cy="110111"/>
            </a:xfrm>
            <a:custGeom>
              <a:avLst/>
              <a:gdLst/>
              <a:ahLst/>
              <a:cxnLst/>
              <a:rect l="l" t="t" r="r" b="b"/>
              <a:pathLst>
                <a:path w="30660" h="110111">
                  <a:moveTo>
                    <a:pt x="30660" y="0"/>
                  </a:moveTo>
                  <a:lnTo>
                    <a:pt x="0" y="110111"/>
                  </a:lnTo>
                </a:path>
              </a:pathLst>
            </a:custGeom>
            <a:ln w="25400">
              <a:solidFill>
                <a:srgbClr val="0047FF"/>
              </a:solidFill>
              <a:prstDash val="solid"/>
            </a:ln>
          </p:spPr>
        </p:sp>
        <p:sp>
          <p:nvSpPr>
            <p:cNvPr id="113" name="node04.loops.source-001.arrow-1.cap-1"/>
            <p:cNvSpPr/>
            <p:nvPr/>
          </p:nvSpPr>
          <p:spPr>
            <a:xfrm>
              <a:off x="10255216" y="3523073"/>
              <a:ext cx="25400" cy="25400"/>
            </a:xfrm>
            <a:prstGeom prst="ellipse">
              <a:avLst/>
            </a:prstGeom>
            <a:solidFill>
              <a:srgbClr val="0047FF"/>
            </a:solidFill>
            <a:ln>
              <a:noFill/>
            </a:ln>
          </p:spPr>
        </p:sp>
        <p:sp>
          <p:nvSpPr>
            <p:cNvPr id="114" name="node04.loops.source-001.arrow-1.cap-2"/>
            <p:cNvSpPr/>
            <p:nvPr/>
          </p:nvSpPr>
          <p:spPr>
            <a:xfrm>
              <a:off x="10224556" y="3633184"/>
              <a:ext cx="25400" cy="25400"/>
            </a:xfrm>
            <a:prstGeom prst="ellipse">
              <a:avLst/>
            </a:prstGeom>
            <a:solidFill>
              <a:srgbClr val="0047FF"/>
            </a:solidFill>
            <a:ln>
              <a:noFill/>
            </a:ln>
          </p:spPr>
        </p:sp>
        <p:sp>
          <p:nvSpPr>
            <p:cNvPr id="115" name="node04.loops.source-001.arrow-2"/>
            <p:cNvSpPr/>
            <p:nvPr/>
          </p:nvSpPr>
          <p:spPr>
            <a:xfrm>
              <a:off x="10158695" y="3535773"/>
              <a:ext cx="109221" cy="33694"/>
            </a:xfrm>
            <a:custGeom>
              <a:avLst/>
              <a:gdLst/>
              <a:ahLst/>
              <a:cxnLst/>
              <a:rect l="l" t="t" r="r" b="b"/>
              <a:pathLst>
                <a:path w="109221" h="33694">
                  <a:moveTo>
                    <a:pt x="109221" y="0"/>
                  </a:moveTo>
                  <a:lnTo>
                    <a:pt x="0" y="33694"/>
                  </a:lnTo>
                </a:path>
              </a:pathLst>
            </a:custGeom>
            <a:ln w="25400">
              <a:solidFill>
                <a:srgbClr val="0047FF"/>
              </a:solidFill>
              <a:prstDash val="solid"/>
            </a:ln>
          </p:spPr>
        </p:sp>
        <p:sp>
          <p:nvSpPr>
            <p:cNvPr id="116" name="node04.loops.source-001.arrow-2.cap-1"/>
            <p:cNvSpPr/>
            <p:nvPr/>
          </p:nvSpPr>
          <p:spPr>
            <a:xfrm>
              <a:off x="10255216" y="3523073"/>
              <a:ext cx="25400" cy="25400"/>
            </a:xfrm>
            <a:prstGeom prst="ellipse">
              <a:avLst/>
            </a:prstGeom>
            <a:solidFill>
              <a:srgbClr val="0047FF"/>
            </a:solidFill>
            <a:ln>
              <a:noFill/>
            </a:ln>
          </p:spPr>
        </p:sp>
        <p:sp>
          <p:nvSpPr>
            <p:cNvPr id="117" name="node04.loops.source-001.arrow-2.cap-2"/>
            <p:cNvSpPr/>
            <p:nvPr/>
          </p:nvSpPr>
          <p:spPr>
            <a:xfrm>
              <a:off x="10145995" y="3556767"/>
              <a:ext cx="25400" cy="25400"/>
            </a:xfrm>
            <a:prstGeom prst="ellipse">
              <a:avLst/>
            </a:prstGeom>
            <a:solidFill>
              <a:srgbClr val="0047FF"/>
            </a:solidFill>
            <a:ln>
              <a:noFill/>
            </a:ln>
          </p:spPr>
        </p:sp>
        <p:sp>
          <p:nvSpPr>
            <p:cNvPr id="118" name="node04.loops.source-002.curve"/>
            <p:cNvSpPr/>
            <p:nvPr/>
          </p:nvSpPr>
          <p:spPr>
            <a:xfrm>
              <a:off x="8298449" y="2667000"/>
              <a:ext cx="633664" cy="1436277"/>
            </a:xfrm>
            <a:custGeom>
              <a:avLst/>
              <a:gdLst/>
              <a:ahLst/>
              <a:cxnLst/>
              <a:rect l="l" t="t" r="r" b="b"/>
              <a:pathLst>
                <a:path w="633664" h="1436277">
                  <a:moveTo>
                    <a:pt x="0" y="1436277"/>
                  </a:moveTo>
                  <a:quadBezTo>
                    <a:pt x="391442" y="748154"/>
                    <a:pt x="633664" y="0"/>
                  </a:quadBezTo>
                </a:path>
              </a:pathLst>
            </a:custGeom>
            <a:ln w="19050">
              <a:solidFill>
                <a:srgbClr val="0047FF"/>
              </a:solidFill>
              <a:prstDash val="dash"/>
            </a:ln>
          </p:spPr>
        </p:sp>
        <p:sp>
          <p:nvSpPr>
            <p:cNvPr id="119" name="node04.loops.source-002.arrow-1"/>
            <p:cNvSpPr/>
            <p:nvPr/>
          </p:nvSpPr>
          <p:spPr>
            <a:xfrm>
              <a:off x="8932113" y="2667000"/>
              <a:ext cx="20549" cy="112438"/>
            </a:xfrm>
            <a:custGeom>
              <a:avLst/>
              <a:gdLst/>
              <a:ahLst/>
              <a:cxnLst/>
              <a:rect l="l" t="t" r="r" b="b"/>
              <a:pathLst>
                <a:path w="20549" h="112438">
                  <a:moveTo>
                    <a:pt x="0" y="0"/>
                  </a:moveTo>
                  <a:lnTo>
                    <a:pt x="20549" y="112438"/>
                  </a:lnTo>
                </a:path>
              </a:pathLst>
            </a:custGeom>
            <a:ln w="25400">
              <a:solidFill>
                <a:srgbClr val="0047FF"/>
              </a:solidFill>
              <a:prstDash val="solid"/>
            </a:ln>
          </p:spPr>
        </p:sp>
        <p:sp>
          <p:nvSpPr>
            <p:cNvPr id="120" name="node04.loops.source-002.arrow-1.cap-1"/>
            <p:cNvSpPr/>
            <p:nvPr/>
          </p:nvSpPr>
          <p:spPr>
            <a:xfrm>
              <a:off x="8919413" y="2654300"/>
              <a:ext cx="25400" cy="25400"/>
            </a:xfrm>
            <a:prstGeom prst="ellipse">
              <a:avLst/>
            </a:prstGeom>
            <a:solidFill>
              <a:srgbClr val="0047FF"/>
            </a:solidFill>
            <a:ln>
              <a:noFill/>
            </a:ln>
          </p:spPr>
        </p:sp>
        <p:sp>
          <p:nvSpPr>
            <p:cNvPr id="121" name="node04.loops.source-002.arrow-1.cap-2"/>
            <p:cNvSpPr/>
            <p:nvPr/>
          </p:nvSpPr>
          <p:spPr>
            <a:xfrm>
              <a:off x="8939962" y="2766738"/>
              <a:ext cx="25400" cy="25400"/>
            </a:xfrm>
            <a:prstGeom prst="ellipse">
              <a:avLst/>
            </a:prstGeom>
            <a:solidFill>
              <a:srgbClr val="0047FF"/>
            </a:solidFill>
            <a:ln>
              <a:noFill/>
            </a:ln>
          </p:spPr>
        </p:sp>
        <p:sp>
          <p:nvSpPr>
            <p:cNvPr id="122" name="node04.loops.source-002.arrow-2"/>
            <p:cNvSpPr/>
            <p:nvPr/>
          </p:nvSpPr>
          <p:spPr>
            <a:xfrm>
              <a:off x="8848602" y="2667000"/>
              <a:ext cx="83510" cy="78042"/>
            </a:xfrm>
            <a:custGeom>
              <a:avLst/>
              <a:gdLst/>
              <a:ahLst/>
              <a:cxnLst/>
              <a:rect l="l" t="t" r="r" b="b"/>
              <a:pathLst>
                <a:path w="83510" h="78042">
                  <a:moveTo>
                    <a:pt x="83510" y="0"/>
                  </a:moveTo>
                  <a:lnTo>
                    <a:pt x="0" y="78042"/>
                  </a:lnTo>
                </a:path>
              </a:pathLst>
            </a:custGeom>
            <a:ln w="25400">
              <a:solidFill>
                <a:srgbClr val="0047FF"/>
              </a:solidFill>
              <a:prstDash val="solid"/>
            </a:ln>
          </p:spPr>
        </p:sp>
        <p:sp>
          <p:nvSpPr>
            <p:cNvPr id="123" name="node04.loops.source-002.arrow-2.cap-1"/>
            <p:cNvSpPr/>
            <p:nvPr/>
          </p:nvSpPr>
          <p:spPr>
            <a:xfrm>
              <a:off x="8919413" y="2654300"/>
              <a:ext cx="25400" cy="25400"/>
            </a:xfrm>
            <a:prstGeom prst="ellipse">
              <a:avLst/>
            </a:prstGeom>
            <a:solidFill>
              <a:srgbClr val="0047FF"/>
            </a:solidFill>
            <a:ln>
              <a:noFill/>
            </a:ln>
          </p:spPr>
        </p:sp>
        <p:sp>
          <p:nvSpPr>
            <p:cNvPr id="124" name="node04.loops.source-002.arrow-2.cap-2"/>
            <p:cNvSpPr/>
            <p:nvPr/>
          </p:nvSpPr>
          <p:spPr>
            <a:xfrm>
              <a:off x="8835902" y="2732342"/>
              <a:ext cx="25400" cy="25400"/>
            </a:xfrm>
            <a:prstGeom prst="ellipse">
              <a:avLst/>
            </a:prstGeom>
            <a:solidFill>
              <a:srgbClr val="0047FF"/>
            </a:solidFill>
            <a:ln>
              <a:noFill/>
            </a:ln>
          </p:spPr>
        </p:sp>
        <p:sp>
          <p:nvSpPr>
            <p:cNvPr id="125" name="node04.center.label"/>
            <p:cNvSpPr/>
            <p:nvPr/>
          </p:nvSpPr>
          <p:spPr>
            <a:xfrm>
              <a:off x="8124825" y="3086100"/>
              <a:ext cx="18859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SDLC</a:t>
              </a:r>
              <a:endParaRPr lang="en-US" sz="900" spc="54" kern="0" b="0" i="0" dirty="0">
                <a:solidFill>
                  <a:srgbClr val="0047FF"/>
                </a:solidFill>
                <a:latin typeface="IBM Plex Mono SemiBold"/>
                <a:ea typeface="IBM Plex Mono SemiBold"/>
                <a:cs typeface="IBM Plex Mono SemiBold"/>
              </a:endParaRPr>
            </a:p>
          </p:txBody>
        </p:sp>
        <p:sp>
          <p:nvSpPr>
            <p:cNvPr id="126" name="node04.items.source-001.surface"/>
            <p:cNvSpPr/>
            <p:nvPr/>
          </p:nvSpPr>
          <p:spPr>
            <a:xfrm>
              <a:off x="8382000" y="1905000"/>
              <a:ext cx="1371600" cy="685800"/>
            </a:xfrm>
            <a:prstGeom prst="rect">
              <a:avLst/>
            </a:prstGeom>
            <a:solidFill>
              <a:srgbClr val="070154"/>
            </a:solidFill>
            <a:ln>
              <a:noFill/>
            </a:ln>
          </p:spPr>
        </p:sp>
        <p:sp>
          <p:nvSpPr>
            <p:cNvPr id="127" name="node04.items.source-001.label"/>
            <p:cNvSpPr/>
            <p:nvPr/>
          </p:nvSpPr>
          <p:spPr>
            <a:xfrm>
              <a:off x="8534400" y="19875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Design</a:t>
              </a:r>
              <a:endParaRPr lang="en-US" sz="1400" spc="0" kern="0" b="0" i="0" dirty="0">
                <a:solidFill>
                  <a:srgbClr val="FFFFFF"/>
                </a:solidFill>
                <a:latin typeface="IBM Plex Sans SemiBold"/>
                <a:ea typeface="IBM Plex Sans SemiBold"/>
                <a:cs typeface="IBM Plex Sans SemiBold"/>
              </a:endParaRPr>
            </a:p>
          </p:txBody>
        </p:sp>
        <p:sp>
          <p:nvSpPr>
            <p:cNvPr id="128" name="node04.items.source-001.text"/>
            <p:cNvSpPr/>
            <p:nvPr/>
          </p:nvSpPr>
          <p:spPr>
            <a:xfrm>
              <a:off x="8534400" y="227965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Define</a:t>
              </a:r>
              <a:endParaRPr lang="en-US" sz="1200" spc="0" kern="0" b="0" i="0" dirty="0">
                <a:solidFill>
                  <a:srgbClr val="FFFFFF"/>
                </a:solidFill>
                <a:latin typeface="IBM Plex Sans"/>
                <a:ea typeface="IBM Plex Sans"/>
                <a:cs typeface="IBM Plex Sans"/>
              </a:endParaRPr>
            </a:p>
          </p:txBody>
        </p:sp>
        <p:sp>
          <p:nvSpPr>
            <p:cNvPr id="129" name="node04.items.source-002.surface"/>
            <p:cNvSpPr/>
            <p:nvPr/>
          </p:nvSpPr>
          <p:spPr>
            <a:xfrm>
              <a:off x="10012586" y="2773773"/>
              <a:ext cx="1371600" cy="685800"/>
            </a:xfrm>
            <a:prstGeom prst="rect">
              <a:avLst/>
            </a:prstGeom>
            <a:solidFill>
              <a:srgbClr val="070154"/>
            </a:solidFill>
            <a:ln>
              <a:noFill/>
            </a:ln>
          </p:spPr>
        </p:sp>
        <p:sp>
          <p:nvSpPr>
            <p:cNvPr id="130" name="node04.items.source-002.label"/>
            <p:cNvSpPr/>
            <p:nvPr/>
          </p:nvSpPr>
          <p:spPr>
            <a:xfrm>
              <a:off x="10164986" y="2856323"/>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131" name="node04.items.source-002.text"/>
            <p:cNvSpPr/>
            <p:nvPr/>
          </p:nvSpPr>
          <p:spPr>
            <a:xfrm>
              <a:off x="10164986" y="3148423"/>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Build</a:t>
              </a:r>
              <a:endParaRPr lang="en-US" sz="1200" spc="0" kern="0" b="0" i="0" dirty="0">
                <a:solidFill>
                  <a:srgbClr val="FFFFFF"/>
                </a:solidFill>
                <a:latin typeface="IBM Plex Sans"/>
                <a:ea typeface="IBM Plex Sans"/>
                <a:cs typeface="IBM Plex Sans"/>
              </a:endParaRPr>
            </a:p>
          </p:txBody>
        </p:sp>
        <p:sp>
          <p:nvSpPr>
            <p:cNvPr id="132" name="node04.items.source-003.surface"/>
            <p:cNvSpPr/>
            <p:nvPr/>
          </p:nvSpPr>
          <p:spPr>
            <a:xfrm>
              <a:off x="9389758" y="4179477"/>
              <a:ext cx="1371600" cy="685800"/>
            </a:xfrm>
            <a:prstGeom prst="rect">
              <a:avLst/>
            </a:prstGeom>
            <a:solidFill>
              <a:srgbClr val="070154"/>
            </a:solidFill>
            <a:ln>
              <a:noFill/>
            </a:ln>
          </p:spPr>
        </p:sp>
        <p:sp>
          <p:nvSpPr>
            <p:cNvPr id="133" name="node04.items.source-003.label"/>
            <p:cNvSpPr/>
            <p:nvPr/>
          </p:nvSpPr>
          <p:spPr>
            <a:xfrm>
              <a:off x="9542158" y="4262027"/>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Test</a:t>
              </a:r>
              <a:endParaRPr lang="en-US" sz="1400" spc="0" kern="0" b="0" i="0" dirty="0">
                <a:solidFill>
                  <a:srgbClr val="FFFFFF"/>
                </a:solidFill>
                <a:latin typeface="IBM Plex Sans SemiBold"/>
                <a:ea typeface="IBM Plex Sans SemiBold"/>
                <a:cs typeface="IBM Plex Sans SemiBold"/>
              </a:endParaRPr>
            </a:p>
          </p:txBody>
        </p:sp>
        <p:sp>
          <p:nvSpPr>
            <p:cNvPr id="134" name="node04.items.source-003.text"/>
            <p:cNvSpPr/>
            <p:nvPr/>
          </p:nvSpPr>
          <p:spPr>
            <a:xfrm>
              <a:off x="9542158" y="4554127"/>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Build</a:t>
              </a:r>
              <a:endParaRPr lang="en-US" sz="1200" spc="0" kern="0" b="0" i="0" dirty="0">
                <a:solidFill>
                  <a:srgbClr val="FFFFFF"/>
                </a:solidFill>
                <a:latin typeface="IBM Plex Sans"/>
                <a:ea typeface="IBM Plex Sans"/>
                <a:cs typeface="IBM Plex Sans"/>
              </a:endParaRPr>
            </a:p>
          </p:txBody>
        </p:sp>
        <p:sp>
          <p:nvSpPr>
            <p:cNvPr id="135" name="node04.items.source-004.surface"/>
            <p:cNvSpPr/>
            <p:nvPr/>
          </p:nvSpPr>
          <p:spPr>
            <a:xfrm>
              <a:off x="7374242" y="4179477"/>
              <a:ext cx="1371600" cy="685800"/>
            </a:xfrm>
            <a:prstGeom prst="rect">
              <a:avLst/>
            </a:prstGeom>
            <a:solidFill>
              <a:srgbClr val="070154"/>
            </a:solidFill>
            <a:ln>
              <a:noFill/>
            </a:ln>
          </p:spPr>
        </p:sp>
        <p:sp>
          <p:nvSpPr>
            <p:cNvPr id="136" name="node04.items.source-004.label"/>
            <p:cNvSpPr/>
            <p:nvPr/>
          </p:nvSpPr>
          <p:spPr>
            <a:xfrm>
              <a:off x="7526642" y="4262027"/>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Verify</a:t>
              </a:r>
              <a:endParaRPr lang="en-US" sz="1400" spc="0" kern="0" b="0" i="0" dirty="0">
                <a:solidFill>
                  <a:srgbClr val="FFFFFF"/>
                </a:solidFill>
                <a:latin typeface="IBM Plex Sans SemiBold"/>
                <a:ea typeface="IBM Plex Sans SemiBold"/>
                <a:cs typeface="IBM Plex Sans SemiBold"/>
              </a:endParaRPr>
            </a:p>
          </p:txBody>
        </p:sp>
        <p:sp>
          <p:nvSpPr>
            <p:cNvPr id="137" name="node04.items.source-004.text"/>
            <p:cNvSpPr/>
            <p:nvPr/>
          </p:nvSpPr>
          <p:spPr>
            <a:xfrm>
              <a:off x="7526642" y="4554127"/>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Build</a:t>
              </a:r>
              <a:endParaRPr lang="en-US" sz="1200" spc="0" kern="0" b="0" i="0" dirty="0">
                <a:solidFill>
                  <a:srgbClr val="FFFFFF"/>
                </a:solidFill>
                <a:latin typeface="IBM Plex Sans"/>
                <a:ea typeface="IBM Plex Sans"/>
                <a:cs typeface="IBM Plex Sans"/>
              </a:endParaRPr>
            </a:p>
          </p:txBody>
        </p:sp>
        <p:sp>
          <p:nvSpPr>
            <p:cNvPr id="138" name="node04.items.source-005.surface"/>
            <p:cNvSpPr/>
            <p:nvPr/>
          </p:nvSpPr>
          <p:spPr>
            <a:xfrm>
              <a:off x="6751414" y="2773773"/>
              <a:ext cx="1371600" cy="685800"/>
            </a:xfrm>
            <a:prstGeom prst="rect">
              <a:avLst/>
            </a:prstGeom>
            <a:solidFill>
              <a:srgbClr val="070154"/>
            </a:solidFill>
            <a:ln>
              <a:noFill/>
            </a:ln>
          </p:spPr>
        </p:sp>
        <p:sp>
          <p:nvSpPr>
            <p:cNvPr id="139" name="node04.items.source-005.label"/>
            <p:cNvSpPr/>
            <p:nvPr/>
          </p:nvSpPr>
          <p:spPr>
            <a:xfrm>
              <a:off x="6903814" y="2856323"/>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Release</a:t>
              </a:r>
              <a:endParaRPr lang="en-US" sz="1400" spc="0" kern="0" b="0" i="0" dirty="0">
                <a:solidFill>
                  <a:srgbClr val="FFFFFF"/>
                </a:solidFill>
                <a:latin typeface="IBM Plex Sans SemiBold"/>
                <a:ea typeface="IBM Plex Sans SemiBold"/>
                <a:cs typeface="IBM Plex Sans SemiBold"/>
              </a:endParaRPr>
            </a:p>
          </p:txBody>
        </p:sp>
        <p:sp>
          <p:nvSpPr>
            <p:cNvPr id="140" name="node04.items.source-005.text"/>
            <p:cNvSpPr/>
            <p:nvPr/>
          </p:nvSpPr>
          <p:spPr>
            <a:xfrm>
              <a:off x="6903814" y="3148423"/>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 Optimize</a:t>
              </a:r>
              <a:endParaRPr lang="en-US" sz="1200" spc="0" kern="0" b="0" i="0" dirty="0">
                <a:solidFill>
                  <a:srgbClr val="FFFFFF"/>
                </a:solidFill>
                <a:latin typeface="IBM Plex Sans"/>
                <a:ea typeface="IBM Plex Sans"/>
                <a:cs typeface="IBM Plex Sans"/>
              </a:endParaRPr>
            </a:p>
          </p:txBody>
        </p:sp>
      </p:grpSp>
      <p:grpSp>
        <p:nvGrpSpPr>
          <p:cNvPr id="149" name="node05"/>
          <p:cNvGrpSpPr/>
          <p:nvPr/>
        </p:nvGrpSpPr>
        <p:grpSpPr>
          <a:xfrm>
            <a:off x="5448300" y="3276600"/>
            <a:ext cx="990600" cy="187307"/>
            <a:chOff x="5448300" y="3276600"/>
            <a:chExt cx="990600" cy="187307"/>
          </a:xfrm>
        </p:grpSpPr>
        <p:pic>
          <p:nvPicPr>
            <p:cNvPr id="141" name="node05.mark" descr="arrow-straight; canonical SHA256=115a8f5079b158c346e9f9ca6c6eeecb7567bbab70f4cd058c365f09ed10290e; resolved ink=0047F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48300" y="3276600"/>
              <a:ext cx="990600" cy="187307"/>
            </a:xfrm>
            <a:prstGeom prst="rect">
              <a:avLst/>
            </a:prstGeom>
          </p:spPr>
        </p:pic>
      </p:grpSp>
      <p:grpSp>
        <p:nvGrpSpPr>
          <p:cNvPr id="150" name="node06"/>
          <p:cNvGrpSpPr/>
          <p:nvPr/>
        </p:nvGrpSpPr>
        <p:grpSpPr>
          <a:xfrm>
            <a:off x="5410200" y="3581400"/>
            <a:ext cx="1181100" cy="457200"/>
            <a:chOff x="5410200" y="3581400"/>
            <a:chExt cx="1181100" cy="457200"/>
          </a:xfrm>
        </p:grpSpPr>
        <p:sp>
          <p:nvSpPr>
            <p:cNvPr id="142" name="node06.text"/>
            <p:cNvSpPr/>
            <p:nvPr/>
          </p:nvSpPr>
          <p:spPr>
            <a:xfrm>
              <a:off x="5410200" y="3581400"/>
              <a:ext cx="118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Maps into Define to Optimize</a:t>
              </a:r>
              <a:endParaRPr lang="en-US" sz="1200" spc="0" kern="0" b="0" i="0" dirty="0">
                <a:solidFill>
                  <a:srgbClr val="50658E"/>
                </a:solidFill>
                <a:latin typeface="IBM Plex Sans"/>
                <a:ea typeface="IBM Plex Sans"/>
                <a:cs typeface="IBM Plex Sans"/>
              </a:endParaRPr>
            </a:p>
          </p:txBody>
        </p:sp>
      </p:grpSp>
      <p:grpSp>
        <p:nvGrpSpPr>
          <p:cNvPr id="151" name="node07"/>
          <p:cNvGrpSpPr/>
          <p:nvPr/>
        </p:nvGrpSpPr>
        <p:grpSpPr>
          <a:xfrm>
            <a:off x="723900" y="5257800"/>
            <a:ext cx="4572000" cy="228600"/>
            <a:chOff x="723900" y="5257800"/>
            <a:chExt cx="4572000" cy="228600"/>
          </a:xfrm>
        </p:grpSpPr>
        <p:sp>
          <p:nvSpPr>
            <p:cNvPr id="143" name="node07.text"/>
            <p:cNvSpPr/>
            <p:nvPr/>
          </p:nvSpPr>
          <p:spPr>
            <a:xfrm>
              <a:off x="723900" y="5257800"/>
              <a:ext cx="457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Four phases that loop back. Dark phases are where the SDLC runs.</a:t>
              </a:r>
              <a:endParaRPr lang="en-US" sz="1200" spc="0" kern="0" b="0" i="0" dirty="0">
                <a:solidFill>
                  <a:srgbClr val="070154"/>
                </a:solidFill>
                <a:latin typeface="IBM Plex Sans"/>
                <a:ea typeface="IBM Plex Sans"/>
                <a:cs typeface="IBM Plex Sans"/>
              </a:endParaRPr>
            </a:p>
          </p:txBody>
        </p:sp>
      </p:grpSp>
      <p:grpSp>
        <p:nvGrpSpPr>
          <p:cNvPr id="152" name="node08"/>
          <p:cNvGrpSpPr/>
          <p:nvPr/>
        </p:nvGrpSpPr>
        <p:grpSpPr>
          <a:xfrm>
            <a:off x="6667500" y="5257800"/>
            <a:ext cx="4800600" cy="457200"/>
            <a:chOff x="6667500" y="5257800"/>
            <a:chExt cx="4800600" cy="457200"/>
          </a:xfrm>
        </p:grpSpPr>
        <p:sp>
          <p:nvSpPr>
            <p:cNvPr id="144" name="node08.text"/>
            <p:cNvSpPr/>
            <p:nvPr/>
          </p:nvSpPr>
          <p:spPr>
            <a:xfrm>
              <a:off x="6667500" y="5257800"/>
              <a:ext cx="4800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Five engineering steps that loop back on defects and gaps. Tags show the PDLC phase.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ource-344">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Where the SDLC sits inside the PDLC</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47</a:t>
            </a:fld>
            <a:endParaRPr lang="en-US" sz="700" spc="0" kern="0" b="0" i="0" dirty="0">
              <a:solidFill>
                <a:srgbClr val="070154"/>
              </a:solidFill>
              <a:latin typeface="IBM Plex Mono SemiBold"/>
              <a:ea typeface="IBM Plex Mono SemiBold"/>
              <a:cs typeface="IBM Plex Mono SemiBold"/>
            </a:endParaRPr>
          </a:p>
        </p:txBody>
      </p:sp>
      <p:grpSp>
        <p:nvGrpSpPr>
          <p:cNvPr id="130" name="node01"/>
          <p:cNvGrpSpPr/>
          <p:nvPr/>
        </p:nvGrpSpPr>
        <p:grpSpPr>
          <a:xfrm>
            <a:off x="723900" y="1600200"/>
            <a:ext cx="2514600" cy="152400"/>
            <a:chOff x="723900" y="1600200"/>
            <a:chExt cx="2514600" cy="152400"/>
          </a:xfrm>
        </p:grpSpPr>
        <p:sp>
          <p:nvSpPr>
            <p:cNvPr id="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HOW TO READ IT</a:t>
              </a:r>
              <a:endParaRPr lang="en-US" sz="900" spc="54" kern="0" b="0" i="0" dirty="0">
                <a:solidFill>
                  <a:srgbClr val="CED7E6"/>
                </a:solidFill>
                <a:latin typeface="IBM Plex Mono Medium"/>
                <a:ea typeface="IBM Plex Mono Medium"/>
                <a:cs typeface="IBM Plex Mono Medium"/>
              </a:endParaRPr>
            </a:p>
          </p:txBody>
        </p:sp>
      </p:grpSp>
      <p:grpSp>
        <p:nvGrpSpPr>
          <p:cNvPr id="131" name="node02"/>
          <p:cNvGrpSpPr/>
          <p:nvPr/>
        </p:nvGrpSpPr>
        <p:grpSpPr>
          <a:xfrm>
            <a:off x="723900" y="2057400"/>
            <a:ext cx="2514600" cy="1143000"/>
            <a:chOff x="723900" y="2057400"/>
            <a:chExt cx="2514600" cy="1143000"/>
          </a:xfrm>
        </p:grpSpPr>
        <p:sp>
          <p:nvSpPr>
            <p:cNvPr id="7" name="node02.text"/>
            <p:cNvSpPr/>
            <p:nvPr/>
          </p:nvSpPr>
          <p:spPr>
            <a:xfrm>
              <a:off x="723900" y="2057400"/>
              <a:ext cx="25146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PDLC is the superset; the SDLC is a subset.</a:t>
              </a:r>
              <a:endParaRPr lang="en-US" sz="2400" spc="-36" kern="0" b="0" i="0" dirty="0">
                <a:solidFill>
                  <a:srgbClr val="FFFFFF"/>
                </a:solidFill>
                <a:latin typeface="IBM Plex Sans SemiBold"/>
                <a:ea typeface="IBM Plex Sans SemiBold"/>
                <a:cs typeface="IBM Plex Sans SemiBold"/>
              </a:endParaRPr>
            </a:p>
          </p:txBody>
        </p:sp>
      </p:grpSp>
      <p:grpSp>
        <p:nvGrpSpPr>
          <p:cNvPr id="132" name="node03"/>
          <p:cNvGrpSpPr/>
          <p:nvPr/>
        </p:nvGrpSpPr>
        <p:grpSpPr>
          <a:xfrm>
            <a:off x="723900" y="3657600"/>
            <a:ext cx="2514600" cy="685800"/>
            <a:chOff x="723900" y="3657600"/>
            <a:chExt cx="2514600" cy="685800"/>
          </a:xfrm>
        </p:grpSpPr>
        <p:sp>
          <p:nvSpPr>
            <p:cNvPr id="8" name="node03.text"/>
            <p:cNvSpPr/>
            <p:nvPr/>
          </p:nvSpPr>
          <p:spPr>
            <a:xfrm>
              <a:off x="723900" y="36576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The SDLC runs from Define to Optimize. Dark phases are where it applies; both loop back.</a:t>
              </a:r>
              <a:endParaRPr lang="en-US" sz="1200" spc="0" kern="0" b="0" i="0" dirty="0">
                <a:solidFill>
                  <a:srgbClr val="FFFFFF"/>
                </a:solidFill>
                <a:latin typeface="IBM Plex Sans"/>
                <a:ea typeface="IBM Plex Sans"/>
                <a:cs typeface="IBM Plex Sans"/>
              </a:endParaRPr>
            </a:p>
          </p:txBody>
        </p:sp>
      </p:grpSp>
      <p:grpSp>
        <p:nvGrpSpPr>
          <p:cNvPr id="133" name="node04"/>
          <p:cNvGrpSpPr/>
          <p:nvPr/>
        </p:nvGrpSpPr>
        <p:grpSpPr>
          <a:xfrm>
            <a:off x="4381500" y="1600200"/>
            <a:ext cx="7086600" cy="152400"/>
            <a:chOff x="4381500" y="1600200"/>
            <a:chExt cx="7086600" cy="152400"/>
          </a:xfrm>
        </p:grpSpPr>
        <p:sp>
          <p:nvSpPr>
            <p:cNvPr id="9" name="node04.text"/>
            <p:cNvSpPr/>
            <p:nvPr/>
          </p:nvSpPr>
          <p:spPr>
            <a:xfrm>
              <a:off x="43815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PDLC: THE SUPERSET, FOUR PHASES THAT LOOP BACK</a:t>
              </a:r>
              <a:endParaRPr lang="en-US" sz="900" spc="54" kern="0" b="0" i="0" dirty="0">
                <a:solidFill>
                  <a:srgbClr val="0047FF"/>
                </a:solidFill>
                <a:latin typeface="IBM Plex Mono Medium"/>
                <a:ea typeface="IBM Plex Mono Medium"/>
                <a:cs typeface="IBM Plex Mono Medium"/>
              </a:endParaRPr>
            </a:p>
          </p:txBody>
        </p:sp>
      </p:grpSp>
      <p:grpSp>
        <p:nvGrpSpPr>
          <p:cNvPr id="134" name="node05"/>
          <p:cNvGrpSpPr/>
          <p:nvPr/>
        </p:nvGrpSpPr>
        <p:grpSpPr>
          <a:xfrm>
            <a:off x="4381500" y="1828800"/>
            <a:ext cx="7086600" cy="1752600"/>
            <a:chOff x="4381500" y="1828800"/>
            <a:chExt cx="7086600" cy="1752600"/>
          </a:xfrm>
        </p:grpSpPr>
        <p:sp>
          <p:nvSpPr>
            <p:cNvPr id="10" name="node05.items.source-001.arc"/>
            <p:cNvSpPr/>
            <p:nvPr/>
          </p:nvSpPr>
          <p:spPr>
            <a:xfrm>
              <a:off x="8712434" y="2082491"/>
              <a:ext cx="1661722" cy="289019"/>
            </a:xfrm>
            <a:custGeom>
              <a:avLst/>
              <a:gdLst/>
              <a:ahLst/>
              <a:cxnLst/>
              <a:rect l="l" t="t" r="r" b="b"/>
              <a:pathLst>
                <a:path w="1661722" h="289019">
                  <a:moveTo>
                    <a:pt x="0" y="0"/>
                  </a:moveTo>
                  <a:lnTo>
                    <a:pt x="85495" y="5886"/>
                  </a:lnTo>
                  <a:lnTo>
                    <a:pt x="170136" y="12375"/>
                  </a:lnTo>
                  <a:lnTo>
                    <a:pt x="253841" y="19461"/>
                  </a:lnTo>
                  <a:lnTo>
                    <a:pt x="336527" y="27137"/>
                  </a:lnTo>
                  <a:lnTo>
                    <a:pt x="418114" y="35395"/>
                  </a:lnTo>
                  <a:lnTo>
                    <a:pt x="498523" y="44227"/>
                  </a:lnTo>
                  <a:lnTo>
                    <a:pt x="577673" y="53624"/>
                  </a:lnTo>
                  <a:lnTo>
                    <a:pt x="655489" y="63578"/>
                  </a:lnTo>
                  <a:lnTo>
                    <a:pt x="731894" y="74079"/>
                  </a:lnTo>
                  <a:lnTo>
                    <a:pt x="806813" y="85115"/>
                  </a:lnTo>
                  <a:lnTo>
                    <a:pt x="880173" y="96678"/>
                  </a:lnTo>
                  <a:lnTo>
                    <a:pt x="951902" y="108754"/>
                  </a:lnTo>
                  <a:lnTo>
                    <a:pt x="1021930" y="121333"/>
                  </a:lnTo>
                  <a:lnTo>
                    <a:pt x="1090190" y="134402"/>
                  </a:lnTo>
                  <a:lnTo>
                    <a:pt x="1156613" y="147949"/>
                  </a:lnTo>
                  <a:lnTo>
                    <a:pt x="1221135" y="161959"/>
                  </a:lnTo>
                  <a:lnTo>
                    <a:pt x="1283693" y="176420"/>
                  </a:lnTo>
                  <a:lnTo>
                    <a:pt x="1344225" y="191318"/>
                  </a:lnTo>
                  <a:lnTo>
                    <a:pt x="1402673" y="206637"/>
                  </a:lnTo>
                  <a:lnTo>
                    <a:pt x="1458980" y="222362"/>
                  </a:lnTo>
                  <a:lnTo>
                    <a:pt x="1513090" y="238479"/>
                  </a:lnTo>
                  <a:lnTo>
                    <a:pt x="1564950" y="254972"/>
                  </a:lnTo>
                  <a:lnTo>
                    <a:pt x="1614510" y="271824"/>
                  </a:lnTo>
                  <a:lnTo>
                    <a:pt x="1661722" y="289019"/>
                  </a:lnTo>
                </a:path>
              </a:pathLst>
            </a:custGeom>
            <a:ln w="25400">
              <a:solidFill>
                <a:srgbClr val="070154"/>
              </a:solidFill>
              <a:prstDash val="solid"/>
            </a:ln>
          </p:spPr>
        </p:sp>
        <p:sp>
          <p:nvSpPr>
            <p:cNvPr id="11" name="node05.items.source-001.arc.cap-1"/>
            <p:cNvSpPr/>
            <p:nvPr/>
          </p:nvSpPr>
          <p:spPr>
            <a:xfrm>
              <a:off x="8699734" y="2069791"/>
              <a:ext cx="25400" cy="25400"/>
            </a:xfrm>
            <a:prstGeom prst="ellipse">
              <a:avLst/>
            </a:prstGeom>
            <a:solidFill>
              <a:srgbClr val="070154"/>
            </a:solidFill>
            <a:ln>
              <a:noFill/>
            </a:ln>
          </p:spPr>
        </p:sp>
        <p:sp>
          <p:nvSpPr>
            <p:cNvPr id="12" name="node05.items.source-001.arc.cap-2"/>
            <p:cNvSpPr/>
            <p:nvPr/>
          </p:nvSpPr>
          <p:spPr>
            <a:xfrm>
              <a:off x="10361456" y="2358810"/>
              <a:ext cx="25400" cy="25400"/>
            </a:xfrm>
            <a:prstGeom prst="ellipse">
              <a:avLst/>
            </a:prstGeom>
            <a:solidFill>
              <a:srgbClr val="070154"/>
            </a:solidFill>
            <a:ln>
              <a:noFill/>
            </a:ln>
          </p:spPr>
        </p:sp>
        <p:sp>
          <p:nvSpPr>
            <p:cNvPr id="13" name="node05.items.source-001.arc.arrow-1"/>
            <p:cNvSpPr/>
            <p:nvPr/>
          </p:nvSpPr>
          <p:spPr>
            <a:xfrm>
              <a:off x="10261151" y="2371510"/>
              <a:ext cx="113004" cy="17162"/>
            </a:xfrm>
            <a:custGeom>
              <a:avLst/>
              <a:gdLst/>
              <a:ahLst/>
              <a:cxnLst/>
              <a:rect l="l" t="t" r="r" b="b"/>
              <a:pathLst>
                <a:path w="113004" h="17162">
                  <a:moveTo>
                    <a:pt x="113004" y="0"/>
                  </a:moveTo>
                  <a:lnTo>
                    <a:pt x="0" y="17162"/>
                  </a:lnTo>
                </a:path>
              </a:pathLst>
            </a:custGeom>
            <a:ln w="25400">
              <a:solidFill>
                <a:srgbClr val="070154"/>
              </a:solidFill>
              <a:prstDash val="solid"/>
            </a:ln>
          </p:spPr>
        </p:sp>
        <p:sp>
          <p:nvSpPr>
            <p:cNvPr id="14" name="node05.items.source-001.arc.arrow-1.cap-1"/>
            <p:cNvSpPr/>
            <p:nvPr/>
          </p:nvSpPr>
          <p:spPr>
            <a:xfrm>
              <a:off x="10361456" y="2358810"/>
              <a:ext cx="25400" cy="25400"/>
            </a:xfrm>
            <a:prstGeom prst="ellipse">
              <a:avLst/>
            </a:prstGeom>
            <a:solidFill>
              <a:srgbClr val="070154"/>
            </a:solidFill>
            <a:ln>
              <a:noFill/>
            </a:ln>
          </p:spPr>
        </p:sp>
        <p:sp>
          <p:nvSpPr>
            <p:cNvPr id="15" name="node05.items.source-001.arc.arrow-1.cap-2"/>
            <p:cNvSpPr/>
            <p:nvPr/>
          </p:nvSpPr>
          <p:spPr>
            <a:xfrm>
              <a:off x="10248451" y="2375972"/>
              <a:ext cx="25400" cy="25400"/>
            </a:xfrm>
            <a:prstGeom prst="ellipse">
              <a:avLst/>
            </a:prstGeom>
            <a:solidFill>
              <a:srgbClr val="070154"/>
            </a:solidFill>
            <a:ln>
              <a:noFill/>
            </a:ln>
          </p:spPr>
        </p:sp>
        <p:sp>
          <p:nvSpPr>
            <p:cNvPr id="16" name="node05.items.source-001.arc.arrow-2"/>
            <p:cNvSpPr/>
            <p:nvPr/>
          </p:nvSpPr>
          <p:spPr>
            <a:xfrm>
              <a:off x="10298658" y="2285693"/>
              <a:ext cx="75498" cy="85817"/>
            </a:xfrm>
            <a:custGeom>
              <a:avLst/>
              <a:gdLst/>
              <a:ahLst/>
              <a:cxnLst/>
              <a:rect l="l" t="t" r="r" b="b"/>
              <a:pathLst>
                <a:path w="75498" h="85817">
                  <a:moveTo>
                    <a:pt x="75498" y="85817"/>
                  </a:moveTo>
                  <a:lnTo>
                    <a:pt x="0" y="0"/>
                  </a:lnTo>
                </a:path>
              </a:pathLst>
            </a:custGeom>
            <a:ln w="25400">
              <a:solidFill>
                <a:srgbClr val="070154"/>
              </a:solidFill>
              <a:prstDash val="solid"/>
            </a:ln>
          </p:spPr>
        </p:sp>
        <p:sp>
          <p:nvSpPr>
            <p:cNvPr id="17" name="node05.items.source-001.arc.arrow-2.cap-1"/>
            <p:cNvSpPr/>
            <p:nvPr/>
          </p:nvSpPr>
          <p:spPr>
            <a:xfrm>
              <a:off x="10361456" y="2358810"/>
              <a:ext cx="25400" cy="25400"/>
            </a:xfrm>
            <a:prstGeom prst="ellipse">
              <a:avLst/>
            </a:prstGeom>
            <a:solidFill>
              <a:srgbClr val="070154"/>
            </a:solidFill>
            <a:ln>
              <a:noFill/>
            </a:ln>
          </p:spPr>
        </p:sp>
        <p:sp>
          <p:nvSpPr>
            <p:cNvPr id="18" name="node05.items.source-001.arc.arrow-2.cap-2"/>
            <p:cNvSpPr/>
            <p:nvPr/>
          </p:nvSpPr>
          <p:spPr>
            <a:xfrm>
              <a:off x="10285958" y="2272993"/>
              <a:ext cx="25400" cy="25400"/>
            </a:xfrm>
            <a:prstGeom prst="ellipse">
              <a:avLst/>
            </a:prstGeom>
            <a:solidFill>
              <a:srgbClr val="070154"/>
            </a:solidFill>
            <a:ln>
              <a:noFill/>
            </a:ln>
          </p:spPr>
        </p:sp>
        <p:sp>
          <p:nvSpPr>
            <p:cNvPr id="19" name="node05.items.source-002.arc"/>
            <p:cNvSpPr/>
            <p:nvPr/>
          </p:nvSpPr>
          <p:spPr>
            <a:xfrm>
              <a:off x="8712434" y="3038690"/>
              <a:ext cx="1661722" cy="289019"/>
            </a:xfrm>
            <a:custGeom>
              <a:avLst/>
              <a:gdLst/>
              <a:ahLst/>
              <a:cxnLst/>
              <a:rect l="l" t="t" r="r" b="b"/>
              <a:pathLst>
                <a:path w="1661722" h="289019">
                  <a:moveTo>
                    <a:pt x="1661722" y="0"/>
                  </a:moveTo>
                  <a:lnTo>
                    <a:pt x="1614510" y="17195"/>
                  </a:lnTo>
                  <a:lnTo>
                    <a:pt x="1564950" y="34047"/>
                  </a:lnTo>
                  <a:lnTo>
                    <a:pt x="1513090" y="50540"/>
                  </a:lnTo>
                  <a:lnTo>
                    <a:pt x="1458980" y="66657"/>
                  </a:lnTo>
                  <a:lnTo>
                    <a:pt x="1402673" y="82382"/>
                  </a:lnTo>
                  <a:lnTo>
                    <a:pt x="1344225" y="97701"/>
                  </a:lnTo>
                  <a:lnTo>
                    <a:pt x="1283693" y="112599"/>
                  </a:lnTo>
                  <a:lnTo>
                    <a:pt x="1221135" y="127060"/>
                  </a:lnTo>
                  <a:lnTo>
                    <a:pt x="1156613" y="141070"/>
                  </a:lnTo>
                  <a:lnTo>
                    <a:pt x="1090190" y="154617"/>
                  </a:lnTo>
                  <a:lnTo>
                    <a:pt x="1021930" y="167686"/>
                  </a:lnTo>
                  <a:lnTo>
                    <a:pt x="951902" y="180265"/>
                  </a:lnTo>
                  <a:lnTo>
                    <a:pt x="880173" y="192341"/>
                  </a:lnTo>
                  <a:lnTo>
                    <a:pt x="806813" y="203904"/>
                  </a:lnTo>
                  <a:lnTo>
                    <a:pt x="731894" y="214940"/>
                  </a:lnTo>
                  <a:lnTo>
                    <a:pt x="655489" y="225441"/>
                  </a:lnTo>
                  <a:lnTo>
                    <a:pt x="577673" y="235395"/>
                  </a:lnTo>
                  <a:lnTo>
                    <a:pt x="498523" y="244792"/>
                  </a:lnTo>
                  <a:lnTo>
                    <a:pt x="418114" y="253624"/>
                  </a:lnTo>
                  <a:lnTo>
                    <a:pt x="336527" y="261882"/>
                  </a:lnTo>
                  <a:lnTo>
                    <a:pt x="253841" y="269558"/>
                  </a:lnTo>
                  <a:lnTo>
                    <a:pt x="170136" y="276644"/>
                  </a:lnTo>
                  <a:lnTo>
                    <a:pt x="85495" y="283133"/>
                  </a:lnTo>
                  <a:lnTo>
                    <a:pt x="0" y="289019"/>
                  </a:lnTo>
                </a:path>
              </a:pathLst>
            </a:custGeom>
            <a:ln w="25400">
              <a:solidFill>
                <a:srgbClr val="070154"/>
              </a:solidFill>
              <a:prstDash val="solid"/>
            </a:ln>
          </p:spPr>
        </p:sp>
        <p:sp>
          <p:nvSpPr>
            <p:cNvPr id="20" name="node05.items.source-002.arc.cap-1"/>
            <p:cNvSpPr/>
            <p:nvPr/>
          </p:nvSpPr>
          <p:spPr>
            <a:xfrm>
              <a:off x="10361456" y="3025990"/>
              <a:ext cx="25400" cy="25400"/>
            </a:xfrm>
            <a:prstGeom prst="ellipse">
              <a:avLst/>
            </a:prstGeom>
            <a:solidFill>
              <a:srgbClr val="070154"/>
            </a:solidFill>
            <a:ln>
              <a:noFill/>
            </a:ln>
          </p:spPr>
        </p:sp>
        <p:sp>
          <p:nvSpPr>
            <p:cNvPr id="21" name="node05.items.source-002.arc.cap-2"/>
            <p:cNvSpPr/>
            <p:nvPr/>
          </p:nvSpPr>
          <p:spPr>
            <a:xfrm>
              <a:off x="8699734" y="3315009"/>
              <a:ext cx="25400" cy="25400"/>
            </a:xfrm>
            <a:prstGeom prst="ellipse">
              <a:avLst/>
            </a:prstGeom>
            <a:solidFill>
              <a:srgbClr val="070154"/>
            </a:solidFill>
            <a:ln>
              <a:noFill/>
            </a:ln>
          </p:spPr>
        </p:sp>
        <p:sp>
          <p:nvSpPr>
            <p:cNvPr id="22" name="node05.items.source-002.arc.arrow-1"/>
            <p:cNvSpPr/>
            <p:nvPr/>
          </p:nvSpPr>
          <p:spPr>
            <a:xfrm>
              <a:off x="8712434" y="3266151"/>
              <a:ext cx="96307" cy="61559"/>
            </a:xfrm>
            <a:custGeom>
              <a:avLst/>
              <a:gdLst/>
              <a:ahLst/>
              <a:cxnLst/>
              <a:rect l="l" t="t" r="r" b="b"/>
              <a:pathLst>
                <a:path w="96307" h="61559">
                  <a:moveTo>
                    <a:pt x="0" y="61559"/>
                  </a:moveTo>
                  <a:lnTo>
                    <a:pt x="96307" y="0"/>
                  </a:lnTo>
                </a:path>
              </a:pathLst>
            </a:custGeom>
            <a:ln w="25400">
              <a:solidFill>
                <a:srgbClr val="070154"/>
              </a:solidFill>
              <a:prstDash val="solid"/>
            </a:ln>
          </p:spPr>
        </p:sp>
        <p:sp>
          <p:nvSpPr>
            <p:cNvPr id="23" name="node05.items.source-002.arc.arrow-1.cap-1"/>
            <p:cNvSpPr/>
            <p:nvPr/>
          </p:nvSpPr>
          <p:spPr>
            <a:xfrm>
              <a:off x="8699734" y="3315009"/>
              <a:ext cx="25400" cy="25400"/>
            </a:xfrm>
            <a:prstGeom prst="ellipse">
              <a:avLst/>
            </a:prstGeom>
            <a:solidFill>
              <a:srgbClr val="070154"/>
            </a:solidFill>
            <a:ln>
              <a:noFill/>
            </a:ln>
          </p:spPr>
        </p:sp>
        <p:sp>
          <p:nvSpPr>
            <p:cNvPr id="24" name="node05.items.source-002.arc.arrow-1.cap-2"/>
            <p:cNvSpPr/>
            <p:nvPr/>
          </p:nvSpPr>
          <p:spPr>
            <a:xfrm>
              <a:off x="8796041" y="3253451"/>
              <a:ext cx="25400" cy="25400"/>
            </a:xfrm>
            <a:prstGeom prst="ellipse">
              <a:avLst/>
            </a:prstGeom>
            <a:solidFill>
              <a:srgbClr val="070154"/>
            </a:solidFill>
            <a:ln>
              <a:noFill/>
            </a:ln>
          </p:spPr>
        </p:sp>
        <p:sp>
          <p:nvSpPr>
            <p:cNvPr id="25" name="node05.items.source-002.arc.arrow-2"/>
            <p:cNvSpPr/>
            <p:nvPr/>
          </p:nvSpPr>
          <p:spPr>
            <a:xfrm>
              <a:off x="8712434" y="3327709"/>
              <a:ext cx="103835" cy="47779"/>
            </a:xfrm>
            <a:custGeom>
              <a:avLst/>
              <a:gdLst/>
              <a:ahLst/>
              <a:cxnLst/>
              <a:rect l="l" t="t" r="r" b="b"/>
              <a:pathLst>
                <a:path w="103835" h="47779">
                  <a:moveTo>
                    <a:pt x="0" y="0"/>
                  </a:moveTo>
                  <a:lnTo>
                    <a:pt x="103835" y="47779"/>
                  </a:lnTo>
                </a:path>
              </a:pathLst>
            </a:custGeom>
            <a:ln w="25400">
              <a:solidFill>
                <a:srgbClr val="070154"/>
              </a:solidFill>
              <a:prstDash val="solid"/>
            </a:ln>
          </p:spPr>
        </p:sp>
        <p:sp>
          <p:nvSpPr>
            <p:cNvPr id="26" name="node05.items.source-002.arc.arrow-2.cap-1"/>
            <p:cNvSpPr/>
            <p:nvPr/>
          </p:nvSpPr>
          <p:spPr>
            <a:xfrm>
              <a:off x="8699734" y="3315009"/>
              <a:ext cx="25400" cy="25400"/>
            </a:xfrm>
            <a:prstGeom prst="ellipse">
              <a:avLst/>
            </a:prstGeom>
            <a:solidFill>
              <a:srgbClr val="070154"/>
            </a:solidFill>
            <a:ln>
              <a:noFill/>
            </a:ln>
          </p:spPr>
        </p:sp>
        <p:sp>
          <p:nvSpPr>
            <p:cNvPr id="27" name="node05.items.source-002.arc.arrow-2.cap-2"/>
            <p:cNvSpPr/>
            <p:nvPr/>
          </p:nvSpPr>
          <p:spPr>
            <a:xfrm>
              <a:off x="8803568" y="3362788"/>
              <a:ext cx="25400" cy="25400"/>
            </a:xfrm>
            <a:prstGeom prst="ellipse">
              <a:avLst/>
            </a:prstGeom>
            <a:solidFill>
              <a:srgbClr val="070154"/>
            </a:solidFill>
            <a:ln>
              <a:noFill/>
            </a:ln>
          </p:spPr>
        </p:sp>
        <p:sp>
          <p:nvSpPr>
            <p:cNvPr id="28" name="node05.items.source-003.arc"/>
            <p:cNvSpPr/>
            <p:nvPr/>
          </p:nvSpPr>
          <p:spPr>
            <a:xfrm>
              <a:off x="5475444" y="3038690"/>
              <a:ext cx="1661722" cy="289019"/>
            </a:xfrm>
            <a:custGeom>
              <a:avLst/>
              <a:gdLst/>
              <a:ahLst/>
              <a:cxnLst/>
              <a:rect l="l" t="t" r="r" b="b"/>
              <a:pathLst>
                <a:path w="1661722" h="289019">
                  <a:moveTo>
                    <a:pt x="1661722" y="289019"/>
                  </a:moveTo>
                  <a:lnTo>
                    <a:pt x="1576227" y="283133"/>
                  </a:lnTo>
                  <a:lnTo>
                    <a:pt x="1491586" y="276644"/>
                  </a:lnTo>
                  <a:lnTo>
                    <a:pt x="1407881" y="269558"/>
                  </a:lnTo>
                  <a:lnTo>
                    <a:pt x="1325195" y="261882"/>
                  </a:lnTo>
                  <a:lnTo>
                    <a:pt x="1243608" y="253624"/>
                  </a:lnTo>
                  <a:lnTo>
                    <a:pt x="1163199" y="244792"/>
                  </a:lnTo>
                  <a:lnTo>
                    <a:pt x="1084049" y="235395"/>
                  </a:lnTo>
                  <a:lnTo>
                    <a:pt x="1006233" y="225441"/>
                  </a:lnTo>
                  <a:lnTo>
                    <a:pt x="929828" y="214940"/>
                  </a:lnTo>
                  <a:lnTo>
                    <a:pt x="854909" y="203904"/>
                  </a:lnTo>
                  <a:lnTo>
                    <a:pt x="781549" y="192341"/>
                  </a:lnTo>
                  <a:lnTo>
                    <a:pt x="709820" y="180265"/>
                  </a:lnTo>
                  <a:lnTo>
                    <a:pt x="639791" y="167686"/>
                  </a:lnTo>
                  <a:lnTo>
                    <a:pt x="571532" y="154617"/>
                  </a:lnTo>
                  <a:lnTo>
                    <a:pt x="505109" y="141070"/>
                  </a:lnTo>
                  <a:lnTo>
                    <a:pt x="440587" y="127060"/>
                  </a:lnTo>
                  <a:lnTo>
                    <a:pt x="378029" y="112599"/>
                  </a:lnTo>
                  <a:lnTo>
                    <a:pt x="317497" y="97701"/>
                  </a:lnTo>
                  <a:lnTo>
                    <a:pt x="259048" y="82382"/>
                  </a:lnTo>
                  <a:lnTo>
                    <a:pt x="202742" y="66657"/>
                  </a:lnTo>
                  <a:lnTo>
                    <a:pt x="148632" y="50540"/>
                  </a:lnTo>
                  <a:lnTo>
                    <a:pt x="96771" y="34047"/>
                  </a:lnTo>
                  <a:lnTo>
                    <a:pt x="47211" y="17195"/>
                  </a:lnTo>
                  <a:lnTo>
                    <a:pt x="0" y="0"/>
                  </a:lnTo>
                </a:path>
              </a:pathLst>
            </a:custGeom>
            <a:ln w="25400">
              <a:solidFill>
                <a:srgbClr val="070154"/>
              </a:solidFill>
              <a:prstDash val="solid"/>
            </a:ln>
          </p:spPr>
        </p:sp>
        <p:sp>
          <p:nvSpPr>
            <p:cNvPr id="29" name="node05.items.source-003.arc.cap-1"/>
            <p:cNvSpPr/>
            <p:nvPr/>
          </p:nvSpPr>
          <p:spPr>
            <a:xfrm>
              <a:off x="7124466" y="3315009"/>
              <a:ext cx="25400" cy="25400"/>
            </a:xfrm>
            <a:prstGeom prst="ellipse">
              <a:avLst/>
            </a:prstGeom>
            <a:solidFill>
              <a:srgbClr val="070154"/>
            </a:solidFill>
            <a:ln>
              <a:noFill/>
            </a:ln>
          </p:spPr>
        </p:sp>
        <p:sp>
          <p:nvSpPr>
            <p:cNvPr id="30" name="node05.items.source-003.arc.cap-2"/>
            <p:cNvSpPr/>
            <p:nvPr/>
          </p:nvSpPr>
          <p:spPr>
            <a:xfrm>
              <a:off x="5462744" y="3025990"/>
              <a:ext cx="25400" cy="25400"/>
            </a:xfrm>
            <a:prstGeom prst="ellipse">
              <a:avLst/>
            </a:prstGeom>
            <a:solidFill>
              <a:srgbClr val="070154"/>
            </a:solidFill>
            <a:ln>
              <a:noFill/>
            </a:ln>
          </p:spPr>
        </p:sp>
        <p:sp>
          <p:nvSpPr>
            <p:cNvPr id="31" name="node05.items.source-003.arc.arrow-1"/>
            <p:cNvSpPr/>
            <p:nvPr/>
          </p:nvSpPr>
          <p:spPr>
            <a:xfrm>
              <a:off x="5475444" y="3021528"/>
              <a:ext cx="113004" cy="17162"/>
            </a:xfrm>
            <a:custGeom>
              <a:avLst/>
              <a:gdLst/>
              <a:ahLst/>
              <a:cxnLst/>
              <a:rect l="l" t="t" r="r" b="b"/>
              <a:pathLst>
                <a:path w="113004" h="17162">
                  <a:moveTo>
                    <a:pt x="0" y="17162"/>
                  </a:moveTo>
                  <a:lnTo>
                    <a:pt x="113004" y="0"/>
                  </a:lnTo>
                </a:path>
              </a:pathLst>
            </a:custGeom>
            <a:ln w="25400">
              <a:solidFill>
                <a:srgbClr val="070154"/>
              </a:solidFill>
              <a:prstDash val="solid"/>
            </a:ln>
          </p:spPr>
        </p:sp>
        <p:sp>
          <p:nvSpPr>
            <p:cNvPr id="32" name="node05.items.source-003.arc.arrow-1.cap-1"/>
            <p:cNvSpPr/>
            <p:nvPr/>
          </p:nvSpPr>
          <p:spPr>
            <a:xfrm>
              <a:off x="5462744" y="3025990"/>
              <a:ext cx="25400" cy="25400"/>
            </a:xfrm>
            <a:prstGeom prst="ellipse">
              <a:avLst/>
            </a:prstGeom>
            <a:solidFill>
              <a:srgbClr val="070154"/>
            </a:solidFill>
            <a:ln>
              <a:noFill/>
            </a:ln>
          </p:spPr>
        </p:sp>
        <p:sp>
          <p:nvSpPr>
            <p:cNvPr id="33" name="node05.items.source-003.arc.arrow-1.cap-2"/>
            <p:cNvSpPr/>
            <p:nvPr/>
          </p:nvSpPr>
          <p:spPr>
            <a:xfrm>
              <a:off x="5575749" y="3008828"/>
              <a:ext cx="25400" cy="25400"/>
            </a:xfrm>
            <a:prstGeom prst="ellipse">
              <a:avLst/>
            </a:prstGeom>
            <a:solidFill>
              <a:srgbClr val="070154"/>
            </a:solidFill>
            <a:ln>
              <a:noFill/>
            </a:ln>
          </p:spPr>
        </p:sp>
        <p:sp>
          <p:nvSpPr>
            <p:cNvPr id="34" name="node05.items.source-003.arc.arrow-2"/>
            <p:cNvSpPr/>
            <p:nvPr/>
          </p:nvSpPr>
          <p:spPr>
            <a:xfrm>
              <a:off x="5475444" y="3038690"/>
              <a:ext cx="75498" cy="85817"/>
            </a:xfrm>
            <a:custGeom>
              <a:avLst/>
              <a:gdLst/>
              <a:ahLst/>
              <a:cxnLst/>
              <a:rect l="l" t="t" r="r" b="b"/>
              <a:pathLst>
                <a:path w="75498" h="85817">
                  <a:moveTo>
                    <a:pt x="0" y="0"/>
                  </a:moveTo>
                  <a:lnTo>
                    <a:pt x="75498" y="85817"/>
                  </a:lnTo>
                </a:path>
              </a:pathLst>
            </a:custGeom>
            <a:ln w="25400">
              <a:solidFill>
                <a:srgbClr val="070154"/>
              </a:solidFill>
              <a:prstDash val="solid"/>
            </a:ln>
          </p:spPr>
        </p:sp>
        <p:sp>
          <p:nvSpPr>
            <p:cNvPr id="35" name="node05.items.source-003.arc.arrow-2.cap-1"/>
            <p:cNvSpPr/>
            <p:nvPr/>
          </p:nvSpPr>
          <p:spPr>
            <a:xfrm>
              <a:off x="5462744" y="3025990"/>
              <a:ext cx="25400" cy="25400"/>
            </a:xfrm>
            <a:prstGeom prst="ellipse">
              <a:avLst/>
            </a:prstGeom>
            <a:solidFill>
              <a:srgbClr val="070154"/>
            </a:solidFill>
            <a:ln>
              <a:noFill/>
            </a:ln>
          </p:spPr>
        </p:sp>
        <p:sp>
          <p:nvSpPr>
            <p:cNvPr id="36" name="node05.items.source-003.arc.arrow-2.cap-2"/>
            <p:cNvSpPr/>
            <p:nvPr/>
          </p:nvSpPr>
          <p:spPr>
            <a:xfrm>
              <a:off x="5538242" y="3111807"/>
              <a:ext cx="25400" cy="25400"/>
            </a:xfrm>
            <a:prstGeom prst="ellipse">
              <a:avLst/>
            </a:prstGeom>
            <a:solidFill>
              <a:srgbClr val="070154"/>
            </a:solidFill>
            <a:ln>
              <a:noFill/>
            </a:ln>
          </p:spPr>
        </p:sp>
        <p:sp>
          <p:nvSpPr>
            <p:cNvPr id="37" name="node05.items.source-004.arc"/>
            <p:cNvSpPr/>
            <p:nvPr/>
          </p:nvSpPr>
          <p:spPr>
            <a:xfrm>
              <a:off x="5475444" y="2082491"/>
              <a:ext cx="1661722" cy="289019"/>
            </a:xfrm>
            <a:custGeom>
              <a:avLst/>
              <a:gdLst/>
              <a:ahLst/>
              <a:cxnLst/>
              <a:rect l="l" t="t" r="r" b="b"/>
              <a:pathLst>
                <a:path w="1661722" h="289019">
                  <a:moveTo>
                    <a:pt x="0" y="289019"/>
                  </a:moveTo>
                  <a:lnTo>
                    <a:pt x="47211" y="271824"/>
                  </a:lnTo>
                  <a:lnTo>
                    <a:pt x="96771" y="254972"/>
                  </a:lnTo>
                  <a:lnTo>
                    <a:pt x="148632" y="238479"/>
                  </a:lnTo>
                  <a:lnTo>
                    <a:pt x="202742" y="222362"/>
                  </a:lnTo>
                  <a:lnTo>
                    <a:pt x="259048" y="206637"/>
                  </a:lnTo>
                  <a:lnTo>
                    <a:pt x="317497" y="191318"/>
                  </a:lnTo>
                  <a:lnTo>
                    <a:pt x="378029" y="176420"/>
                  </a:lnTo>
                  <a:lnTo>
                    <a:pt x="440587" y="161959"/>
                  </a:lnTo>
                  <a:lnTo>
                    <a:pt x="505109" y="147949"/>
                  </a:lnTo>
                  <a:lnTo>
                    <a:pt x="571532" y="134402"/>
                  </a:lnTo>
                  <a:lnTo>
                    <a:pt x="639791" y="121333"/>
                  </a:lnTo>
                  <a:lnTo>
                    <a:pt x="709820" y="108754"/>
                  </a:lnTo>
                  <a:lnTo>
                    <a:pt x="781549" y="96678"/>
                  </a:lnTo>
                  <a:lnTo>
                    <a:pt x="854909" y="85115"/>
                  </a:lnTo>
                  <a:lnTo>
                    <a:pt x="929828" y="74079"/>
                  </a:lnTo>
                  <a:lnTo>
                    <a:pt x="1006233" y="63578"/>
                  </a:lnTo>
                  <a:lnTo>
                    <a:pt x="1084049" y="53624"/>
                  </a:lnTo>
                  <a:lnTo>
                    <a:pt x="1163199" y="44227"/>
                  </a:lnTo>
                  <a:lnTo>
                    <a:pt x="1243608" y="35395"/>
                  </a:lnTo>
                  <a:lnTo>
                    <a:pt x="1325195" y="27137"/>
                  </a:lnTo>
                  <a:lnTo>
                    <a:pt x="1407881" y="19461"/>
                  </a:lnTo>
                  <a:lnTo>
                    <a:pt x="1491586" y="12375"/>
                  </a:lnTo>
                  <a:lnTo>
                    <a:pt x="1576227" y="5886"/>
                  </a:lnTo>
                  <a:lnTo>
                    <a:pt x="1661722" y="0"/>
                  </a:lnTo>
                </a:path>
              </a:pathLst>
            </a:custGeom>
            <a:ln w="25400">
              <a:solidFill>
                <a:srgbClr val="070154"/>
              </a:solidFill>
              <a:prstDash val="solid"/>
            </a:ln>
          </p:spPr>
        </p:sp>
        <p:sp>
          <p:nvSpPr>
            <p:cNvPr id="38" name="node05.items.source-004.arc.cap-1"/>
            <p:cNvSpPr/>
            <p:nvPr/>
          </p:nvSpPr>
          <p:spPr>
            <a:xfrm>
              <a:off x="5462744" y="2358810"/>
              <a:ext cx="25400" cy="25400"/>
            </a:xfrm>
            <a:prstGeom prst="ellipse">
              <a:avLst/>
            </a:prstGeom>
            <a:solidFill>
              <a:srgbClr val="070154"/>
            </a:solidFill>
            <a:ln>
              <a:noFill/>
            </a:ln>
          </p:spPr>
        </p:sp>
        <p:sp>
          <p:nvSpPr>
            <p:cNvPr id="39" name="node05.items.source-004.arc.cap-2"/>
            <p:cNvSpPr/>
            <p:nvPr/>
          </p:nvSpPr>
          <p:spPr>
            <a:xfrm>
              <a:off x="7124466" y="2069791"/>
              <a:ext cx="25400" cy="25400"/>
            </a:xfrm>
            <a:prstGeom prst="ellipse">
              <a:avLst/>
            </a:prstGeom>
            <a:solidFill>
              <a:srgbClr val="070154"/>
            </a:solidFill>
            <a:ln>
              <a:noFill/>
            </a:ln>
          </p:spPr>
        </p:sp>
        <p:sp>
          <p:nvSpPr>
            <p:cNvPr id="40" name="node05.items.source-004.arc.arrow-1"/>
            <p:cNvSpPr/>
            <p:nvPr/>
          </p:nvSpPr>
          <p:spPr>
            <a:xfrm>
              <a:off x="7040859" y="2082491"/>
              <a:ext cx="96307" cy="61559"/>
            </a:xfrm>
            <a:custGeom>
              <a:avLst/>
              <a:gdLst/>
              <a:ahLst/>
              <a:cxnLst/>
              <a:rect l="l" t="t" r="r" b="b"/>
              <a:pathLst>
                <a:path w="96307" h="61559">
                  <a:moveTo>
                    <a:pt x="96307" y="0"/>
                  </a:moveTo>
                  <a:lnTo>
                    <a:pt x="0" y="61559"/>
                  </a:lnTo>
                </a:path>
              </a:pathLst>
            </a:custGeom>
            <a:ln w="25400">
              <a:solidFill>
                <a:srgbClr val="070154"/>
              </a:solidFill>
              <a:prstDash val="solid"/>
            </a:ln>
          </p:spPr>
        </p:sp>
        <p:sp>
          <p:nvSpPr>
            <p:cNvPr id="41" name="node05.items.source-004.arc.arrow-1.cap-1"/>
            <p:cNvSpPr/>
            <p:nvPr/>
          </p:nvSpPr>
          <p:spPr>
            <a:xfrm>
              <a:off x="7124466" y="2069791"/>
              <a:ext cx="25400" cy="25400"/>
            </a:xfrm>
            <a:prstGeom prst="ellipse">
              <a:avLst/>
            </a:prstGeom>
            <a:solidFill>
              <a:srgbClr val="070154"/>
            </a:solidFill>
            <a:ln>
              <a:noFill/>
            </a:ln>
          </p:spPr>
        </p:sp>
        <p:sp>
          <p:nvSpPr>
            <p:cNvPr id="42" name="node05.items.source-004.arc.arrow-1.cap-2"/>
            <p:cNvSpPr/>
            <p:nvPr/>
          </p:nvSpPr>
          <p:spPr>
            <a:xfrm>
              <a:off x="7028159" y="2131349"/>
              <a:ext cx="25400" cy="25400"/>
            </a:xfrm>
            <a:prstGeom prst="ellipse">
              <a:avLst/>
            </a:prstGeom>
            <a:solidFill>
              <a:srgbClr val="070154"/>
            </a:solidFill>
            <a:ln>
              <a:noFill/>
            </a:ln>
          </p:spPr>
        </p:sp>
        <p:sp>
          <p:nvSpPr>
            <p:cNvPr id="43" name="node05.items.source-004.arc.arrow-2"/>
            <p:cNvSpPr/>
            <p:nvPr/>
          </p:nvSpPr>
          <p:spPr>
            <a:xfrm>
              <a:off x="7033332" y="2034712"/>
              <a:ext cx="103835" cy="47779"/>
            </a:xfrm>
            <a:custGeom>
              <a:avLst/>
              <a:gdLst/>
              <a:ahLst/>
              <a:cxnLst/>
              <a:rect l="l" t="t" r="r" b="b"/>
              <a:pathLst>
                <a:path w="103835" h="47779">
                  <a:moveTo>
                    <a:pt x="103835" y="47779"/>
                  </a:moveTo>
                  <a:lnTo>
                    <a:pt x="0" y="0"/>
                  </a:lnTo>
                </a:path>
              </a:pathLst>
            </a:custGeom>
            <a:ln w="25400">
              <a:solidFill>
                <a:srgbClr val="070154"/>
              </a:solidFill>
              <a:prstDash val="solid"/>
            </a:ln>
          </p:spPr>
        </p:sp>
        <p:sp>
          <p:nvSpPr>
            <p:cNvPr id="44" name="node05.items.source-004.arc.arrow-2.cap-1"/>
            <p:cNvSpPr/>
            <p:nvPr/>
          </p:nvSpPr>
          <p:spPr>
            <a:xfrm>
              <a:off x="7124466" y="2069791"/>
              <a:ext cx="25400" cy="25400"/>
            </a:xfrm>
            <a:prstGeom prst="ellipse">
              <a:avLst/>
            </a:prstGeom>
            <a:solidFill>
              <a:srgbClr val="070154"/>
            </a:solidFill>
            <a:ln>
              <a:noFill/>
            </a:ln>
          </p:spPr>
        </p:sp>
        <p:sp>
          <p:nvSpPr>
            <p:cNvPr id="45" name="node05.items.source-004.arc.arrow-2.cap-2"/>
            <p:cNvSpPr/>
            <p:nvPr/>
          </p:nvSpPr>
          <p:spPr>
            <a:xfrm>
              <a:off x="7020632" y="2022012"/>
              <a:ext cx="25400" cy="25400"/>
            </a:xfrm>
            <a:prstGeom prst="ellipse">
              <a:avLst/>
            </a:prstGeom>
            <a:solidFill>
              <a:srgbClr val="070154"/>
            </a:solidFill>
            <a:ln>
              <a:noFill/>
            </a:ln>
          </p:spPr>
        </p:sp>
        <p:sp>
          <p:nvSpPr>
            <p:cNvPr id="46" name="node05.loops.source-001.curve"/>
            <p:cNvSpPr/>
            <p:nvPr/>
          </p:nvSpPr>
          <p:spPr>
            <a:xfrm>
              <a:off x="5829300" y="2335911"/>
              <a:ext cx="4191000" cy="213741"/>
            </a:xfrm>
            <a:custGeom>
              <a:avLst/>
              <a:gdLst/>
              <a:ahLst/>
              <a:cxnLst/>
              <a:rect l="l" t="t" r="r" b="b"/>
              <a:pathLst>
                <a:path w="4191000" h="213741">
                  <a:moveTo>
                    <a:pt x="0" y="213741"/>
                  </a:moveTo>
                  <a:quadBezTo>
                    <a:pt x="2095500" y="-213741"/>
                    <a:pt x="4191000" y="213741"/>
                  </a:quadBezTo>
                </a:path>
              </a:pathLst>
            </a:custGeom>
            <a:ln w="19050">
              <a:solidFill>
                <a:srgbClr val="0047FF"/>
              </a:solidFill>
              <a:prstDash val="dash"/>
            </a:ln>
          </p:spPr>
        </p:sp>
        <p:sp>
          <p:nvSpPr>
            <p:cNvPr id="47" name="node05.loops.source-001.arrow-1"/>
            <p:cNvSpPr/>
            <p:nvPr/>
          </p:nvSpPr>
          <p:spPr>
            <a:xfrm>
              <a:off x="9911467" y="2549652"/>
              <a:ext cx="108833" cy="34927"/>
            </a:xfrm>
            <a:custGeom>
              <a:avLst/>
              <a:gdLst/>
              <a:ahLst/>
              <a:cxnLst/>
              <a:rect l="l" t="t" r="r" b="b"/>
              <a:pathLst>
                <a:path w="108833" h="34927">
                  <a:moveTo>
                    <a:pt x="108833" y="0"/>
                  </a:moveTo>
                  <a:lnTo>
                    <a:pt x="0" y="34927"/>
                  </a:lnTo>
                </a:path>
              </a:pathLst>
            </a:custGeom>
            <a:ln w="25400">
              <a:solidFill>
                <a:srgbClr val="0047FF"/>
              </a:solidFill>
              <a:prstDash val="solid"/>
            </a:ln>
          </p:spPr>
        </p:sp>
        <p:sp>
          <p:nvSpPr>
            <p:cNvPr id="48" name="node05.loops.source-001.arrow-1.cap-1"/>
            <p:cNvSpPr/>
            <p:nvPr/>
          </p:nvSpPr>
          <p:spPr>
            <a:xfrm>
              <a:off x="10007600" y="2536952"/>
              <a:ext cx="25400" cy="25400"/>
            </a:xfrm>
            <a:prstGeom prst="ellipse">
              <a:avLst/>
            </a:prstGeom>
            <a:solidFill>
              <a:srgbClr val="0047FF"/>
            </a:solidFill>
            <a:ln>
              <a:noFill/>
            </a:ln>
          </p:spPr>
        </p:sp>
        <p:sp>
          <p:nvSpPr>
            <p:cNvPr id="49" name="node05.loops.source-001.arrow-1.cap-2"/>
            <p:cNvSpPr/>
            <p:nvPr/>
          </p:nvSpPr>
          <p:spPr>
            <a:xfrm>
              <a:off x="9898767" y="2571879"/>
              <a:ext cx="25400" cy="25400"/>
            </a:xfrm>
            <a:prstGeom prst="ellipse">
              <a:avLst/>
            </a:prstGeom>
            <a:solidFill>
              <a:srgbClr val="0047FF"/>
            </a:solidFill>
            <a:ln>
              <a:noFill/>
            </a:ln>
          </p:spPr>
        </p:sp>
        <p:sp>
          <p:nvSpPr>
            <p:cNvPr id="50" name="node05.loops.source-001.arrow-2"/>
            <p:cNvSpPr/>
            <p:nvPr/>
          </p:nvSpPr>
          <p:spPr>
            <a:xfrm>
              <a:off x="9932107" y="2476943"/>
              <a:ext cx="88193" cy="72709"/>
            </a:xfrm>
            <a:custGeom>
              <a:avLst/>
              <a:gdLst/>
              <a:ahLst/>
              <a:cxnLst/>
              <a:rect l="l" t="t" r="r" b="b"/>
              <a:pathLst>
                <a:path w="88193" h="72709">
                  <a:moveTo>
                    <a:pt x="88193" y="72709"/>
                  </a:moveTo>
                  <a:lnTo>
                    <a:pt x="0" y="0"/>
                  </a:lnTo>
                </a:path>
              </a:pathLst>
            </a:custGeom>
            <a:ln w="25400">
              <a:solidFill>
                <a:srgbClr val="0047FF"/>
              </a:solidFill>
              <a:prstDash val="solid"/>
            </a:ln>
          </p:spPr>
        </p:sp>
        <p:sp>
          <p:nvSpPr>
            <p:cNvPr id="51" name="node05.loops.source-001.arrow-2.cap-1"/>
            <p:cNvSpPr/>
            <p:nvPr/>
          </p:nvSpPr>
          <p:spPr>
            <a:xfrm>
              <a:off x="10007600" y="2536952"/>
              <a:ext cx="25400" cy="25400"/>
            </a:xfrm>
            <a:prstGeom prst="ellipse">
              <a:avLst/>
            </a:prstGeom>
            <a:solidFill>
              <a:srgbClr val="0047FF"/>
            </a:solidFill>
            <a:ln>
              <a:noFill/>
            </a:ln>
          </p:spPr>
        </p:sp>
        <p:sp>
          <p:nvSpPr>
            <p:cNvPr id="52" name="node05.loops.source-001.arrow-2.cap-2"/>
            <p:cNvSpPr/>
            <p:nvPr/>
          </p:nvSpPr>
          <p:spPr>
            <a:xfrm>
              <a:off x="9919407" y="2464243"/>
              <a:ext cx="25400" cy="25400"/>
            </a:xfrm>
            <a:prstGeom prst="ellipse">
              <a:avLst/>
            </a:prstGeom>
            <a:solidFill>
              <a:srgbClr val="0047FF"/>
            </a:solidFill>
            <a:ln>
              <a:noFill/>
            </a:ln>
          </p:spPr>
        </p:sp>
        <p:sp>
          <p:nvSpPr>
            <p:cNvPr id="53" name="node05.loops.source-002.curve"/>
            <p:cNvSpPr/>
            <p:nvPr/>
          </p:nvSpPr>
          <p:spPr>
            <a:xfrm>
              <a:off x="8373035" y="2762673"/>
              <a:ext cx="1647265" cy="285327"/>
            </a:xfrm>
            <a:custGeom>
              <a:avLst/>
              <a:gdLst/>
              <a:ahLst/>
              <a:cxnLst/>
              <a:rect l="l" t="t" r="r" b="b"/>
              <a:pathLst>
                <a:path w="1647265" h="285327">
                  <a:moveTo>
                    <a:pt x="0" y="285327"/>
                  </a:moveTo>
                  <a:quadBezTo>
                    <a:pt x="266140" y="104352"/>
                    <a:pt x="1647265" y="0"/>
                  </a:quadBezTo>
                </a:path>
              </a:pathLst>
            </a:custGeom>
            <a:ln w="19050">
              <a:solidFill>
                <a:srgbClr val="0047FF"/>
              </a:solidFill>
              <a:prstDash val="dash"/>
            </a:ln>
          </p:spPr>
        </p:sp>
        <p:sp>
          <p:nvSpPr>
            <p:cNvPr id="54" name="node05.loops.source-002.arrow-1"/>
            <p:cNvSpPr/>
            <p:nvPr/>
          </p:nvSpPr>
          <p:spPr>
            <a:xfrm>
              <a:off x="9924628" y="2762673"/>
              <a:ext cx="95672" cy="62541"/>
            </a:xfrm>
            <a:custGeom>
              <a:avLst/>
              <a:gdLst/>
              <a:ahLst/>
              <a:cxnLst/>
              <a:rect l="l" t="t" r="r" b="b"/>
              <a:pathLst>
                <a:path w="95672" h="62541">
                  <a:moveTo>
                    <a:pt x="95672" y="0"/>
                  </a:moveTo>
                  <a:lnTo>
                    <a:pt x="0" y="62541"/>
                  </a:lnTo>
                </a:path>
              </a:pathLst>
            </a:custGeom>
            <a:ln w="25400">
              <a:solidFill>
                <a:srgbClr val="0047FF"/>
              </a:solidFill>
              <a:prstDash val="solid"/>
            </a:ln>
          </p:spPr>
        </p:sp>
        <p:sp>
          <p:nvSpPr>
            <p:cNvPr id="55" name="node05.loops.source-002.arrow-1.cap-1"/>
            <p:cNvSpPr/>
            <p:nvPr/>
          </p:nvSpPr>
          <p:spPr>
            <a:xfrm>
              <a:off x="10007600" y="2749973"/>
              <a:ext cx="25400" cy="25400"/>
            </a:xfrm>
            <a:prstGeom prst="ellipse">
              <a:avLst/>
            </a:prstGeom>
            <a:solidFill>
              <a:srgbClr val="0047FF"/>
            </a:solidFill>
            <a:ln>
              <a:noFill/>
            </a:ln>
          </p:spPr>
        </p:sp>
        <p:sp>
          <p:nvSpPr>
            <p:cNvPr id="56" name="node05.loops.source-002.arrow-1.cap-2"/>
            <p:cNvSpPr/>
            <p:nvPr/>
          </p:nvSpPr>
          <p:spPr>
            <a:xfrm>
              <a:off x="9911928" y="2812514"/>
              <a:ext cx="25400" cy="25400"/>
            </a:xfrm>
            <a:prstGeom prst="ellipse">
              <a:avLst/>
            </a:prstGeom>
            <a:solidFill>
              <a:srgbClr val="0047FF"/>
            </a:solidFill>
            <a:ln>
              <a:noFill/>
            </a:ln>
          </p:spPr>
        </p:sp>
        <p:sp>
          <p:nvSpPr>
            <p:cNvPr id="57" name="node05.loops.source-002.arrow-2"/>
            <p:cNvSpPr/>
            <p:nvPr/>
          </p:nvSpPr>
          <p:spPr>
            <a:xfrm>
              <a:off x="9915982" y="2715959"/>
              <a:ext cx="104318" cy="46714"/>
            </a:xfrm>
            <a:custGeom>
              <a:avLst/>
              <a:gdLst/>
              <a:ahLst/>
              <a:cxnLst/>
              <a:rect l="l" t="t" r="r" b="b"/>
              <a:pathLst>
                <a:path w="104318" h="46714">
                  <a:moveTo>
                    <a:pt x="104318" y="46714"/>
                  </a:moveTo>
                  <a:lnTo>
                    <a:pt x="0" y="0"/>
                  </a:lnTo>
                </a:path>
              </a:pathLst>
            </a:custGeom>
            <a:ln w="25400">
              <a:solidFill>
                <a:srgbClr val="0047FF"/>
              </a:solidFill>
              <a:prstDash val="solid"/>
            </a:ln>
          </p:spPr>
        </p:sp>
        <p:sp>
          <p:nvSpPr>
            <p:cNvPr id="58" name="node05.loops.source-002.arrow-2.cap-1"/>
            <p:cNvSpPr/>
            <p:nvPr/>
          </p:nvSpPr>
          <p:spPr>
            <a:xfrm>
              <a:off x="10007600" y="2749973"/>
              <a:ext cx="25400" cy="25400"/>
            </a:xfrm>
            <a:prstGeom prst="ellipse">
              <a:avLst/>
            </a:prstGeom>
            <a:solidFill>
              <a:srgbClr val="0047FF"/>
            </a:solidFill>
            <a:ln>
              <a:noFill/>
            </a:ln>
          </p:spPr>
        </p:sp>
        <p:sp>
          <p:nvSpPr>
            <p:cNvPr id="59" name="node05.loops.source-002.arrow-2.cap-2"/>
            <p:cNvSpPr/>
            <p:nvPr/>
          </p:nvSpPr>
          <p:spPr>
            <a:xfrm>
              <a:off x="9903282" y="2703259"/>
              <a:ext cx="25400" cy="25400"/>
            </a:xfrm>
            <a:prstGeom prst="ellipse">
              <a:avLst/>
            </a:prstGeom>
            <a:solidFill>
              <a:srgbClr val="0047FF"/>
            </a:solidFill>
            <a:ln>
              <a:noFill/>
            </a:ln>
          </p:spPr>
        </p:sp>
        <p:sp>
          <p:nvSpPr>
            <p:cNvPr id="60" name="node05.items.source-001.surface"/>
            <p:cNvSpPr/>
            <p:nvPr/>
          </p:nvSpPr>
          <p:spPr>
            <a:xfrm>
              <a:off x="7239000" y="1828800"/>
              <a:ext cx="1371600" cy="457200"/>
            </a:xfrm>
            <a:prstGeom prst="rect">
              <a:avLst/>
            </a:prstGeom>
            <a:solidFill>
              <a:srgbClr val="E8EEF8"/>
            </a:solidFill>
            <a:ln>
              <a:noFill/>
            </a:ln>
          </p:spPr>
        </p:sp>
        <p:sp>
          <p:nvSpPr>
            <p:cNvPr id="61" name="node05.items.source-001.label"/>
            <p:cNvSpPr/>
            <p:nvPr/>
          </p:nvSpPr>
          <p:spPr>
            <a:xfrm>
              <a:off x="7391400" y="19240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62" name="node05.items.source-002.surface"/>
            <p:cNvSpPr/>
            <p:nvPr/>
          </p:nvSpPr>
          <p:spPr>
            <a:xfrm>
              <a:off x="10096500" y="2476500"/>
              <a:ext cx="1371600" cy="457200"/>
            </a:xfrm>
            <a:prstGeom prst="rect">
              <a:avLst/>
            </a:prstGeom>
            <a:solidFill>
              <a:srgbClr val="070154"/>
            </a:solidFill>
            <a:ln>
              <a:noFill/>
            </a:ln>
          </p:spPr>
        </p:sp>
        <p:sp>
          <p:nvSpPr>
            <p:cNvPr id="63" name="node05.items.source-002.label"/>
            <p:cNvSpPr/>
            <p:nvPr/>
          </p:nvSpPr>
          <p:spPr>
            <a:xfrm>
              <a:off x="10248900" y="2571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Define</a:t>
              </a:r>
              <a:endParaRPr lang="en-US" sz="1400" spc="0" kern="0" b="0" i="0" dirty="0">
                <a:solidFill>
                  <a:srgbClr val="FFFFFF"/>
                </a:solidFill>
                <a:latin typeface="IBM Plex Sans SemiBold"/>
                <a:ea typeface="IBM Plex Sans SemiBold"/>
                <a:cs typeface="IBM Plex Sans SemiBold"/>
              </a:endParaRPr>
            </a:p>
          </p:txBody>
        </p:sp>
        <p:sp>
          <p:nvSpPr>
            <p:cNvPr id="64" name="node05.items.source-003.surface"/>
            <p:cNvSpPr/>
            <p:nvPr/>
          </p:nvSpPr>
          <p:spPr>
            <a:xfrm>
              <a:off x="7239000" y="3124200"/>
              <a:ext cx="1371600" cy="457200"/>
            </a:xfrm>
            <a:prstGeom prst="rect">
              <a:avLst/>
            </a:prstGeom>
            <a:solidFill>
              <a:srgbClr val="070154"/>
            </a:solidFill>
            <a:ln>
              <a:noFill/>
            </a:ln>
          </p:spPr>
        </p:sp>
        <p:sp>
          <p:nvSpPr>
            <p:cNvPr id="65" name="node05.items.source-003.label"/>
            <p:cNvSpPr/>
            <p:nvPr/>
          </p:nvSpPr>
          <p:spPr>
            <a:xfrm>
              <a:off x="7391400" y="3219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66" name="node05.items.source-004.surface"/>
            <p:cNvSpPr/>
            <p:nvPr/>
          </p:nvSpPr>
          <p:spPr>
            <a:xfrm>
              <a:off x="4381500" y="2476500"/>
              <a:ext cx="1371600" cy="457200"/>
            </a:xfrm>
            <a:prstGeom prst="rect">
              <a:avLst/>
            </a:prstGeom>
            <a:solidFill>
              <a:srgbClr val="070154"/>
            </a:solidFill>
            <a:ln>
              <a:noFill/>
            </a:ln>
          </p:spPr>
        </p:sp>
        <p:sp>
          <p:nvSpPr>
            <p:cNvPr id="67" name="node05.items.source-004.label"/>
            <p:cNvSpPr/>
            <p:nvPr/>
          </p:nvSpPr>
          <p:spPr>
            <a:xfrm>
              <a:off x="4533900" y="2571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Optimize</a:t>
              </a:r>
              <a:endParaRPr lang="en-US" sz="1400" spc="0" kern="0" b="0" i="0" dirty="0">
                <a:solidFill>
                  <a:srgbClr val="FFFFFF"/>
                </a:solidFill>
                <a:latin typeface="IBM Plex Sans SemiBold"/>
                <a:ea typeface="IBM Plex Sans SemiBold"/>
                <a:cs typeface="IBM Plex Sans SemiBold"/>
              </a:endParaRPr>
            </a:p>
          </p:txBody>
        </p:sp>
      </p:grpSp>
      <p:grpSp>
        <p:nvGrpSpPr>
          <p:cNvPr id="135" name="node06"/>
          <p:cNvGrpSpPr/>
          <p:nvPr/>
        </p:nvGrpSpPr>
        <p:grpSpPr>
          <a:xfrm>
            <a:off x="4381500" y="3657600"/>
            <a:ext cx="7086600" cy="152400"/>
            <a:chOff x="4381500" y="3657600"/>
            <a:chExt cx="7086600" cy="152400"/>
          </a:xfrm>
        </p:grpSpPr>
        <p:sp>
          <p:nvSpPr>
            <p:cNvPr id="68" name="node06.text"/>
            <p:cNvSpPr/>
            <p:nvPr/>
          </p:nvSpPr>
          <p:spPr>
            <a:xfrm>
              <a:off x="4381500" y="3657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SDLC: A SUBSET, DEFINE TO OPTIMIZE</a:t>
              </a:r>
              <a:endParaRPr lang="en-US" sz="900" spc="54" kern="0" b="0" i="0" dirty="0">
                <a:solidFill>
                  <a:srgbClr val="0047FF"/>
                </a:solidFill>
                <a:latin typeface="IBM Plex Mono Medium"/>
                <a:ea typeface="IBM Plex Mono Medium"/>
                <a:cs typeface="IBM Plex Mono Medium"/>
              </a:endParaRPr>
            </a:p>
          </p:txBody>
        </p:sp>
      </p:grpSp>
      <p:grpSp>
        <p:nvGrpSpPr>
          <p:cNvPr id="136" name="node07"/>
          <p:cNvGrpSpPr/>
          <p:nvPr/>
        </p:nvGrpSpPr>
        <p:grpSpPr>
          <a:xfrm>
            <a:off x="4381500" y="3886200"/>
            <a:ext cx="7086600" cy="2057400"/>
            <a:chOff x="4381500" y="3886200"/>
            <a:chExt cx="7086600" cy="2057400"/>
          </a:xfrm>
        </p:grpSpPr>
        <p:sp>
          <p:nvSpPr>
            <p:cNvPr id="69" name="node07.items.source-001.arc"/>
            <p:cNvSpPr/>
            <p:nvPr/>
          </p:nvSpPr>
          <p:spPr>
            <a:xfrm>
              <a:off x="8712434" y="4145795"/>
              <a:ext cx="1335903" cy="233734"/>
            </a:xfrm>
            <a:custGeom>
              <a:avLst/>
              <a:gdLst/>
              <a:ahLst/>
              <a:cxnLst/>
              <a:rect l="l" t="t" r="r" b="b"/>
              <a:pathLst>
                <a:path w="1335903" h="233734">
                  <a:moveTo>
                    <a:pt x="0" y="0"/>
                  </a:moveTo>
                  <a:lnTo>
                    <a:pt x="63702" y="5340"/>
                  </a:lnTo>
                  <a:lnTo>
                    <a:pt x="126943" y="11093"/>
                  </a:lnTo>
                  <a:lnTo>
                    <a:pt x="189689" y="17257"/>
                  </a:lnTo>
                  <a:lnTo>
                    <a:pt x="251905" y="23829"/>
                  </a:lnTo>
                  <a:lnTo>
                    <a:pt x="313559" y="30803"/>
                  </a:lnTo>
                  <a:lnTo>
                    <a:pt x="374616" y="38178"/>
                  </a:lnTo>
                  <a:lnTo>
                    <a:pt x="435044" y="45948"/>
                  </a:lnTo>
                  <a:lnTo>
                    <a:pt x="494810" y="54110"/>
                  </a:lnTo>
                  <a:lnTo>
                    <a:pt x="553881" y="62659"/>
                  </a:lnTo>
                  <a:lnTo>
                    <a:pt x="612226" y="71591"/>
                  </a:lnTo>
                  <a:lnTo>
                    <a:pt x="669813" y="80900"/>
                  </a:lnTo>
                  <a:lnTo>
                    <a:pt x="726611" y="90582"/>
                  </a:lnTo>
                  <a:lnTo>
                    <a:pt x="782588" y="100632"/>
                  </a:lnTo>
                  <a:lnTo>
                    <a:pt x="837715" y="111043"/>
                  </a:lnTo>
                  <a:lnTo>
                    <a:pt x="891963" y="121811"/>
                  </a:lnTo>
                  <a:lnTo>
                    <a:pt x="945300" y="132929"/>
                  </a:lnTo>
                  <a:lnTo>
                    <a:pt x="997699" y="144392"/>
                  </a:lnTo>
                  <a:lnTo>
                    <a:pt x="1049132" y="156193"/>
                  </a:lnTo>
                  <a:lnTo>
                    <a:pt x="1099570" y="168326"/>
                  </a:lnTo>
                  <a:lnTo>
                    <a:pt x="1148985" y="180785"/>
                  </a:lnTo>
                  <a:lnTo>
                    <a:pt x="1197353" y="193562"/>
                  </a:lnTo>
                  <a:lnTo>
                    <a:pt x="1244645" y="206650"/>
                  </a:lnTo>
                  <a:lnTo>
                    <a:pt x="1290836" y="220044"/>
                  </a:lnTo>
                  <a:lnTo>
                    <a:pt x="1335903" y="233734"/>
                  </a:lnTo>
                </a:path>
              </a:pathLst>
            </a:custGeom>
            <a:ln w="25400">
              <a:solidFill>
                <a:srgbClr val="070154"/>
              </a:solidFill>
              <a:prstDash val="solid"/>
            </a:ln>
          </p:spPr>
        </p:sp>
        <p:sp>
          <p:nvSpPr>
            <p:cNvPr id="70" name="node07.items.source-001.arc.cap-1"/>
            <p:cNvSpPr/>
            <p:nvPr/>
          </p:nvSpPr>
          <p:spPr>
            <a:xfrm>
              <a:off x="8699734" y="4133095"/>
              <a:ext cx="25400" cy="25400"/>
            </a:xfrm>
            <a:prstGeom prst="ellipse">
              <a:avLst/>
            </a:prstGeom>
            <a:solidFill>
              <a:srgbClr val="070154"/>
            </a:solidFill>
            <a:ln>
              <a:noFill/>
            </a:ln>
          </p:spPr>
        </p:sp>
        <p:sp>
          <p:nvSpPr>
            <p:cNvPr id="71" name="node07.items.source-001.arc.cap-2"/>
            <p:cNvSpPr/>
            <p:nvPr/>
          </p:nvSpPr>
          <p:spPr>
            <a:xfrm>
              <a:off x="10035636" y="4366829"/>
              <a:ext cx="25400" cy="25400"/>
            </a:xfrm>
            <a:prstGeom prst="ellipse">
              <a:avLst/>
            </a:prstGeom>
            <a:solidFill>
              <a:srgbClr val="070154"/>
            </a:solidFill>
            <a:ln>
              <a:noFill/>
            </a:ln>
          </p:spPr>
        </p:sp>
        <p:sp>
          <p:nvSpPr>
            <p:cNvPr id="72" name="node07.items.source-001.arc.arrow-1"/>
            <p:cNvSpPr/>
            <p:nvPr/>
          </p:nvSpPr>
          <p:spPr>
            <a:xfrm>
              <a:off x="9936431" y="4379529"/>
              <a:ext cx="111905" cy="23276"/>
            </a:xfrm>
            <a:custGeom>
              <a:avLst/>
              <a:gdLst/>
              <a:ahLst/>
              <a:cxnLst/>
              <a:rect l="l" t="t" r="r" b="b"/>
              <a:pathLst>
                <a:path w="111905" h="23276">
                  <a:moveTo>
                    <a:pt x="111905" y="0"/>
                  </a:moveTo>
                  <a:lnTo>
                    <a:pt x="0" y="23276"/>
                  </a:lnTo>
                </a:path>
              </a:pathLst>
            </a:custGeom>
            <a:ln w="25400">
              <a:solidFill>
                <a:srgbClr val="070154"/>
              </a:solidFill>
              <a:prstDash val="solid"/>
            </a:ln>
          </p:spPr>
        </p:sp>
        <p:sp>
          <p:nvSpPr>
            <p:cNvPr id="73" name="node07.items.source-001.arc.arrow-1.cap-1"/>
            <p:cNvSpPr/>
            <p:nvPr/>
          </p:nvSpPr>
          <p:spPr>
            <a:xfrm>
              <a:off x="10035636" y="4366829"/>
              <a:ext cx="25400" cy="25400"/>
            </a:xfrm>
            <a:prstGeom prst="ellipse">
              <a:avLst/>
            </a:prstGeom>
            <a:solidFill>
              <a:srgbClr val="070154"/>
            </a:solidFill>
            <a:ln>
              <a:noFill/>
            </a:ln>
          </p:spPr>
        </p:sp>
        <p:sp>
          <p:nvSpPr>
            <p:cNvPr id="74" name="node07.items.source-001.arc.arrow-1.cap-2"/>
            <p:cNvSpPr/>
            <p:nvPr/>
          </p:nvSpPr>
          <p:spPr>
            <a:xfrm>
              <a:off x="9923731" y="4390104"/>
              <a:ext cx="25400" cy="25400"/>
            </a:xfrm>
            <a:prstGeom prst="ellipse">
              <a:avLst/>
            </a:prstGeom>
            <a:solidFill>
              <a:srgbClr val="070154"/>
            </a:solidFill>
            <a:ln>
              <a:noFill/>
            </a:ln>
          </p:spPr>
        </p:sp>
        <p:sp>
          <p:nvSpPr>
            <p:cNvPr id="75" name="node07.items.source-001.arc.arrow-2"/>
            <p:cNvSpPr/>
            <p:nvPr/>
          </p:nvSpPr>
          <p:spPr>
            <a:xfrm>
              <a:off x="9968288" y="4297940"/>
              <a:ext cx="80048" cy="81589"/>
            </a:xfrm>
            <a:custGeom>
              <a:avLst/>
              <a:gdLst/>
              <a:ahLst/>
              <a:cxnLst/>
              <a:rect l="l" t="t" r="r" b="b"/>
              <a:pathLst>
                <a:path w="80048" h="81589">
                  <a:moveTo>
                    <a:pt x="80048" y="81589"/>
                  </a:moveTo>
                  <a:lnTo>
                    <a:pt x="0" y="0"/>
                  </a:lnTo>
                </a:path>
              </a:pathLst>
            </a:custGeom>
            <a:ln w="25400">
              <a:solidFill>
                <a:srgbClr val="070154"/>
              </a:solidFill>
              <a:prstDash val="solid"/>
            </a:ln>
          </p:spPr>
        </p:sp>
        <p:sp>
          <p:nvSpPr>
            <p:cNvPr id="76" name="node07.items.source-001.arc.arrow-2.cap-1"/>
            <p:cNvSpPr/>
            <p:nvPr/>
          </p:nvSpPr>
          <p:spPr>
            <a:xfrm>
              <a:off x="10035636" y="4366829"/>
              <a:ext cx="25400" cy="25400"/>
            </a:xfrm>
            <a:prstGeom prst="ellipse">
              <a:avLst/>
            </a:prstGeom>
            <a:solidFill>
              <a:srgbClr val="070154"/>
            </a:solidFill>
            <a:ln>
              <a:noFill/>
            </a:ln>
          </p:spPr>
        </p:sp>
        <p:sp>
          <p:nvSpPr>
            <p:cNvPr id="77" name="node07.items.source-001.arc.arrow-2.cap-2"/>
            <p:cNvSpPr/>
            <p:nvPr/>
          </p:nvSpPr>
          <p:spPr>
            <a:xfrm>
              <a:off x="9955588" y="4285240"/>
              <a:ext cx="25400" cy="25400"/>
            </a:xfrm>
            <a:prstGeom prst="ellipse">
              <a:avLst/>
            </a:prstGeom>
            <a:solidFill>
              <a:srgbClr val="070154"/>
            </a:solidFill>
            <a:ln>
              <a:noFill/>
            </a:ln>
          </p:spPr>
        </p:sp>
        <p:sp>
          <p:nvSpPr>
            <p:cNvPr id="78" name="node07.items.source-002.arc"/>
            <p:cNvSpPr/>
            <p:nvPr/>
          </p:nvSpPr>
          <p:spPr>
            <a:xfrm>
              <a:off x="10236566" y="4998533"/>
              <a:ext cx="530080" cy="386654"/>
            </a:xfrm>
            <a:custGeom>
              <a:avLst/>
              <a:gdLst/>
              <a:ahLst/>
              <a:cxnLst/>
              <a:rect l="l" t="t" r="r" b="b"/>
              <a:pathLst>
                <a:path w="530080" h="386654">
                  <a:moveTo>
                    <a:pt x="530080" y="0"/>
                  </a:moveTo>
                  <a:lnTo>
                    <a:pt x="522888" y="17339"/>
                  </a:lnTo>
                  <a:lnTo>
                    <a:pt x="514347" y="34629"/>
                  </a:lnTo>
                  <a:lnTo>
                    <a:pt x="504460" y="51863"/>
                  </a:lnTo>
                  <a:lnTo>
                    <a:pt x="493234" y="69033"/>
                  </a:lnTo>
                  <a:lnTo>
                    <a:pt x="480672" y="86130"/>
                  </a:lnTo>
                  <a:lnTo>
                    <a:pt x="466781" y="103146"/>
                  </a:lnTo>
                  <a:lnTo>
                    <a:pt x="451568" y="120074"/>
                  </a:lnTo>
                  <a:lnTo>
                    <a:pt x="435039" y="136904"/>
                  </a:lnTo>
                  <a:lnTo>
                    <a:pt x="417203" y="153630"/>
                  </a:lnTo>
                  <a:lnTo>
                    <a:pt x="398069" y="170242"/>
                  </a:lnTo>
                  <a:lnTo>
                    <a:pt x="377644" y="186734"/>
                  </a:lnTo>
                  <a:lnTo>
                    <a:pt x="355940" y="203097"/>
                  </a:lnTo>
                  <a:lnTo>
                    <a:pt x="332966" y="219324"/>
                  </a:lnTo>
                  <a:lnTo>
                    <a:pt x="308733" y="235406"/>
                  </a:lnTo>
                  <a:lnTo>
                    <a:pt x="283253" y="251336"/>
                  </a:lnTo>
                  <a:lnTo>
                    <a:pt x="256538" y="267108"/>
                  </a:lnTo>
                  <a:lnTo>
                    <a:pt x="228600" y="282712"/>
                  </a:lnTo>
                  <a:lnTo>
                    <a:pt x="199454" y="298142"/>
                  </a:lnTo>
                  <a:lnTo>
                    <a:pt x="169112" y="313390"/>
                  </a:lnTo>
                  <a:lnTo>
                    <a:pt x="137590" y="328449"/>
                  </a:lnTo>
                  <a:lnTo>
                    <a:pt x="104901" y="343312"/>
                  </a:lnTo>
                  <a:lnTo>
                    <a:pt x="71063" y="357972"/>
                  </a:lnTo>
                  <a:lnTo>
                    <a:pt x="36090" y="372421"/>
                  </a:lnTo>
                  <a:lnTo>
                    <a:pt x="0" y="386654"/>
                  </a:lnTo>
                </a:path>
              </a:pathLst>
            </a:custGeom>
            <a:ln w="25400">
              <a:solidFill>
                <a:srgbClr val="070154"/>
              </a:solidFill>
              <a:prstDash val="solid"/>
            </a:ln>
          </p:spPr>
        </p:sp>
        <p:sp>
          <p:nvSpPr>
            <p:cNvPr id="79" name="node07.items.source-002.arc.cap-1"/>
            <p:cNvSpPr/>
            <p:nvPr/>
          </p:nvSpPr>
          <p:spPr>
            <a:xfrm>
              <a:off x="10753946" y="4985833"/>
              <a:ext cx="25400" cy="25400"/>
            </a:xfrm>
            <a:prstGeom prst="ellipse">
              <a:avLst/>
            </a:prstGeom>
            <a:solidFill>
              <a:srgbClr val="070154"/>
            </a:solidFill>
            <a:ln>
              <a:noFill/>
            </a:ln>
          </p:spPr>
        </p:sp>
        <p:sp>
          <p:nvSpPr>
            <p:cNvPr id="80" name="node07.items.source-002.arc.cap-2"/>
            <p:cNvSpPr/>
            <p:nvPr/>
          </p:nvSpPr>
          <p:spPr>
            <a:xfrm>
              <a:off x="10223866" y="5372487"/>
              <a:ext cx="25400" cy="25400"/>
            </a:xfrm>
            <a:prstGeom prst="ellipse">
              <a:avLst/>
            </a:prstGeom>
            <a:solidFill>
              <a:srgbClr val="070154"/>
            </a:solidFill>
            <a:ln>
              <a:noFill/>
            </a:ln>
          </p:spPr>
        </p:sp>
        <p:sp>
          <p:nvSpPr>
            <p:cNvPr id="81" name="node07.items.source-002.arc.arrow-1"/>
            <p:cNvSpPr/>
            <p:nvPr/>
          </p:nvSpPr>
          <p:spPr>
            <a:xfrm>
              <a:off x="10236566" y="5297410"/>
              <a:ext cx="73210" cy="87777"/>
            </a:xfrm>
            <a:custGeom>
              <a:avLst/>
              <a:gdLst/>
              <a:ahLst/>
              <a:cxnLst/>
              <a:rect l="l" t="t" r="r" b="b"/>
              <a:pathLst>
                <a:path w="73210" h="87777">
                  <a:moveTo>
                    <a:pt x="0" y="87777"/>
                  </a:moveTo>
                  <a:lnTo>
                    <a:pt x="73210" y="0"/>
                  </a:lnTo>
                </a:path>
              </a:pathLst>
            </a:custGeom>
            <a:ln w="25400">
              <a:solidFill>
                <a:srgbClr val="070154"/>
              </a:solidFill>
              <a:prstDash val="solid"/>
            </a:ln>
          </p:spPr>
        </p:sp>
        <p:sp>
          <p:nvSpPr>
            <p:cNvPr id="82" name="node07.items.source-002.arc.arrow-1.cap-1"/>
            <p:cNvSpPr/>
            <p:nvPr/>
          </p:nvSpPr>
          <p:spPr>
            <a:xfrm>
              <a:off x="10223866" y="5372487"/>
              <a:ext cx="25400" cy="25400"/>
            </a:xfrm>
            <a:prstGeom prst="ellipse">
              <a:avLst/>
            </a:prstGeom>
            <a:solidFill>
              <a:srgbClr val="070154"/>
            </a:solidFill>
            <a:ln>
              <a:noFill/>
            </a:ln>
          </p:spPr>
        </p:sp>
        <p:sp>
          <p:nvSpPr>
            <p:cNvPr id="83" name="node07.items.source-002.arc.arrow-1.cap-2"/>
            <p:cNvSpPr/>
            <p:nvPr/>
          </p:nvSpPr>
          <p:spPr>
            <a:xfrm>
              <a:off x="10297076" y="5284710"/>
              <a:ext cx="25400" cy="25400"/>
            </a:xfrm>
            <a:prstGeom prst="ellipse">
              <a:avLst/>
            </a:prstGeom>
            <a:solidFill>
              <a:srgbClr val="070154"/>
            </a:solidFill>
            <a:ln>
              <a:noFill/>
            </a:ln>
          </p:spPr>
        </p:sp>
        <p:sp>
          <p:nvSpPr>
            <p:cNvPr id="84" name="node07.items.source-002.arc.arrow-2"/>
            <p:cNvSpPr/>
            <p:nvPr/>
          </p:nvSpPr>
          <p:spPr>
            <a:xfrm>
              <a:off x="10236566" y="5385187"/>
              <a:ext cx="113417" cy="14178"/>
            </a:xfrm>
            <a:custGeom>
              <a:avLst/>
              <a:gdLst/>
              <a:ahLst/>
              <a:cxnLst/>
              <a:rect l="l" t="t" r="r" b="b"/>
              <a:pathLst>
                <a:path w="113417" h="14178">
                  <a:moveTo>
                    <a:pt x="0" y="0"/>
                  </a:moveTo>
                  <a:lnTo>
                    <a:pt x="113417" y="14178"/>
                  </a:lnTo>
                </a:path>
              </a:pathLst>
            </a:custGeom>
            <a:ln w="25400">
              <a:solidFill>
                <a:srgbClr val="070154"/>
              </a:solidFill>
              <a:prstDash val="solid"/>
            </a:ln>
          </p:spPr>
        </p:sp>
        <p:sp>
          <p:nvSpPr>
            <p:cNvPr id="85" name="node07.items.source-002.arc.arrow-2.cap-1"/>
            <p:cNvSpPr/>
            <p:nvPr/>
          </p:nvSpPr>
          <p:spPr>
            <a:xfrm>
              <a:off x="10223866" y="5372487"/>
              <a:ext cx="25400" cy="25400"/>
            </a:xfrm>
            <a:prstGeom prst="ellipse">
              <a:avLst/>
            </a:prstGeom>
            <a:solidFill>
              <a:srgbClr val="070154"/>
            </a:solidFill>
            <a:ln>
              <a:noFill/>
            </a:ln>
          </p:spPr>
        </p:sp>
        <p:sp>
          <p:nvSpPr>
            <p:cNvPr id="86" name="node07.items.source-002.arc.arrow-2.cap-2"/>
            <p:cNvSpPr/>
            <p:nvPr/>
          </p:nvSpPr>
          <p:spPr>
            <a:xfrm>
              <a:off x="10337283" y="5386665"/>
              <a:ext cx="25400" cy="25400"/>
            </a:xfrm>
            <a:prstGeom prst="ellipse">
              <a:avLst/>
            </a:prstGeom>
            <a:solidFill>
              <a:srgbClr val="070154"/>
            </a:solidFill>
            <a:ln>
              <a:noFill/>
            </a:ln>
          </p:spPr>
        </p:sp>
        <p:sp>
          <p:nvSpPr>
            <p:cNvPr id="87" name="node07.items.source-003.arc"/>
            <p:cNvSpPr/>
            <p:nvPr/>
          </p:nvSpPr>
          <p:spPr>
            <a:xfrm>
              <a:off x="7330692" y="5675840"/>
              <a:ext cx="1477124" cy="39129"/>
            </a:xfrm>
            <a:custGeom>
              <a:avLst/>
              <a:gdLst/>
              <a:ahLst/>
              <a:cxnLst/>
              <a:rect l="l" t="t" r="r" b="b"/>
              <a:pathLst>
                <a:path w="1477124" h="39129">
                  <a:moveTo>
                    <a:pt x="1477124" y="0"/>
                  </a:moveTo>
                  <a:lnTo>
                    <a:pt x="1417628" y="5213"/>
                  </a:lnTo>
                  <a:lnTo>
                    <a:pt x="1357741" y="10060"/>
                  </a:lnTo>
                  <a:lnTo>
                    <a:pt x="1297491" y="14541"/>
                  </a:lnTo>
                  <a:lnTo>
                    <a:pt x="1236905" y="18653"/>
                  </a:lnTo>
                  <a:lnTo>
                    <a:pt x="1176014" y="22394"/>
                  </a:lnTo>
                  <a:lnTo>
                    <a:pt x="1114846" y="25762"/>
                  </a:lnTo>
                  <a:lnTo>
                    <a:pt x="1053430" y="28755"/>
                  </a:lnTo>
                  <a:lnTo>
                    <a:pt x="991795" y="31373"/>
                  </a:lnTo>
                  <a:lnTo>
                    <a:pt x="929971" y="33614"/>
                  </a:lnTo>
                  <a:lnTo>
                    <a:pt x="867987" y="35476"/>
                  </a:lnTo>
                  <a:lnTo>
                    <a:pt x="805873" y="36960"/>
                  </a:lnTo>
                  <a:lnTo>
                    <a:pt x="743658" y="38063"/>
                  </a:lnTo>
                  <a:lnTo>
                    <a:pt x="681371" y="38787"/>
                  </a:lnTo>
                  <a:lnTo>
                    <a:pt x="619044" y="39129"/>
                  </a:lnTo>
                  <a:lnTo>
                    <a:pt x="556704" y="39091"/>
                  </a:lnTo>
                  <a:lnTo>
                    <a:pt x="494382" y="38672"/>
                  </a:lnTo>
                  <a:lnTo>
                    <a:pt x="432108" y="37873"/>
                  </a:lnTo>
                  <a:lnTo>
                    <a:pt x="369911" y="36693"/>
                  </a:lnTo>
                  <a:lnTo>
                    <a:pt x="307820" y="35134"/>
                  </a:lnTo>
                  <a:lnTo>
                    <a:pt x="245866" y="33196"/>
                  </a:lnTo>
                  <a:lnTo>
                    <a:pt x="184077" y="30880"/>
                  </a:lnTo>
                  <a:lnTo>
                    <a:pt x="122484" y="28187"/>
                  </a:lnTo>
                  <a:lnTo>
                    <a:pt x="61115" y="25118"/>
                  </a:lnTo>
                  <a:lnTo>
                    <a:pt x="0" y="21676"/>
                  </a:lnTo>
                </a:path>
              </a:pathLst>
            </a:custGeom>
            <a:ln w="25400">
              <a:solidFill>
                <a:srgbClr val="070154"/>
              </a:solidFill>
              <a:prstDash val="solid"/>
            </a:ln>
          </p:spPr>
        </p:sp>
        <p:sp>
          <p:nvSpPr>
            <p:cNvPr id="88" name="node07.items.source-003.arc.cap-1"/>
            <p:cNvSpPr/>
            <p:nvPr/>
          </p:nvSpPr>
          <p:spPr>
            <a:xfrm>
              <a:off x="8795116" y="5663140"/>
              <a:ext cx="25400" cy="25400"/>
            </a:xfrm>
            <a:prstGeom prst="ellipse">
              <a:avLst/>
            </a:prstGeom>
            <a:solidFill>
              <a:srgbClr val="070154"/>
            </a:solidFill>
            <a:ln>
              <a:noFill/>
            </a:ln>
          </p:spPr>
        </p:sp>
        <p:sp>
          <p:nvSpPr>
            <p:cNvPr id="89" name="node07.items.source-003.arc.cap-2"/>
            <p:cNvSpPr/>
            <p:nvPr/>
          </p:nvSpPr>
          <p:spPr>
            <a:xfrm>
              <a:off x="7317992" y="5684816"/>
              <a:ext cx="25400" cy="25400"/>
            </a:xfrm>
            <a:prstGeom prst="ellipse">
              <a:avLst/>
            </a:prstGeom>
            <a:solidFill>
              <a:srgbClr val="070154"/>
            </a:solidFill>
            <a:ln>
              <a:noFill/>
            </a:ln>
          </p:spPr>
        </p:sp>
        <p:sp>
          <p:nvSpPr>
            <p:cNvPr id="90" name="node07.items.source-003.arc.arrow-1"/>
            <p:cNvSpPr/>
            <p:nvPr/>
          </p:nvSpPr>
          <p:spPr>
            <a:xfrm>
              <a:off x="7330692" y="5648446"/>
              <a:ext cx="103231" cy="49070"/>
            </a:xfrm>
            <a:custGeom>
              <a:avLst/>
              <a:gdLst/>
              <a:ahLst/>
              <a:cxnLst/>
              <a:rect l="l" t="t" r="r" b="b"/>
              <a:pathLst>
                <a:path w="103231" h="49070">
                  <a:moveTo>
                    <a:pt x="0" y="49070"/>
                  </a:moveTo>
                  <a:lnTo>
                    <a:pt x="103231" y="0"/>
                  </a:lnTo>
                </a:path>
              </a:pathLst>
            </a:custGeom>
            <a:ln w="25400">
              <a:solidFill>
                <a:srgbClr val="070154"/>
              </a:solidFill>
              <a:prstDash val="solid"/>
            </a:ln>
          </p:spPr>
        </p:sp>
        <p:sp>
          <p:nvSpPr>
            <p:cNvPr id="91" name="node07.items.source-003.arc.arrow-1.cap-1"/>
            <p:cNvSpPr/>
            <p:nvPr/>
          </p:nvSpPr>
          <p:spPr>
            <a:xfrm>
              <a:off x="7317992" y="5684816"/>
              <a:ext cx="25400" cy="25400"/>
            </a:xfrm>
            <a:prstGeom prst="ellipse">
              <a:avLst/>
            </a:prstGeom>
            <a:solidFill>
              <a:srgbClr val="070154"/>
            </a:solidFill>
            <a:ln>
              <a:noFill/>
            </a:ln>
          </p:spPr>
        </p:sp>
        <p:sp>
          <p:nvSpPr>
            <p:cNvPr id="92" name="node07.items.source-003.arc.arrow-1.cap-2"/>
            <p:cNvSpPr/>
            <p:nvPr/>
          </p:nvSpPr>
          <p:spPr>
            <a:xfrm>
              <a:off x="7421223" y="5635746"/>
              <a:ext cx="25400" cy="25400"/>
            </a:xfrm>
            <a:prstGeom prst="ellipse">
              <a:avLst/>
            </a:prstGeom>
            <a:solidFill>
              <a:srgbClr val="070154"/>
            </a:solidFill>
            <a:ln>
              <a:noFill/>
            </a:ln>
          </p:spPr>
        </p:sp>
        <p:sp>
          <p:nvSpPr>
            <p:cNvPr id="93" name="node07.items.source-003.arc.arrow-2"/>
            <p:cNvSpPr/>
            <p:nvPr/>
          </p:nvSpPr>
          <p:spPr>
            <a:xfrm>
              <a:off x="7330692" y="5697516"/>
              <a:ext cx="97067" cy="60353"/>
            </a:xfrm>
            <a:custGeom>
              <a:avLst/>
              <a:gdLst/>
              <a:ahLst/>
              <a:cxnLst/>
              <a:rect l="l" t="t" r="r" b="b"/>
              <a:pathLst>
                <a:path w="97067" h="60353">
                  <a:moveTo>
                    <a:pt x="0" y="0"/>
                  </a:moveTo>
                  <a:lnTo>
                    <a:pt x="97067" y="60353"/>
                  </a:lnTo>
                </a:path>
              </a:pathLst>
            </a:custGeom>
            <a:ln w="25400">
              <a:solidFill>
                <a:srgbClr val="070154"/>
              </a:solidFill>
              <a:prstDash val="solid"/>
            </a:ln>
          </p:spPr>
        </p:sp>
        <p:sp>
          <p:nvSpPr>
            <p:cNvPr id="94" name="node07.items.source-003.arc.arrow-2.cap-1"/>
            <p:cNvSpPr/>
            <p:nvPr/>
          </p:nvSpPr>
          <p:spPr>
            <a:xfrm>
              <a:off x="7317992" y="5684816"/>
              <a:ext cx="25400" cy="25400"/>
            </a:xfrm>
            <a:prstGeom prst="ellipse">
              <a:avLst/>
            </a:prstGeom>
            <a:solidFill>
              <a:srgbClr val="070154"/>
            </a:solidFill>
            <a:ln>
              <a:noFill/>
            </a:ln>
          </p:spPr>
        </p:sp>
        <p:sp>
          <p:nvSpPr>
            <p:cNvPr id="95" name="node07.items.source-003.arc.arrow-2.cap-2"/>
            <p:cNvSpPr/>
            <p:nvPr/>
          </p:nvSpPr>
          <p:spPr>
            <a:xfrm>
              <a:off x="7415059" y="5745169"/>
              <a:ext cx="25400" cy="25400"/>
            </a:xfrm>
            <a:prstGeom prst="ellipse">
              <a:avLst/>
            </a:prstGeom>
            <a:solidFill>
              <a:srgbClr val="070154"/>
            </a:solidFill>
            <a:ln>
              <a:noFill/>
            </a:ln>
          </p:spPr>
        </p:sp>
        <p:sp>
          <p:nvSpPr>
            <p:cNvPr id="96" name="node07.items.source-004.arc"/>
            <p:cNvSpPr/>
            <p:nvPr/>
          </p:nvSpPr>
          <p:spPr>
            <a:xfrm>
              <a:off x="5119800" y="5067566"/>
              <a:ext cx="330332" cy="247384"/>
            </a:xfrm>
            <a:custGeom>
              <a:avLst/>
              <a:gdLst/>
              <a:ahLst/>
              <a:cxnLst/>
              <a:rect l="l" t="t" r="r" b="b"/>
              <a:pathLst>
                <a:path w="330332" h="247384">
                  <a:moveTo>
                    <a:pt x="330332" y="247384"/>
                  </a:moveTo>
                  <a:lnTo>
                    <a:pt x="310828" y="237772"/>
                  </a:lnTo>
                  <a:lnTo>
                    <a:pt x="291799" y="228085"/>
                  </a:lnTo>
                  <a:lnTo>
                    <a:pt x="273251" y="218326"/>
                  </a:lnTo>
                  <a:lnTo>
                    <a:pt x="255186" y="208496"/>
                  </a:lnTo>
                  <a:lnTo>
                    <a:pt x="237607" y="198597"/>
                  </a:lnTo>
                  <a:lnTo>
                    <a:pt x="220519" y="188631"/>
                  </a:lnTo>
                  <a:lnTo>
                    <a:pt x="203924" y="178600"/>
                  </a:lnTo>
                  <a:lnTo>
                    <a:pt x="187826" y="168506"/>
                  </a:lnTo>
                  <a:lnTo>
                    <a:pt x="172227" y="158350"/>
                  </a:lnTo>
                  <a:lnTo>
                    <a:pt x="157132" y="148135"/>
                  </a:lnTo>
                  <a:lnTo>
                    <a:pt x="142541" y="137863"/>
                  </a:lnTo>
                  <a:lnTo>
                    <a:pt x="128459" y="127535"/>
                  </a:lnTo>
                  <a:lnTo>
                    <a:pt x="114888" y="117153"/>
                  </a:lnTo>
                  <a:lnTo>
                    <a:pt x="101830" y="106720"/>
                  </a:lnTo>
                  <a:lnTo>
                    <a:pt x="89289" y="96238"/>
                  </a:lnTo>
                  <a:lnTo>
                    <a:pt x="77266" y="85708"/>
                  </a:lnTo>
                  <a:lnTo>
                    <a:pt x="65763" y="75132"/>
                  </a:lnTo>
                  <a:lnTo>
                    <a:pt x="54784" y="64513"/>
                  </a:lnTo>
                  <a:lnTo>
                    <a:pt x="44330" y="53853"/>
                  </a:lnTo>
                  <a:lnTo>
                    <a:pt x="34402" y="43153"/>
                  </a:lnTo>
                  <a:lnTo>
                    <a:pt x="25004" y="32416"/>
                  </a:lnTo>
                  <a:lnTo>
                    <a:pt x="16136" y="21643"/>
                  </a:lnTo>
                  <a:lnTo>
                    <a:pt x="7801" y="10837"/>
                  </a:lnTo>
                  <a:lnTo>
                    <a:pt x="0" y="0"/>
                  </a:lnTo>
                </a:path>
              </a:pathLst>
            </a:custGeom>
            <a:ln w="25400">
              <a:solidFill>
                <a:srgbClr val="070154"/>
              </a:solidFill>
              <a:prstDash val="solid"/>
            </a:ln>
          </p:spPr>
        </p:sp>
        <p:sp>
          <p:nvSpPr>
            <p:cNvPr id="97" name="node07.items.source-004.arc.cap-1"/>
            <p:cNvSpPr/>
            <p:nvPr/>
          </p:nvSpPr>
          <p:spPr>
            <a:xfrm>
              <a:off x="5437432" y="5302250"/>
              <a:ext cx="25400" cy="25400"/>
            </a:xfrm>
            <a:prstGeom prst="ellipse">
              <a:avLst/>
            </a:prstGeom>
            <a:solidFill>
              <a:srgbClr val="070154"/>
            </a:solidFill>
            <a:ln>
              <a:noFill/>
            </a:ln>
          </p:spPr>
        </p:sp>
        <p:sp>
          <p:nvSpPr>
            <p:cNvPr id="98" name="node07.items.source-004.arc.cap-2"/>
            <p:cNvSpPr/>
            <p:nvPr/>
          </p:nvSpPr>
          <p:spPr>
            <a:xfrm>
              <a:off x="5107100" y="5054866"/>
              <a:ext cx="25400" cy="25400"/>
            </a:xfrm>
            <a:prstGeom prst="ellipse">
              <a:avLst/>
            </a:prstGeom>
            <a:solidFill>
              <a:srgbClr val="070154"/>
            </a:solidFill>
            <a:ln>
              <a:noFill/>
            </a:ln>
          </p:spPr>
        </p:sp>
        <p:sp>
          <p:nvSpPr>
            <p:cNvPr id="99" name="node07.items.source-004.arc.arrow-1"/>
            <p:cNvSpPr/>
            <p:nvPr/>
          </p:nvSpPr>
          <p:spPr>
            <a:xfrm>
              <a:off x="5119800" y="5067566"/>
              <a:ext cx="103076" cy="49394"/>
            </a:xfrm>
            <a:custGeom>
              <a:avLst/>
              <a:gdLst/>
              <a:ahLst/>
              <a:cxnLst/>
              <a:rect l="l" t="t" r="r" b="b"/>
              <a:pathLst>
                <a:path w="103076" h="49394">
                  <a:moveTo>
                    <a:pt x="0" y="0"/>
                  </a:moveTo>
                  <a:lnTo>
                    <a:pt x="103076" y="49394"/>
                  </a:lnTo>
                </a:path>
              </a:pathLst>
            </a:custGeom>
            <a:ln w="25400">
              <a:solidFill>
                <a:srgbClr val="070154"/>
              </a:solidFill>
              <a:prstDash val="solid"/>
            </a:ln>
          </p:spPr>
        </p:sp>
        <p:sp>
          <p:nvSpPr>
            <p:cNvPr id="100" name="node07.items.source-004.arc.arrow-1.cap-1"/>
            <p:cNvSpPr/>
            <p:nvPr/>
          </p:nvSpPr>
          <p:spPr>
            <a:xfrm>
              <a:off x="5107100" y="5054866"/>
              <a:ext cx="25400" cy="25400"/>
            </a:xfrm>
            <a:prstGeom prst="ellipse">
              <a:avLst/>
            </a:prstGeom>
            <a:solidFill>
              <a:srgbClr val="070154"/>
            </a:solidFill>
            <a:ln>
              <a:noFill/>
            </a:ln>
          </p:spPr>
        </p:sp>
        <p:sp>
          <p:nvSpPr>
            <p:cNvPr id="101" name="node07.items.source-004.arc.arrow-1.cap-2"/>
            <p:cNvSpPr/>
            <p:nvPr/>
          </p:nvSpPr>
          <p:spPr>
            <a:xfrm>
              <a:off x="5210177" y="5104260"/>
              <a:ext cx="25400" cy="25400"/>
            </a:xfrm>
            <a:prstGeom prst="ellipse">
              <a:avLst/>
            </a:prstGeom>
            <a:solidFill>
              <a:srgbClr val="070154"/>
            </a:solidFill>
            <a:ln>
              <a:noFill/>
            </a:ln>
          </p:spPr>
        </p:sp>
        <p:sp>
          <p:nvSpPr>
            <p:cNvPr id="102" name="node07.items.source-004.arc.arrow-2"/>
            <p:cNvSpPr/>
            <p:nvPr/>
          </p:nvSpPr>
          <p:spPr>
            <a:xfrm>
              <a:off x="5119800" y="5067566"/>
              <a:ext cx="14129" cy="113423"/>
            </a:xfrm>
            <a:custGeom>
              <a:avLst/>
              <a:gdLst/>
              <a:ahLst/>
              <a:cxnLst/>
              <a:rect l="l" t="t" r="r" b="b"/>
              <a:pathLst>
                <a:path w="14129" h="113423">
                  <a:moveTo>
                    <a:pt x="0" y="0"/>
                  </a:moveTo>
                  <a:lnTo>
                    <a:pt x="14129" y="113423"/>
                  </a:lnTo>
                </a:path>
              </a:pathLst>
            </a:custGeom>
            <a:ln w="25400">
              <a:solidFill>
                <a:srgbClr val="070154"/>
              </a:solidFill>
              <a:prstDash val="solid"/>
            </a:ln>
          </p:spPr>
        </p:sp>
        <p:sp>
          <p:nvSpPr>
            <p:cNvPr id="103" name="node07.items.source-004.arc.arrow-2.cap-1"/>
            <p:cNvSpPr/>
            <p:nvPr/>
          </p:nvSpPr>
          <p:spPr>
            <a:xfrm>
              <a:off x="5107100" y="5054866"/>
              <a:ext cx="25400" cy="25400"/>
            </a:xfrm>
            <a:prstGeom prst="ellipse">
              <a:avLst/>
            </a:prstGeom>
            <a:solidFill>
              <a:srgbClr val="070154"/>
            </a:solidFill>
            <a:ln>
              <a:noFill/>
            </a:ln>
          </p:spPr>
        </p:sp>
        <p:sp>
          <p:nvSpPr>
            <p:cNvPr id="104" name="node07.items.source-004.arc.arrow-2.cap-2"/>
            <p:cNvSpPr/>
            <p:nvPr/>
          </p:nvSpPr>
          <p:spPr>
            <a:xfrm>
              <a:off x="5121229" y="5168290"/>
              <a:ext cx="25400" cy="25400"/>
            </a:xfrm>
            <a:prstGeom prst="ellipse">
              <a:avLst/>
            </a:prstGeom>
            <a:solidFill>
              <a:srgbClr val="070154"/>
            </a:solidFill>
            <a:ln>
              <a:noFill/>
            </a:ln>
          </p:spPr>
        </p:sp>
        <p:sp>
          <p:nvSpPr>
            <p:cNvPr id="105" name="node07.loops.source-001.curve"/>
            <p:cNvSpPr/>
            <p:nvPr/>
          </p:nvSpPr>
          <p:spPr>
            <a:xfrm>
              <a:off x="9585180" y="4950916"/>
              <a:ext cx="295264" cy="306478"/>
            </a:xfrm>
            <a:custGeom>
              <a:avLst/>
              <a:gdLst/>
              <a:ahLst/>
              <a:cxnLst/>
              <a:rect l="l" t="t" r="r" b="b"/>
              <a:pathLst>
                <a:path w="295264" h="306478">
                  <a:moveTo>
                    <a:pt x="441" y="306478"/>
                  </a:moveTo>
                  <a:quadBezTo>
                    <a:pt x="-11415" y="114003"/>
                    <a:pt x="295264" y="0"/>
                  </a:quadBezTo>
                </a:path>
              </a:pathLst>
            </a:custGeom>
            <a:ln w="19050">
              <a:solidFill>
                <a:srgbClr val="0047FF"/>
              </a:solidFill>
              <a:prstDash val="dash"/>
            </a:ln>
          </p:spPr>
        </p:sp>
        <p:sp>
          <p:nvSpPr>
            <p:cNvPr id="106" name="node07.loops.source-001.arrow-1"/>
            <p:cNvSpPr/>
            <p:nvPr/>
          </p:nvSpPr>
          <p:spPr>
            <a:xfrm>
              <a:off x="9807025" y="4950916"/>
              <a:ext cx="73419" cy="87602"/>
            </a:xfrm>
            <a:custGeom>
              <a:avLst/>
              <a:gdLst/>
              <a:ahLst/>
              <a:cxnLst/>
              <a:rect l="l" t="t" r="r" b="b"/>
              <a:pathLst>
                <a:path w="73419" h="87602">
                  <a:moveTo>
                    <a:pt x="73419" y="0"/>
                  </a:moveTo>
                  <a:lnTo>
                    <a:pt x="0" y="87602"/>
                  </a:lnTo>
                </a:path>
              </a:pathLst>
            </a:custGeom>
            <a:ln w="25400">
              <a:solidFill>
                <a:srgbClr val="0047FF"/>
              </a:solidFill>
              <a:prstDash val="solid"/>
            </a:ln>
          </p:spPr>
        </p:sp>
        <p:sp>
          <p:nvSpPr>
            <p:cNvPr id="107" name="node07.loops.source-001.arrow-1.cap-1"/>
            <p:cNvSpPr/>
            <p:nvPr/>
          </p:nvSpPr>
          <p:spPr>
            <a:xfrm>
              <a:off x="9867744" y="4938216"/>
              <a:ext cx="25400" cy="25400"/>
            </a:xfrm>
            <a:prstGeom prst="ellipse">
              <a:avLst/>
            </a:prstGeom>
            <a:solidFill>
              <a:srgbClr val="0047FF"/>
            </a:solidFill>
            <a:ln>
              <a:noFill/>
            </a:ln>
          </p:spPr>
        </p:sp>
        <p:sp>
          <p:nvSpPr>
            <p:cNvPr id="108" name="node07.loops.source-001.arrow-1.cap-2"/>
            <p:cNvSpPr/>
            <p:nvPr/>
          </p:nvSpPr>
          <p:spPr>
            <a:xfrm>
              <a:off x="9794325" y="5025818"/>
              <a:ext cx="25400" cy="25400"/>
            </a:xfrm>
            <a:prstGeom prst="ellipse">
              <a:avLst/>
            </a:prstGeom>
            <a:solidFill>
              <a:srgbClr val="0047FF"/>
            </a:solidFill>
            <a:ln>
              <a:noFill/>
            </a:ln>
          </p:spPr>
        </p:sp>
        <p:sp>
          <p:nvSpPr>
            <p:cNvPr id="109" name="node07.loops.source-001.arrow-2"/>
            <p:cNvSpPr/>
            <p:nvPr/>
          </p:nvSpPr>
          <p:spPr>
            <a:xfrm>
              <a:off x="9767061" y="4936468"/>
              <a:ext cx="113383" cy="14448"/>
            </a:xfrm>
            <a:custGeom>
              <a:avLst/>
              <a:gdLst/>
              <a:ahLst/>
              <a:cxnLst/>
              <a:rect l="l" t="t" r="r" b="b"/>
              <a:pathLst>
                <a:path w="113383" h="14448">
                  <a:moveTo>
                    <a:pt x="113383" y="14448"/>
                  </a:moveTo>
                  <a:lnTo>
                    <a:pt x="0" y="0"/>
                  </a:lnTo>
                </a:path>
              </a:pathLst>
            </a:custGeom>
            <a:ln w="25400">
              <a:solidFill>
                <a:srgbClr val="0047FF"/>
              </a:solidFill>
              <a:prstDash val="solid"/>
            </a:ln>
          </p:spPr>
        </p:sp>
        <p:sp>
          <p:nvSpPr>
            <p:cNvPr id="110" name="node07.loops.source-001.arrow-2.cap-1"/>
            <p:cNvSpPr/>
            <p:nvPr/>
          </p:nvSpPr>
          <p:spPr>
            <a:xfrm>
              <a:off x="9867744" y="4938216"/>
              <a:ext cx="25400" cy="25400"/>
            </a:xfrm>
            <a:prstGeom prst="ellipse">
              <a:avLst/>
            </a:prstGeom>
            <a:solidFill>
              <a:srgbClr val="0047FF"/>
            </a:solidFill>
            <a:ln>
              <a:noFill/>
            </a:ln>
          </p:spPr>
        </p:sp>
        <p:sp>
          <p:nvSpPr>
            <p:cNvPr id="111" name="node07.loops.source-001.arrow-2.cap-2"/>
            <p:cNvSpPr/>
            <p:nvPr/>
          </p:nvSpPr>
          <p:spPr>
            <a:xfrm>
              <a:off x="9754361" y="4923768"/>
              <a:ext cx="25400" cy="25400"/>
            </a:xfrm>
            <a:prstGeom prst="ellipse">
              <a:avLst/>
            </a:prstGeom>
            <a:solidFill>
              <a:srgbClr val="0047FF"/>
            </a:solidFill>
            <a:ln>
              <a:noFill/>
            </a:ln>
          </p:spPr>
        </p:sp>
        <p:sp>
          <p:nvSpPr>
            <p:cNvPr id="112" name="node07.loops.source-002.curve"/>
            <p:cNvSpPr/>
            <p:nvPr/>
          </p:nvSpPr>
          <p:spPr>
            <a:xfrm>
              <a:off x="6699312" y="4419600"/>
              <a:ext cx="967036" cy="837794"/>
            </a:xfrm>
            <a:custGeom>
              <a:avLst/>
              <a:gdLst/>
              <a:ahLst/>
              <a:cxnLst/>
              <a:rect l="l" t="t" r="r" b="b"/>
              <a:pathLst>
                <a:path w="967036" h="837794">
                  <a:moveTo>
                    <a:pt x="0" y="837794"/>
                  </a:moveTo>
                  <a:quadBezTo>
                    <a:pt x="595639" y="437998"/>
                    <a:pt x="967036" y="0"/>
                  </a:quadBezTo>
                </a:path>
              </a:pathLst>
            </a:custGeom>
            <a:ln w="19050">
              <a:solidFill>
                <a:srgbClr val="0047FF"/>
              </a:solidFill>
              <a:prstDash val="dash"/>
            </a:ln>
          </p:spPr>
        </p:sp>
        <p:sp>
          <p:nvSpPr>
            <p:cNvPr id="113" name="node07.loops.source-002.arrow-1"/>
            <p:cNvSpPr/>
            <p:nvPr/>
          </p:nvSpPr>
          <p:spPr>
            <a:xfrm>
              <a:off x="7642134" y="4419600"/>
              <a:ext cx="24214" cy="111706"/>
            </a:xfrm>
            <a:custGeom>
              <a:avLst/>
              <a:gdLst/>
              <a:ahLst/>
              <a:cxnLst/>
              <a:rect l="l" t="t" r="r" b="b"/>
              <a:pathLst>
                <a:path w="24214" h="111706">
                  <a:moveTo>
                    <a:pt x="24214" y="0"/>
                  </a:moveTo>
                  <a:lnTo>
                    <a:pt x="0" y="111706"/>
                  </a:lnTo>
                </a:path>
              </a:pathLst>
            </a:custGeom>
            <a:ln w="25400">
              <a:solidFill>
                <a:srgbClr val="0047FF"/>
              </a:solidFill>
              <a:prstDash val="solid"/>
            </a:ln>
          </p:spPr>
        </p:sp>
        <p:sp>
          <p:nvSpPr>
            <p:cNvPr id="114" name="node07.loops.source-002.arrow-1.cap-1"/>
            <p:cNvSpPr/>
            <p:nvPr/>
          </p:nvSpPr>
          <p:spPr>
            <a:xfrm>
              <a:off x="7653648" y="4406900"/>
              <a:ext cx="25400" cy="25400"/>
            </a:xfrm>
            <a:prstGeom prst="ellipse">
              <a:avLst/>
            </a:prstGeom>
            <a:solidFill>
              <a:srgbClr val="0047FF"/>
            </a:solidFill>
            <a:ln>
              <a:noFill/>
            </a:ln>
          </p:spPr>
        </p:sp>
        <p:sp>
          <p:nvSpPr>
            <p:cNvPr id="115" name="node07.loops.source-002.arrow-1.cap-2"/>
            <p:cNvSpPr/>
            <p:nvPr/>
          </p:nvSpPr>
          <p:spPr>
            <a:xfrm>
              <a:off x="7629434" y="4518606"/>
              <a:ext cx="25400" cy="25400"/>
            </a:xfrm>
            <a:prstGeom prst="ellipse">
              <a:avLst/>
            </a:prstGeom>
            <a:solidFill>
              <a:srgbClr val="0047FF"/>
            </a:solidFill>
            <a:ln>
              <a:noFill/>
            </a:ln>
          </p:spPr>
        </p:sp>
        <p:sp>
          <p:nvSpPr>
            <p:cNvPr id="116" name="node07.loops.source-002.arrow-2"/>
            <p:cNvSpPr/>
            <p:nvPr/>
          </p:nvSpPr>
          <p:spPr>
            <a:xfrm>
              <a:off x="7559268" y="4419600"/>
              <a:ext cx="107080" cy="39980"/>
            </a:xfrm>
            <a:custGeom>
              <a:avLst/>
              <a:gdLst/>
              <a:ahLst/>
              <a:cxnLst/>
              <a:rect l="l" t="t" r="r" b="b"/>
              <a:pathLst>
                <a:path w="107080" h="39980">
                  <a:moveTo>
                    <a:pt x="107080" y="0"/>
                  </a:moveTo>
                  <a:lnTo>
                    <a:pt x="0" y="39980"/>
                  </a:lnTo>
                </a:path>
              </a:pathLst>
            </a:custGeom>
            <a:ln w="25400">
              <a:solidFill>
                <a:srgbClr val="0047FF"/>
              </a:solidFill>
              <a:prstDash val="solid"/>
            </a:ln>
          </p:spPr>
        </p:sp>
        <p:sp>
          <p:nvSpPr>
            <p:cNvPr id="117" name="node07.loops.source-002.arrow-2.cap-1"/>
            <p:cNvSpPr/>
            <p:nvPr/>
          </p:nvSpPr>
          <p:spPr>
            <a:xfrm>
              <a:off x="7653648" y="4406900"/>
              <a:ext cx="25400" cy="25400"/>
            </a:xfrm>
            <a:prstGeom prst="ellipse">
              <a:avLst/>
            </a:prstGeom>
            <a:solidFill>
              <a:srgbClr val="0047FF"/>
            </a:solidFill>
            <a:ln>
              <a:noFill/>
            </a:ln>
          </p:spPr>
        </p:sp>
        <p:sp>
          <p:nvSpPr>
            <p:cNvPr id="118" name="node07.loops.source-002.arrow-2.cap-2"/>
            <p:cNvSpPr/>
            <p:nvPr/>
          </p:nvSpPr>
          <p:spPr>
            <a:xfrm>
              <a:off x="7546568" y="4446880"/>
              <a:ext cx="25400" cy="25400"/>
            </a:xfrm>
            <a:prstGeom prst="ellipse">
              <a:avLst/>
            </a:prstGeom>
            <a:solidFill>
              <a:srgbClr val="0047FF"/>
            </a:solidFill>
            <a:ln>
              <a:noFill/>
            </a:ln>
          </p:spPr>
        </p:sp>
        <p:sp>
          <p:nvSpPr>
            <p:cNvPr id="119" name="node07.center.label"/>
            <p:cNvSpPr/>
            <p:nvPr/>
          </p:nvSpPr>
          <p:spPr>
            <a:xfrm>
              <a:off x="6438900" y="4495800"/>
              <a:ext cx="2971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SDLC</a:t>
              </a:r>
              <a:endParaRPr lang="en-US" sz="900" spc="54" kern="0" b="0" i="0" dirty="0">
                <a:solidFill>
                  <a:srgbClr val="0047FF"/>
                </a:solidFill>
                <a:latin typeface="IBM Plex Mono SemiBold"/>
                <a:ea typeface="IBM Plex Mono SemiBold"/>
                <a:cs typeface="IBM Plex Mono SemiBold"/>
              </a:endParaRPr>
            </a:p>
          </p:txBody>
        </p:sp>
        <p:sp>
          <p:nvSpPr>
            <p:cNvPr id="120" name="node07.items.source-001.surface"/>
            <p:cNvSpPr/>
            <p:nvPr/>
          </p:nvSpPr>
          <p:spPr>
            <a:xfrm>
              <a:off x="7239000" y="3886200"/>
              <a:ext cx="1371600" cy="457200"/>
            </a:xfrm>
            <a:prstGeom prst="rect">
              <a:avLst/>
            </a:prstGeom>
            <a:solidFill>
              <a:srgbClr val="070154"/>
            </a:solidFill>
            <a:ln>
              <a:noFill/>
            </a:ln>
          </p:spPr>
        </p:sp>
        <p:sp>
          <p:nvSpPr>
            <p:cNvPr id="121" name="node07.items.source-001.label"/>
            <p:cNvSpPr/>
            <p:nvPr/>
          </p:nvSpPr>
          <p:spPr>
            <a:xfrm>
              <a:off x="7391400" y="3981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Design</a:t>
              </a:r>
              <a:endParaRPr lang="en-US" sz="1400" spc="0" kern="0" b="0" i="0" dirty="0">
                <a:solidFill>
                  <a:srgbClr val="FFFFFF"/>
                </a:solidFill>
                <a:latin typeface="IBM Plex Sans SemiBold"/>
                <a:ea typeface="IBM Plex Sans SemiBold"/>
                <a:cs typeface="IBM Plex Sans SemiBold"/>
              </a:endParaRPr>
            </a:p>
          </p:txBody>
        </p:sp>
        <p:sp>
          <p:nvSpPr>
            <p:cNvPr id="122" name="node07.items.source-002.surface"/>
            <p:cNvSpPr/>
            <p:nvPr/>
          </p:nvSpPr>
          <p:spPr>
            <a:xfrm>
              <a:off x="9956644" y="4439056"/>
              <a:ext cx="1371600" cy="457200"/>
            </a:xfrm>
            <a:prstGeom prst="rect">
              <a:avLst/>
            </a:prstGeom>
            <a:solidFill>
              <a:srgbClr val="070154"/>
            </a:solidFill>
            <a:ln>
              <a:noFill/>
            </a:ln>
          </p:spPr>
        </p:sp>
        <p:sp>
          <p:nvSpPr>
            <p:cNvPr id="123" name="node07.items.source-002.label"/>
            <p:cNvSpPr/>
            <p:nvPr/>
          </p:nvSpPr>
          <p:spPr>
            <a:xfrm>
              <a:off x="10109044" y="4534306"/>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124" name="node07.items.source-003.surface"/>
            <p:cNvSpPr/>
            <p:nvPr/>
          </p:nvSpPr>
          <p:spPr>
            <a:xfrm>
              <a:off x="8918596" y="5333594"/>
              <a:ext cx="1371600" cy="457200"/>
            </a:xfrm>
            <a:prstGeom prst="rect">
              <a:avLst/>
            </a:prstGeom>
            <a:solidFill>
              <a:srgbClr val="070154"/>
            </a:solidFill>
            <a:ln>
              <a:noFill/>
            </a:ln>
          </p:spPr>
        </p:sp>
        <p:sp>
          <p:nvSpPr>
            <p:cNvPr id="125" name="node07.items.source-003.label"/>
            <p:cNvSpPr/>
            <p:nvPr/>
          </p:nvSpPr>
          <p:spPr>
            <a:xfrm>
              <a:off x="9070996" y="5428844"/>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Test</a:t>
              </a:r>
              <a:endParaRPr lang="en-US" sz="1400" spc="0" kern="0" b="0" i="0" dirty="0">
                <a:solidFill>
                  <a:srgbClr val="FFFFFF"/>
                </a:solidFill>
                <a:latin typeface="IBM Plex Sans SemiBold"/>
                <a:ea typeface="IBM Plex Sans SemiBold"/>
                <a:cs typeface="IBM Plex Sans SemiBold"/>
              </a:endParaRPr>
            </a:p>
          </p:txBody>
        </p:sp>
        <p:sp>
          <p:nvSpPr>
            <p:cNvPr id="126" name="node07.items.source-004.surface"/>
            <p:cNvSpPr/>
            <p:nvPr/>
          </p:nvSpPr>
          <p:spPr>
            <a:xfrm>
              <a:off x="5559404" y="5333594"/>
              <a:ext cx="1371600" cy="457200"/>
            </a:xfrm>
            <a:prstGeom prst="rect">
              <a:avLst/>
            </a:prstGeom>
            <a:solidFill>
              <a:srgbClr val="070154"/>
            </a:solidFill>
            <a:ln>
              <a:noFill/>
            </a:ln>
          </p:spPr>
        </p:sp>
        <p:sp>
          <p:nvSpPr>
            <p:cNvPr id="127" name="node07.items.source-004.label"/>
            <p:cNvSpPr/>
            <p:nvPr/>
          </p:nvSpPr>
          <p:spPr>
            <a:xfrm>
              <a:off x="5711804" y="5428844"/>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Verify</a:t>
              </a:r>
              <a:endParaRPr lang="en-US" sz="1400" spc="0" kern="0" b="0" i="0" dirty="0">
                <a:solidFill>
                  <a:srgbClr val="FFFFFF"/>
                </a:solidFill>
                <a:latin typeface="IBM Plex Sans SemiBold"/>
                <a:ea typeface="IBM Plex Sans SemiBold"/>
                <a:cs typeface="IBM Plex Sans SemiBold"/>
              </a:endParaRPr>
            </a:p>
          </p:txBody>
        </p:sp>
        <p:sp>
          <p:nvSpPr>
            <p:cNvPr id="128" name="node07.items.source-005.surface"/>
            <p:cNvSpPr/>
            <p:nvPr/>
          </p:nvSpPr>
          <p:spPr>
            <a:xfrm>
              <a:off x="4521356" y="4439056"/>
              <a:ext cx="1371600" cy="457200"/>
            </a:xfrm>
            <a:prstGeom prst="rect">
              <a:avLst/>
            </a:prstGeom>
            <a:solidFill>
              <a:srgbClr val="070154"/>
            </a:solidFill>
            <a:ln>
              <a:noFill/>
            </a:ln>
          </p:spPr>
        </p:sp>
        <p:sp>
          <p:nvSpPr>
            <p:cNvPr id="129" name="node07.items.source-005.label"/>
            <p:cNvSpPr/>
            <p:nvPr/>
          </p:nvSpPr>
          <p:spPr>
            <a:xfrm>
              <a:off x="4673756" y="4534306"/>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Release</a:t>
              </a:r>
              <a:endParaRPr lang="en-US" sz="14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ource-346">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Where the SDLC sits inside the PDLC</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48</a:t>
            </a:fld>
            <a:endParaRPr lang="en-US" sz="700" spc="0" kern="0" b="0" i="0" dirty="0">
              <a:solidFill>
                <a:srgbClr val="FFFFFF"/>
              </a:solidFill>
              <a:latin typeface="IBM Plex Mono SemiBold"/>
              <a:ea typeface="IBM Plex Mono SemiBold"/>
              <a:cs typeface="IBM Plex Mono SemiBold"/>
            </a:endParaRPr>
          </a:p>
        </p:txBody>
      </p:sp>
      <p:grpSp>
        <p:nvGrpSpPr>
          <p:cNvPr id="130" name="node01"/>
          <p:cNvGrpSpPr/>
          <p:nvPr/>
        </p:nvGrpSpPr>
        <p:grpSpPr>
          <a:xfrm>
            <a:off x="723900" y="1600200"/>
            <a:ext cx="7086600" cy="152400"/>
            <a:chOff x="723900" y="1600200"/>
            <a:chExt cx="7086600" cy="152400"/>
          </a:xfrm>
        </p:grpSpPr>
        <p:sp>
          <p:nvSpPr>
            <p:cNvPr id="6" name="node01.text"/>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PDLC: THE SUPERSET, FOUR PHASES THAT LOOP BACK</a:t>
              </a:r>
              <a:endParaRPr lang="en-US" sz="900" spc="54" kern="0" b="0" i="0" dirty="0">
                <a:solidFill>
                  <a:srgbClr val="0047FF"/>
                </a:solidFill>
                <a:latin typeface="IBM Plex Mono Medium"/>
                <a:ea typeface="IBM Plex Mono Medium"/>
                <a:cs typeface="IBM Plex Mono Medium"/>
              </a:endParaRPr>
            </a:p>
          </p:txBody>
        </p:sp>
      </p:grpSp>
      <p:grpSp>
        <p:nvGrpSpPr>
          <p:cNvPr id="131" name="node02"/>
          <p:cNvGrpSpPr/>
          <p:nvPr/>
        </p:nvGrpSpPr>
        <p:grpSpPr>
          <a:xfrm>
            <a:off x="723900" y="1828800"/>
            <a:ext cx="7086600" cy="1752600"/>
            <a:chOff x="723900" y="1828800"/>
            <a:chExt cx="7086600" cy="1752600"/>
          </a:xfrm>
        </p:grpSpPr>
        <p:sp>
          <p:nvSpPr>
            <p:cNvPr id="7" name="node02.items.source-001.arc"/>
            <p:cNvSpPr/>
            <p:nvPr/>
          </p:nvSpPr>
          <p:spPr>
            <a:xfrm>
              <a:off x="5054834" y="2082491"/>
              <a:ext cx="1661722" cy="289019"/>
            </a:xfrm>
            <a:custGeom>
              <a:avLst/>
              <a:gdLst/>
              <a:ahLst/>
              <a:cxnLst/>
              <a:rect l="l" t="t" r="r" b="b"/>
              <a:pathLst>
                <a:path w="1661722" h="289019">
                  <a:moveTo>
                    <a:pt x="0" y="0"/>
                  </a:moveTo>
                  <a:lnTo>
                    <a:pt x="85495" y="5886"/>
                  </a:lnTo>
                  <a:lnTo>
                    <a:pt x="170136" y="12375"/>
                  </a:lnTo>
                  <a:lnTo>
                    <a:pt x="253841" y="19461"/>
                  </a:lnTo>
                  <a:lnTo>
                    <a:pt x="336527" y="27137"/>
                  </a:lnTo>
                  <a:lnTo>
                    <a:pt x="418114" y="35395"/>
                  </a:lnTo>
                  <a:lnTo>
                    <a:pt x="498523" y="44227"/>
                  </a:lnTo>
                  <a:lnTo>
                    <a:pt x="577673" y="53624"/>
                  </a:lnTo>
                  <a:lnTo>
                    <a:pt x="655489" y="63578"/>
                  </a:lnTo>
                  <a:lnTo>
                    <a:pt x="731894" y="74079"/>
                  </a:lnTo>
                  <a:lnTo>
                    <a:pt x="806813" y="85115"/>
                  </a:lnTo>
                  <a:lnTo>
                    <a:pt x="880173" y="96678"/>
                  </a:lnTo>
                  <a:lnTo>
                    <a:pt x="951902" y="108754"/>
                  </a:lnTo>
                  <a:lnTo>
                    <a:pt x="1021930" y="121333"/>
                  </a:lnTo>
                  <a:lnTo>
                    <a:pt x="1090190" y="134402"/>
                  </a:lnTo>
                  <a:lnTo>
                    <a:pt x="1156613" y="147949"/>
                  </a:lnTo>
                  <a:lnTo>
                    <a:pt x="1221135" y="161959"/>
                  </a:lnTo>
                  <a:lnTo>
                    <a:pt x="1283693" y="176420"/>
                  </a:lnTo>
                  <a:lnTo>
                    <a:pt x="1344225" y="191318"/>
                  </a:lnTo>
                  <a:lnTo>
                    <a:pt x="1402673" y="206637"/>
                  </a:lnTo>
                  <a:lnTo>
                    <a:pt x="1458980" y="222362"/>
                  </a:lnTo>
                  <a:lnTo>
                    <a:pt x="1513090" y="238479"/>
                  </a:lnTo>
                  <a:lnTo>
                    <a:pt x="1564950" y="254972"/>
                  </a:lnTo>
                  <a:lnTo>
                    <a:pt x="1614510" y="271824"/>
                  </a:lnTo>
                  <a:lnTo>
                    <a:pt x="1661722" y="289019"/>
                  </a:lnTo>
                </a:path>
              </a:pathLst>
            </a:custGeom>
            <a:ln w="25400">
              <a:solidFill>
                <a:srgbClr val="070154"/>
              </a:solidFill>
              <a:prstDash val="solid"/>
            </a:ln>
          </p:spPr>
        </p:sp>
        <p:sp>
          <p:nvSpPr>
            <p:cNvPr id="8" name="node02.items.source-001.arc.cap-1"/>
            <p:cNvSpPr/>
            <p:nvPr/>
          </p:nvSpPr>
          <p:spPr>
            <a:xfrm>
              <a:off x="5042134" y="2069791"/>
              <a:ext cx="25400" cy="25400"/>
            </a:xfrm>
            <a:prstGeom prst="ellipse">
              <a:avLst/>
            </a:prstGeom>
            <a:solidFill>
              <a:srgbClr val="070154"/>
            </a:solidFill>
            <a:ln>
              <a:noFill/>
            </a:ln>
          </p:spPr>
        </p:sp>
        <p:sp>
          <p:nvSpPr>
            <p:cNvPr id="9" name="node02.items.source-001.arc.cap-2"/>
            <p:cNvSpPr/>
            <p:nvPr/>
          </p:nvSpPr>
          <p:spPr>
            <a:xfrm>
              <a:off x="6703856" y="2358810"/>
              <a:ext cx="25400" cy="25400"/>
            </a:xfrm>
            <a:prstGeom prst="ellipse">
              <a:avLst/>
            </a:prstGeom>
            <a:solidFill>
              <a:srgbClr val="070154"/>
            </a:solidFill>
            <a:ln>
              <a:noFill/>
            </a:ln>
          </p:spPr>
        </p:sp>
        <p:sp>
          <p:nvSpPr>
            <p:cNvPr id="10" name="node02.items.source-001.arc.arrow-1"/>
            <p:cNvSpPr/>
            <p:nvPr/>
          </p:nvSpPr>
          <p:spPr>
            <a:xfrm>
              <a:off x="6603551" y="2371510"/>
              <a:ext cx="113004" cy="17162"/>
            </a:xfrm>
            <a:custGeom>
              <a:avLst/>
              <a:gdLst/>
              <a:ahLst/>
              <a:cxnLst/>
              <a:rect l="l" t="t" r="r" b="b"/>
              <a:pathLst>
                <a:path w="113004" h="17162">
                  <a:moveTo>
                    <a:pt x="113004" y="0"/>
                  </a:moveTo>
                  <a:lnTo>
                    <a:pt x="0" y="17162"/>
                  </a:lnTo>
                </a:path>
              </a:pathLst>
            </a:custGeom>
            <a:ln w="25400">
              <a:solidFill>
                <a:srgbClr val="070154"/>
              </a:solidFill>
              <a:prstDash val="solid"/>
            </a:ln>
          </p:spPr>
        </p:sp>
        <p:sp>
          <p:nvSpPr>
            <p:cNvPr id="11" name="node02.items.source-001.arc.arrow-1.cap-1"/>
            <p:cNvSpPr/>
            <p:nvPr/>
          </p:nvSpPr>
          <p:spPr>
            <a:xfrm>
              <a:off x="6703856" y="2358810"/>
              <a:ext cx="25400" cy="25400"/>
            </a:xfrm>
            <a:prstGeom prst="ellipse">
              <a:avLst/>
            </a:prstGeom>
            <a:solidFill>
              <a:srgbClr val="070154"/>
            </a:solidFill>
            <a:ln>
              <a:noFill/>
            </a:ln>
          </p:spPr>
        </p:sp>
        <p:sp>
          <p:nvSpPr>
            <p:cNvPr id="12" name="node02.items.source-001.arc.arrow-1.cap-2"/>
            <p:cNvSpPr/>
            <p:nvPr/>
          </p:nvSpPr>
          <p:spPr>
            <a:xfrm>
              <a:off x="6590851" y="2375972"/>
              <a:ext cx="25400" cy="25400"/>
            </a:xfrm>
            <a:prstGeom prst="ellipse">
              <a:avLst/>
            </a:prstGeom>
            <a:solidFill>
              <a:srgbClr val="070154"/>
            </a:solidFill>
            <a:ln>
              <a:noFill/>
            </a:ln>
          </p:spPr>
        </p:sp>
        <p:sp>
          <p:nvSpPr>
            <p:cNvPr id="13" name="node02.items.source-001.arc.arrow-2"/>
            <p:cNvSpPr/>
            <p:nvPr/>
          </p:nvSpPr>
          <p:spPr>
            <a:xfrm>
              <a:off x="6641058" y="2285693"/>
              <a:ext cx="75498" cy="85817"/>
            </a:xfrm>
            <a:custGeom>
              <a:avLst/>
              <a:gdLst/>
              <a:ahLst/>
              <a:cxnLst/>
              <a:rect l="l" t="t" r="r" b="b"/>
              <a:pathLst>
                <a:path w="75498" h="85817">
                  <a:moveTo>
                    <a:pt x="75498" y="85817"/>
                  </a:moveTo>
                  <a:lnTo>
                    <a:pt x="0" y="0"/>
                  </a:lnTo>
                </a:path>
              </a:pathLst>
            </a:custGeom>
            <a:ln w="25400">
              <a:solidFill>
                <a:srgbClr val="070154"/>
              </a:solidFill>
              <a:prstDash val="solid"/>
            </a:ln>
          </p:spPr>
        </p:sp>
        <p:sp>
          <p:nvSpPr>
            <p:cNvPr id="14" name="node02.items.source-001.arc.arrow-2.cap-1"/>
            <p:cNvSpPr/>
            <p:nvPr/>
          </p:nvSpPr>
          <p:spPr>
            <a:xfrm>
              <a:off x="6703856" y="2358810"/>
              <a:ext cx="25400" cy="25400"/>
            </a:xfrm>
            <a:prstGeom prst="ellipse">
              <a:avLst/>
            </a:prstGeom>
            <a:solidFill>
              <a:srgbClr val="070154"/>
            </a:solidFill>
            <a:ln>
              <a:noFill/>
            </a:ln>
          </p:spPr>
        </p:sp>
        <p:sp>
          <p:nvSpPr>
            <p:cNvPr id="15" name="node02.items.source-001.arc.arrow-2.cap-2"/>
            <p:cNvSpPr/>
            <p:nvPr/>
          </p:nvSpPr>
          <p:spPr>
            <a:xfrm>
              <a:off x="6628358" y="2272993"/>
              <a:ext cx="25400" cy="25400"/>
            </a:xfrm>
            <a:prstGeom prst="ellipse">
              <a:avLst/>
            </a:prstGeom>
            <a:solidFill>
              <a:srgbClr val="070154"/>
            </a:solidFill>
            <a:ln>
              <a:noFill/>
            </a:ln>
          </p:spPr>
        </p:sp>
        <p:sp>
          <p:nvSpPr>
            <p:cNvPr id="16" name="node02.items.source-002.arc"/>
            <p:cNvSpPr/>
            <p:nvPr/>
          </p:nvSpPr>
          <p:spPr>
            <a:xfrm>
              <a:off x="5054834" y="3038690"/>
              <a:ext cx="1661722" cy="289019"/>
            </a:xfrm>
            <a:custGeom>
              <a:avLst/>
              <a:gdLst/>
              <a:ahLst/>
              <a:cxnLst/>
              <a:rect l="l" t="t" r="r" b="b"/>
              <a:pathLst>
                <a:path w="1661722" h="289019">
                  <a:moveTo>
                    <a:pt x="1661722" y="0"/>
                  </a:moveTo>
                  <a:lnTo>
                    <a:pt x="1614510" y="17195"/>
                  </a:lnTo>
                  <a:lnTo>
                    <a:pt x="1564950" y="34047"/>
                  </a:lnTo>
                  <a:lnTo>
                    <a:pt x="1513090" y="50540"/>
                  </a:lnTo>
                  <a:lnTo>
                    <a:pt x="1458980" y="66657"/>
                  </a:lnTo>
                  <a:lnTo>
                    <a:pt x="1402673" y="82382"/>
                  </a:lnTo>
                  <a:lnTo>
                    <a:pt x="1344225" y="97701"/>
                  </a:lnTo>
                  <a:lnTo>
                    <a:pt x="1283693" y="112599"/>
                  </a:lnTo>
                  <a:lnTo>
                    <a:pt x="1221135" y="127060"/>
                  </a:lnTo>
                  <a:lnTo>
                    <a:pt x="1156613" y="141070"/>
                  </a:lnTo>
                  <a:lnTo>
                    <a:pt x="1090190" y="154617"/>
                  </a:lnTo>
                  <a:lnTo>
                    <a:pt x="1021930" y="167686"/>
                  </a:lnTo>
                  <a:lnTo>
                    <a:pt x="951902" y="180265"/>
                  </a:lnTo>
                  <a:lnTo>
                    <a:pt x="880173" y="192341"/>
                  </a:lnTo>
                  <a:lnTo>
                    <a:pt x="806813" y="203904"/>
                  </a:lnTo>
                  <a:lnTo>
                    <a:pt x="731894" y="214940"/>
                  </a:lnTo>
                  <a:lnTo>
                    <a:pt x="655489" y="225441"/>
                  </a:lnTo>
                  <a:lnTo>
                    <a:pt x="577673" y="235395"/>
                  </a:lnTo>
                  <a:lnTo>
                    <a:pt x="498523" y="244792"/>
                  </a:lnTo>
                  <a:lnTo>
                    <a:pt x="418114" y="253624"/>
                  </a:lnTo>
                  <a:lnTo>
                    <a:pt x="336527" y="261882"/>
                  </a:lnTo>
                  <a:lnTo>
                    <a:pt x="253841" y="269558"/>
                  </a:lnTo>
                  <a:lnTo>
                    <a:pt x="170136" y="276644"/>
                  </a:lnTo>
                  <a:lnTo>
                    <a:pt x="85495" y="283133"/>
                  </a:lnTo>
                  <a:lnTo>
                    <a:pt x="0" y="289019"/>
                  </a:lnTo>
                </a:path>
              </a:pathLst>
            </a:custGeom>
            <a:ln w="25400">
              <a:solidFill>
                <a:srgbClr val="070154"/>
              </a:solidFill>
              <a:prstDash val="solid"/>
            </a:ln>
          </p:spPr>
        </p:sp>
        <p:sp>
          <p:nvSpPr>
            <p:cNvPr id="17" name="node02.items.source-002.arc.cap-1"/>
            <p:cNvSpPr/>
            <p:nvPr/>
          </p:nvSpPr>
          <p:spPr>
            <a:xfrm>
              <a:off x="6703856" y="3025990"/>
              <a:ext cx="25400" cy="25400"/>
            </a:xfrm>
            <a:prstGeom prst="ellipse">
              <a:avLst/>
            </a:prstGeom>
            <a:solidFill>
              <a:srgbClr val="070154"/>
            </a:solidFill>
            <a:ln>
              <a:noFill/>
            </a:ln>
          </p:spPr>
        </p:sp>
        <p:sp>
          <p:nvSpPr>
            <p:cNvPr id="18" name="node02.items.source-002.arc.cap-2"/>
            <p:cNvSpPr/>
            <p:nvPr/>
          </p:nvSpPr>
          <p:spPr>
            <a:xfrm>
              <a:off x="5042134" y="3315009"/>
              <a:ext cx="25400" cy="25400"/>
            </a:xfrm>
            <a:prstGeom prst="ellipse">
              <a:avLst/>
            </a:prstGeom>
            <a:solidFill>
              <a:srgbClr val="070154"/>
            </a:solidFill>
            <a:ln>
              <a:noFill/>
            </a:ln>
          </p:spPr>
        </p:sp>
        <p:sp>
          <p:nvSpPr>
            <p:cNvPr id="19" name="node02.items.source-002.arc.arrow-1"/>
            <p:cNvSpPr/>
            <p:nvPr/>
          </p:nvSpPr>
          <p:spPr>
            <a:xfrm>
              <a:off x="5054834" y="3266151"/>
              <a:ext cx="96307" cy="61559"/>
            </a:xfrm>
            <a:custGeom>
              <a:avLst/>
              <a:gdLst/>
              <a:ahLst/>
              <a:cxnLst/>
              <a:rect l="l" t="t" r="r" b="b"/>
              <a:pathLst>
                <a:path w="96307" h="61559">
                  <a:moveTo>
                    <a:pt x="0" y="61559"/>
                  </a:moveTo>
                  <a:lnTo>
                    <a:pt x="96307" y="0"/>
                  </a:lnTo>
                </a:path>
              </a:pathLst>
            </a:custGeom>
            <a:ln w="25400">
              <a:solidFill>
                <a:srgbClr val="070154"/>
              </a:solidFill>
              <a:prstDash val="solid"/>
            </a:ln>
          </p:spPr>
        </p:sp>
        <p:sp>
          <p:nvSpPr>
            <p:cNvPr id="20" name="node02.items.source-002.arc.arrow-1.cap-1"/>
            <p:cNvSpPr/>
            <p:nvPr/>
          </p:nvSpPr>
          <p:spPr>
            <a:xfrm>
              <a:off x="5042134" y="3315009"/>
              <a:ext cx="25400" cy="25400"/>
            </a:xfrm>
            <a:prstGeom prst="ellipse">
              <a:avLst/>
            </a:prstGeom>
            <a:solidFill>
              <a:srgbClr val="070154"/>
            </a:solidFill>
            <a:ln>
              <a:noFill/>
            </a:ln>
          </p:spPr>
        </p:sp>
        <p:sp>
          <p:nvSpPr>
            <p:cNvPr id="21" name="node02.items.source-002.arc.arrow-1.cap-2"/>
            <p:cNvSpPr/>
            <p:nvPr/>
          </p:nvSpPr>
          <p:spPr>
            <a:xfrm>
              <a:off x="5138441" y="3253451"/>
              <a:ext cx="25400" cy="25400"/>
            </a:xfrm>
            <a:prstGeom prst="ellipse">
              <a:avLst/>
            </a:prstGeom>
            <a:solidFill>
              <a:srgbClr val="070154"/>
            </a:solidFill>
            <a:ln>
              <a:noFill/>
            </a:ln>
          </p:spPr>
        </p:sp>
        <p:sp>
          <p:nvSpPr>
            <p:cNvPr id="22" name="node02.items.source-002.arc.arrow-2"/>
            <p:cNvSpPr/>
            <p:nvPr/>
          </p:nvSpPr>
          <p:spPr>
            <a:xfrm>
              <a:off x="5054834" y="3327709"/>
              <a:ext cx="103835" cy="47779"/>
            </a:xfrm>
            <a:custGeom>
              <a:avLst/>
              <a:gdLst/>
              <a:ahLst/>
              <a:cxnLst/>
              <a:rect l="l" t="t" r="r" b="b"/>
              <a:pathLst>
                <a:path w="103835" h="47779">
                  <a:moveTo>
                    <a:pt x="0" y="0"/>
                  </a:moveTo>
                  <a:lnTo>
                    <a:pt x="103835" y="47779"/>
                  </a:lnTo>
                </a:path>
              </a:pathLst>
            </a:custGeom>
            <a:ln w="25400">
              <a:solidFill>
                <a:srgbClr val="070154"/>
              </a:solidFill>
              <a:prstDash val="solid"/>
            </a:ln>
          </p:spPr>
        </p:sp>
        <p:sp>
          <p:nvSpPr>
            <p:cNvPr id="23" name="node02.items.source-002.arc.arrow-2.cap-1"/>
            <p:cNvSpPr/>
            <p:nvPr/>
          </p:nvSpPr>
          <p:spPr>
            <a:xfrm>
              <a:off x="5042134" y="3315009"/>
              <a:ext cx="25400" cy="25400"/>
            </a:xfrm>
            <a:prstGeom prst="ellipse">
              <a:avLst/>
            </a:prstGeom>
            <a:solidFill>
              <a:srgbClr val="070154"/>
            </a:solidFill>
            <a:ln>
              <a:noFill/>
            </a:ln>
          </p:spPr>
        </p:sp>
        <p:sp>
          <p:nvSpPr>
            <p:cNvPr id="24" name="node02.items.source-002.arc.arrow-2.cap-2"/>
            <p:cNvSpPr/>
            <p:nvPr/>
          </p:nvSpPr>
          <p:spPr>
            <a:xfrm>
              <a:off x="5145968" y="3362788"/>
              <a:ext cx="25400" cy="25400"/>
            </a:xfrm>
            <a:prstGeom prst="ellipse">
              <a:avLst/>
            </a:prstGeom>
            <a:solidFill>
              <a:srgbClr val="070154"/>
            </a:solidFill>
            <a:ln>
              <a:noFill/>
            </a:ln>
          </p:spPr>
        </p:sp>
        <p:sp>
          <p:nvSpPr>
            <p:cNvPr id="25" name="node02.items.source-003.arc"/>
            <p:cNvSpPr/>
            <p:nvPr/>
          </p:nvSpPr>
          <p:spPr>
            <a:xfrm>
              <a:off x="1817844" y="3038690"/>
              <a:ext cx="1661722" cy="289019"/>
            </a:xfrm>
            <a:custGeom>
              <a:avLst/>
              <a:gdLst/>
              <a:ahLst/>
              <a:cxnLst/>
              <a:rect l="l" t="t" r="r" b="b"/>
              <a:pathLst>
                <a:path w="1661722" h="289019">
                  <a:moveTo>
                    <a:pt x="1661722" y="289019"/>
                  </a:moveTo>
                  <a:lnTo>
                    <a:pt x="1576227" y="283133"/>
                  </a:lnTo>
                  <a:lnTo>
                    <a:pt x="1491586" y="276644"/>
                  </a:lnTo>
                  <a:lnTo>
                    <a:pt x="1407881" y="269558"/>
                  </a:lnTo>
                  <a:lnTo>
                    <a:pt x="1325195" y="261882"/>
                  </a:lnTo>
                  <a:lnTo>
                    <a:pt x="1243608" y="253624"/>
                  </a:lnTo>
                  <a:lnTo>
                    <a:pt x="1163199" y="244792"/>
                  </a:lnTo>
                  <a:lnTo>
                    <a:pt x="1084049" y="235395"/>
                  </a:lnTo>
                  <a:lnTo>
                    <a:pt x="1006233" y="225441"/>
                  </a:lnTo>
                  <a:lnTo>
                    <a:pt x="929828" y="214940"/>
                  </a:lnTo>
                  <a:lnTo>
                    <a:pt x="854909" y="203904"/>
                  </a:lnTo>
                  <a:lnTo>
                    <a:pt x="781549" y="192341"/>
                  </a:lnTo>
                  <a:lnTo>
                    <a:pt x="709820" y="180265"/>
                  </a:lnTo>
                  <a:lnTo>
                    <a:pt x="639791" y="167686"/>
                  </a:lnTo>
                  <a:lnTo>
                    <a:pt x="571532" y="154617"/>
                  </a:lnTo>
                  <a:lnTo>
                    <a:pt x="505109" y="141070"/>
                  </a:lnTo>
                  <a:lnTo>
                    <a:pt x="440587" y="127060"/>
                  </a:lnTo>
                  <a:lnTo>
                    <a:pt x="378029" y="112599"/>
                  </a:lnTo>
                  <a:lnTo>
                    <a:pt x="317497" y="97701"/>
                  </a:lnTo>
                  <a:lnTo>
                    <a:pt x="259048" y="82382"/>
                  </a:lnTo>
                  <a:lnTo>
                    <a:pt x="202742" y="66657"/>
                  </a:lnTo>
                  <a:lnTo>
                    <a:pt x="148632" y="50540"/>
                  </a:lnTo>
                  <a:lnTo>
                    <a:pt x="96771" y="34047"/>
                  </a:lnTo>
                  <a:lnTo>
                    <a:pt x="47211" y="17195"/>
                  </a:lnTo>
                  <a:lnTo>
                    <a:pt x="0" y="0"/>
                  </a:lnTo>
                </a:path>
              </a:pathLst>
            </a:custGeom>
            <a:ln w="25400">
              <a:solidFill>
                <a:srgbClr val="070154"/>
              </a:solidFill>
              <a:prstDash val="solid"/>
            </a:ln>
          </p:spPr>
        </p:sp>
        <p:sp>
          <p:nvSpPr>
            <p:cNvPr id="26" name="node02.items.source-003.arc.cap-1"/>
            <p:cNvSpPr/>
            <p:nvPr/>
          </p:nvSpPr>
          <p:spPr>
            <a:xfrm>
              <a:off x="3466866" y="3315009"/>
              <a:ext cx="25400" cy="25400"/>
            </a:xfrm>
            <a:prstGeom prst="ellipse">
              <a:avLst/>
            </a:prstGeom>
            <a:solidFill>
              <a:srgbClr val="070154"/>
            </a:solidFill>
            <a:ln>
              <a:noFill/>
            </a:ln>
          </p:spPr>
        </p:sp>
        <p:sp>
          <p:nvSpPr>
            <p:cNvPr id="27" name="node02.items.source-003.arc.cap-2"/>
            <p:cNvSpPr/>
            <p:nvPr/>
          </p:nvSpPr>
          <p:spPr>
            <a:xfrm>
              <a:off x="1805144" y="3025990"/>
              <a:ext cx="25400" cy="25400"/>
            </a:xfrm>
            <a:prstGeom prst="ellipse">
              <a:avLst/>
            </a:prstGeom>
            <a:solidFill>
              <a:srgbClr val="070154"/>
            </a:solidFill>
            <a:ln>
              <a:noFill/>
            </a:ln>
          </p:spPr>
        </p:sp>
        <p:sp>
          <p:nvSpPr>
            <p:cNvPr id="28" name="node02.items.source-003.arc.arrow-1"/>
            <p:cNvSpPr/>
            <p:nvPr/>
          </p:nvSpPr>
          <p:spPr>
            <a:xfrm>
              <a:off x="1817844" y="3021528"/>
              <a:ext cx="113004" cy="17162"/>
            </a:xfrm>
            <a:custGeom>
              <a:avLst/>
              <a:gdLst/>
              <a:ahLst/>
              <a:cxnLst/>
              <a:rect l="l" t="t" r="r" b="b"/>
              <a:pathLst>
                <a:path w="113004" h="17162">
                  <a:moveTo>
                    <a:pt x="0" y="17162"/>
                  </a:moveTo>
                  <a:lnTo>
                    <a:pt x="113004" y="0"/>
                  </a:lnTo>
                </a:path>
              </a:pathLst>
            </a:custGeom>
            <a:ln w="25400">
              <a:solidFill>
                <a:srgbClr val="070154"/>
              </a:solidFill>
              <a:prstDash val="solid"/>
            </a:ln>
          </p:spPr>
        </p:sp>
        <p:sp>
          <p:nvSpPr>
            <p:cNvPr id="29" name="node02.items.source-003.arc.arrow-1.cap-1"/>
            <p:cNvSpPr/>
            <p:nvPr/>
          </p:nvSpPr>
          <p:spPr>
            <a:xfrm>
              <a:off x="1805144" y="3025990"/>
              <a:ext cx="25400" cy="25400"/>
            </a:xfrm>
            <a:prstGeom prst="ellipse">
              <a:avLst/>
            </a:prstGeom>
            <a:solidFill>
              <a:srgbClr val="070154"/>
            </a:solidFill>
            <a:ln>
              <a:noFill/>
            </a:ln>
          </p:spPr>
        </p:sp>
        <p:sp>
          <p:nvSpPr>
            <p:cNvPr id="30" name="node02.items.source-003.arc.arrow-1.cap-2"/>
            <p:cNvSpPr/>
            <p:nvPr/>
          </p:nvSpPr>
          <p:spPr>
            <a:xfrm>
              <a:off x="1918149" y="3008828"/>
              <a:ext cx="25400" cy="25400"/>
            </a:xfrm>
            <a:prstGeom prst="ellipse">
              <a:avLst/>
            </a:prstGeom>
            <a:solidFill>
              <a:srgbClr val="070154"/>
            </a:solidFill>
            <a:ln>
              <a:noFill/>
            </a:ln>
          </p:spPr>
        </p:sp>
        <p:sp>
          <p:nvSpPr>
            <p:cNvPr id="31" name="node02.items.source-003.arc.arrow-2"/>
            <p:cNvSpPr/>
            <p:nvPr/>
          </p:nvSpPr>
          <p:spPr>
            <a:xfrm>
              <a:off x="1817844" y="3038690"/>
              <a:ext cx="75498" cy="85817"/>
            </a:xfrm>
            <a:custGeom>
              <a:avLst/>
              <a:gdLst/>
              <a:ahLst/>
              <a:cxnLst/>
              <a:rect l="l" t="t" r="r" b="b"/>
              <a:pathLst>
                <a:path w="75498" h="85817">
                  <a:moveTo>
                    <a:pt x="0" y="0"/>
                  </a:moveTo>
                  <a:lnTo>
                    <a:pt x="75498" y="85817"/>
                  </a:lnTo>
                </a:path>
              </a:pathLst>
            </a:custGeom>
            <a:ln w="25400">
              <a:solidFill>
                <a:srgbClr val="070154"/>
              </a:solidFill>
              <a:prstDash val="solid"/>
            </a:ln>
          </p:spPr>
        </p:sp>
        <p:sp>
          <p:nvSpPr>
            <p:cNvPr id="32" name="node02.items.source-003.arc.arrow-2.cap-1"/>
            <p:cNvSpPr/>
            <p:nvPr/>
          </p:nvSpPr>
          <p:spPr>
            <a:xfrm>
              <a:off x="1805144" y="3025990"/>
              <a:ext cx="25400" cy="25400"/>
            </a:xfrm>
            <a:prstGeom prst="ellipse">
              <a:avLst/>
            </a:prstGeom>
            <a:solidFill>
              <a:srgbClr val="070154"/>
            </a:solidFill>
            <a:ln>
              <a:noFill/>
            </a:ln>
          </p:spPr>
        </p:sp>
        <p:sp>
          <p:nvSpPr>
            <p:cNvPr id="33" name="node02.items.source-003.arc.arrow-2.cap-2"/>
            <p:cNvSpPr/>
            <p:nvPr/>
          </p:nvSpPr>
          <p:spPr>
            <a:xfrm>
              <a:off x="1880642" y="3111807"/>
              <a:ext cx="25400" cy="25400"/>
            </a:xfrm>
            <a:prstGeom prst="ellipse">
              <a:avLst/>
            </a:prstGeom>
            <a:solidFill>
              <a:srgbClr val="070154"/>
            </a:solidFill>
            <a:ln>
              <a:noFill/>
            </a:ln>
          </p:spPr>
        </p:sp>
        <p:sp>
          <p:nvSpPr>
            <p:cNvPr id="34" name="node02.items.source-004.arc"/>
            <p:cNvSpPr/>
            <p:nvPr/>
          </p:nvSpPr>
          <p:spPr>
            <a:xfrm>
              <a:off x="1817844" y="2082491"/>
              <a:ext cx="1661722" cy="289019"/>
            </a:xfrm>
            <a:custGeom>
              <a:avLst/>
              <a:gdLst/>
              <a:ahLst/>
              <a:cxnLst/>
              <a:rect l="l" t="t" r="r" b="b"/>
              <a:pathLst>
                <a:path w="1661722" h="289019">
                  <a:moveTo>
                    <a:pt x="0" y="289019"/>
                  </a:moveTo>
                  <a:lnTo>
                    <a:pt x="47211" y="271824"/>
                  </a:lnTo>
                  <a:lnTo>
                    <a:pt x="96771" y="254972"/>
                  </a:lnTo>
                  <a:lnTo>
                    <a:pt x="148632" y="238479"/>
                  </a:lnTo>
                  <a:lnTo>
                    <a:pt x="202742" y="222362"/>
                  </a:lnTo>
                  <a:lnTo>
                    <a:pt x="259048" y="206637"/>
                  </a:lnTo>
                  <a:lnTo>
                    <a:pt x="317497" y="191318"/>
                  </a:lnTo>
                  <a:lnTo>
                    <a:pt x="378029" y="176420"/>
                  </a:lnTo>
                  <a:lnTo>
                    <a:pt x="440587" y="161959"/>
                  </a:lnTo>
                  <a:lnTo>
                    <a:pt x="505109" y="147949"/>
                  </a:lnTo>
                  <a:lnTo>
                    <a:pt x="571532" y="134402"/>
                  </a:lnTo>
                  <a:lnTo>
                    <a:pt x="639791" y="121333"/>
                  </a:lnTo>
                  <a:lnTo>
                    <a:pt x="709820" y="108754"/>
                  </a:lnTo>
                  <a:lnTo>
                    <a:pt x="781549" y="96678"/>
                  </a:lnTo>
                  <a:lnTo>
                    <a:pt x="854909" y="85115"/>
                  </a:lnTo>
                  <a:lnTo>
                    <a:pt x="929828" y="74079"/>
                  </a:lnTo>
                  <a:lnTo>
                    <a:pt x="1006233" y="63578"/>
                  </a:lnTo>
                  <a:lnTo>
                    <a:pt x="1084049" y="53624"/>
                  </a:lnTo>
                  <a:lnTo>
                    <a:pt x="1163199" y="44227"/>
                  </a:lnTo>
                  <a:lnTo>
                    <a:pt x="1243608" y="35395"/>
                  </a:lnTo>
                  <a:lnTo>
                    <a:pt x="1325195" y="27137"/>
                  </a:lnTo>
                  <a:lnTo>
                    <a:pt x="1407881" y="19461"/>
                  </a:lnTo>
                  <a:lnTo>
                    <a:pt x="1491586" y="12375"/>
                  </a:lnTo>
                  <a:lnTo>
                    <a:pt x="1576227" y="5886"/>
                  </a:lnTo>
                  <a:lnTo>
                    <a:pt x="1661722" y="0"/>
                  </a:lnTo>
                </a:path>
              </a:pathLst>
            </a:custGeom>
            <a:ln w="25400">
              <a:solidFill>
                <a:srgbClr val="070154"/>
              </a:solidFill>
              <a:prstDash val="solid"/>
            </a:ln>
          </p:spPr>
        </p:sp>
        <p:sp>
          <p:nvSpPr>
            <p:cNvPr id="35" name="node02.items.source-004.arc.cap-1"/>
            <p:cNvSpPr/>
            <p:nvPr/>
          </p:nvSpPr>
          <p:spPr>
            <a:xfrm>
              <a:off x="1805144" y="2358810"/>
              <a:ext cx="25400" cy="25400"/>
            </a:xfrm>
            <a:prstGeom prst="ellipse">
              <a:avLst/>
            </a:prstGeom>
            <a:solidFill>
              <a:srgbClr val="070154"/>
            </a:solidFill>
            <a:ln>
              <a:noFill/>
            </a:ln>
          </p:spPr>
        </p:sp>
        <p:sp>
          <p:nvSpPr>
            <p:cNvPr id="36" name="node02.items.source-004.arc.cap-2"/>
            <p:cNvSpPr/>
            <p:nvPr/>
          </p:nvSpPr>
          <p:spPr>
            <a:xfrm>
              <a:off x="3466866" y="2069791"/>
              <a:ext cx="25400" cy="25400"/>
            </a:xfrm>
            <a:prstGeom prst="ellipse">
              <a:avLst/>
            </a:prstGeom>
            <a:solidFill>
              <a:srgbClr val="070154"/>
            </a:solidFill>
            <a:ln>
              <a:noFill/>
            </a:ln>
          </p:spPr>
        </p:sp>
        <p:sp>
          <p:nvSpPr>
            <p:cNvPr id="37" name="node02.items.source-004.arc.arrow-1"/>
            <p:cNvSpPr/>
            <p:nvPr/>
          </p:nvSpPr>
          <p:spPr>
            <a:xfrm>
              <a:off x="3383259" y="2082491"/>
              <a:ext cx="96307" cy="61559"/>
            </a:xfrm>
            <a:custGeom>
              <a:avLst/>
              <a:gdLst/>
              <a:ahLst/>
              <a:cxnLst/>
              <a:rect l="l" t="t" r="r" b="b"/>
              <a:pathLst>
                <a:path w="96307" h="61559">
                  <a:moveTo>
                    <a:pt x="96307" y="0"/>
                  </a:moveTo>
                  <a:lnTo>
                    <a:pt x="0" y="61559"/>
                  </a:lnTo>
                </a:path>
              </a:pathLst>
            </a:custGeom>
            <a:ln w="25400">
              <a:solidFill>
                <a:srgbClr val="070154"/>
              </a:solidFill>
              <a:prstDash val="solid"/>
            </a:ln>
          </p:spPr>
        </p:sp>
        <p:sp>
          <p:nvSpPr>
            <p:cNvPr id="38" name="node02.items.source-004.arc.arrow-1.cap-1"/>
            <p:cNvSpPr/>
            <p:nvPr/>
          </p:nvSpPr>
          <p:spPr>
            <a:xfrm>
              <a:off x="3466866" y="2069791"/>
              <a:ext cx="25400" cy="25400"/>
            </a:xfrm>
            <a:prstGeom prst="ellipse">
              <a:avLst/>
            </a:prstGeom>
            <a:solidFill>
              <a:srgbClr val="070154"/>
            </a:solidFill>
            <a:ln>
              <a:noFill/>
            </a:ln>
          </p:spPr>
        </p:sp>
        <p:sp>
          <p:nvSpPr>
            <p:cNvPr id="39" name="node02.items.source-004.arc.arrow-1.cap-2"/>
            <p:cNvSpPr/>
            <p:nvPr/>
          </p:nvSpPr>
          <p:spPr>
            <a:xfrm>
              <a:off x="3370559" y="2131349"/>
              <a:ext cx="25400" cy="25400"/>
            </a:xfrm>
            <a:prstGeom prst="ellipse">
              <a:avLst/>
            </a:prstGeom>
            <a:solidFill>
              <a:srgbClr val="070154"/>
            </a:solidFill>
            <a:ln>
              <a:noFill/>
            </a:ln>
          </p:spPr>
        </p:sp>
        <p:sp>
          <p:nvSpPr>
            <p:cNvPr id="40" name="node02.items.source-004.arc.arrow-2"/>
            <p:cNvSpPr/>
            <p:nvPr/>
          </p:nvSpPr>
          <p:spPr>
            <a:xfrm>
              <a:off x="3375732" y="2034712"/>
              <a:ext cx="103835" cy="47779"/>
            </a:xfrm>
            <a:custGeom>
              <a:avLst/>
              <a:gdLst/>
              <a:ahLst/>
              <a:cxnLst/>
              <a:rect l="l" t="t" r="r" b="b"/>
              <a:pathLst>
                <a:path w="103835" h="47779">
                  <a:moveTo>
                    <a:pt x="103835" y="47779"/>
                  </a:moveTo>
                  <a:lnTo>
                    <a:pt x="0" y="0"/>
                  </a:lnTo>
                </a:path>
              </a:pathLst>
            </a:custGeom>
            <a:ln w="25400">
              <a:solidFill>
                <a:srgbClr val="070154"/>
              </a:solidFill>
              <a:prstDash val="solid"/>
            </a:ln>
          </p:spPr>
        </p:sp>
        <p:sp>
          <p:nvSpPr>
            <p:cNvPr id="41" name="node02.items.source-004.arc.arrow-2.cap-1"/>
            <p:cNvSpPr/>
            <p:nvPr/>
          </p:nvSpPr>
          <p:spPr>
            <a:xfrm>
              <a:off x="3466866" y="2069791"/>
              <a:ext cx="25400" cy="25400"/>
            </a:xfrm>
            <a:prstGeom prst="ellipse">
              <a:avLst/>
            </a:prstGeom>
            <a:solidFill>
              <a:srgbClr val="070154"/>
            </a:solidFill>
            <a:ln>
              <a:noFill/>
            </a:ln>
          </p:spPr>
        </p:sp>
        <p:sp>
          <p:nvSpPr>
            <p:cNvPr id="42" name="node02.items.source-004.arc.arrow-2.cap-2"/>
            <p:cNvSpPr/>
            <p:nvPr/>
          </p:nvSpPr>
          <p:spPr>
            <a:xfrm>
              <a:off x="3363032" y="2022012"/>
              <a:ext cx="25400" cy="25400"/>
            </a:xfrm>
            <a:prstGeom prst="ellipse">
              <a:avLst/>
            </a:prstGeom>
            <a:solidFill>
              <a:srgbClr val="070154"/>
            </a:solidFill>
            <a:ln>
              <a:noFill/>
            </a:ln>
          </p:spPr>
        </p:sp>
        <p:sp>
          <p:nvSpPr>
            <p:cNvPr id="43" name="node02.loops.source-001.curve"/>
            <p:cNvSpPr/>
            <p:nvPr/>
          </p:nvSpPr>
          <p:spPr>
            <a:xfrm>
              <a:off x="2171700" y="2335911"/>
              <a:ext cx="4191000" cy="213741"/>
            </a:xfrm>
            <a:custGeom>
              <a:avLst/>
              <a:gdLst/>
              <a:ahLst/>
              <a:cxnLst/>
              <a:rect l="l" t="t" r="r" b="b"/>
              <a:pathLst>
                <a:path w="4191000" h="213741">
                  <a:moveTo>
                    <a:pt x="0" y="213741"/>
                  </a:moveTo>
                  <a:quadBezTo>
                    <a:pt x="2095500" y="-213741"/>
                    <a:pt x="4191000" y="213741"/>
                  </a:quadBezTo>
                </a:path>
              </a:pathLst>
            </a:custGeom>
            <a:ln w="19050">
              <a:solidFill>
                <a:srgbClr val="0047FF"/>
              </a:solidFill>
              <a:prstDash val="dash"/>
            </a:ln>
          </p:spPr>
        </p:sp>
        <p:sp>
          <p:nvSpPr>
            <p:cNvPr id="44" name="node02.loops.source-001.arrow-1"/>
            <p:cNvSpPr/>
            <p:nvPr/>
          </p:nvSpPr>
          <p:spPr>
            <a:xfrm>
              <a:off x="6253867" y="2549652"/>
              <a:ext cx="108833" cy="34927"/>
            </a:xfrm>
            <a:custGeom>
              <a:avLst/>
              <a:gdLst/>
              <a:ahLst/>
              <a:cxnLst/>
              <a:rect l="l" t="t" r="r" b="b"/>
              <a:pathLst>
                <a:path w="108833" h="34927">
                  <a:moveTo>
                    <a:pt x="108833" y="0"/>
                  </a:moveTo>
                  <a:lnTo>
                    <a:pt x="0" y="34927"/>
                  </a:lnTo>
                </a:path>
              </a:pathLst>
            </a:custGeom>
            <a:ln w="25400">
              <a:solidFill>
                <a:srgbClr val="0047FF"/>
              </a:solidFill>
              <a:prstDash val="solid"/>
            </a:ln>
          </p:spPr>
        </p:sp>
        <p:sp>
          <p:nvSpPr>
            <p:cNvPr id="45" name="node02.loops.source-001.arrow-1.cap-1"/>
            <p:cNvSpPr/>
            <p:nvPr/>
          </p:nvSpPr>
          <p:spPr>
            <a:xfrm>
              <a:off x="6350000" y="2536952"/>
              <a:ext cx="25400" cy="25400"/>
            </a:xfrm>
            <a:prstGeom prst="ellipse">
              <a:avLst/>
            </a:prstGeom>
            <a:solidFill>
              <a:srgbClr val="0047FF"/>
            </a:solidFill>
            <a:ln>
              <a:noFill/>
            </a:ln>
          </p:spPr>
        </p:sp>
        <p:sp>
          <p:nvSpPr>
            <p:cNvPr id="46" name="node02.loops.source-001.arrow-1.cap-2"/>
            <p:cNvSpPr/>
            <p:nvPr/>
          </p:nvSpPr>
          <p:spPr>
            <a:xfrm>
              <a:off x="6241167" y="2571879"/>
              <a:ext cx="25400" cy="25400"/>
            </a:xfrm>
            <a:prstGeom prst="ellipse">
              <a:avLst/>
            </a:prstGeom>
            <a:solidFill>
              <a:srgbClr val="0047FF"/>
            </a:solidFill>
            <a:ln>
              <a:noFill/>
            </a:ln>
          </p:spPr>
        </p:sp>
        <p:sp>
          <p:nvSpPr>
            <p:cNvPr id="47" name="node02.loops.source-001.arrow-2"/>
            <p:cNvSpPr/>
            <p:nvPr/>
          </p:nvSpPr>
          <p:spPr>
            <a:xfrm>
              <a:off x="6274507" y="2476943"/>
              <a:ext cx="88193" cy="72709"/>
            </a:xfrm>
            <a:custGeom>
              <a:avLst/>
              <a:gdLst/>
              <a:ahLst/>
              <a:cxnLst/>
              <a:rect l="l" t="t" r="r" b="b"/>
              <a:pathLst>
                <a:path w="88193" h="72709">
                  <a:moveTo>
                    <a:pt x="88193" y="72709"/>
                  </a:moveTo>
                  <a:lnTo>
                    <a:pt x="0" y="0"/>
                  </a:lnTo>
                </a:path>
              </a:pathLst>
            </a:custGeom>
            <a:ln w="25400">
              <a:solidFill>
                <a:srgbClr val="0047FF"/>
              </a:solidFill>
              <a:prstDash val="solid"/>
            </a:ln>
          </p:spPr>
        </p:sp>
        <p:sp>
          <p:nvSpPr>
            <p:cNvPr id="48" name="node02.loops.source-001.arrow-2.cap-1"/>
            <p:cNvSpPr/>
            <p:nvPr/>
          </p:nvSpPr>
          <p:spPr>
            <a:xfrm>
              <a:off x="6350000" y="2536952"/>
              <a:ext cx="25400" cy="25400"/>
            </a:xfrm>
            <a:prstGeom prst="ellipse">
              <a:avLst/>
            </a:prstGeom>
            <a:solidFill>
              <a:srgbClr val="0047FF"/>
            </a:solidFill>
            <a:ln>
              <a:noFill/>
            </a:ln>
          </p:spPr>
        </p:sp>
        <p:sp>
          <p:nvSpPr>
            <p:cNvPr id="49" name="node02.loops.source-001.arrow-2.cap-2"/>
            <p:cNvSpPr/>
            <p:nvPr/>
          </p:nvSpPr>
          <p:spPr>
            <a:xfrm>
              <a:off x="6261807" y="2464243"/>
              <a:ext cx="25400" cy="25400"/>
            </a:xfrm>
            <a:prstGeom prst="ellipse">
              <a:avLst/>
            </a:prstGeom>
            <a:solidFill>
              <a:srgbClr val="0047FF"/>
            </a:solidFill>
            <a:ln>
              <a:noFill/>
            </a:ln>
          </p:spPr>
        </p:sp>
        <p:sp>
          <p:nvSpPr>
            <p:cNvPr id="50" name="node02.loops.source-002.curve"/>
            <p:cNvSpPr/>
            <p:nvPr/>
          </p:nvSpPr>
          <p:spPr>
            <a:xfrm>
              <a:off x="4715435" y="2762673"/>
              <a:ext cx="1647265" cy="285327"/>
            </a:xfrm>
            <a:custGeom>
              <a:avLst/>
              <a:gdLst/>
              <a:ahLst/>
              <a:cxnLst/>
              <a:rect l="l" t="t" r="r" b="b"/>
              <a:pathLst>
                <a:path w="1647265" h="285327">
                  <a:moveTo>
                    <a:pt x="0" y="285327"/>
                  </a:moveTo>
                  <a:quadBezTo>
                    <a:pt x="266140" y="104352"/>
                    <a:pt x="1647265" y="0"/>
                  </a:quadBezTo>
                </a:path>
              </a:pathLst>
            </a:custGeom>
            <a:ln w="19050">
              <a:solidFill>
                <a:srgbClr val="0047FF"/>
              </a:solidFill>
              <a:prstDash val="dash"/>
            </a:ln>
          </p:spPr>
        </p:sp>
        <p:sp>
          <p:nvSpPr>
            <p:cNvPr id="51" name="node02.loops.source-002.arrow-1"/>
            <p:cNvSpPr/>
            <p:nvPr/>
          </p:nvSpPr>
          <p:spPr>
            <a:xfrm>
              <a:off x="6267028" y="2762673"/>
              <a:ext cx="95672" cy="62541"/>
            </a:xfrm>
            <a:custGeom>
              <a:avLst/>
              <a:gdLst/>
              <a:ahLst/>
              <a:cxnLst/>
              <a:rect l="l" t="t" r="r" b="b"/>
              <a:pathLst>
                <a:path w="95672" h="62541">
                  <a:moveTo>
                    <a:pt x="95672" y="0"/>
                  </a:moveTo>
                  <a:lnTo>
                    <a:pt x="0" y="62541"/>
                  </a:lnTo>
                </a:path>
              </a:pathLst>
            </a:custGeom>
            <a:ln w="25400">
              <a:solidFill>
                <a:srgbClr val="0047FF"/>
              </a:solidFill>
              <a:prstDash val="solid"/>
            </a:ln>
          </p:spPr>
        </p:sp>
        <p:sp>
          <p:nvSpPr>
            <p:cNvPr id="52" name="node02.loops.source-002.arrow-1.cap-1"/>
            <p:cNvSpPr/>
            <p:nvPr/>
          </p:nvSpPr>
          <p:spPr>
            <a:xfrm>
              <a:off x="6350000" y="2749973"/>
              <a:ext cx="25400" cy="25400"/>
            </a:xfrm>
            <a:prstGeom prst="ellipse">
              <a:avLst/>
            </a:prstGeom>
            <a:solidFill>
              <a:srgbClr val="0047FF"/>
            </a:solidFill>
            <a:ln>
              <a:noFill/>
            </a:ln>
          </p:spPr>
        </p:sp>
        <p:sp>
          <p:nvSpPr>
            <p:cNvPr id="53" name="node02.loops.source-002.arrow-1.cap-2"/>
            <p:cNvSpPr/>
            <p:nvPr/>
          </p:nvSpPr>
          <p:spPr>
            <a:xfrm>
              <a:off x="6254328" y="2812514"/>
              <a:ext cx="25400" cy="25400"/>
            </a:xfrm>
            <a:prstGeom prst="ellipse">
              <a:avLst/>
            </a:prstGeom>
            <a:solidFill>
              <a:srgbClr val="0047FF"/>
            </a:solidFill>
            <a:ln>
              <a:noFill/>
            </a:ln>
          </p:spPr>
        </p:sp>
        <p:sp>
          <p:nvSpPr>
            <p:cNvPr id="54" name="node02.loops.source-002.arrow-2"/>
            <p:cNvSpPr/>
            <p:nvPr/>
          </p:nvSpPr>
          <p:spPr>
            <a:xfrm>
              <a:off x="6258382" y="2715959"/>
              <a:ext cx="104318" cy="46714"/>
            </a:xfrm>
            <a:custGeom>
              <a:avLst/>
              <a:gdLst/>
              <a:ahLst/>
              <a:cxnLst/>
              <a:rect l="l" t="t" r="r" b="b"/>
              <a:pathLst>
                <a:path w="104318" h="46714">
                  <a:moveTo>
                    <a:pt x="104318" y="46714"/>
                  </a:moveTo>
                  <a:lnTo>
                    <a:pt x="0" y="0"/>
                  </a:lnTo>
                </a:path>
              </a:pathLst>
            </a:custGeom>
            <a:ln w="25400">
              <a:solidFill>
                <a:srgbClr val="0047FF"/>
              </a:solidFill>
              <a:prstDash val="solid"/>
            </a:ln>
          </p:spPr>
        </p:sp>
        <p:sp>
          <p:nvSpPr>
            <p:cNvPr id="55" name="node02.loops.source-002.arrow-2.cap-1"/>
            <p:cNvSpPr/>
            <p:nvPr/>
          </p:nvSpPr>
          <p:spPr>
            <a:xfrm>
              <a:off x="6350000" y="2749973"/>
              <a:ext cx="25400" cy="25400"/>
            </a:xfrm>
            <a:prstGeom prst="ellipse">
              <a:avLst/>
            </a:prstGeom>
            <a:solidFill>
              <a:srgbClr val="0047FF"/>
            </a:solidFill>
            <a:ln>
              <a:noFill/>
            </a:ln>
          </p:spPr>
        </p:sp>
        <p:sp>
          <p:nvSpPr>
            <p:cNvPr id="56" name="node02.loops.source-002.arrow-2.cap-2"/>
            <p:cNvSpPr/>
            <p:nvPr/>
          </p:nvSpPr>
          <p:spPr>
            <a:xfrm>
              <a:off x="6245682" y="2703259"/>
              <a:ext cx="25400" cy="25400"/>
            </a:xfrm>
            <a:prstGeom prst="ellipse">
              <a:avLst/>
            </a:prstGeom>
            <a:solidFill>
              <a:srgbClr val="0047FF"/>
            </a:solidFill>
            <a:ln>
              <a:noFill/>
            </a:ln>
          </p:spPr>
        </p:sp>
        <p:sp>
          <p:nvSpPr>
            <p:cNvPr id="57" name="node02.items.source-001.surface"/>
            <p:cNvSpPr/>
            <p:nvPr/>
          </p:nvSpPr>
          <p:spPr>
            <a:xfrm>
              <a:off x="3581400" y="1828800"/>
              <a:ext cx="1371600" cy="457200"/>
            </a:xfrm>
            <a:prstGeom prst="rect">
              <a:avLst/>
            </a:prstGeom>
            <a:solidFill>
              <a:srgbClr val="E8EEF8"/>
            </a:solidFill>
            <a:ln>
              <a:noFill/>
            </a:ln>
          </p:spPr>
        </p:sp>
        <p:sp>
          <p:nvSpPr>
            <p:cNvPr id="58" name="node02.items.source-001.label"/>
            <p:cNvSpPr/>
            <p:nvPr/>
          </p:nvSpPr>
          <p:spPr>
            <a:xfrm>
              <a:off x="3733800" y="19240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59" name="node02.items.source-002.surface"/>
            <p:cNvSpPr/>
            <p:nvPr/>
          </p:nvSpPr>
          <p:spPr>
            <a:xfrm>
              <a:off x="6438900" y="2476500"/>
              <a:ext cx="1371600" cy="457200"/>
            </a:xfrm>
            <a:prstGeom prst="rect">
              <a:avLst/>
            </a:prstGeom>
            <a:solidFill>
              <a:srgbClr val="070154"/>
            </a:solidFill>
            <a:ln>
              <a:noFill/>
            </a:ln>
          </p:spPr>
        </p:sp>
        <p:sp>
          <p:nvSpPr>
            <p:cNvPr id="60" name="node02.items.source-002.label"/>
            <p:cNvSpPr/>
            <p:nvPr/>
          </p:nvSpPr>
          <p:spPr>
            <a:xfrm>
              <a:off x="6591300" y="2571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Define</a:t>
              </a:r>
              <a:endParaRPr lang="en-US" sz="1400" spc="0" kern="0" b="0" i="0" dirty="0">
                <a:solidFill>
                  <a:srgbClr val="FFFFFF"/>
                </a:solidFill>
                <a:latin typeface="IBM Plex Sans SemiBold"/>
                <a:ea typeface="IBM Plex Sans SemiBold"/>
                <a:cs typeface="IBM Plex Sans SemiBold"/>
              </a:endParaRPr>
            </a:p>
          </p:txBody>
        </p:sp>
        <p:sp>
          <p:nvSpPr>
            <p:cNvPr id="61" name="node02.items.source-003.surface"/>
            <p:cNvSpPr/>
            <p:nvPr/>
          </p:nvSpPr>
          <p:spPr>
            <a:xfrm>
              <a:off x="3581400" y="3124200"/>
              <a:ext cx="1371600" cy="457200"/>
            </a:xfrm>
            <a:prstGeom prst="rect">
              <a:avLst/>
            </a:prstGeom>
            <a:solidFill>
              <a:srgbClr val="070154"/>
            </a:solidFill>
            <a:ln>
              <a:noFill/>
            </a:ln>
          </p:spPr>
        </p:sp>
        <p:sp>
          <p:nvSpPr>
            <p:cNvPr id="62" name="node02.items.source-003.label"/>
            <p:cNvSpPr/>
            <p:nvPr/>
          </p:nvSpPr>
          <p:spPr>
            <a:xfrm>
              <a:off x="3733800" y="3219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63" name="node02.items.source-004.surface"/>
            <p:cNvSpPr/>
            <p:nvPr/>
          </p:nvSpPr>
          <p:spPr>
            <a:xfrm>
              <a:off x="723900" y="2476500"/>
              <a:ext cx="1371600" cy="457200"/>
            </a:xfrm>
            <a:prstGeom prst="rect">
              <a:avLst/>
            </a:prstGeom>
            <a:solidFill>
              <a:srgbClr val="070154"/>
            </a:solidFill>
            <a:ln>
              <a:noFill/>
            </a:ln>
          </p:spPr>
        </p:sp>
        <p:sp>
          <p:nvSpPr>
            <p:cNvPr id="64" name="node02.items.source-004.label"/>
            <p:cNvSpPr/>
            <p:nvPr/>
          </p:nvSpPr>
          <p:spPr>
            <a:xfrm>
              <a:off x="876300" y="2571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Optimize</a:t>
              </a:r>
              <a:endParaRPr lang="en-US" sz="1400" spc="0" kern="0" b="0" i="0" dirty="0">
                <a:solidFill>
                  <a:srgbClr val="FFFFFF"/>
                </a:solidFill>
                <a:latin typeface="IBM Plex Sans SemiBold"/>
                <a:ea typeface="IBM Plex Sans SemiBold"/>
                <a:cs typeface="IBM Plex Sans SemiBold"/>
              </a:endParaRPr>
            </a:p>
          </p:txBody>
        </p:sp>
      </p:grpSp>
      <p:grpSp>
        <p:nvGrpSpPr>
          <p:cNvPr id="132" name="node03"/>
          <p:cNvGrpSpPr/>
          <p:nvPr/>
        </p:nvGrpSpPr>
        <p:grpSpPr>
          <a:xfrm>
            <a:off x="723900" y="3657600"/>
            <a:ext cx="7086600" cy="152400"/>
            <a:chOff x="723900" y="3657600"/>
            <a:chExt cx="7086600" cy="152400"/>
          </a:xfrm>
        </p:grpSpPr>
        <p:sp>
          <p:nvSpPr>
            <p:cNvPr id="65" name="node03.text"/>
            <p:cNvSpPr/>
            <p:nvPr/>
          </p:nvSpPr>
          <p:spPr>
            <a:xfrm>
              <a:off x="723900" y="3657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SDLC: A SUBSET, DEFINE TO OPTIMIZE</a:t>
              </a:r>
              <a:endParaRPr lang="en-US" sz="900" spc="54" kern="0" b="0" i="0" dirty="0">
                <a:solidFill>
                  <a:srgbClr val="0047FF"/>
                </a:solidFill>
                <a:latin typeface="IBM Plex Mono Medium"/>
                <a:ea typeface="IBM Plex Mono Medium"/>
                <a:cs typeface="IBM Plex Mono Medium"/>
              </a:endParaRPr>
            </a:p>
          </p:txBody>
        </p:sp>
      </p:grpSp>
      <p:grpSp>
        <p:nvGrpSpPr>
          <p:cNvPr id="133" name="node04"/>
          <p:cNvGrpSpPr/>
          <p:nvPr/>
        </p:nvGrpSpPr>
        <p:grpSpPr>
          <a:xfrm>
            <a:off x="723900" y="3886200"/>
            <a:ext cx="7086600" cy="2057400"/>
            <a:chOff x="723900" y="3886200"/>
            <a:chExt cx="7086600" cy="2057400"/>
          </a:xfrm>
        </p:grpSpPr>
        <p:sp>
          <p:nvSpPr>
            <p:cNvPr id="66" name="node04.items.source-001.arc"/>
            <p:cNvSpPr/>
            <p:nvPr/>
          </p:nvSpPr>
          <p:spPr>
            <a:xfrm>
              <a:off x="5054834" y="4145795"/>
              <a:ext cx="1335903" cy="233734"/>
            </a:xfrm>
            <a:custGeom>
              <a:avLst/>
              <a:gdLst/>
              <a:ahLst/>
              <a:cxnLst/>
              <a:rect l="l" t="t" r="r" b="b"/>
              <a:pathLst>
                <a:path w="1335903" h="233734">
                  <a:moveTo>
                    <a:pt x="0" y="0"/>
                  </a:moveTo>
                  <a:lnTo>
                    <a:pt x="63702" y="5340"/>
                  </a:lnTo>
                  <a:lnTo>
                    <a:pt x="126943" y="11093"/>
                  </a:lnTo>
                  <a:lnTo>
                    <a:pt x="189689" y="17257"/>
                  </a:lnTo>
                  <a:lnTo>
                    <a:pt x="251905" y="23829"/>
                  </a:lnTo>
                  <a:lnTo>
                    <a:pt x="313559" y="30803"/>
                  </a:lnTo>
                  <a:lnTo>
                    <a:pt x="374616" y="38178"/>
                  </a:lnTo>
                  <a:lnTo>
                    <a:pt x="435044" y="45948"/>
                  </a:lnTo>
                  <a:lnTo>
                    <a:pt x="494810" y="54110"/>
                  </a:lnTo>
                  <a:lnTo>
                    <a:pt x="553881" y="62659"/>
                  </a:lnTo>
                  <a:lnTo>
                    <a:pt x="612226" y="71591"/>
                  </a:lnTo>
                  <a:lnTo>
                    <a:pt x="669813" y="80900"/>
                  </a:lnTo>
                  <a:lnTo>
                    <a:pt x="726611" y="90582"/>
                  </a:lnTo>
                  <a:lnTo>
                    <a:pt x="782588" y="100632"/>
                  </a:lnTo>
                  <a:lnTo>
                    <a:pt x="837715" y="111043"/>
                  </a:lnTo>
                  <a:lnTo>
                    <a:pt x="891963" y="121811"/>
                  </a:lnTo>
                  <a:lnTo>
                    <a:pt x="945300" y="132929"/>
                  </a:lnTo>
                  <a:lnTo>
                    <a:pt x="997699" y="144392"/>
                  </a:lnTo>
                  <a:lnTo>
                    <a:pt x="1049132" y="156193"/>
                  </a:lnTo>
                  <a:lnTo>
                    <a:pt x="1099570" y="168326"/>
                  </a:lnTo>
                  <a:lnTo>
                    <a:pt x="1148985" y="180785"/>
                  </a:lnTo>
                  <a:lnTo>
                    <a:pt x="1197353" y="193562"/>
                  </a:lnTo>
                  <a:lnTo>
                    <a:pt x="1244645" y="206650"/>
                  </a:lnTo>
                  <a:lnTo>
                    <a:pt x="1290836" y="220044"/>
                  </a:lnTo>
                  <a:lnTo>
                    <a:pt x="1335903" y="233734"/>
                  </a:lnTo>
                </a:path>
              </a:pathLst>
            </a:custGeom>
            <a:ln w="25400">
              <a:solidFill>
                <a:srgbClr val="070154"/>
              </a:solidFill>
              <a:prstDash val="solid"/>
            </a:ln>
          </p:spPr>
        </p:sp>
        <p:sp>
          <p:nvSpPr>
            <p:cNvPr id="67" name="node04.items.source-001.arc.cap-1"/>
            <p:cNvSpPr/>
            <p:nvPr/>
          </p:nvSpPr>
          <p:spPr>
            <a:xfrm>
              <a:off x="5042134" y="4133095"/>
              <a:ext cx="25400" cy="25400"/>
            </a:xfrm>
            <a:prstGeom prst="ellipse">
              <a:avLst/>
            </a:prstGeom>
            <a:solidFill>
              <a:srgbClr val="070154"/>
            </a:solidFill>
            <a:ln>
              <a:noFill/>
            </a:ln>
          </p:spPr>
        </p:sp>
        <p:sp>
          <p:nvSpPr>
            <p:cNvPr id="68" name="node04.items.source-001.arc.cap-2"/>
            <p:cNvSpPr/>
            <p:nvPr/>
          </p:nvSpPr>
          <p:spPr>
            <a:xfrm>
              <a:off x="6378036" y="4366829"/>
              <a:ext cx="25400" cy="25400"/>
            </a:xfrm>
            <a:prstGeom prst="ellipse">
              <a:avLst/>
            </a:prstGeom>
            <a:solidFill>
              <a:srgbClr val="070154"/>
            </a:solidFill>
            <a:ln>
              <a:noFill/>
            </a:ln>
          </p:spPr>
        </p:sp>
        <p:sp>
          <p:nvSpPr>
            <p:cNvPr id="69" name="node04.items.source-001.arc.arrow-1"/>
            <p:cNvSpPr/>
            <p:nvPr/>
          </p:nvSpPr>
          <p:spPr>
            <a:xfrm>
              <a:off x="6278831" y="4379529"/>
              <a:ext cx="111905" cy="23276"/>
            </a:xfrm>
            <a:custGeom>
              <a:avLst/>
              <a:gdLst/>
              <a:ahLst/>
              <a:cxnLst/>
              <a:rect l="l" t="t" r="r" b="b"/>
              <a:pathLst>
                <a:path w="111905" h="23276">
                  <a:moveTo>
                    <a:pt x="111905" y="0"/>
                  </a:moveTo>
                  <a:lnTo>
                    <a:pt x="0" y="23276"/>
                  </a:lnTo>
                </a:path>
              </a:pathLst>
            </a:custGeom>
            <a:ln w="25400">
              <a:solidFill>
                <a:srgbClr val="070154"/>
              </a:solidFill>
              <a:prstDash val="solid"/>
            </a:ln>
          </p:spPr>
        </p:sp>
        <p:sp>
          <p:nvSpPr>
            <p:cNvPr id="70" name="node04.items.source-001.arc.arrow-1.cap-1"/>
            <p:cNvSpPr/>
            <p:nvPr/>
          </p:nvSpPr>
          <p:spPr>
            <a:xfrm>
              <a:off x="6378036" y="4366829"/>
              <a:ext cx="25400" cy="25400"/>
            </a:xfrm>
            <a:prstGeom prst="ellipse">
              <a:avLst/>
            </a:prstGeom>
            <a:solidFill>
              <a:srgbClr val="070154"/>
            </a:solidFill>
            <a:ln>
              <a:noFill/>
            </a:ln>
          </p:spPr>
        </p:sp>
        <p:sp>
          <p:nvSpPr>
            <p:cNvPr id="71" name="node04.items.source-001.arc.arrow-1.cap-2"/>
            <p:cNvSpPr/>
            <p:nvPr/>
          </p:nvSpPr>
          <p:spPr>
            <a:xfrm>
              <a:off x="6266131" y="4390104"/>
              <a:ext cx="25400" cy="25400"/>
            </a:xfrm>
            <a:prstGeom prst="ellipse">
              <a:avLst/>
            </a:prstGeom>
            <a:solidFill>
              <a:srgbClr val="070154"/>
            </a:solidFill>
            <a:ln>
              <a:noFill/>
            </a:ln>
          </p:spPr>
        </p:sp>
        <p:sp>
          <p:nvSpPr>
            <p:cNvPr id="72" name="node04.items.source-001.arc.arrow-2"/>
            <p:cNvSpPr/>
            <p:nvPr/>
          </p:nvSpPr>
          <p:spPr>
            <a:xfrm>
              <a:off x="6310688" y="4297940"/>
              <a:ext cx="80048" cy="81589"/>
            </a:xfrm>
            <a:custGeom>
              <a:avLst/>
              <a:gdLst/>
              <a:ahLst/>
              <a:cxnLst/>
              <a:rect l="l" t="t" r="r" b="b"/>
              <a:pathLst>
                <a:path w="80048" h="81589">
                  <a:moveTo>
                    <a:pt x="80048" y="81589"/>
                  </a:moveTo>
                  <a:lnTo>
                    <a:pt x="0" y="0"/>
                  </a:lnTo>
                </a:path>
              </a:pathLst>
            </a:custGeom>
            <a:ln w="25400">
              <a:solidFill>
                <a:srgbClr val="070154"/>
              </a:solidFill>
              <a:prstDash val="solid"/>
            </a:ln>
          </p:spPr>
        </p:sp>
        <p:sp>
          <p:nvSpPr>
            <p:cNvPr id="73" name="node04.items.source-001.arc.arrow-2.cap-1"/>
            <p:cNvSpPr/>
            <p:nvPr/>
          </p:nvSpPr>
          <p:spPr>
            <a:xfrm>
              <a:off x="6378036" y="4366829"/>
              <a:ext cx="25400" cy="25400"/>
            </a:xfrm>
            <a:prstGeom prst="ellipse">
              <a:avLst/>
            </a:prstGeom>
            <a:solidFill>
              <a:srgbClr val="070154"/>
            </a:solidFill>
            <a:ln>
              <a:noFill/>
            </a:ln>
          </p:spPr>
        </p:sp>
        <p:sp>
          <p:nvSpPr>
            <p:cNvPr id="74" name="node04.items.source-001.arc.arrow-2.cap-2"/>
            <p:cNvSpPr/>
            <p:nvPr/>
          </p:nvSpPr>
          <p:spPr>
            <a:xfrm>
              <a:off x="6297988" y="4285240"/>
              <a:ext cx="25400" cy="25400"/>
            </a:xfrm>
            <a:prstGeom prst="ellipse">
              <a:avLst/>
            </a:prstGeom>
            <a:solidFill>
              <a:srgbClr val="070154"/>
            </a:solidFill>
            <a:ln>
              <a:noFill/>
            </a:ln>
          </p:spPr>
        </p:sp>
        <p:sp>
          <p:nvSpPr>
            <p:cNvPr id="75" name="node04.items.source-002.arc"/>
            <p:cNvSpPr/>
            <p:nvPr/>
          </p:nvSpPr>
          <p:spPr>
            <a:xfrm>
              <a:off x="6578966" y="4998533"/>
              <a:ext cx="530080" cy="386654"/>
            </a:xfrm>
            <a:custGeom>
              <a:avLst/>
              <a:gdLst/>
              <a:ahLst/>
              <a:cxnLst/>
              <a:rect l="l" t="t" r="r" b="b"/>
              <a:pathLst>
                <a:path w="530080" h="386654">
                  <a:moveTo>
                    <a:pt x="530080" y="0"/>
                  </a:moveTo>
                  <a:lnTo>
                    <a:pt x="522888" y="17339"/>
                  </a:lnTo>
                  <a:lnTo>
                    <a:pt x="514347" y="34629"/>
                  </a:lnTo>
                  <a:lnTo>
                    <a:pt x="504460" y="51863"/>
                  </a:lnTo>
                  <a:lnTo>
                    <a:pt x="493234" y="69033"/>
                  </a:lnTo>
                  <a:lnTo>
                    <a:pt x="480672" y="86130"/>
                  </a:lnTo>
                  <a:lnTo>
                    <a:pt x="466781" y="103146"/>
                  </a:lnTo>
                  <a:lnTo>
                    <a:pt x="451568" y="120074"/>
                  </a:lnTo>
                  <a:lnTo>
                    <a:pt x="435039" y="136904"/>
                  </a:lnTo>
                  <a:lnTo>
                    <a:pt x="417203" y="153630"/>
                  </a:lnTo>
                  <a:lnTo>
                    <a:pt x="398069" y="170242"/>
                  </a:lnTo>
                  <a:lnTo>
                    <a:pt x="377644" y="186734"/>
                  </a:lnTo>
                  <a:lnTo>
                    <a:pt x="355940" y="203097"/>
                  </a:lnTo>
                  <a:lnTo>
                    <a:pt x="332966" y="219324"/>
                  </a:lnTo>
                  <a:lnTo>
                    <a:pt x="308733" y="235406"/>
                  </a:lnTo>
                  <a:lnTo>
                    <a:pt x="283253" y="251336"/>
                  </a:lnTo>
                  <a:lnTo>
                    <a:pt x="256538" y="267108"/>
                  </a:lnTo>
                  <a:lnTo>
                    <a:pt x="228600" y="282712"/>
                  </a:lnTo>
                  <a:lnTo>
                    <a:pt x="199454" y="298142"/>
                  </a:lnTo>
                  <a:lnTo>
                    <a:pt x="169112" y="313390"/>
                  </a:lnTo>
                  <a:lnTo>
                    <a:pt x="137590" y="328449"/>
                  </a:lnTo>
                  <a:lnTo>
                    <a:pt x="104901" y="343312"/>
                  </a:lnTo>
                  <a:lnTo>
                    <a:pt x="71063" y="357972"/>
                  </a:lnTo>
                  <a:lnTo>
                    <a:pt x="36090" y="372421"/>
                  </a:lnTo>
                  <a:lnTo>
                    <a:pt x="0" y="386654"/>
                  </a:lnTo>
                </a:path>
              </a:pathLst>
            </a:custGeom>
            <a:ln w="25400">
              <a:solidFill>
                <a:srgbClr val="070154"/>
              </a:solidFill>
              <a:prstDash val="solid"/>
            </a:ln>
          </p:spPr>
        </p:sp>
        <p:sp>
          <p:nvSpPr>
            <p:cNvPr id="76" name="node04.items.source-002.arc.cap-1"/>
            <p:cNvSpPr/>
            <p:nvPr/>
          </p:nvSpPr>
          <p:spPr>
            <a:xfrm>
              <a:off x="7096346" y="4985833"/>
              <a:ext cx="25400" cy="25400"/>
            </a:xfrm>
            <a:prstGeom prst="ellipse">
              <a:avLst/>
            </a:prstGeom>
            <a:solidFill>
              <a:srgbClr val="070154"/>
            </a:solidFill>
            <a:ln>
              <a:noFill/>
            </a:ln>
          </p:spPr>
        </p:sp>
        <p:sp>
          <p:nvSpPr>
            <p:cNvPr id="77" name="node04.items.source-002.arc.cap-2"/>
            <p:cNvSpPr/>
            <p:nvPr/>
          </p:nvSpPr>
          <p:spPr>
            <a:xfrm>
              <a:off x="6566266" y="5372487"/>
              <a:ext cx="25400" cy="25400"/>
            </a:xfrm>
            <a:prstGeom prst="ellipse">
              <a:avLst/>
            </a:prstGeom>
            <a:solidFill>
              <a:srgbClr val="070154"/>
            </a:solidFill>
            <a:ln>
              <a:noFill/>
            </a:ln>
          </p:spPr>
        </p:sp>
        <p:sp>
          <p:nvSpPr>
            <p:cNvPr id="78" name="node04.items.source-002.arc.arrow-1"/>
            <p:cNvSpPr/>
            <p:nvPr/>
          </p:nvSpPr>
          <p:spPr>
            <a:xfrm>
              <a:off x="6578966" y="5297410"/>
              <a:ext cx="73210" cy="87777"/>
            </a:xfrm>
            <a:custGeom>
              <a:avLst/>
              <a:gdLst/>
              <a:ahLst/>
              <a:cxnLst/>
              <a:rect l="l" t="t" r="r" b="b"/>
              <a:pathLst>
                <a:path w="73210" h="87777">
                  <a:moveTo>
                    <a:pt x="0" y="87777"/>
                  </a:moveTo>
                  <a:lnTo>
                    <a:pt x="73210" y="0"/>
                  </a:lnTo>
                </a:path>
              </a:pathLst>
            </a:custGeom>
            <a:ln w="25400">
              <a:solidFill>
                <a:srgbClr val="070154"/>
              </a:solidFill>
              <a:prstDash val="solid"/>
            </a:ln>
          </p:spPr>
        </p:sp>
        <p:sp>
          <p:nvSpPr>
            <p:cNvPr id="79" name="node04.items.source-002.arc.arrow-1.cap-1"/>
            <p:cNvSpPr/>
            <p:nvPr/>
          </p:nvSpPr>
          <p:spPr>
            <a:xfrm>
              <a:off x="6566266" y="5372487"/>
              <a:ext cx="25400" cy="25400"/>
            </a:xfrm>
            <a:prstGeom prst="ellipse">
              <a:avLst/>
            </a:prstGeom>
            <a:solidFill>
              <a:srgbClr val="070154"/>
            </a:solidFill>
            <a:ln>
              <a:noFill/>
            </a:ln>
          </p:spPr>
        </p:sp>
        <p:sp>
          <p:nvSpPr>
            <p:cNvPr id="80" name="node04.items.source-002.arc.arrow-1.cap-2"/>
            <p:cNvSpPr/>
            <p:nvPr/>
          </p:nvSpPr>
          <p:spPr>
            <a:xfrm>
              <a:off x="6639476" y="5284710"/>
              <a:ext cx="25400" cy="25400"/>
            </a:xfrm>
            <a:prstGeom prst="ellipse">
              <a:avLst/>
            </a:prstGeom>
            <a:solidFill>
              <a:srgbClr val="070154"/>
            </a:solidFill>
            <a:ln>
              <a:noFill/>
            </a:ln>
          </p:spPr>
        </p:sp>
        <p:sp>
          <p:nvSpPr>
            <p:cNvPr id="81" name="node04.items.source-002.arc.arrow-2"/>
            <p:cNvSpPr/>
            <p:nvPr/>
          </p:nvSpPr>
          <p:spPr>
            <a:xfrm>
              <a:off x="6578966" y="5385187"/>
              <a:ext cx="113417" cy="14178"/>
            </a:xfrm>
            <a:custGeom>
              <a:avLst/>
              <a:gdLst/>
              <a:ahLst/>
              <a:cxnLst/>
              <a:rect l="l" t="t" r="r" b="b"/>
              <a:pathLst>
                <a:path w="113417" h="14178">
                  <a:moveTo>
                    <a:pt x="0" y="0"/>
                  </a:moveTo>
                  <a:lnTo>
                    <a:pt x="113417" y="14178"/>
                  </a:lnTo>
                </a:path>
              </a:pathLst>
            </a:custGeom>
            <a:ln w="25400">
              <a:solidFill>
                <a:srgbClr val="070154"/>
              </a:solidFill>
              <a:prstDash val="solid"/>
            </a:ln>
          </p:spPr>
        </p:sp>
        <p:sp>
          <p:nvSpPr>
            <p:cNvPr id="82" name="node04.items.source-002.arc.arrow-2.cap-1"/>
            <p:cNvSpPr/>
            <p:nvPr/>
          </p:nvSpPr>
          <p:spPr>
            <a:xfrm>
              <a:off x="6566266" y="5372487"/>
              <a:ext cx="25400" cy="25400"/>
            </a:xfrm>
            <a:prstGeom prst="ellipse">
              <a:avLst/>
            </a:prstGeom>
            <a:solidFill>
              <a:srgbClr val="070154"/>
            </a:solidFill>
            <a:ln>
              <a:noFill/>
            </a:ln>
          </p:spPr>
        </p:sp>
        <p:sp>
          <p:nvSpPr>
            <p:cNvPr id="83" name="node04.items.source-002.arc.arrow-2.cap-2"/>
            <p:cNvSpPr/>
            <p:nvPr/>
          </p:nvSpPr>
          <p:spPr>
            <a:xfrm>
              <a:off x="6679683" y="5386665"/>
              <a:ext cx="25400" cy="25400"/>
            </a:xfrm>
            <a:prstGeom prst="ellipse">
              <a:avLst/>
            </a:prstGeom>
            <a:solidFill>
              <a:srgbClr val="070154"/>
            </a:solidFill>
            <a:ln>
              <a:noFill/>
            </a:ln>
          </p:spPr>
        </p:sp>
        <p:sp>
          <p:nvSpPr>
            <p:cNvPr id="84" name="node04.items.source-003.arc"/>
            <p:cNvSpPr/>
            <p:nvPr/>
          </p:nvSpPr>
          <p:spPr>
            <a:xfrm>
              <a:off x="3673092" y="5675840"/>
              <a:ext cx="1477124" cy="39129"/>
            </a:xfrm>
            <a:custGeom>
              <a:avLst/>
              <a:gdLst/>
              <a:ahLst/>
              <a:cxnLst/>
              <a:rect l="l" t="t" r="r" b="b"/>
              <a:pathLst>
                <a:path w="1477124" h="39129">
                  <a:moveTo>
                    <a:pt x="1477124" y="0"/>
                  </a:moveTo>
                  <a:lnTo>
                    <a:pt x="1417628" y="5213"/>
                  </a:lnTo>
                  <a:lnTo>
                    <a:pt x="1357741" y="10060"/>
                  </a:lnTo>
                  <a:lnTo>
                    <a:pt x="1297491" y="14541"/>
                  </a:lnTo>
                  <a:lnTo>
                    <a:pt x="1236905" y="18653"/>
                  </a:lnTo>
                  <a:lnTo>
                    <a:pt x="1176014" y="22394"/>
                  </a:lnTo>
                  <a:lnTo>
                    <a:pt x="1114846" y="25762"/>
                  </a:lnTo>
                  <a:lnTo>
                    <a:pt x="1053430" y="28755"/>
                  </a:lnTo>
                  <a:lnTo>
                    <a:pt x="991795" y="31373"/>
                  </a:lnTo>
                  <a:lnTo>
                    <a:pt x="929971" y="33614"/>
                  </a:lnTo>
                  <a:lnTo>
                    <a:pt x="867987" y="35476"/>
                  </a:lnTo>
                  <a:lnTo>
                    <a:pt x="805873" y="36960"/>
                  </a:lnTo>
                  <a:lnTo>
                    <a:pt x="743658" y="38063"/>
                  </a:lnTo>
                  <a:lnTo>
                    <a:pt x="681371" y="38787"/>
                  </a:lnTo>
                  <a:lnTo>
                    <a:pt x="619044" y="39129"/>
                  </a:lnTo>
                  <a:lnTo>
                    <a:pt x="556704" y="39091"/>
                  </a:lnTo>
                  <a:lnTo>
                    <a:pt x="494382" y="38672"/>
                  </a:lnTo>
                  <a:lnTo>
                    <a:pt x="432108" y="37873"/>
                  </a:lnTo>
                  <a:lnTo>
                    <a:pt x="369911" y="36693"/>
                  </a:lnTo>
                  <a:lnTo>
                    <a:pt x="307820" y="35134"/>
                  </a:lnTo>
                  <a:lnTo>
                    <a:pt x="245866" y="33196"/>
                  </a:lnTo>
                  <a:lnTo>
                    <a:pt x="184077" y="30880"/>
                  </a:lnTo>
                  <a:lnTo>
                    <a:pt x="122484" y="28187"/>
                  </a:lnTo>
                  <a:lnTo>
                    <a:pt x="61115" y="25118"/>
                  </a:lnTo>
                  <a:lnTo>
                    <a:pt x="0" y="21676"/>
                  </a:lnTo>
                </a:path>
              </a:pathLst>
            </a:custGeom>
            <a:ln w="25400">
              <a:solidFill>
                <a:srgbClr val="070154"/>
              </a:solidFill>
              <a:prstDash val="solid"/>
            </a:ln>
          </p:spPr>
        </p:sp>
        <p:sp>
          <p:nvSpPr>
            <p:cNvPr id="85" name="node04.items.source-003.arc.cap-1"/>
            <p:cNvSpPr/>
            <p:nvPr/>
          </p:nvSpPr>
          <p:spPr>
            <a:xfrm>
              <a:off x="5137516" y="5663140"/>
              <a:ext cx="25400" cy="25400"/>
            </a:xfrm>
            <a:prstGeom prst="ellipse">
              <a:avLst/>
            </a:prstGeom>
            <a:solidFill>
              <a:srgbClr val="070154"/>
            </a:solidFill>
            <a:ln>
              <a:noFill/>
            </a:ln>
          </p:spPr>
        </p:sp>
        <p:sp>
          <p:nvSpPr>
            <p:cNvPr id="86" name="node04.items.source-003.arc.cap-2"/>
            <p:cNvSpPr/>
            <p:nvPr/>
          </p:nvSpPr>
          <p:spPr>
            <a:xfrm>
              <a:off x="3660392" y="5684816"/>
              <a:ext cx="25400" cy="25400"/>
            </a:xfrm>
            <a:prstGeom prst="ellipse">
              <a:avLst/>
            </a:prstGeom>
            <a:solidFill>
              <a:srgbClr val="070154"/>
            </a:solidFill>
            <a:ln>
              <a:noFill/>
            </a:ln>
          </p:spPr>
        </p:sp>
        <p:sp>
          <p:nvSpPr>
            <p:cNvPr id="87" name="node04.items.source-003.arc.arrow-1"/>
            <p:cNvSpPr/>
            <p:nvPr/>
          </p:nvSpPr>
          <p:spPr>
            <a:xfrm>
              <a:off x="3673092" y="5648446"/>
              <a:ext cx="103231" cy="49070"/>
            </a:xfrm>
            <a:custGeom>
              <a:avLst/>
              <a:gdLst/>
              <a:ahLst/>
              <a:cxnLst/>
              <a:rect l="l" t="t" r="r" b="b"/>
              <a:pathLst>
                <a:path w="103231" h="49070">
                  <a:moveTo>
                    <a:pt x="0" y="49070"/>
                  </a:moveTo>
                  <a:lnTo>
                    <a:pt x="103231" y="0"/>
                  </a:lnTo>
                </a:path>
              </a:pathLst>
            </a:custGeom>
            <a:ln w="25400">
              <a:solidFill>
                <a:srgbClr val="070154"/>
              </a:solidFill>
              <a:prstDash val="solid"/>
            </a:ln>
          </p:spPr>
        </p:sp>
        <p:sp>
          <p:nvSpPr>
            <p:cNvPr id="88" name="node04.items.source-003.arc.arrow-1.cap-1"/>
            <p:cNvSpPr/>
            <p:nvPr/>
          </p:nvSpPr>
          <p:spPr>
            <a:xfrm>
              <a:off x="3660392" y="5684816"/>
              <a:ext cx="25400" cy="25400"/>
            </a:xfrm>
            <a:prstGeom prst="ellipse">
              <a:avLst/>
            </a:prstGeom>
            <a:solidFill>
              <a:srgbClr val="070154"/>
            </a:solidFill>
            <a:ln>
              <a:noFill/>
            </a:ln>
          </p:spPr>
        </p:sp>
        <p:sp>
          <p:nvSpPr>
            <p:cNvPr id="89" name="node04.items.source-003.arc.arrow-1.cap-2"/>
            <p:cNvSpPr/>
            <p:nvPr/>
          </p:nvSpPr>
          <p:spPr>
            <a:xfrm>
              <a:off x="3763623" y="5635746"/>
              <a:ext cx="25400" cy="25400"/>
            </a:xfrm>
            <a:prstGeom prst="ellipse">
              <a:avLst/>
            </a:prstGeom>
            <a:solidFill>
              <a:srgbClr val="070154"/>
            </a:solidFill>
            <a:ln>
              <a:noFill/>
            </a:ln>
          </p:spPr>
        </p:sp>
        <p:sp>
          <p:nvSpPr>
            <p:cNvPr id="90" name="node04.items.source-003.arc.arrow-2"/>
            <p:cNvSpPr/>
            <p:nvPr/>
          </p:nvSpPr>
          <p:spPr>
            <a:xfrm>
              <a:off x="3673092" y="5697516"/>
              <a:ext cx="97067" cy="60353"/>
            </a:xfrm>
            <a:custGeom>
              <a:avLst/>
              <a:gdLst/>
              <a:ahLst/>
              <a:cxnLst/>
              <a:rect l="l" t="t" r="r" b="b"/>
              <a:pathLst>
                <a:path w="97067" h="60353">
                  <a:moveTo>
                    <a:pt x="0" y="0"/>
                  </a:moveTo>
                  <a:lnTo>
                    <a:pt x="97067" y="60353"/>
                  </a:lnTo>
                </a:path>
              </a:pathLst>
            </a:custGeom>
            <a:ln w="25400">
              <a:solidFill>
                <a:srgbClr val="070154"/>
              </a:solidFill>
              <a:prstDash val="solid"/>
            </a:ln>
          </p:spPr>
        </p:sp>
        <p:sp>
          <p:nvSpPr>
            <p:cNvPr id="91" name="node04.items.source-003.arc.arrow-2.cap-1"/>
            <p:cNvSpPr/>
            <p:nvPr/>
          </p:nvSpPr>
          <p:spPr>
            <a:xfrm>
              <a:off x="3660392" y="5684816"/>
              <a:ext cx="25400" cy="25400"/>
            </a:xfrm>
            <a:prstGeom prst="ellipse">
              <a:avLst/>
            </a:prstGeom>
            <a:solidFill>
              <a:srgbClr val="070154"/>
            </a:solidFill>
            <a:ln>
              <a:noFill/>
            </a:ln>
          </p:spPr>
        </p:sp>
        <p:sp>
          <p:nvSpPr>
            <p:cNvPr id="92" name="node04.items.source-003.arc.arrow-2.cap-2"/>
            <p:cNvSpPr/>
            <p:nvPr/>
          </p:nvSpPr>
          <p:spPr>
            <a:xfrm>
              <a:off x="3757459" y="5745169"/>
              <a:ext cx="25400" cy="25400"/>
            </a:xfrm>
            <a:prstGeom prst="ellipse">
              <a:avLst/>
            </a:prstGeom>
            <a:solidFill>
              <a:srgbClr val="070154"/>
            </a:solidFill>
            <a:ln>
              <a:noFill/>
            </a:ln>
          </p:spPr>
        </p:sp>
        <p:sp>
          <p:nvSpPr>
            <p:cNvPr id="93" name="node04.items.source-004.arc"/>
            <p:cNvSpPr/>
            <p:nvPr/>
          </p:nvSpPr>
          <p:spPr>
            <a:xfrm>
              <a:off x="1462200" y="5067566"/>
              <a:ext cx="330332" cy="247384"/>
            </a:xfrm>
            <a:custGeom>
              <a:avLst/>
              <a:gdLst/>
              <a:ahLst/>
              <a:cxnLst/>
              <a:rect l="l" t="t" r="r" b="b"/>
              <a:pathLst>
                <a:path w="330332" h="247384">
                  <a:moveTo>
                    <a:pt x="330332" y="247384"/>
                  </a:moveTo>
                  <a:lnTo>
                    <a:pt x="310828" y="237772"/>
                  </a:lnTo>
                  <a:lnTo>
                    <a:pt x="291799" y="228085"/>
                  </a:lnTo>
                  <a:lnTo>
                    <a:pt x="273251" y="218326"/>
                  </a:lnTo>
                  <a:lnTo>
                    <a:pt x="255186" y="208496"/>
                  </a:lnTo>
                  <a:lnTo>
                    <a:pt x="237607" y="198597"/>
                  </a:lnTo>
                  <a:lnTo>
                    <a:pt x="220519" y="188631"/>
                  </a:lnTo>
                  <a:lnTo>
                    <a:pt x="203924" y="178600"/>
                  </a:lnTo>
                  <a:lnTo>
                    <a:pt x="187826" y="168506"/>
                  </a:lnTo>
                  <a:lnTo>
                    <a:pt x="172227" y="158350"/>
                  </a:lnTo>
                  <a:lnTo>
                    <a:pt x="157132" y="148135"/>
                  </a:lnTo>
                  <a:lnTo>
                    <a:pt x="142541" y="137863"/>
                  </a:lnTo>
                  <a:lnTo>
                    <a:pt x="128459" y="127535"/>
                  </a:lnTo>
                  <a:lnTo>
                    <a:pt x="114888" y="117153"/>
                  </a:lnTo>
                  <a:lnTo>
                    <a:pt x="101830" y="106720"/>
                  </a:lnTo>
                  <a:lnTo>
                    <a:pt x="89289" y="96238"/>
                  </a:lnTo>
                  <a:lnTo>
                    <a:pt x="77266" y="85708"/>
                  </a:lnTo>
                  <a:lnTo>
                    <a:pt x="65763" y="75132"/>
                  </a:lnTo>
                  <a:lnTo>
                    <a:pt x="54784" y="64513"/>
                  </a:lnTo>
                  <a:lnTo>
                    <a:pt x="44330" y="53853"/>
                  </a:lnTo>
                  <a:lnTo>
                    <a:pt x="34402" y="43153"/>
                  </a:lnTo>
                  <a:lnTo>
                    <a:pt x="25004" y="32416"/>
                  </a:lnTo>
                  <a:lnTo>
                    <a:pt x="16136" y="21643"/>
                  </a:lnTo>
                  <a:lnTo>
                    <a:pt x="7801" y="10837"/>
                  </a:lnTo>
                  <a:lnTo>
                    <a:pt x="0" y="0"/>
                  </a:lnTo>
                </a:path>
              </a:pathLst>
            </a:custGeom>
            <a:ln w="25400">
              <a:solidFill>
                <a:srgbClr val="070154"/>
              </a:solidFill>
              <a:prstDash val="solid"/>
            </a:ln>
          </p:spPr>
        </p:sp>
        <p:sp>
          <p:nvSpPr>
            <p:cNvPr id="94" name="node04.items.source-004.arc.cap-1"/>
            <p:cNvSpPr/>
            <p:nvPr/>
          </p:nvSpPr>
          <p:spPr>
            <a:xfrm>
              <a:off x="1779832" y="5302250"/>
              <a:ext cx="25400" cy="25400"/>
            </a:xfrm>
            <a:prstGeom prst="ellipse">
              <a:avLst/>
            </a:prstGeom>
            <a:solidFill>
              <a:srgbClr val="070154"/>
            </a:solidFill>
            <a:ln>
              <a:noFill/>
            </a:ln>
          </p:spPr>
        </p:sp>
        <p:sp>
          <p:nvSpPr>
            <p:cNvPr id="95" name="node04.items.source-004.arc.cap-2"/>
            <p:cNvSpPr/>
            <p:nvPr/>
          </p:nvSpPr>
          <p:spPr>
            <a:xfrm>
              <a:off x="1449500" y="5054866"/>
              <a:ext cx="25400" cy="25400"/>
            </a:xfrm>
            <a:prstGeom prst="ellipse">
              <a:avLst/>
            </a:prstGeom>
            <a:solidFill>
              <a:srgbClr val="070154"/>
            </a:solidFill>
            <a:ln>
              <a:noFill/>
            </a:ln>
          </p:spPr>
        </p:sp>
        <p:sp>
          <p:nvSpPr>
            <p:cNvPr id="96" name="node04.items.source-004.arc.arrow-1"/>
            <p:cNvSpPr/>
            <p:nvPr/>
          </p:nvSpPr>
          <p:spPr>
            <a:xfrm>
              <a:off x="1462200" y="5067566"/>
              <a:ext cx="103076" cy="49394"/>
            </a:xfrm>
            <a:custGeom>
              <a:avLst/>
              <a:gdLst/>
              <a:ahLst/>
              <a:cxnLst/>
              <a:rect l="l" t="t" r="r" b="b"/>
              <a:pathLst>
                <a:path w="103076" h="49394">
                  <a:moveTo>
                    <a:pt x="0" y="0"/>
                  </a:moveTo>
                  <a:lnTo>
                    <a:pt x="103076" y="49394"/>
                  </a:lnTo>
                </a:path>
              </a:pathLst>
            </a:custGeom>
            <a:ln w="25400">
              <a:solidFill>
                <a:srgbClr val="070154"/>
              </a:solidFill>
              <a:prstDash val="solid"/>
            </a:ln>
          </p:spPr>
        </p:sp>
        <p:sp>
          <p:nvSpPr>
            <p:cNvPr id="97" name="node04.items.source-004.arc.arrow-1.cap-1"/>
            <p:cNvSpPr/>
            <p:nvPr/>
          </p:nvSpPr>
          <p:spPr>
            <a:xfrm>
              <a:off x="1449500" y="5054866"/>
              <a:ext cx="25400" cy="25400"/>
            </a:xfrm>
            <a:prstGeom prst="ellipse">
              <a:avLst/>
            </a:prstGeom>
            <a:solidFill>
              <a:srgbClr val="070154"/>
            </a:solidFill>
            <a:ln>
              <a:noFill/>
            </a:ln>
          </p:spPr>
        </p:sp>
        <p:sp>
          <p:nvSpPr>
            <p:cNvPr id="98" name="node04.items.source-004.arc.arrow-1.cap-2"/>
            <p:cNvSpPr/>
            <p:nvPr/>
          </p:nvSpPr>
          <p:spPr>
            <a:xfrm>
              <a:off x="1552577" y="5104260"/>
              <a:ext cx="25400" cy="25400"/>
            </a:xfrm>
            <a:prstGeom prst="ellipse">
              <a:avLst/>
            </a:prstGeom>
            <a:solidFill>
              <a:srgbClr val="070154"/>
            </a:solidFill>
            <a:ln>
              <a:noFill/>
            </a:ln>
          </p:spPr>
        </p:sp>
        <p:sp>
          <p:nvSpPr>
            <p:cNvPr id="99" name="node04.items.source-004.arc.arrow-2"/>
            <p:cNvSpPr/>
            <p:nvPr/>
          </p:nvSpPr>
          <p:spPr>
            <a:xfrm>
              <a:off x="1462200" y="5067566"/>
              <a:ext cx="14129" cy="113423"/>
            </a:xfrm>
            <a:custGeom>
              <a:avLst/>
              <a:gdLst/>
              <a:ahLst/>
              <a:cxnLst/>
              <a:rect l="l" t="t" r="r" b="b"/>
              <a:pathLst>
                <a:path w="14129" h="113423">
                  <a:moveTo>
                    <a:pt x="0" y="0"/>
                  </a:moveTo>
                  <a:lnTo>
                    <a:pt x="14129" y="113423"/>
                  </a:lnTo>
                </a:path>
              </a:pathLst>
            </a:custGeom>
            <a:ln w="25400">
              <a:solidFill>
                <a:srgbClr val="070154"/>
              </a:solidFill>
              <a:prstDash val="solid"/>
            </a:ln>
          </p:spPr>
        </p:sp>
        <p:sp>
          <p:nvSpPr>
            <p:cNvPr id="100" name="node04.items.source-004.arc.arrow-2.cap-1"/>
            <p:cNvSpPr/>
            <p:nvPr/>
          </p:nvSpPr>
          <p:spPr>
            <a:xfrm>
              <a:off x="1449500" y="5054866"/>
              <a:ext cx="25400" cy="25400"/>
            </a:xfrm>
            <a:prstGeom prst="ellipse">
              <a:avLst/>
            </a:prstGeom>
            <a:solidFill>
              <a:srgbClr val="070154"/>
            </a:solidFill>
            <a:ln>
              <a:noFill/>
            </a:ln>
          </p:spPr>
        </p:sp>
        <p:sp>
          <p:nvSpPr>
            <p:cNvPr id="101" name="node04.items.source-004.arc.arrow-2.cap-2"/>
            <p:cNvSpPr/>
            <p:nvPr/>
          </p:nvSpPr>
          <p:spPr>
            <a:xfrm>
              <a:off x="1463629" y="5168290"/>
              <a:ext cx="25400" cy="25400"/>
            </a:xfrm>
            <a:prstGeom prst="ellipse">
              <a:avLst/>
            </a:prstGeom>
            <a:solidFill>
              <a:srgbClr val="070154"/>
            </a:solidFill>
            <a:ln>
              <a:noFill/>
            </a:ln>
          </p:spPr>
        </p:sp>
        <p:sp>
          <p:nvSpPr>
            <p:cNvPr id="102" name="node04.loops.source-001.curve"/>
            <p:cNvSpPr/>
            <p:nvPr/>
          </p:nvSpPr>
          <p:spPr>
            <a:xfrm>
              <a:off x="5927580" y="4950916"/>
              <a:ext cx="295264" cy="306478"/>
            </a:xfrm>
            <a:custGeom>
              <a:avLst/>
              <a:gdLst/>
              <a:ahLst/>
              <a:cxnLst/>
              <a:rect l="l" t="t" r="r" b="b"/>
              <a:pathLst>
                <a:path w="295264" h="306478">
                  <a:moveTo>
                    <a:pt x="441" y="306478"/>
                  </a:moveTo>
                  <a:quadBezTo>
                    <a:pt x="-11415" y="114003"/>
                    <a:pt x="295264" y="0"/>
                  </a:quadBezTo>
                </a:path>
              </a:pathLst>
            </a:custGeom>
            <a:ln w="19050">
              <a:solidFill>
                <a:srgbClr val="0047FF"/>
              </a:solidFill>
              <a:prstDash val="dash"/>
            </a:ln>
          </p:spPr>
        </p:sp>
        <p:sp>
          <p:nvSpPr>
            <p:cNvPr id="103" name="node04.loops.source-001.arrow-1"/>
            <p:cNvSpPr/>
            <p:nvPr/>
          </p:nvSpPr>
          <p:spPr>
            <a:xfrm>
              <a:off x="6149425" y="4950916"/>
              <a:ext cx="73419" cy="87602"/>
            </a:xfrm>
            <a:custGeom>
              <a:avLst/>
              <a:gdLst/>
              <a:ahLst/>
              <a:cxnLst/>
              <a:rect l="l" t="t" r="r" b="b"/>
              <a:pathLst>
                <a:path w="73419" h="87602">
                  <a:moveTo>
                    <a:pt x="73419" y="0"/>
                  </a:moveTo>
                  <a:lnTo>
                    <a:pt x="0" y="87602"/>
                  </a:lnTo>
                </a:path>
              </a:pathLst>
            </a:custGeom>
            <a:ln w="25400">
              <a:solidFill>
                <a:srgbClr val="0047FF"/>
              </a:solidFill>
              <a:prstDash val="solid"/>
            </a:ln>
          </p:spPr>
        </p:sp>
        <p:sp>
          <p:nvSpPr>
            <p:cNvPr id="104" name="node04.loops.source-001.arrow-1.cap-1"/>
            <p:cNvSpPr/>
            <p:nvPr/>
          </p:nvSpPr>
          <p:spPr>
            <a:xfrm>
              <a:off x="6210144" y="4938216"/>
              <a:ext cx="25400" cy="25400"/>
            </a:xfrm>
            <a:prstGeom prst="ellipse">
              <a:avLst/>
            </a:prstGeom>
            <a:solidFill>
              <a:srgbClr val="0047FF"/>
            </a:solidFill>
            <a:ln>
              <a:noFill/>
            </a:ln>
          </p:spPr>
        </p:sp>
        <p:sp>
          <p:nvSpPr>
            <p:cNvPr id="105" name="node04.loops.source-001.arrow-1.cap-2"/>
            <p:cNvSpPr/>
            <p:nvPr/>
          </p:nvSpPr>
          <p:spPr>
            <a:xfrm>
              <a:off x="6136725" y="5025818"/>
              <a:ext cx="25400" cy="25400"/>
            </a:xfrm>
            <a:prstGeom prst="ellipse">
              <a:avLst/>
            </a:prstGeom>
            <a:solidFill>
              <a:srgbClr val="0047FF"/>
            </a:solidFill>
            <a:ln>
              <a:noFill/>
            </a:ln>
          </p:spPr>
        </p:sp>
        <p:sp>
          <p:nvSpPr>
            <p:cNvPr id="106" name="node04.loops.source-001.arrow-2"/>
            <p:cNvSpPr/>
            <p:nvPr/>
          </p:nvSpPr>
          <p:spPr>
            <a:xfrm>
              <a:off x="6109461" y="4936468"/>
              <a:ext cx="113383" cy="14448"/>
            </a:xfrm>
            <a:custGeom>
              <a:avLst/>
              <a:gdLst/>
              <a:ahLst/>
              <a:cxnLst/>
              <a:rect l="l" t="t" r="r" b="b"/>
              <a:pathLst>
                <a:path w="113383" h="14448">
                  <a:moveTo>
                    <a:pt x="113383" y="14448"/>
                  </a:moveTo>
                  <a:lnTo>
                    <a:pt x="0" y="0"/>
                  </a:lnTo>
                </a:path>
              </a:pathLst>
            </a:custGeom>
            <a:ln w="25400">
              <a:solidFill>
                <a:srgbClr val="0047FF"/>
              </a:solidFill>
              <a:prstDash val="solid"/>
            </a:ln>
          </p:spPr>
        </p:sp>
        <p:sp>
          <p:nvSpPr>
            <p:cNvPr id="107" name="node04.loops.source-001.arrow-2.cap-1"/>
            <p:cNvSpPr/>
            <p:nvPr/>
          </p:nvSpPr>
          <p:spPr>
            <a:xfrm>
              <a:off x="6210144" y="4938216"/>
              <a:ext cx="25400" cy="25400"/>
            </a:xfrm>
            <a:prstGeom prst="ellipse">
              <a:avLst/>
            </a:prstGeom>
            <a:solidFill>
              <a:srgbClr val="0047FF"/>
            </a:solidFill>
            <a:ln>
              <a:noFill/>
            </a:ln>
          </p:spPr>
        </p:sp>
        <p:sp>
          <p:nvSpPr>
            <p:cNvPr id="108" name="node04.loops.source-001.arrow-2.cap-2"/>
            <p:cNvSpPr/>
            <p:nvPr/>
          </p:nvSpPr>
          <p:spPr>
            <a:xfrm>
              <a:off x="6096761" y="4923768"/>
              <a:ext cx="25400" cy="25400"/>
            </a:xfrm>
            <a:prstGeom prst="ellipse">
              <a:avLst/>
            </a:prstGeom>
            <a:solidFill>
              <a:srgbClr val="0047FF"/>
            </a:solidFill>
            <a:ln>
              <a:noFill/>
            </a:ln>
          </p:spPr>
        </p:sp>
        <p:sp>
          <p:nvSpPr>
            <p:cNvPr id="109" name="node04.loops.source-002.curve"/>
            <p:cNvSpPr/>
            <p:nvPr/>
          </p:nvSpPr>
          <p:spPr>
            <a:xfrm>
              <a:off x="3041712" y="4419600"/>
              <a:ext cx="967036" cy="837794"/>
            </a:xfrm>
            <a:custGeom>
              <a:avLst/>
              <a:gdLst/>
              <a:ahLst/>
              <a:cxnLst/>
              <a:rect l="l" t="t" r="r" b="b"/>
              <a:pathLst>
                <a:path w="967036" h="837794">
                  <a:moveTo>
                    <a:pt x="0" y="837794"/>
                  </a:moveTo>
                  <a:quadBezTo>
                    <a:pt x="595639" y="437998"/>
                    <a:pt x="967036" y="0"/>
                  </a:quadBezTo>
                </a:path>
              </a:pathLst>
            </a:custGeom>
            <a:ln w="19050">
              <a:solidFill>
                <a:srgbClr val="0047FF"/>
              </a:solidFill>
              <a:prstDash val="dash"/>
            </a:ln>
          </p:spPr>
        </p:sp>
        <p:sp>
          <p:nvSpPr>
            <p:cNvPr id="110" name="node04.loops.source-002.arrow-1"/>
            <p:cNvSpPr/>
            <p:nvPr/>
          </p:nvSpPr>
          <p:spPr>
            <a:xfrm>
              <a:off x="3984534" y="4419600"/>
              <a:ext cx="24214" cy="111706"/>
            </a:xfrm>
            <a:custGeom>
              <a:avLst/>
              <a:gdLst/>
              <a:ahLst/>
              <a:cxnLst/>
              <a:rect l="l" t="t" r="r" b="b"/>
              <a:pathLst>
                <a:path w="24214" h="111706">
                  <a:moveTo>
                    <a:pt x="24214" y="0"/>
                  </a:moveTo>
                  <a:lnTo>
                    <a:pt x="0" y="111706"/>
                  </a:lnTo>
                </a:path>
              </a:pathLst>
            </a:custGeom>
            <a:ln w="25400">
              <a:solidFill>
                <a:srgbClr val="0047FF"/>
              </a:solidFill>
              <a:prstDash val="solid"/>
            </a:ln>
          </p:spPr>
        </p:sp>
        <p:sp>
          <p:nvSpPr>
            <p:cNvPr id="111" name="node04.loops.source-002.arrow-1.cap-1"/>
            <p:cNvSpPr/>
            <p:nvPr/>
          </p:nvSpPr>
          <p:spPr>
            <a:xfrm>
              <a:off x="3996048" y="4406900"/>
              <a:ext cx="25400" cy="25400"/>
            </a:xfrm>
            <a:prstGeom prst="ellipse">
              <a:avLst/>
            </a:prstGeom>
            <a:solidFill>
              <a:srgbClr val="0047FF"/>
            </a:solidFill>
            <a:ln>
              <a:noFill/>
            </a:ln>
          </p:spPr>
        </p:sp>
        <p:sp>
          <p:nvSpPr>
            <p:cNvPr id="112" name="node04.loops.source-002.arrow-1.cap-2"/>
            <p:cNvSpPr/>
            <p:nvPr/>
          </p:nvSpPr>
          <p:spPr>
            <a:xfrm>
              <a:off x="3971834" y="4518606"/>
              <a:ext cx="25400" cy="25400"/>
            </a:xfrm>
            <a:prstGeom prst="ellipse">
              <a:avLst/>
            </a:prstGeom>
            <a:solidFill>
              <a:srgbClr val="0047FF"/>
            </a:solidFill>
            <a:ln>
              <a:noFill/>
            </a:ln>
          </p:spPr>
        </p:sp>
        <p:sp>
          <p:nvSpPr>
            <p:cNvPr id="113" name="node04.loops.source-002.arrow-2"/>
            <p:cNvSpPr/>
            <p:nvPr/>
          </p:nvSpPr>
          <p:spPr>
            <a:xfrm>
              <a:off x="3901668" y="4419600"/>
              <a:ext cx="107080" cy="39980"/>
            </a:xfrm>
            <a:custGeom>
              <a:avLst/>
              <a:gdLst/>
              <a:ahLst/>
              <a:cxnLst/>
              <a:rect l="l" t="t" r="r" b="b"/>
              <a:pathLst>
                <a:path w="107080" h="39980">
                  <a:moveTo>
                    <a:pt x="107080" y="0"/>
                  </a:moveTo>
                  <a:lnTo>
                    <a:pt x="0" y="39980"/>
                  </a:lnTo>
                </a:path>
              </a:pathLst>
            </a:custGeom>
            <a:ln w="25400">
              <a:solidFill>
                <a:srgbClr val="0047FF"/>
              </a:solidFill>
              <a:prstDash val="solid"/>
            </a:ln>
          </p:spPr>
        </p:sp>
        <p:sp>
          <p:nvSpPr>
            <p:cNvPr id="114" name="node04.loops.source-002.arrow-2.cap-1"/>
            <p:cNvSpPr/>
            <p:nvPr/>
          </p:nvSpPr>
          <p:spPr>
            <a:xfrm>
              <a:off x="3996048" y="4406900"/>
              <a:ext cx="25400" cy="25400"/>
            </a:xfrm>
            <a:prstGeom prst="ellipse">
              <a:avLst/>
            </a:prstGeom>
            <a:solidFill>
              <a:srgbClr val="0047FF"/>
            </a:solidFill>
            <a:ln>
              <a:noFill/>
            </a:ln>
          </p:spPr>
        </p:sp>
        <p:sp>
          <p:nvSpPr>
            <p:cNvPr id="115" name="node04.loops.source-002.arrow-2.cap-2"/>
            <p:cNvSpPr/>
            <p:nvPr/>
          </p:nvSpPr>
          <p:spPr>
            <a:xfrm>
              <a:off x="3888968" y="4446880"/>
              <a:ext cx="25400" cy="25400"/>
            </a:xfrm>
            <a:prstGeom prst="ellipse">
              <a:avLst/>
            </a:prstGeom>
            <a:solidFill>
              <a:srgbClr val="0047FF"/>
            </a:solidFill>
            <a:ln>
              <a:noFill/>
            </a:ln>
          </p:spPr>
        </p:sp>
        <p:sp>
          <p:nvSpPr>
            <p:cNvPr id="116" name="node04.center.label"/>
            <p:cNvSpPr/>
            <p:nvPr/>
          </p:nvSpPr>
          <p:spPr>
            <a:xfrm>
              <a:off x="2781300" y="4495800"/>
              <a:ext cx="2971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SDLC</a:t>
              </a:r>
              <a:endParaRPr lang="en-US" sz="900" spc="54" kern="0" b="0" i="0" dirty="0">
                <a:solidFill>
                  <a:srgbClr val="0047FF"/>
                </a:solidFill>
                <a:latin typeface="IBM Plex Mono SemiBold"/>
                <a:ea typeface="IBM Plex Mono SemiBold"/>
                <a:cs typeface="IBM Plex Mono SemiBold"/>
              </a:endParaRPr>
            </a:p>
          </p:txBody>
        </p:sp>
        <p:sp>
          <p:nvSpPr>
            <p:cNvPr id="117" name="node04.items.source-001.surface"/>
            <p:cNvSpPr/>
            <p:nvPr/>
          </p:nvSpPr>
          <p:spPr>
            <a:xfrm>
              <a:off x="3581400" y="3886200"/>
              <a:ext cx="1371600" cy="457200"/>
            </a:xfrm>
            <a:prstGeom prst="rect">
              <a:avLst/>
            </a:prstGeom>
            <a:solidFill>
              <a:srgbClr val="070154"/>
            </a:solidFill>
            <a:ln>
              <a:noFill/>
            </a:ln>
          </p:spPr>
        </p:sp>
        <p:sp>
          <p:nvSpPr>
            <p:cNvPr id="118" name="node04.items.source-001.label"/>
            <p:cNvSpPr/>
            <p:nvPr/>
          </p:nvSpPr>
          <p:spPr>
            <a:xfrm>
              <a:off x="3733800" y="3981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Design</a:t>
              </a:r>
              <a:endParaRPr lang="en-US" sz="1400" spc="0" kern="0" b="0" i="0" dirty="0">
                <a:solidFill>
                  <a:srgbClr val="FFFFFF"/>
                </a:solidFill>
                <a:latin typeface="IBM Plex Sans SemiBold"/>
                <a:ea typeface="IBM Plex Sans SemiBold"/>
                <a:cs typeface="IBM Plex Sans SemiBold"/>
              </a:endParaRPr>
            </a:p>
          </p:txBody>
        </p:sp>
        <p:sp>
          <p:nvSpPr>
            <p:cNvPr id="119" name="node04.items.source-002.surface"/>
            <p:cNvSpPr/>
            <p:nvPr/>
          </p:nvSpPr>
          <p:spPr>
            <a:xfrm>
              <a:off x="6299044" y="4439056"/>
              <a:ext cx="1371600" cy="457200"/>
            </a:xfrm>
            <a:prstGeom prst="rect">
              <a:avLst/>
            </a:prstGeom>
            <a:solidFill>
              <a:srgbClr val="070154"/>
            </a:solidFill>
            <a:ln>
              <a:noFill/>
            </a:ln>
          </p:spPr>
        </p:sp>
        <p:sp>
          <p:nvSpPr>
            <p:cNvPr id="120" name="node04.items.source-002.label"/>
            <p:cNvSpPr/>
            <p:nvPr/>
          </p:nvSpPr>
          <p:spPr>
            <a:xfrm>
              <a:off x="6451444" y="4534306"/>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121" name="node04.items.source-003.surface"/>
            <p:cNvSpPr/>
            <p:nvPr/>
          </p:nvSpPr>
          <p:spPr>
            <a:xfrm>
              <a:off x="5260996" y="5333594"/>
              <a:ext cx="1371600" cy="457200"/>
            </a:xfrm>
            <a:prstGeom prst="rect">
              <a:avLst/>
            </a:prstGeom>
            <a:solidFill>
              <a:srgbClr val="070154"/>
            </a:solidFill>
            <a:ln>
              <a:noFill/>
            </a:ln>
          </p:spPr>
        </p:sp>
        <p:sp>
          <p:nvSpPr>
            <p:cNvPr id="122" name="node04.items.source-003.label"/>
            <p:cNvSpPr/>
            <p:nvPr/>
          </p:nvSpPr>
          <p:spPr>
            <a:xfrm>
              <a:off x="5413396" y="5428844"/>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Test</a:t>
              </a:r>
              <a:endParaRPr lang="en-US" sz="1400" spc="0" kern="0" b="0" i="0" dirty="0">
                <a:solidFill>
                  <a:srgbClr val="FFFFFF"/>
                </a:solidFill>
                <a:latin typeface="IBM Plex Sans SemiBold"/>
                <a:ea typeface="IBM Plex Sans SemiBold"/>
                <a:cs typeface="IBM Plex Sans SemiBold"/>
              </a:endParaRPr>
            </a:p>
          </p:txBody>
        </p:sp>
        <p:sp>
          <p:nvSpPr>
            <p:cNvPr id="123" name="node04.items.source-004.surface"/>
            <p:cNvSpPr/>
            <p:nvPr/>
          </p:nvSpPr>
          <p:spPr>
            <a:xfrm>
              <a:off x="1901804" y="5333594"/>
              <a:ext cx="1371600" cy="457200"/>
            </a:xfrm>
            <a:prstGeom prst="rect">
              <a:avLst/>
            </a:prstGeom>
            <a:solidFill>
              <a:srgbClr val="070154"/>
            </a:solidFill>
            <a:ln>
              <a:noFill/>
            </a:ln>
          </p:spPr>
        </p:sp>
        <p:sp>
          <p:nvSpPr>
            <p:cNvPr id="124" name="node04.items.source-004.label"/>
            <p:cNvSpPr/>
            <p:nvPr/>
          </p:nvSpPr>
          <p:spPr>
            <a:xfrm>
              <a:off x="2054204" y="5428844"/>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Verify</a:t>
              </a:r>
              <a:endParaRPr lang="en-US" sz="1400" spc="0" kern="0" b="0" i="0" dirty="0">
                <a:solidFill>
                  <a:srgbClr val="FFFFFF"/>
                </a:solidFill>
                <a:latin typeface="IBM Plex Sans SemiBold"/>
                <a:ea typeface="IBM Plex Sans SemiBold"/>
                <a:cs typeface="IBM Plex Sans SemiBold"/>
              </a:endParaRPr>
            </a:p>
          </p:txBody>
        </p:sp>
        <p:sp>
          <p:nvSpPr>
            <p:cNvPr id="125" name="node04.items.source-005.surface"/>
            <p:cNvSpPr/>
            <p:nvPr/>
          </p:nvSpPr>
          <p:spPr>
            <a:xfrm>
              <a:off x="863756" y="4439056"/>
              <a:ext cx="1371600" cy="457200"/>
            </a:xfrm>
            <a:prstGeom prst="rect">
              <a:avLst/>
            </a:prstGeom>
            <a:solidFill>
              <a:srgbClr val="070154"/>
            </a:solidFill>
            <a:ln>
              <a:noFill/>
            </a:ln>
          </p:spPr>
        </p:sp>
        <p:sp>
          <p:nvSpPr>
            <p:cNvPr id="126" name="node04.items.source-005.label"/>
            <p:cNvSpPr/>
            <p:nvPr/>
          </p:nvSpPr>
          <p:spPr>
            <a:xfrm>
              <a:off x="1016156" y="4534306"/>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Release</a:t>
              </a:r>
              <a:endParaRPr lang="en-US" sz="1400" spc="0" kern="0" b="0" i="0" dirty="0">
                <a:solidFill>
                  <a:srgbClr val="FFFFFF"/>
                </a:solidFill>
                <a:latin typeface="IBM Plex Sans SemiBold"/>
                <a:ea typeface="IBM Plex Sans SemiBold"/>
                <a:cs typeface="IBM Plex Sans SemiBold"/>
              </a:endParaRPr>
            </a:p>
          </p:txBody>
        </p:sp>
      </p:grpSp>
      <p:grpSp>
        <p:nvGrpSpPr>
          <p:cNvPr id="134" name="node05"/>
          <p:cNvGrpSpPr/>
          <p:nvPr/>
        </p:nvGrpSpPr>
        <p:grpSpPr>
          <a:xfrm>
            <a:off x="8953500" y="1600200"/>
            <a:ext cx="2514600" cy="152400"/>
            <a:chOff x="8953500" y="1600200"/>
            <a:chExt cx="2514600" cy="152400"/>
          </a:xfrm>
        </p:grpSpPr>
        <p:sp>
          <p:nvSpPr>
            <p:cNvPr id="127" name="node05.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HOW TO READ IT</a:t>
              </a:r>
              <a:endParaRPr lang="en-US" sz="900" spc="54" kern="0" b="0" i="0" dirty="0">
                <a:solidFill>
                  <a:srgbClr val="CED7E6"/>
                </a:solidFill>
                <a:latin typeface="IBM Plex Mono Medium"/>
                <a:ea typeface="IBM Plex Mono Medium"/>
                <a:cs typeface="IBM Plex Mono Medium"/>
              </a:endParaRPr>
            </a:p>
          </p:txBody>
        </p:sp>
      </p:grpSp>
      <p:grpSp>
        <p:nvGrpSpPr>
          <p:cNvPr id="135" name="node06"/>
          <p:cNvGrpSpPr/>
          <p:nvPr/>
        </p:nvGrpSpPr>
        <p:grpSpPr>
          <a:xfrm>
            <a:off x="8953500" y="2057400"/>
            <a:ext cx="2514600" cy="1143000"/>
            <a:chOff x="8953500" y="2057400"/>
            <a:chExt cx="2514600" cy="1143000"/>
          </a:xfrm>
        </p:grpSpPr>
        <p:sp>
          <p:nvSpPr>
            <p:cNvPr id="128" name="node06.text"/>
            <p:cNvSpPr/>
            <p:nvPr/>
          </p:nvSpPr>
          <p:spPr>
            <a:xfrm>
              <a:off x="8953500" y="2057400"/>
              <a:ext cx="25146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PDLC is the superset; the SDLC is a subset.</a:t>
              </a:r>
              <a:endParaRPr lang="en-US" sz="2400" spc="-36" kern="0" b="0" i="0" dirty="0">
                <a:solidFill>
                  <a:srgbClr val="FFFFFF"/>
                </a:solidFill>
                <a:latin typeface="IBM Plex Sans SemiBold"/>
                <a:ea typeface="IBM Plex Sans SemiBold"/>
                <a:cs typeface="IBM Plex Sans SemiBold"/>
              </a:endParaRPr>
            </a:p>
          </p:txBody>
        </p:sp>
      </p:grpSp>
      <p:grpSp>
        <p:nvGrpSpPr>
          <p:cNvPr id="136" name="node07"/>
          <p:cNvGrpSpPr/>
          <p:nvPr/>
        </p:nvGrpSpPr>
        <p:grpSpPr>
          <a:xfrm>
            <a:off x="8953500" y="3657600"/>
            <a:ext cx="2514600" cy="685800"/>
            <a:chOff x="8953500" y="3657600"/>
            <a:chExt cx="2514600" cy="685800"/>
          </a:xfrm>
        </p:grpSpPr>
        <p:sp>
          <p:nvSpPr>
            <p:cNvPr id="129" name="node07.text"/>
            <p:cNvSpPr/>
            <p:nvPr/>
          </p:nvSpPr>
          <p:spPr>
            <a:xfrm>
              <a:off x="8953500" y="36576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The SDLC runs from Define to Optimize. Dark phases are where it applies; both loop back.</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ource-49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steps, and two ways work loops back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49</a:t>
            </a:fld>
            <a:endParaRPr lang="en-US" sz="700" spc="0" kern="0" b="0" i="0" dirty="0">
              <a:solidFill>
                <a:srgbClr val="070154"/>
              </a:solidFill>
              <a:latin typeface="IBM Plex Mono SemiBold"/>
              <a:ea typeface="IBM Plex Mono SemiBold"/>
              <a:cs typeface="IBM Plex Mono SemiBold"/>
            </a:endParaRPr>
          </a:p>
        </p:txBody>
      </p:sp>
      <p:grpSp>
        <p:nvGrpSpPr>
          <p:cNvPr id="81" name="node01"/>
          <p:cNvGrpSpPr/>
          <p:nvPr/>
        </p:nvGrpSpPr>
        <p:grpSpPr>
          <a:xfrm>
            <a:off x="723900" y="1600200"/>
            <a:ext cx="7086600" cy="4343400"/>
            <a:chOff x="723900" y="1600200"/>
            <a:chExt cx="7086600" cy="4343400"/>
          </a:xfrm>
        </p:grpSpPr>
        <p:sp>
          <p:nvSpPr>
            <p:cNvPr id="6" name="node01.items.source-001.arc"/>
            <p:cNvSpPr/>
            <p:nvPr/>
          </p:nvSpPr>
          <p:spPr>
            <a:xfrm>
              <a:off x="5294393" y="2298908"/>
              <a:ext cx="895463" cy="381658"/>
            </a:xfrm>
            <a:custGeom>
              <a:avLst/>
              <a:gdLst/>
              <a:ahLst/>
              <a:cxnLst/>
              <a:rect l="l" t="t" r="r" b="b"/>
              <a:pathLst>
                <a:path w="895463" h="381658">
                  <a:moveTo>
                    <a:pt x="0" y="0"/>
                  </a:moveTo>
                  <a:lnTo>
                    <a:pt x="42077" y="11136"/>
                  </a:lnTo>
                  <a:lnTo>
                    <a:pt x="83828" y="22718"/>
                  </a:lnTo>
                  <a:lnTo>
                    <a:pt x="125241" y="34742"/>
                  </a:lnTo>
                  <a:lnTo>
                    <a:pt x="166303" y="47203"/>
                  </a:lnTo>
                  <a:lnTo>
                    <a:pt x="207001" y="60099"/>
                  </a:lnTo>
                  <a:lnTo>
                    <a:pt x="247323" y="73425"/>
                  </a:lnTo>
                  <a:lnTo>
                    <a:pt x="287257" y="87178"/>
                  </a:lnTo>
                  <a:lnTo>
                    <a:pt x="326791" y="101353"/>
                  </a:lnTo>
                  <a:lnTo>
                    <a:pt x="365912" y="115945"/>
                  </a:lnTo>
                  <a:lnTo>
                    <a:pt x="404608" y="130951"/>
                  </a:lnTo>
                  <a:lnTo>
                    <a:pt x="442869" y="146366"/>
                  </a:lnTo>
                  <a:lnTo>
                    <a:pt x="480682" y="162185"/>
                  </a:lnTo>
                  <a:lnTo>
                    <a:pt x="518036" y="178403"/>
                  </a:lnTo>
                  <a:lnTo>
                    <a:pt x="554918" y="195015"/>
                  </a:lnTo>
                  <a:lnTo>
                    <a:pt x="591319" y="212017"/>
                  </a:lnTo>
                  <a:lnTo>
                    <a:pt x="627227" y="229403"/>
                  </a:lnTo>
                  <a:lnTo>
                    <a:pt x="662631" y="247168"/>
                  </a:lnTo>
                  <a:lnTo>
                    <a:pt x="697521" y="265306"/>
                  </a:lnTo>
                  <a:lnTo>
                    <a:pt x="731884" y="283812"/>
                  </a:lnTo>
                  <a:lnTo>
                    <a:pt x="765712" y="302680"/>
                  </a:lnTo>
                  <a:lnTo>
                    <a:pt x="798994" y="321904"/>
                  </a:lnTo>
                  <a:lnTo>
                    <a:pt x="831720" y="341480"/>
                  </a:lnTo>
                  <a:lnTo>
                    <a:pt x="863879" y="361400"/>
                  </a:lnTo>
                  <a:lnTo>
                    <a:pt x="895463" y="381658"/>
                  </a:lnTo>
                </a:path>
              </a:pathLst>
            </a:custGeom>
            <a:ln w="25400">
              <a:solidFill>
                <a:srgbClr val="070154"/>
              </a:solidFill>
              <a:prstDash val="solid"/>
            </a:ln>
          </p:spPr>
        </p:sp>
        <p:sp>
          <p:nvSpPr>
            <p:cNvPr id="7" name="node01.items.source-001.arc.cap-1"/>
            <p:cNvSpPr/>
            <p:nvPr/>
          </p:nvSpPr>
          <p:spPr>
            <a:xfrm>
              <a:off x="5281693" y="2286208"/>
              <a:ext cx="25400" cy="25400"/>
            </a:xfrm>
            <a:prstGeom prst="ellipse">
              <a:avLst/>
            </a:prstGeom>
            <a:solidFill>
              <a:srgbClr val="070154"/>
            </a:solidFill>
            <a:ln>
              <a:noFill/>
            </a:ln>
          </p:spPr>
        </p:sp>
        <p:sp>
          <p:nvSpPr>
            <p:cNvPr id="8" name="node01.items.source-001.arc.cap-2"/>
            <p:cNvSpPr/>
            <p:nvPr/>
          </p:nvSpPr>
          <p:spPr>
            <a:xfrm>
              <a:off x="6177156" y="2667866"/>
              <a:ext cx="25400" cy="25400"/>
            </a:xfrm>
            <a:prstGeom prst="ellipse">
              <a:avLst/>
            </a:prstGeom>
            <a:solidFill>
              <a:srgbClr val="070154"/>
            </a:solidFill>
            <a:ln>
              <a:noFill/>
            </a:ln>
          </p:spPr>
        </p:sp>
        <p:sp>
          <p:nvSpPr>
            <p:cNvPr id="9" name="node01.items.source-001.arc.arrow-1"/>
            <p:cNvSpPr/>
            <p:nvPr/>
          </p:nvSpPr>
          <p:spPr>
            <a:xfrm>
              <a:off x="6075838" y="2672534"/>
              <a:ext cx="114017" cy="8032"/>
            </a:xfrm>
            <a:custGeom>
              <a:avLst/>
              <a:gdLst/>
              <a:ahLst/>
              <a:cxnLst/>
              <a:rect l="l" t="t" r="r" b="b"/>
              <a:pathLst>
                <a:path w="114017" h="8032">
                  <a:moveTo>
                    <a:pt x="114017" y="8032"/>
                  </a:moveTo>
                  <a:lnTo>
                    <a:pt x="0" y="0"/>
                  </a:lnTo>
                </a:path>
              </a:pathLst>
            </a:custGeom>
            <a:ln w="25400">
              <a:solidFill>
                <a:srgbClr val="070154"/>
              </a:solidFill>
              <a:prstDash val="solid"/>
            </a:ln>
          </p:spPr>
        </p:sp>
        <p:sp>
          <p:nvSpPr>
            <p:cNvPr id="10" name="node01.items.source-001.arc.arrow-1.cap-1"/>
            <p:cNvSpPr/>
            <p:nvPr/>
          </p:nvSpPr>
          <p:spPr>
            <a:xfrm>
              <a:off x="6177156" y="2667866"/>
              <a:ext cx="25400" cy="25400"/>
            </a:xfrm>
            <a:prstGeom prst="ellipse">
              <a:avLst/>
            </a:prstGeom>
            <a:solidFill>
              <a:srgbClr val="070154"/>
            </a:solidFill>
            <a:ln>
              <a:noFill/>
            </a:ln>
          </p:spPr>
        </p:sp>
        <p:sp>
          <p:nvSpPr>
            <p:cNvPr id="11" name="node01.items.source-001.arc.arrow-1.cap-2"/>
            <p:cNvSpPr/>
            <p:nvPr/>
          </p:nvSpPr>
          <p:spPr>
            <a:xfrm>
              <a:off x="6063138" y="2659834"/>
              <a:ext cx="25400" cy="25400"/>
            </a:xfrm>
            <a:prstGeom prst="ellipse">
              <a:avLst/>
            </a:prstGeom>
            <a:solidFill>
              <a:srgbClr val="070154"/>
            </a:solidFill>
            <a:ln>
              <a:noFill/>
            </a:ln>
          </p:spPr>
        </p:sp>
        <p:sp>
          <p:nvSpPr>
            <p:cNvPr id="12" name="node01.items.source-001.arc.arrow-2"/>
            <p:cNvSpPr/>
            <p:nvPr/>
          </p:nvSpPr>
          <p:spPr>
            <a:xfrm>
              <a:off x="6135010" y="2580284"/>
              <a:ext cx="54845" cy="100282"/>
            </a:xfrm>
            <a:custGeom>
              <a:avLst/>
              <a:gdLst/>
              <a:ahLst/>
              <a:cxnLst/>
              <a:rect l="l" t="t" r="r" b="b"/>
              <a:pathLst>
                <a:path w="54845" h="100282">
                  <a:moveTo>
                    <a:pt x="54845" y="100282"/>
                  </a:moveTo>
                  <a:lnTo>
                    <a:pt x="0" y="0"/>
                  </a:lnTo>
                </a:path>
              </a:pathLst>
            </a:custGeom>
            <a:ln w="25400">
              <a:solidFill>
                <a:srgbClr val="070154"/>
              </a:solidFill>
              <a:prstDash val="solid"/>
            </a:ln>
          </p:spPr>
        </p:sp>
        <p:sp>
          <p:nvSpPr>
            <p:cNvPr id="13" name="node01.items.source-001.arc.arrow-2.cap-1"/>
            <p:cNvSpPr/>
            <p:nvPr/>
          </p:nvSpPr>
          <p:spPr>
            <a:xfrm>
              <a:off x="6177156" y="2667866"/>
              <a:ext cx="25400" cy="25400"/>
            </a:xfrm>
            <a:prstGeom prst="ellipse">
              <a:avLst/>
            </a:prstGeom>
            <a:solidFill>
              <a:srgbClr val="070154"/>
            </a:solidFill>
            <a:ln>
              <a:noFill/>
            </a:ln>
          </p:spPr>
        </p:sp>
        <p:sp>
          <p:nvSpPr>
            <p:cNvPr id="14" name="node01.items.source-001.arc.arrow-2.cap-2"/>
            <p:cNvSpPr/>
            <p:nvPr/>
          </p:nvSpPr>
          <p:spPr>
            <a:xfrm>
              <a:off x="6122310" y="2567584"/>
              <a:ext cx="25400" cy="25400"/>
            </a:xfrm>
            <a:prstGeom prst="ellipse">
              <a:avLst/>
            </a:prstGeom>
            <a:solidFill>
              <a:srgbClr val="070154"/>
            </a:solidFill>
            <a:ln>
              <a:noFill/>
            </a:ln>
          </p:spPr>
        </p:sp>
        <p:sp>
          <p:nvSpPr>
            <p:cNvPr id="15" name="node01.items.source-002.arc"/>
            <p:cNvSpPr/>
            <p:nvPr/>
          </p:nvSpPr>
          <p:spPr>
            <a:xfrm>
              <a:off x="6566488" y="3966915"/>
              <a:ext cx="310017" cy="580777"/>
            </a:xfrm>
            <a:custGeom>
              <a:avLst/>
              <a:gdLst/>
              <a:ahLst/>
              <a:cxnLst/>
              <a:rect l="l" t="t" r="r" b="b"/>
              <a:pathLst>
                <a:path w="310017" h="580777">
                  <a:moveTo>
                    <a:pt x="310017" y="0"/>
                  </a:moveTo>
                  <a:lnTo>
                    <a:pt x="304557" y="25384"/>
                  </a:lnTo>
                  <a:lnTo>
                    <a:pt x="298431" y="50713"/>
                  </a:lnTo>
                  <a:lnTo>
                    <a:pt x="291641" y="75978"/>
                  </a:lnTo>
                  <a:lnTo>
                    <a:pt x="284187" y="101174"/>
                  </a:lnTo>
                  <a:lnTo>
                    <a:pt x="276071" y="126294"/>
                  </a:lnTo>
                  <a:lnTo>
                    <a:pt x="267297" y="151331"/>
                  </a:lnTo>
                  <a:lnTo>
                    <a:pt x="257865" y="176280"/>
                  </a:lnTo>
                  <a:lnTo>
                    <a:pt x="247780" y="201135"/>
                  </a:lnTo>
                  <a:lnTo>
                    <a:pt x="237042" y="225887"/>
                  </a:lnTo>
                  <a:lnTo>
                    <a:pt x="225655" y="250532"/>
                  </a:lnTo>
                  <a:lnTo>
                    <a:pt x="213621" y="275063"/>
                  </a:lnTo>
                  <a:lnTo>
                    <a:pt x="200945" y="299474"/>
                  </a:lnTo>
                  <a:lnTo>
                    <a:pt x="187628" y="323758"/>
                  </a:lnTo>
                  <a:lnTo>
                    <a:pt x="173675" y="347909"/>
                  </a:lnTo>
                  <a:lnTo>
                    <a:pt x="159089" y="371921"/>
                  </a:lnTo>
                  <a:lnTo>
                    <a:pt x="143874" y="395788"/>
                  </a:lnTo>
                  <a:lnTo>
                    <a:pt x="128033" y="419504"/>
                  </a:lnTo>
                  <a:lnTo>
                    <a:pt x="111571" y="443063"/>
                  </a:lnTo>
                  <a:lnTo>
                    <a:pt x="94493" y="466458"/>
                  </a:lnTo>
                  <a:lnTo>
                    <a:pt x="76801" y="489684"/>
                  </a:lnTo>
                  <a:lnTo>
                    <a:pt x="58501" y="512735"/>
                  </a:lnTo>
                  <a:lnTo>
                    <a:pt x="39598" y="535605"/>
                  </a:lnTo>
                  <a:lnTo>
                    <a:pt x="20096" y="558287"/>
                  </a:lnTo>
                  <a:lnTo>
                    <a:pt x="0" y="580777"/>
                  </a:lnTo>
                </a:path>
              </a:pathLst>
            </a:custGeom>
            <a:ln w="25400">
              <a:solidFill>
                <a:srgbClr val="070154"/>
              </a:solidFill>
              <a:prstDash val="solid"/>
            </a:ln>
          </p:spPr>
        </p:sp>
        <p:sp>
          <p:nvSpPr>
            <p:cNvPr id="16" name="node01.items.source-002.arc.cap-1"/>
            <p:cNvSpPr/>
            <p:nvPr/>
          </p:nvSpPr>
          <p:spPr>
            <a:xfrm>
              <a:off x="6863805" y="3954215"/>
              <a:ext cx="25400" cy="25400"/>
            </a:xfrm>
            <a:prstGeom prst="ellipse">
              <a:avLst/>
            </a:prstGeom>
            <a:solidFill>
              <a:srgbClr val="070154"/>
            </a:solidFill>
            <a:ln>
              <a:noFill/>
            </a:ln>
          </p:spPr>
        </p:sp>
        <p:sp>
          <p:nvSpPr>
            <p:cNvPr id="17" name="node01.items.source-002.arc.cap-2"/>
            <p:cNvSpPr/>
            <p:nvPr/>
          </p:nvSpPr>
          <p:spPr>
            <a:xfrm>
              <a:off x="6553788" y="4534992"/>
              <a:ext cx="25400" cy="25400"/>
            </a:xfrm>
            <a:prstGeom prst="ellipse">
              <a:avLst/>
            </a:prstGeom>
            <a:solidFill>
              <a:srgbClr val="070154"/>
            </a:solidFill>
            <a:ln>
              <a:noFill/>
            </a:ln>
          </p:spPr>
        </p:sp>
        <p:sp>
          <p:nvSpPr>
            <p:cNvPr id="18" name="node01.items.source-002.arc.arrow-1"/>
            <p:cNvSpPr/>
            <p:nvPr/>
          </p:nvSpPr>
          <p:spPr>
            <a:xfrm>
              <a:off x="6566488" y="4436382"/>
              <a:ext cx="25973" cy="111310"/>
            </a:xfrm>
            <a:custGeom>
              <a:avLst/>
              <a:gdLst/>
              <a:ahLst/>
              <a:cxnLst/>
              <a:rect l="l" t="t" r="r" b="b"/>
              <a:pathLst>
                <a:path w="25973" h="111310">
                  <a:moveTo>
                    <a:pt x="0" y="111310"/>
                  </a:moveTo>
                  <a:lnTo>
                    <a:pt x="25973" y="0"/>
                  </a:lnTo>
                </a:path>
              </a:pathLst>
            </a:custGeom>
            <a:ln w="25400">
              <a:solidFill>
                <a:srgbClr val="070154"/>
              </a:solidFill>
              <a:prstDash val="solid"/>
            </a:ln>
          </p:spPr>
        </p:sp>
        <p:sp>
          <p:nvSpPr>
            <p:cNvPr id="19" name="node01.items.source-002.arc.arrow-1.cap-1"/>
            <p:cNvSpPr/>
            <p:nvPr/>
          </p:nvSpPr>
          <p:spPr>
            <a:xfrm>
              <a:off x="6553788" y="4534992"/>
              <a:ext cx="25400" cy="25400"/>
            </a:xfrm>
            <a:prstGeom prst="ellipse">
              <a:avLst/>
            </a:prstGeom>
            <a:solidFill>
              <a:srgbClr val="070154"/>
            </a:solidFill>
            <a:ln>
              <a:noFill/>
            </a:ln>
          </p:spPr>
        </p:sp>
        <p:sp>
          <p:nvSpPr>
            <p:cNvPr id="20" name="node01.items.source-002.arc.arrow-1.cap-2"/>
            <p:cNvSpPr/>
            <p:nvPr/>
          </p:nvSpPr>
          <p:spPr>
            <a:xfrm>
              <a:off x="6579761" y="4423682"/>
              <a:ext cx="25400" cy="25400"/>
            </a:xfrm>
            <a:prstGeom prst="ellipse">
              <a:avLst/>
            </a:prstGeom>
            <a:solidFill>
              <a:srgbClr val="070154"/>
            </a:solidFill>
            <a:ln>
              <a:noFill/>
            </a:ln>
          </p:spPr>
        </p:sp>
        <p:sp>
          <p:nvSpPr>
            <p:cNvPr id="21" name="node01.items.source-002.arc.arrow-2"/>
            <p:cNvSpPr/>
            <p:nvPr/>
          </p:nvSpPr>
          <p:spPr>
            <a:xfrm>
              <a:off x="6566488" y="4509407"/>
              <a:ext cx="107697" cy="38285"/>
            </a:xfrm>
            <a:custGeom>
              <a:avLst/>
              <a:gdLst/>
              <a:ahLst/>
              <a:cxnLst/>
              <a:rect l="l" t="t" r="r" b="b"/>
              <a:pathLst>
                <a:path w="107697" h="38285">
                  <a:moveTo>
                    <a:pt x="0" y="38285"/>
                  </a:moveTo>
                  <a:lnTo>
                    <a:pt x="107697" y="0"/>
                  </a:lnTo>
                </a:path>
              </a:pathLst>
            </a:custGeom>
            <a:ln w="25400">
              <a:solidFill>
                <a:srgbClr val="070154"/>
              </a:solidFill>
              <a:prstDash val="solid"/>
            </a:ln>
          </p:spPr>
        </p:sp>
        <p:sp>
          <p:nvSpPr>
            <p:cNvPr id="22" name="node01.items.source-002.arc.arrow-2.cap-1"/>
            <p:cNvSpPr/>
            <p:nvPr/>
          </p:nvSpPr>
          <p:spPr>
            <a:xfrm>
              <a:off x="6553788" y="4534992"/>
              <a:ext cx="25400" cy="25400"/>
            </a:xfrm>
            <a:prstGeom prst="ellipse">
              <a:avLst/>
            </a:prstGeom>
            <a:solidFill>
              <a:srgbClr val="070154"/>
            </a:solidFill>
            <a:ln>
              <a:noFill/>
            </a:ln>
          </p:spPr>
        </p:sp>
        <p:sp>
          <p:nvSpPr>
            <p:cNvPr id="23" name="node01.items.source-002.arc.arrow-2.cap-2"/>
            <p:cNvSpPr/>
            <p:nvPr/>
          </p:nvSpPr>
          <p:spPr>
            <a:xfrm>
              <a:off x="6661485" y="4496707"/>
              <a:ext cx="25400" cy="25400"/>
            </a:xfrm>
            <a:prstGeom prst="ellipse">
              <a:avLst/>
            </a:prstGeom>
            <a:solidFill>
              <a:srgbClr val="070154"/>
            </a:solidFill>
            <a:ln>
              <a:noFill/>
            </a:ln>
          </p:spPr>
        </p:sp>
        <p:sp>
          <p:nvSpPr>
            <p:cNvPr id="24" name="node01.items.source-003.arc"/>
            <p:cNvSpPr/>
            <p:nvPr/>
          </p:nvSpPr>
          <p:spPr>
            <a:xfrm>
              <a:off x="4083817" y="5342700"/>
              <a:ext cx="685001" cy="29385"/>
            </a:xfrm>
            <a:custGeom>
              <a:avLst/>
              <a:gdLst/>
              <a:ahLst/>
              <a:cxnLst/>
              <a:rect l="l" t="t" r="r" b="b"/>
              <a:pathLst>
                <a:path w="685001" h="29385">
                  <a:moveTo>
                    <a:pt x="685001" y="0"/>
                  </a:moveTo>
                  <a:lnTo>
                    <a:pt x="656821" y="3237"/>
                  </a:lnTo>
                  <a:lnTo>
                    <a:pt x="628586" y="6287"/>
                  </a:lnTo>
                  <a:lnTo>
                    <a:pt x="600297" y="9149"/>
                  </a:lnTo>
                  <a:lnTo>
                    <a:pt x="571959" y="11823"/>
                  </a:lnTo>
                  <a:lnTo>
                    <a:pt x="543575" y="14309"/>
                  </a:lnTo>
                  <a:lnTo>
                    <a:pt x="515147" y="16607"/>
                  </a:lnTo>
                  <a:lnTo>
                    <a:pt x="486681" y="18715"/>
                  </a:lnTo>
                  <a:lnTo>
                    <a:pt x="458178" y="20634"/>
                  </a:lnTo>
                  <a:lnTo>
                    <a:pt x="429642" y="22364"/>
                  </a:lnTo>
                  <a:lnTo>
                    <a:pt x="401077" y="23904"/>
                  </a:lnTo>
                  <a:lnTo>
                    <a:pt x="372487" y="25255"/>
                  </a:lnTo>
                  <a:lnTo>
                    <a:pt x="343873" y="26415"/>
                  </a:lnTo>
                  <a:lnTo>
                    <a:pt x="315241" y="27386"/>
                  </a:lnTo>
                  <a:lnTo>
                    <a:pt x="286593" y="28166"/>
                  </a:lnTo>
                  <a:lnTo>
                    <a:pt x="257933" y="28757"/>
                  </a:lnTo>
                  <a:lnTo>
                    <a:pt x="229263" y="29156"/>
                  </a:lnTo>
                  <a:lnTo>
                    <a:pt x="200589" y="29366"/>
                  </a:lnTo>
                  <a:lnTo>
                    <a:pt x="171912" y="29385"/>
                  </a:lnTo>
                  <a:lnTo>
                    <a:pt x="143237" y="29214"/>
                  </a:lnTo>
                  <a:lnTo>
                    <a:pt x="114566" y="28852"/>
                  </a:lnTo>
                  <a:lnTo>
                    <a:pt x="85904" y="28300"/>
                  </a:lnTo>
                  <a:lnTo>
                    <a:pt x="57253" y="27557"/>
                  </a:lnTo>
                  <a:lnTo>
                    <a:pt x="28617" y="26625"/>
                  </a:lnTo>
                  <a:lnTo>
                    <a:pt x="0" y="25502"/>
                  </a:lnTo>
                </a:path>
              </a:pathLst>
            </a:custGeom>
            <a:ln w="25400">
              <a:solidFill>
                <a:srgbClr val="070154"/>
              </a:solidFill>
              <a:prstDash val="solid"/>
            </a:ln>
          </p:spPr>
        </p:sp>
        <p:sp>
          <p:nvSpPr>
            <p:cNvPr id="25" name="node01.items.source-003.arc.cap-1"/>
            <p:cNvSpPr/>
            <p:nvPr/>
          </p:nvSpPr>
          <p:spPr>
            <a:xfrm>
              <a:off x="4756118" y="5330000"/>
              <a:ext cx="25400" cy="25400"/>
            </a:xfrm>
            <a:prstGeom prst="ellipse">
              <a:avLst/>
            </a:prstGeom>
            <a:solidFill>
              <a:srgbClr val="070154"/>
            </a:solidFill>
            <a:ln>
              <a:noFill/>
            </a:ln>
          </p:spPr>
        </p:sp>
        <p:sp>
          <p:nvSpPr>
            <p:cNvPr id="26" name="node01.items.source-003.arc.cap-2"/>
            <p:cNvSpPr/>
            <p:nvPr/>
          </p:nvSpPr>
          <p:spPr>
            <a:xfrm>
              <a:off x="4071117" y="5355502"/>
              <a:ext cx="25400" cy="25400"/>
            </a:xfrm>
            <a:prstGeom prst="ellipse">
              <a:avLst/>
            </a:prstGeom>
            <a:solidFill>
              <a:srgbClr val="070154"/>
            </a:solidFill>
            <a:ln>
              <a:noFill/>
            </a:ln>
          </p:spPr>
        </p:sp>
        <p:sp>
          <p:nvSpPr>
            <p:cNvPr id="27" name="node01.items.source-003.arc.arrow-1"/>
            <p:cNvSpPr/>
            <p:nvPr/>
          </p:nvSpPr>
          <p:spPr>
            <a:xfrm>
              <a:off x="4083817" y="5317378"/>
              <a:ext cx="102379" cy="50824"/>
            </a:xfrm>
            <a:custGeom>
              <a:avLst/>
              <a:gdLst/>
              <a:ahLst/>
              <a:cxnLst/>
              <a:rect l="l" t="t" r="r" b="b"/>
              <a:pathLst>
                <a:path w="102379" h="50824">
                  <a:moveTo>
                    <a:pt x="0" y="50824"/>
                  </a:moveTo>
                  <a:lnTo>
                    <a:pt x="102379" y="0"/>
                  </a:lnTo>
                </a:path>
              </a:pathLst>
            </a:custGeom>
            <a:ln w="25400">
              <a:solidFill>
                <a:srgbClr val="070154"/>
              </a:solidFill>
              <a:prstDash val="solid"/>
            </a:ln>
          </p:spPr>
        </p:sp>
        <p:sp>
          <p:nvSpPr>
            <p:cNvPr id="28" name="node01.items.source-003.arc.arrow-1.cap-1"/>
            <p:cNvSpPr/>
            <p:nvPr/>
          </p:nvSpPr>
          <p:spPr>
            <a:xfrm>
              <a:off x="4071117" y="5355502"/>
              <a:ext cx="25400" cy="25400"/>
            </a:xfrm>
            <a:prstGeom prst="ellipse">
              <a:avLst/>
            </a:prstGeom>
            <a:solidFill>
              <a:srgbClr val="070154"/>
            </a:solidFill>
            <a:ln>
              <a:noFill/>
            </a:ln>
          </p:spPr>
        </p:sp>
        <p:sp>
          <p:nvSpPr>
            <p:cNvPr id="29" name="node01.items.source-003.arc.arrow-1.cap-2"/>
            <p:cNvSpPr/>
            <p:nvPr/>
          </p:nvSpPr>
          <p:spPr>
            <a:xfrm>
              <a:off x="4173496" y="5304678"/>
              <a:ext cx="25400" cy="25400"/>
            </a:xfrm>
            <a:prstGeom prst="ellipse">
              <a:avLst/>
            </a:prstGeom>
            <a:solidFill>
              <a:srgbClr val="070154"/>
            </a:solidFill>
            <a:ln>
              <a:noFill/>
            </a:ln>
          </p:spPr>
        </p:sp>
        <p:sp>
          <p:nvSpPr>
            <p:cNvPr id="30" name="node01.items.source-003.arc.arrow-2"/>
            <p:cNvSpPr/>
            <p:nvPr/>
          </p:nvSpPr>
          <p:spPr>
            <a:xfrm>
              <a:off x="4083817" y="5368202"/>
              <a:ext cx="98083" cy="58688"/>
            </a:xfrm>
            <a:custGeom>
              <a:avLst/>
              <a:gdLst/>
              <a:ahLst/>
              <a:cxnLst/>
              <a:rect l="l" t="t" r="r" b="b"/>
              <a:pathLst>
                <a:path w="98083" h="58688">
                  <a:moveTo>
                    <a:pt x="0" y="0"/>
                  </a:moveTo>
                  <a:lnTo>
                    <a:pt x="98083" y="58688"/>
                  </a:lnTo>
                </a:path>
              </a:pathLst>
            </a:custGeom>
            <a:ln w="25400">
              <a:solidFill>
                <a:srgbClr val="070154"/>
              </a:solidFill>
              <a:prstDash val="solid"/>
            </a:ln>
          </p:spPr>
        </p:sp>
        <p:sp>
          <p:nvSpPr>
            <p:cNvPr id="31" name="node01.items.source-003.arc.arrow-2.cap-1"/>
            <p:cNvSpPr/>
            <p:nvPr/>
          </p:nvSpPr>
          <p:spPr>
            <a:xfrm>
              <a:off x="4071117" y="5355502"/>
              <a:ext cx="25400" cy="25400"/>
            </a:xfrm>
            <a:prstGeom prst="ellipse">
              <a:avLst/>
            </a:prstGeom>
            <a:solidFill>
              <a:srgbClr val="070154"/>
            </a:solidFill>
            <a:ln>
              <a:noFill/>
            </a:ln>
          </p:spPr>
        </p:sp>
        <p:sp>
          <p:nvSpPr>
            <p:cNvPr id="32" name="node01.items.source-003.arc.arrow-2.cap-2"/>
            <p:cNvSpPr/>
            <p:nvPr/>
          </p:nvSpPr>
          <p:spPr>
            <a:xfrm>
              <a:off x="4169200" y="5414190"/>
              <a:ext cx="25400" cy="25400"/>
            </a:xfrm>
            <a:prstGeom prst="ellipse">
              <a:avLst/>
            </a:prstGeom>
            <a:solidFill>
              <a:srgbClr val="070154"/>
            </a:solidFill>
            <a:ln>
              <a:noFill/>
            </a:ln>
          </p:spPr>
        </p:sp>
        <p:sp>
          <p:nvSpPr>
            <p:cNvPr id="33" name="node01.items.source-004.arc"/>
            <p:cNvSpPr/>
            <p:nvPr/>
          </p:nvSpPr>
          <p:spPr>
            <a:xfrm>
              <a:off x="1686600" y="4077233"/>
              <a:ext cx="143126" cy="294113"/>
            </a:xfrm>
            <a:custGeom>
              <a:avLst/>
              <a:gdLst/>
              <a:ahLst/>
              <a:cxnLst/>
              <a:rect l="l" t="t" r="r" b="b"/>
              <a:pathLst>
                <a:path w="143126" h="294113">
                  <a:moveTo>
                    <a:pt x="143126" y="294113"/>
                  </a:moveTo>
                  <a:lnTo>
                    <a:pt x="135326" y="282225"/>
                  </a:lnTo>
                  <a:lnTo>
                    <a:pt x="127683" y="270300"/>
                  </a:lnTo>
                  <a:lnTo>
                    <a:pt x="120197" y="258338"/>
                  </a:lnTo>
                  <a:lnTo>
                    <a:pt x="112868" y="246340"/>
                  </a:lnTo>
                  <a:lnTo>
                    <a:pt x="105697" y="234306"/>
                  </a:lnTo>
                  <a:lnTo>
                    <a:pt x="98684" y="222238"/>
                  </a:lnTo>
                  <a:lnTo>
                    <a:pt x="91830" y="210137"/>
                  </a:lnTo>
                  <a:lnTo>
                    <a:pt x="85136" y="198002"/>
                  </a:lnTo>
                  <a:lnTo>
                    <a:pt x="78601" y="185835"/>
                  </a:lnTo>
                  <a:lnTo>
                    <a:pt x="72226" y="173637"/>
                  </a:lnTo>
                  <a:lnTo>
                    <a:pt x="66012" y="161408"/>
                  </a:lnTo>
                  <a:lnTo>
                    <a:pt x="59959" y="149149"/>
                  </a:lnTo>
                  <a:lnTo>
                    <a:pt x="54066" y="136861"/>
                  </a:lnTo>
                  <a:lnTo>
                    <a:pt x="48336" y="124545"/>
                  </a:lnTo>
                  <a:lnTo>
                    <a:pt x="42768" y="112201"/>
                  </a:lnTo>
                  <a:lnTo>
                    <a:pt x="37362" y="99830"/>
                  </a:lnTo>
                  <a:lnTo>
                    <a:pt x="32119" y="87434"/>
                  </a:lnTo>
                  <a:lnTo>
                    <a:pt x="27039" y="75012"/>
                  </a:lnTo>
                  <a:lnTo>
                    <a:pt x="22122" y="62567"/>
                  </a:lnTo>
                  <a:lnTo>
                    <a:pt x="17369" y="50097"/>
                  </a:lnTo>
                  <a:lnTo>
                    <a:pt x="12780" y="37605"/>
                  </a:lnTo>
                  <a:lnTo>
                    <a:pt x="8355" y="25091"/>
                  </a:lnTo>
                  <a:lnTo>
                    <a:pt x="4095" y="12556"/>
                  </a:lnTo>
                  <a:lnTo>
                    <a:pt x="0" y="0"/>
                  </a:lnTo>
                </a:path>
              </a:pathLst>
            </a:custGeom>
            <a:ln w="25400">
              <a:solidFill>
                <a:srgbClr val="070154"/>
              </a:solidFill>
              <a:prstDash val="solid"/>
            </a:ln>
          </p:spPr>
        </p:sp>
        <p:sp>
          <p:nvSpPr>
            <p:cNvPr id="34" name="node01.items.source-004.arc.cap-1"/>
            <p:cNvSpPr/>
            <p:nvPr/>
          </p:nvSpPr>
          <p:spPr>
            <a:xfrm>
              <a:off x="1817026" y="4358645"/>
              <a:ext cx="25400" cy="25400"/>
            </a:xfrm>
            <a:prstGeom prst="ellipse">
              <a:avLst/>
            </a:prstGeom>
            <a:solidFill>
              <a:srgbClr val="070154"/>
            </a:solidFill>
            <a:ln>
              <a:noFill/>
            </a:ln>
          </p:spPr>
        </p:sp>
        <p:sp>
          <p:nvSpPr>
            <p:cNvPr id="35" name="node01.items.source-004.arc.cap-2"/>
            <p:cNvSpPr/>
            <p:nvPr/>
          </p:nvSpPr>
          <p:spPr>
            <a:xfrm>
              <a:off x="1673900" y="4064533"/>
              <a:ext cx="25400" cy="25400"/>
            </a:xfrm>
            <a:prstGeom prst="ellipse">
              <a:avLst/>
            </a:prstGeom>
            <a:solidFill>
              <a:srgbClr val="070154"/>
            </a:solidFill>
            <a:ln>
              <a:noFill/>
            </a:ln>
          </p:spPr>
        </p:sp>
        <p:sp>
          <p:nvSpPr>
            <p:cNvPr id="36" name="node01.items.source-004.arc.arrow-1"/>
            <p:cNvSpPr/>
            <p:nvPr/>
          </p:nvSpPr>
          <p:spPr>
            <a:xfrm>
              <a:off x="1686600" y="4077233"/>
              <a:ext cx="83201" cy="78371"/>
            </a:xfrm>
            <a:custGeom>
              <a:avLst/>
              <a:gdLst/>
              <a:ahLst/>
              <a:cxnLst/>
              <a:rect l="l" t="t" r="r" b="b"/>
              <a:pathLst>
                <a:path w="83201" h="78371">
                  <a:moveTo>
                    <a:pt x="0" y="0"/>
                  </a:moveTo>
                  <a:lnTo>
                    <a:pt x="83201" y="78371"/>
                  </a:lnTo>
                </a:path>
              </a:pathLst>
            </a:custGeom>
            <a:ln w="25400">
              <a:solidFill>
                <a:srgbClr val="070154"/>
              </a:solidFill>
              <a:prstDash val="solid"/>
            </a:ln>
          </p:spPr>
        </p:sp>
        <p:sp>
          <p:nvSpPr>
            <p:cNvPr id="37" name="node01.items.source-004.arc.arrow-1.cap-1"/>
            <p:cNvSpPr/>
            <p:nvPr/>
          </p:nvSpPr>
          <p:spPr>
            <a:xfrm>
              <a:off x="1673900" y="4064533"/>
              <a:ext cx="25400" cy="25400"/>
            </a:xfrm>
            <a:prstGeom prst="ellipse">
              <a:avLst/>
            </a:prstGeom>
            <a:solidFill>
              <a:srgbClr val="070154"/>
            </a:solidFill>
            <a:ln>
              <a:noFill/>
            </a:ln>
          </p:spPr>
        </p:sp>
        <p:sp>
          <p:nvSpPr>
            <p:cNvPr id="38" name="node01.items.source-004.arc.arrow-1.cap-2"/>
            <p:cNvSpPr/>
            <p:nvPr/>
          </p:nvSpPr>
          <p:spPr>
            <a:xfrm>
              <a:off x="1757102" y="4142904"/>
              <a:ext cx="25400" cy="25400"/>
            </a:xfrm>
            <a:prstGeom prst="ellipse">
              <a:avLst/>
            </a:prstGeom>
            <a:solidFill>
              <a:srgbClr val="070154"/>
            </a:solidFill>
            <a:ln>
              <a:noFill/>
            </a:ln>
          </p:spPr>
        </p:sp>
        <p:sp>
          <p:nvSpPr>
            <p:cNvPr id="39" name="node01.items.source-004.arc.arrow-2"/>
            <p:cNvSpPr/>
            <p:nvPr/>
          </p:nvSpPr>
          <p:spPr>
            <a:xfrm>
              <a:off x="1665607" y="4077233"/>
              <a:ext cx="20993" cy="112356"/>
            </a:xfrm>
            <a:custGeom>
              <a:avLst/>
              <a:gdLst/>
              <a:ahLst/>
              <a:cxnLst/>
              <a:rect l="l" t="t" r="r" b="b"/>
              <a:pathLst>
                <a:path w="20993" h="112356">
                  <a:moveTo>
                    <a:pt x="20993" y="0"/>
                  </a:moveTo>
                  <a:lnTo>
                    <a:pt x="0" y="112356"/>
                  </a:lnTo>
                </a:path>
              </a:pathLst>
            </a:custGeom>
            <a:ln w="25400">
              <a:solidFill>
                <a:srgbClr val="070154"/>
              </a:solidFill>
              <a:prstDash val="solid"/>
            </a:ln>
          </p:spPr>
        </p:sp>
        <p:sp>
          <p:nvSpPr>
            <p:cNvPr id="40" name="node01.items.source-004.arc.arrow-2.cap-1"/>
            <p:cNvSpPr/>
            <p:nvPr/>
          </p:nvSpPr>
          <p:spPr>
            <a:xfrm>
              <a:off x="1673900" y="4064533"/>
              <a:ext cx="25400" cy="25400"/>
            </a:xfrm>
            <a:prstGeom prst="ellipse">
              <a:avLst/>
            </a:prstGeom>
            <a:solidFill>
              <a:srgbClr val="070154"/>
            </a:solidFill>
            <a:ln>
              <a:noFill/>
            </a:ln>
          </p:spPr>
        </p:sp>
        <p:sp>
          <p:nvSpPr>
            <p:cNvPr id="41" name="node01.items.source-004.arc.arrow-2.cap-2"/>
            <p:cNvSpPr/>
            <p:nvPr/>
          </p:nvSpPr>
          <p:spPr>
            <a:xfrm>
              <a:off x="1652907" y="4176888"/>
              <a:ext cx="25400" cy="25400"/>
            </a:xfrm>
            <a:prstGeom prst="ellipse">
              <a:avLst/>
            </a:prstGeom>
            <a:solidFill>
              <a:srgbClr val="070154"/>
            </a:solidFill>
            <a:ln>
              <a:noFill/>
            </a:ln>
          </p:spPr>
        </p:sp>
        <p:sp>
          <p:nvSpPr>
            <p:cNvPr id="42" name="node01.loops.source-001.curve"/>
            <p:cNvSpPr/>
            <p:nvPr/>
          </p:nvSpPr>
          <p:spPr>
            <a:xfrm>
              <a:off x="5793572" y="3925111"/>
              <a:ext cx="172366" cy="493678"/>
            </a:xfrm>
            <a:custGeom>
              <a:avLst/>
              <a:gdLst/>
              <a:ahLst/>
              <a:cxnLst/>
              <a:rect l="l" t="t" r="r" b="b"/>
              <a:pathLst>
                <a:path w="172366" h="493678">
                  <a:moveTo>
                    <a:pt x="504" y="493678"/>
                  </a:moveTo>
                  <a:quadBezTo>
                    <a:pt x="-9324" y="146826"/>
                    <a:pt x="172366" y="0"/>
                  </a:quadBezTo>
                </a:path>
              </a:pathLst>
            </a:custGeom>
            <a:ln w="19050">
              <a:solidFill>
                <a:srgbClr val="0047FF"/>
              </a:solidFill>
              <a:prstDash val="dash"/>
            </a:ln>
          </p:spPr>
        </p:sp>
        <p:sp>
          <p:nvSpPr>
            <p:cNvPr id="43" name="node01.loops.source-001.arrow-1"/>
            <p:cNvSpPr/>
            <p:nvPr/>
          </p:nvSpPr>
          <p:spPr>
            <a:xfrm>
              <a:off x="5926144" y="3925111"/>
              <a:ext cx="39794" cy="107149"/>
            </a:xfrm>
            <a:custGeom>
              <a:avLst/>
              <a:gdLst/>
              <a:ahLst/>
              <a:cxnLst/>
              <a:rect l="l" t="t" r="r" b="b"/>
              <a:pathLst>
                <a:path w="39794" h="107149">
                  <a:moveTo>
                    <a:pt x="39794" y="0"/>
                  </a:moveTo>
                  <a:lnTo>
                    <a:pt x="0" y="107149"/>
                  </a:lnTo>
                </a:path>
              </a:pathLst>
            </a:custGeom>
            <a:ln w="25400">
              <a:solidFill>
                <a:srgbClr val="0047FF"/>
              </a:solidFill>
              <a:prstDash val="solid"/>
            </a:ln>
          </p:spPr>
        </p:sp>
        <p:sp>
          <p:nvSpPr>
            <p:cNvPr id="44" name="node01.loops.source-001.arrow-1.cap-1"/>
            <p:cNvSpPr/>
            <p:nvPr/>
          </p:nvSpPr>
          <p:spPr>
            <a:xfrm>
              <a:off x="5953238" y="3912411"/>
              <a:ext cx="25400" cy="25400"/>
            </a:xfrm>
            <a:prstGeom prst="ellipse">
              <a:avLst/>
            </a:prstGeom>
            <a:solidFill>
              <a:srgbClr val="0047FF"/>
            </a:solidFill>
            <a:ln>
              <a:noFill/>
            </a:ln>
          </p:spPr>
        </p:sp>
        <p:sp>
          <p:nvSpPr>
            <p:cNvPr id="45" name="node01.loops.source-001.arrow-1.cap-2"/>
            <p:cNvSpPr/>
            <p:nvPr/>
          </p:nvSpPr>
          <p:spPr>
            <a:xfrm>
              <a:off x="5913444" y="4019560"/>
              <a:ext cx="25400" cy="25400"/>
            </a:xfrm>
            <a:prstGeom prst="ellipse">
              <a:avLst/>
            </a:prstGeom>
            <a:solidFill>
              <a:srgbClr val="0047FF"/>
            </a:solidFill>
            <a:ln>
              <a:noFill/>
            </a:ln>
          </p:spPr>
        </p:sp>
        <p:sp>
          <p:nvSpPr>
            <p:cNvPr id="46" name="node01.loops.source-001.arrow-2"/>
            <p:cNvSpPr/>
            <p:nvPr/>
          </p:nvSpPr>
          <p:spPr>
            <a:xfrm>
              <a:off x="5854274" y="3925111"/>
              <a:ext cx="111664" cy="24408"/>
            </a:xfrm>
            <a:custGeom>
              <a:avLst/>
              <a:gdLst/>
              <a:ahLst/>
              <a:cxnLst/>
              <a:rect l="l" t="t" r="r" b="b"/>
              <a:pathLst>
                <a:path w="111664" h="24408">
                  <a:moveTo>
                    <a:pt x="111664" y="0"/>
                  </a:moveTo>
                  <a:lnTo>
                    <a:pt x="0" y="24408"/>
                  </a:lnTo>
                </a:path>
              </a:pathLst>
            </a:custGeom>
            <a:ln w="25400">
              <a:solidFill>
                <a:srgbClr val="0047FF"/>
              </a:solidFill>
              <a:prstDash val="solid"/>
            </a:ln>
          </p:spPr>
        </p:sp>
        <p:sp>
          <p:nvSpPr>
            <p:cNvPr id="47" name="node01.loops.source-001.arrow-2.cap-1"/>
            <p:cNvSpPr/>
            <p:nvPr/>
          </p:nvSpPr>
          <p:spPr>
            <a:xfrm>
              <a:off x="5953238" y="3912411"/>
              <a:ext cx="25400" cy="25400"/>
            </a:xfrm>
            <a:prstGeom prst="ellipse">
              <a:avLst/>
            </a:prstGeom>
            <a:solidFill>
              <a:srgbClr val="0047FF"/>
            </a:solidFill>
            <a:ln>
              <a:noFill/>
            </a:ln>
          </p:spPr>
        </p:sp>
        <p:sp>
          <p:nvSpPr>
            <p:cNvPr id="48" name="node01.loops.source-001.arrow-2.cap-2"/>
            <p:cNvSpPr/>
            <p:nvPr/>
          </p:nvSpPr>
          <p:spPr>
            <a:xfrm>
              <a:off x="5841574" y="3936819"/>
              <a:ext cx="25400" cy="25400"/>
            </a:xfrm>
            <a:prstGeom prst="ellipse">
              <a:avLst/>
            </a:prstGeom>
            <a:solidFill>
              <a:srgbClr val="0047FF"/>
            </a:solidFill>
            <a:ln>
              <a:noFill/>
            </a:ln>
          </p:spPr>
        </p:sp>
        <p:sp>
          <p:nvSpPr>
            <p:cNvPr id="49" name="node01.loops.source-002.curve"/>
            <p:cNvSpPr/>
            <p:nvPr/>
          </p:nvSpPr>
          <p:spPr>
            <a:xfrm>
              <a:off x="3165862" y="2819400"/>
              <a:ext cx="848701" cy="1599389"/>
            </a:xfrm>
            <a:custGeom>
              <a:avLst/>
              <a:gdLst/>
              <a:ahLst/>
              <a:cxnLst/>
              <a:rect l="l" t="t" r="r" b="b"/>
              <a:pathLst>
                <a:path w="848701" h="1599389">
                  <a:moveTo>
                    <a:pt x="0" y="1599389"/>
                  </a:moveTo>
                  <a:quadBezTo>
                    <a:pt x="521877" y="837896"/>
                    <a:pt x="848701" y="0"/>
                  </a:quadBezTo>
                </a:path>
              </a:pathLst>
            </a:custGeom>
            <a:ln w="19050">
              <a:solidFill>
                <a:srgbClr val="0047FF"/>
              </a:solidFill>
              <a:prstDash val="dash"/>
            </a:ln>
          </p:spPr>
        </p:sp>
        <p:sp>
          <p:nvSpPr>
            <p:cNvPr id="50" name="node01.loops.source-002.arrow-1"/>
            <p:cNvSpPr/>
            <p:nvPr/>
          </p:nvSpPr>
          <p:spPr>
            <a:xfrm>
              <a:off x="4014563" y="2819400"/>
              <a:ext cx="13809" cy="113463"/>
            </a:xfrm>
            <a:custGeom>
              <a:avLst/>
              <a:gdLst/>
              <a:ahLst/>
              <a:cxnLst/>
              <a:rect l="l" t="t" r="r" b="b"/>
              <a:pathLst>
                <a:path w="13809" h="113463">
                  <a:moveTo>
                    <a:pt x="0" y="0"/>
                  </a:moveTo>
                  <a:lnTo>
                    <a:pt x="13809" y="113463"/>
                  </a:lnTo>
                </a:path>
              </a:pathLst>
            </a:custGeom>
            <a:ln w="25400">
              <a:solidFill>
                <a:srgbClr val="0047FF"/>
              </a:solidFill>
              <a:prstDash val="solid"/>
            </a:ln>
          </p:spPr>
        </p:sp>
        <p:sp>
          <p:nvSpPr>
            <p:cNvPr id="51" name="node01.loops.source-002.arrow-1.cap-1"/>
            <p:cNvSpPr/>
            <p:nvPr/>
          </p:nvSpPr>
          <p:spPr>
            <a:xfrm>
              <a:off x="4001863" y="2806700"/>
              <a:ext cx="25400" cy="25400"/>
            </a:xfrm>
            <a:prstGeom prst="ellipse">
              <a:avLst/>
            </a:prstGeom>
            <a:solidFill>
              <a:srgbClr val="0047FF"/>
            </a:solidFill>
            <a:ln>
              <a:noFill/>
            </a:ln>
          </p:spPr>
        </p:sp>
        <p:sp>
          <p:nvSpPr>
            <p:cNvPr id="52" name="node01.loops.source-002.arrow-1.cap-2"/>
            <p:cNvSpPr/>
            <p:nvPr/>
          </p:nvSpPr>
          <p:spPr>
            <a:xfrm>
              <a:off x="4015672" y="2920163"/>
              <a:ext cx="25400" cy="25400"/>
            </a:xfrm>
            <a:prstGeom prst="ellipse">
              <a:avLst/>
            </a:prstGeom>
            <a:solidFill>
              <a:srgbClr val="0047FF"/>
            </a:solidFill>
            <a:ln>
              <a:noFill/>
            </a:ln>
          </p:spPr>
        </p:sp>
        <p:sp>
          <p:nvSpPr>
            <p:cNvPr id="53" name="node01.loops.source-002.arrow-2"/>
            <p:cNvSpPr/>
            <p:nvPr/>
          </p:nvSpPr>
          <p:spPr>
            <a:xfrm>
              <a:off x="3926548" y="2819400"/>
              <a:ext cx="88015" cy="72924"/>
            </a:xfrm>
            <a:custGeom>
              <a:avLst/>
              <a:gdLst/>
              <a:ahLst/>
              <a:cxnLst/>
              <a:rect l="l" t="t" r="r" b="b"/>
              <a:pathLst>
                <a:path w="88015" h="72924">
                  <a:moveTo>
                    <a:pt x="88015" y="0"/>
                  </a:moveTo>
                  <a:lnTo>
                    <a:pt x="0" y="72924"/>
                  </a:lnTo>
                </a:path>
              </a:pathLst>
            </a:custGeom>
            <a:ln w="25400">
              <a:solidFill>
                <a:srgbClr val="0047FF"/>
              </a:solidFill>
              <a:prstDash val="solid"/>
            </a:ln>
          </p:spPr>
        </p:sp>
        <p:sp>
          <p:nvSpPr>
            <p:cNvPr id="54" name="node01.loops.source-002.arrow-2.cap-1"/>
            <p:cNvSpPr/>
            <p:nvPr/>
          </p:nvSpPr>
          <p:spPr>
            <a:xfrm>
              <a:off x="4001863" y="2806700"/>
              <a:ext cx="25400" cy="25400"/>
            </a:xfrm>
            <a:prstGeom prst="ellipse">
              <a:avLst/>
            </a:prstGeom>
            <a:solidFill>
              <a:srgbClr val="0047FF"/>
            </a:solidFill>
            <a:ln>
              <a:noFill/>
            </a:ln>
          </p:spPr>
        </p:sp>
        <p:sp>
          <p:nvSpPr>
            <p:cNvPr id="55" name="node01.loops.source-002.arrow-2.cap-2"/>
            <p:cNvSpPr/>
            <p:nvPr/>
          </p:nvSpPr>
          <p:spPr>
            <a:xfrm>
              <a:off x="3913848" y="2879624"/>
              <a:ext cx="25400" cy="25400"/>
            </a:xfrm>
            <a:prstGeom prst="ellipse">
              <a:avLst/>
            </a:prstGeom>
            <a:solidFill>
              <a:srgbClr val="0047FF"/>
            </a:solidFill>
            <a:ln>
              <a:noFill/>
            </a:ln>
          </p:spPr>
        </p:sp>
        <p:sp>
          <p:nvSpPr>
            <p:cNvPr id="56" name="node01.center.label"/>
            <p:cNvSpPr/>
            <p:nvPr/>
          </p:nvSpPr>
          <p:spPr>
            <a:xfrm>
              <a:off x="2821305" y="3352800"/>
              <a:ext cx="289179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SDLC</a:t>
              </a:r>
              <a:endParaRPr lang="en-US" sz="900" spc="54" kern="0" b="0" i="0" dirty="0">
                <a:solidFill>
                  <a:srgbClr val="0047FF"/>
                </a:solidFill>
                <a:latin typeface="IBM Plex Mono SemiBold"/>
                <a:ea typeface="IBM Plex Mono SemiBold"/>
                <a:cs typeface="IBM Plex Mono SemiBold"/>
              </a:endParaRPr>
            </a:p>
          </p:txBody>
        </p:sp>
        <p:sp>
          <p:nvSpPr>
            <p:cNvPr id="57" name="node01.items.source-001.surface"/>
            <p:cNvSpPr/>
            <p:nvPr/>
          </p:nvSpPr>
          <p:spPr>
            <a:xfrm>
              <a:off x="3352800" y="1600200"/>
              <a:ext cx="1828800" cy="1143000"/>
            </a:xfrm>
            <a:prstGeom prst="rect">
              <a:avLst/>
            </a:prstGeom>
            <a:solidFill>
              <a:srgbClr val="E8EEF8"/>
            </a:solidFill>
            <a:ln>
              <a:noFill/>
            </a:ln>
          </p:spPr>
        </p:sp>
        <p:sp>
          <p:nvSpPr>
            <p:cNvPr id="58" name="node01.items.source-001.label"/>
            <p:cNvSpPr/>
            <p:nvPr/>
          </p:nvSpPr>
          <p:spPr>
            <a:xfrm>
              <a:off x="3505200" y="1778000"/>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Design</a:t>
              </a:r>
              <a:endParaRPr lang="en-US" sz="1800" spc="-18" kern="0" b="0" i="0" dirty="0">
                <a:solidFill>
                  <a:srgbClr val="070154"/>
                </a:solidFill>
                <a:latin typeface="IBM Plex Sans SemiBold"/>
                <a:ea typeface="IBM Plex Sans SemiBold"/>
                <a:cs typeface="IBM Plex Sans SemiBold"/>
              </a:endParaRPr>
            </a:p>
          </p:txBody>
        </p:sp>
        <p:sp>
          <p:nvSpPr>
            <p:cNvPr id="59" name="node01.items.source-001.text"/>
            <p:cNvSpPr/>
            <p:nvPr/>
          </p:nvSpPr>
          <p:spPr>
            <a:xfrm>
              <a:off x="3505200" y="2108200"/>
              <a:ext cx="15240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Wireframes and API contracts</a:t>
              </a:r>
              <a:endParaRPr lang="en-US" sz="1200" spc="0" kern="0" b="0" i="0" dirty="0">
                <a:solidFill>
                  <a:srgbClr val="070154"/>
                </a:solidFill>
                <a:latin typeface="IBM Plex Sans"/>
                <a:ea typeface="IBM Plex Sans"/>
                <a:cs typeface="IBM Plex Sans"/>
              </a:endParaRPr>
            </a:p>
          </p:txBody>
        </p:sp>
        <p:sp>
          <p:nvSpPr>
            <p:cNvPr id="60" name="node01.items.source-002.surface"/>
            <p:cNvSpPr/>
            <p:nvPr/>
          </p:nvSpPr>
          <p:spPr>
            <a:xfrm>
              <a:off x="5853032" y="2705911"/>
              <a:ext cx="1828800" cy="1143000"/>
            </a:xfrm>
            <a:prstGeom prst="rect">
              <a:avLst/>
            </a:prstGeom>
            <a:solidFill>
              <a:srgbClr val="E8EEF8"/>
            </a:solidFill>
            <a:ln>
              <a:noFill/>
            </a:ln>
          </p:spPr>
        </p:sp>
        <p:sp>
          <p:nvSpPr>
            <p:cNvPr id="61" name="node01.items.source-002.label"/>
            <p:cNvSpPr/>
            <p:nvPr/>
          </p:nvSpPr>
          <p:spPr>
            <a:xfrm>
              <a:off x="6005432" y="2998011"/>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sp>
          <p:nvSpPr>
            <p:cNvPr id="62" name="node01.items.source-002.text"/>
            <p:cNvSpPr/>
            <p:nvPr/>
          </p:nvSpPr>
          <p:spPr>
            <a:xfrm>
              <a:off x="6005432" y="3328211"/>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Code and integrate</a:t>
              </a:r>
              <a:endParaRPr lang="en-US" sz="1200" spc="0" kern="0" b="0" i="0" dirty="0">
                <a:solidFill>
                  <a:srgbClr val="070154"/>
                </a:solidFill>
                <a:latin typeface="IBM Plex Sans"/>
                <a:ea typeface="IBM Plex Sans"/>
                <a:cs typeface="IBM Plex Sans"/>
              </a:endParaRPr>
            </a:p>
          </p:txBody>
        </p:sp>
        <p:sp>
          <p:nvSpPr>
            <p:cNvPr id="63" name="node01.items.source-003.surface"/>
            <p:cNvSpPr/>
            <p:nvPr/>
          </p:nvSpPr>
          <p:spPr>
            <a:xfrm>
              <a:off x="4898029" y="4494989"/>
              <a:ext cx="1828800" cy="1143000"/>
            </a:xfrm>
            <a:prstGeom prst="rect">
              <a:avLst/>
            </a:prstGeom>
            <a:solidFill>
              <a:srgbClr val="E8EEF8"/>
            </a:solidFill>
            <a:ln>
              <a:noFill/>
            </a:ln>
          </p:spPr>
        </p:sp>
        <p:sp>
          <p:nvSpPr>
            <p:cNvPr id="64" name="node01.items.source-003.label"/>
            <p:cNvSpPr/>
            <p:nvPr/>
          </p:nvSpPr>
          <p:spPr>
            <a:xfrm>
              <a:off x="5050429" y="4672789"/>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Test</a:t>
              </a:r>
              <a:endParaRPr lang="en-US" sz="1800" spc="-18" kern="0" b="0" i="0" dirty="0">
                <a:solidFill>
                  <a:srgbClr val="070154"/>
                </a:solidFill>
                <a:latin typeface="IBM Plex Sans SemiBold"/>
                <a:ea typeface="IBM Plex Sans SemiBold"/>
                <a:cs typeface="IBM Plex Sans SemiBold"/>
              </a:endParaRPr>
            </a:p>
          </p:txBody>
        </p:sp>
        <p:sp>
          <p:nvSpPr>
            <p:cNvPr id="65" name="node01.items.source-003.text"/>
            <p:cNvSpPr/>
            <p:nvPr/>
          </p:nvSpPr>
          <p:spPr>
            <a:xfrm>
              <a:off x="5050429" y="5002989"/>
              <a:ext cx="15240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Automated and exploratory</a:t>
              </a:r>
              <a:endParaRPr lang="en-US" sz="1200" spc="0" kern="0" b="0" i="0" dirty="0">
                <a:solidFill>
                  <a:srgbClr val="070154"/>
                </a:solidFill>
                <a:latin typeface="IBM Plex Sans"/>
                <a:ea typeface="IBM Plex Sans"/>
                <a:cs typeface="IBM Plex Sans"/>
              </a:endParaRPr>
            </a:p>
          </p:txBody>
        </p:sp>
        <p:sp>
          <p:nvSpPr>
            <p:cNvPr id="66" name="node01.items.source-004.surface"/>
            <p:cNvSpPr/>
            <p:nvPr/>
          </p:nvSpPr>
          <p:spPr>
            <a:xfrm>
              <a:off x="1807571" y="4494989"/>
              <a:ext cx="1828800" cy="1143000"/>
            </a:xfrm>
            <a:prstGeom prst="rect">
              <a:avLst/>
            </a:prstGeom>
            <a:solidFill>
              <a:srgbClr val="E8EEF8"/>
            </a:solidFill>
            <a:ln>
              <a:noFill/>
            </a:ln>
          </p:spPr>
        </p:sp>
        <p:sp>
          <p:nvSpPr>
            <p:cNvPr id="67" name="node01.items.source-004.label"/>
            <p:cNvSpPr/>
            <p:nvPr/>
          </p:nvSpPr>
          <p:spPr>
            <a:xfrm>
              <a:off x="1959971" y="4787089"/>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Verify</a:t>
              </a:r>
              <a:endParaRPr lang="en-US" sz="1800" spc="-18" kern="0" b="0" i="0" dirty="0">
                <a:solidFill>
                  <a:srgbClr val="070154"/>
                </a:solidFill>
                <a:latin typeface="IBM Plex Sans SemiBold"/>
                <a:ea typeface="IBM Plex Sans SemiBold"/>
                <a:cs typeface="IBM Plex Sans SemiBold"/>
              </a:endParaRPr>
            </a:p>
          </p:txBody>
        </p:sp>
        <p:sp>
          <p:nvSpPr>
            <p:cNvPr id="68" name="node01.items.source-004.text"/>
            <p:cNvSpPr/>
            <p:nvPr/>
          </p:nvSpPr>
          <p:spPr>
            <a:xfrm>
              <a:off x="1959971" y="5117289"/>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Clinician acceptance</a:t>
              </a:r>
              <a:endParaRPr lang="en-US" sz="1200" spc="0" kern="0" b="0" i="0" dirty="0">
                <a:solidFill>
                  <a:srgbClr val="070154"/>
                </a:solidFill>
                <a:latin typeface="IBM Plex Sans"/>
                <a:ea typeface="IBM Plex Sans"/>
                <a:cs typeface="IBM Plex Sans"/>
              </a:endParaRPr>
            </a:p>
          </p:txBody>
        </p:sp>
        <p:sp>
          <p:nvSpPr>
            <p:cNvPr id="69" name="node01.items.source-005.surface"/>
            <p:cNvSpPr/>
            <p:nvPr/>
          </p:nvSpPr>
          <p:spPr>
            <a:xfrm>
              <a:off x="852568" y="2705911"/>
              <a:ext cx="1828800" cy="1143000"/>
            </a:xfrm>
            <a:prstGeom prst="rect">
              <a:avLst/>
            </a:prstGeom>
            <a:solidFill>
              <a:srgbClr val="E8EEF8"/>
            </a:solidFill>
            <a:ln>
              <a:noFill/>
            </a:ln>
          </p:spPr>
        </p:sp>
        <p:sp>
          <p:nvSpPr>
            <p:cNvPr id="70" name="node01.items.source-005.label"/>
            <p:cNvSpPr/>
            <p:nvPr/>
          </p:nvSpPr>
          <p:spPr>
            <a:xfrm>
              <a:off x="1004968" y="2998011"/>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Release</a:t>
              </a:r>
              <a:endParaRPr lang="en-US" sz="1800" spc="-18" kern="0" b="0" i="0" dirty="0">
                <a:solidFill>
                  <a:srgbClr val="070154"/>
                </a:solidFill>
                <a:latin typeface="IBM Plex Sans SemiBold"/>
                <a:ea typeface="IBM Plex Sans SemiBold"/>
                <a:cs typeface="IBM Plex Sans SemiBold"/>
              </a:endParaRPr>
            </a:p>
          </p:txBody>
        </p:sp>
        <p:sp>
          <p:nvSpPr>
            <p:cNvPr id="71" name="node01.items.source-005.text"/>
            <p:cNvSpPr/>
            <p:nvPr/>
          </p:nvSpPr>
          <p:spPr>
            <a:xfrm>
              <a:off x="1004968" y="3328211"/>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Staged rollout</a:t>
              </a:r>
              <a:endParaRPr lang="en-US" sz="1200" spc="0" kern="0" b="0" i="0" dirty="0">
                <a:solidFill>
                  <a:srgbClr val="070154"/>
                </a:solidFill>
                <a:latin typeface="IBM Plex Sans"/>
                <a:ea typeface="IBM Plex Sans"/>
                <a:cs typeface="IBM Plex Sans"/>
              </a:endParaRPr>
            </a:p>
          </p:txBody>
        </p:sp>
      </p:grpSp>
      <p:grpSp>
        <p:nvGrpSpPr>
          <p:cNvPr id="82" name="node02"/>
          <p:cNvGrpSpPr/>
          <p:nvPr/>
        </p:nvGrpSpPr>
        <p:grpSpPr>
          <a:xfrm>
            <a:off x="8039100" y="1600200"/>
            <a:ext cx="3429000" cy="1143000"/>
            <a:chOff x="8039100" y="1600200"/>
            <a:chExt cx="3429000" cy="1143000"/>
          </a:xfrm>
        </p:grpSpPr>
        <p:sp>
          <p:nvSpPr>
            <p:cNvPr id="72" name="node02.label"/>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TEST TO BUILD</a:t>
              </a:r>
              <a:endParaRPr lang="en-US" sz="900" spc="54" kern="0" b="0" i="0" dirty="0">
                <a:solidFill>
                  <a:srgbClr val="0047FF"/>
                </a:solidFill>
                <a:latin typeface="IBM Plex Mono Medium"/>
                <a:ea typeface="IBM Plex Mono Medium"/>
                <a:cs typeface="IBM Plex Mono Medium"/>
              </a:endParaRPr>
            </a:p>
          </p:txBody>
        </p:sp>
        <p:sp>
          <p:nvSpPr>
            <p:cNvPr id="73" name="node02.title"/>
            <p:cNvSpPr/>
            <p:nvPr/>
          </p:nvSpPr>
          <p:spPr>
            <a:xfrm>
              <a:off x="8039100" y="1828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Failed tests return work</a:t>
              </a:r>
              <a:endParaRPr lang="en-US" sz="1800" spc="-18" kern="0" b="0" i="0" dirty="0">
                <a:solidFill>
                  <a:srgbClr val="070154"/>
                </a:solidFill>
                <a:latin typeface="IBM Plex Sans SemiBold"/>
                <a:ea typeface="IBM Plex Sans SemiBold"/>
                <a:cs typeface="IBM Plex Sans SemiBold"/>
              </a:endParaRPr>
            </a:p>
          </p:txBody>
        </p:sp>
        <p:sp>
          <p:nvSpPr>
            <p:cNvPr id="74" name="node02.body"/>
            <p:cNvSpPr/>
            <p:nvPr/>
          </p:nvSpPr>
          <p:spPr>
            <a:xfrm>
              <a:off x="8039100" y="22098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Defects go back to the sprint, not to a later phase.</a:t>
              </a:r>
              <a:endParaRPr lang="en-US" sz="1400" spc="0" kern="0" b="0" i="0" dirty="0">
                <a:solidFill>
                  <a:srgbClr val="50658E"/>
                </a:solidFill>
                <a:latin typeface="IBM Plex Sans"/>
                <a:ea typeface="IBM Plex Sans"/>
                <a:cs typeface="IBM Plex Sans"/>
              </a:endParaRPr>
            </a:p>
          </p:txBody>
        </p:sp>
      </p:grpSp>
      <p:grpSp>
        <p:nvGrpSpPr>
          <p:cNvPr id="83" name="node03"/>
          <p:cNvGrpSpPr/>
          <p:nvPr/>
        </p:nvGrpSpPr>
        <p:grpSpPr>
          <a:xfrm>
            <a:off x="8039100" y="3200400"/>
            <a:ext cx="3429000" cy="1143000"/>
            <a:chOff x="8039100" y="3200400"/>
            <a:chExt cx="3429000" cy="1143000"/>
          </a:xfrm>
        </p:grpSpPr>
        <p:sp>
          <p:nvSpPr>
            <p:cNvPr id="75" name="node03.label"/>
            <p:cNvSpPr/>
            <p:nvPr/>
          </p:nvSpPr>
          <p:spPr>
            <a:xfrm>
              <a:off x="80391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VERIFY TO DESIGN</a:t>
              </a:r>
              <a:endParaRPr lang="en-US" sz="900" spc="54" kern="0" b="0" i="0" dirty="0">
                <a:solidFill>
                  <a:srgbClr val="0047FF"/>
                </a:solidFill>
                <a:latin typeface="IBM Plex Mono Medium"/>
                <a:ea typeface="IBM Plex Mono Medium"/>
                <a:cs typeface="IBM Plex Mono Medium"/>
              </a:endParaRPr>
            </a:p>
          </p:txBody>
        </p:sp>
        <p:sp>
          <p:nvSpPr>
            <p:cNvPr id="76" name="node03.title"/>
            <p:cNvSpPr/>
            <p:nvPr/>
          </p:nvSpPr>
          <p:spPr>
            <a:xfrm>
              <a:off x="8039100" y="3429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Gaps reopen the design</a:t>
              </a:r>
              <a:endParaRPr lang="en-US" sz="1800" spc="-18" kern="0" b="0" i="0" dirty="0">
                <a:solidFill>
                  <a:srgbClr val="070154"/>
                </a:solidFill>
                <a:latin typeface="IBM Plex Sans SemiBold"/>
                <a:ea typeface="IBM Plex Sans SemiBold"/>
                <a:cs typeface="IBM Plex Sans SemiBold"/>
              </a:endParaRPr>
            </a:p>
          </p:txBody>
        </p:sp>
        <p:sp>
          <p:nvSpPr>
            <p:cNvPr id="77" name="node03.body"/>
            <p:cNvSpPr/>
            <p:nvPr/>
          </p:nvSpPr>
          <p:spPr>
            <a:xfrm>
              <a:off x="8039100" y="38100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Workflow gaps change the design before release.</a:t>
              </a:r>
              <a:endParaRPr lang="en-US" sz="1400" spc="0" kern="0" b="0" i="0" dirty="0">
                <a:solidFill>
                  <a:srgbClr val="50658E"/>
                </a:solidFill>
                <a:latin typeface="IBM Plex Sans"/>
                <a:ea typeface="IBM Plex Sans"/>
                <a:cs typeface="IBM Plex Sans"/>
              </a:endParaRPr>
            </a:p>
          </p:txBody>
        </p:sp>
      </p:grpSp>
      <p:grpSp>
        <p:nvGrpSpPr>
          <p:cNvPr id="84" name="node04"/>
          <p:cNvGrpSpPr/>
          <p:nvPr/>
        </p:nvGrpSpPr>
        <p:grpSpPr>
          <a:xfrm>
            <a:off x="8039100" y="4800600"/>
            <a:ext cx="3429000" cy="876300"/>
            <a:chOff x="8039100" y="4800600"/>
            <a:chExt cx="3429000" cy="876300"/>
          </a:xfrm>
        </p:grpSpPr>
        <p:sp>
          <p:nvSpPr>
            <p:cNvPr id="78" name="node04.label"/>
            <p:cNvSpPr/>
            <p:nvPr/>
          </p:nvSpPr>
          <p:spPr>
            <a:xfrm>
              <a:off x="8039100" y="4800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RELEASE</a:t>
              </a:r>
              <a:endParaRPr lang="en-US" sz="900" spc="54" kern="0" b="0" i="0" dirty="0">
                <a:solidFill>
                  <a:srgbClr val="0047FF"/>
                </a:solidFill>
                <a:latin typeface="IBM Plex Mono Medium"/>
                <a:ea typeface="IBM Plex Mono Medium"/>
                <a:cs typeface="IBM Plex Mono Medium"/>
              </a:endParaRPr>
            </a:p>
          </p:txBody>
        </p:sp>
        <p:sp>
          <p:nvSpPr>
            <p:cNvPr id="79" name="node04.title"/>
            <p:cNvSpPr/>
            <p:nvPr/>
          </p:nvSpPr>
          <p:spPr>
            <a:xfrm>
              <a:off x="8039100" y="50292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Hand-off to Optimize</a:t>
              </a:r>
              <a:endParaRPr lang="en-US" sz="1800" spc="-18" kern="0" b="0" i="0" dirty="0">
                <a:solidFill>
                  <a:srgbClr val="070154"/>
                </a:solidFill>
                <a:latin typeface="IBM Plex Sans SemiBold"/>
                <a:ea typeface="IBM Plex Sans SemiBold"/>
                <a:cs typeface="IBM Plex Sans SemiBold"/>
              </a:endParaRPr>
            </a:p>
          </p:txBody>
        </p:sp>
        <p:sp>
          <p:nvSpPr>
            <p:cNvPr id="80" name="node04.body"/>
            <p:cNvSpPr/>
            <p:nvPr/>
          </p:nvSpPr>
          <p:spPr>
            <a:xfrm>
              <a:off x="8039100" y="54102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Live usage data starts the next PDLC loop.</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ource-497">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Defects and gaps loop back inside the SDLC</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50</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685800"/>
            <a:ext cx="7086600" cy="5257800"/>
            <a:chOff x="723900" y="685800"/>
            <a:chExt cx="7086600" cy="5257800"/>
          </a:xfrm>
        </p:grpSpPr>
        <p:sp>
          <p:nvSpPr>
            <p:cNvPr id="6" name="node01.items.source-001.arc"/>
            <p:cNvSpPr/>
            <p:nvPr/>
          </p:nvSpPr>
          <p:spPr>
            <a:xfrm>
              <a:off x="5294393" y="1420853"/>
              <a:ext cx="1044408" cy="627185"/>
            </a:xfrm>
            <a:custGeom>
              <a:avLst/>
              <a:gdLst/>
              <a:ahLst/>
              <a:cxnLst/>
              <a:rect l="l" t="t" r="r" b="b"/>
              <a:pathLst>
                <a:path w="1044408" h="627185">
                  <a:moveTo>
                    <a:pt x="0" y="0"/>
                  </a:moveTo>
                  <a:lnTo>
                    <a:pt x="50802" y="17373"/>
                  </a:lnTo>
                  <a:lnTo>
                    <a:pt x="101125" y="35581"/>
                  </a:lnTo>
                  <a:lnTo>
                    <a:pt x="150946" y="54616"/>
                  </a:lnTo>
                  <a:lnTo>
                    <a:pt x="200243" y="74468"/>
                  </a:lnTo>
                  <a:lnTo>
                    <a:pt x="248995" y="95130"/>
                  </a:lnTo>
                  <a:lnTo>
                    <a:pt x="297178" y="116592"/>
                  </a:lnTo>
                  <a:lnTo>
                    <a:pt x="344773" y="138844"/>
                  </a:lnTo>
                  <a:lnTo>
                    <a:pt x="391757" y="161876"/>
                  </a:lnTo>
                  <a:lnTo>
                    <a:pt x="438111" y="185679"/>
                  </a:lnTo>
                  <a:lnTo>
                    <a:pt x="483813" y="210241"/>
                  </a:lnTo>
                  <a:lnTo>
                    <a:pt x="528842" y="235553"/>
                  </a:lnTo>
                  <a:lnTo>
                    <a:pt x="573180" y="261602"/>
                  </a:lnTo>
                  <a:lnTo>
                    <a:pt x="616806" y="288376"/>
                  </a:lnTo>
                  <a:lnTo>
                    <a:pt x="659700" y="315865"/>
                  </a:lnTo>
                  <a:lnTo>
                    <a:pt x="701845" y="344056"/>
                  </a:lnTo>
                  <a:lnTo>
                    <a:pt x="743220" y="372935"/>
                  </a:lnTo>
                  <a:lnTo>
                    <a:pt x="783809" y="402492"/>
                  </a:lnTo>
                  <a:lnTo>
                    <a:pt x="823591" y="432711"/>
                  </a:lnTo>
                  <a:lnTo>
                    <a:pt x="862551" y="463581"/>
                  </a:lnTo>
                  <a:lnTo>
                    <a:pt x="900670" y="495086"/>
                  </a:lnTo>
                  <a:lnTo>
                    <a:pt x="937932" y="527214"/>
                  </a:lnTo>
                  <a:lnTo>
                    <a:pt x="974319" y="559949"/>
                  </a:lnTo>
                  <a:lnTo>
                    <a:pt x="1009817" y="593278"/>
                  </a:lnTo>
                  <a:lnTo>
                    <a:pt x="1044408" y="627185"/>
                  </a:lnTo>
                </a:path>
              </a:pathLst>
            </a:custGeom>
            <a:ln w="25400">
              <a:solidFill>
                <a:srgbClr val="070154"/>
              </a:solidFill>
              <a:prstDash val="solid"/>
            </a:ln>
          </p:spPr>
        </p:sp>
        <p:sp>
          <p:nvSpPr>
            <p:cNvPr id="7" name="node01.items.source-001.arc.cap-1"/>
            <p:cNvSpPr/>
            <p:nvPr/>
          </p:nvSpPr>
          <p:spPr>
            <a:xfrm>
              <a:off x="5281693" y="1408153"/>
              <a:ext cx="25400" cy="25400"/>
            </a:xfrm>
            <a:prstGeom prst="ellipse">
              <a:avLst/>
            </a:prstGeom>
            <a:solidFill>
              <a:srgbClr val="070154"/>
            </a:solidFill>
            <a:ln>
              <a:noFill/>
            </a:ln>
          </p:spPr>
        </p:sp>
        <p:sp>
          <p:nvSpPr>
            <p:cNvPr id="8" name="node01.items.source-001.arc.cap-2"/>
            <p:cNvSpPr/>
            <p:nvPr/>
          </p:nvSpPr>
          <p:spPr>
            <a:xfrm>
              <a:off x="6326101" y="2035338"/>
              <a:ext cx="25400" cy="25400"/>
            </a:xfrm>
            <a:prstGeom prst="ellipse">
              <a:avLst/>
            </a:prstGeom>
            <a:solidFill>
              <a:srgbClr val="070154"/>
            </a:solidFill>
            <a:ln>
              <a:noFill/>
            </a:ln>
          </p:spPr>
        </p:sp>
        <p:sp>
          <p:nvSpPr>
            <p:cNvPr id="9" name="node01.items.source-001.arc.arrow-1"/>
            <p:cNvSpPr/>
            <p:nvPr/>
          </p:nvSpPr>
          <p:spPr>
            <a:xfrm>
              <a:off x="6228809" y="2016956"/>
              <a:ext cx="109993" cy="31082"/>
            </a:xfrm>
            <a:custGeom>
              <a:avLst/>
              <a:gdLst/>
              <a:ahLst/>
              <a:cxnLst/>
              <a:rect l="l" t="t" r="r" b="b"/>
              <a:pathLst>
                <a:path w="109993" h="31082">
                  <a:moveTo>
                    <a:pt x="109993" y="31082"/>
                  </a:moveTo>
                  <a:lnTo>
                    <a:pt x="0" y="0"/>
                  </a:lnTo>
                </a:path>
              </a:pathLst>
            </a:custGeom>
            <a:ln w="25400">
              <a:solidFill>
                <a:srgbClr val="070154"/>
              </a:solidFill>
              <a:prstDash val="solid"/>
            </a:ln>
          </p:spPr>
        </p:sp>
        <p:sp>
          <p:nvSpPr>
            <p:cNvPr id="10" name="node01.items.source-001.arc.arrow-1.cap-1"/>
            <p:cNvSpPr/>
            <p:nvPr/>
          </p:nvSpPr>
          <p:spPr>
            <a:xfrm>
              <a:off x="6326101" y="2035338"/>
              <a:ext cx="25400" cy="25400"/>
            </a:xfrm>
            <a:prstGeom prst="ellipse">
              <a:avLst/>
            </a:prstGeom>
            <a:solidFill>
              <a:srgbClr val="070154"/>
            </a:solidFill>
            <a:ln>
              <a:noFill/>
            </a:ln>
          </p:spPr>
        </p:sp>
        <p:sp>
          <p:nvSpPr>
            <p:cNvPr id="11" name="node01.items.source-001.arc.arrow-1.cap-2"/>
            <p:cNvSpPr/>
            <p:nvPr/>
          </p:nvSpPr>
          <p:spPr>
            <a:xfrm>
              <a:off x="6216109" y="2004256"/>
              <a:ext cx="25400" cy="25400"/>
            </a:xfrm>
            <a:prstGeom prst="ellipse">
              <a:avLst/>
            </a:prstGeom>
            <a:solidFill>
              <a:srgbClr val="070154"/>
            </a:solidFill>
            <a:ln>
              <a:noFill/>
            </a:ln>
          </p:spPr>
        </p:sp>
        <p:sp>
          <p:nvSpPr>
            <p:cNvPr id="12" name="node01.items.source-001.arc.arrow-2"/>
            <p:cNvSpPr/>
            <p:nvPr/>
          </p:nvSpPr>
          <p:spPr>
            <a:xfrm>
              <a:off x="6305527" y="1938689"/>
              <a:ext cx="33274" cy="109349"/>
            </a:xfrm>
            <a:custGeom>
              <a:avLst/>
              <a:gdLst/>
              <a:ahLst/>
              <a:cxnLst/>
              <a:rect l="l" t="t" r="r" b="b"/>
              <a:pathLst>
                <a:path w="33274" h="109349">
                  <a:moveTo>
                    <a:pt x="33274" y="109349"/>
                  </a:moveTo>
                  <a:lnTo>
                    <a:pt x="0" y="0"/>
                  </a:lnTo>
                </a:path>
              </a:pathLst>
            </a:custGeom>
            <a:ln w="25400">
              <a:solidFill>
                <a:srgbClr val="070154"/>
              </a:solidFill>
              <a:prstDash val="solid"/>
            </a:ln>
          </p:spPr>
        </p:sp>
        <p:sp>
          <p:nvSpPr>
            <p:cNvPr id="13" name="node01.items.source-001.arc.arrow-2.cap-1"/>
            <p:cNvSpPr/>
            <p:nvPr/>
          </p:nvSpPr>
          <p:spPr>
            <a:xfrm>
              <a:off x="6326101" y="2035338"/>
              <a:ext cx="25400" cy="25400"/>
            </a:xfrm>
            <a:prstGeom prst="ellipse">
              <a:avLst/>
            </a:prstGeom>
            <a:solidFill>
              <a:srgbClr val="070154"/>
            </a:solidFill>
            <a:ln>
              <a:noFill/>
            </a:ln>
          </p:spPr>
        </p:sp>
        <p:sp>
          <p:nvSpPr>
            <p:cNvPr id="14" name="node01.items.source-001.arc.arrow-2.cap-2"/>
            <p:cNvSpPr/>
            <p:nvPr/>
          </p:nvSpPr>
          <p:spPr>
            <a:xfrm>
              <a:off x="6292827" y="1925989"/>
              <a:ext cx="25400" cy="25400"/>
            </a:xfrm>
            <a:prstGeom prst="ellipse">
              <a:avLst/>
            </a:prstGeom>
            <a:solidFill>
              <a:srgbClr val="070154"/>
            </a:solidFill>
            <a:ln>
              <a:noFill/>
            </a:ln>
          </p:spPr>
        </p:sp>
        <p:sp>
          <p:nvSpPr>
            <p:cNvPr id="15" name="node01.items.source-002.arc"/>
            <p:cNvSpPr/>
            <p:nvPr/>
          </p:nvSpPr>
          <p:spPr>
            <a:xfrm>
              <a:off x="6566488" y="3386502"/>
              <a:ext cx="328011" cy="925645"/>
            </a:xfrm>
            <a:custGeom>
              <a:avLst/>
              <a:gdLst/>
              <a:ahLst/>
              <a:cxnLst/>
              <a:rect l="l" t="t" r="r" b="b"/>
              <a:pathLst>
                <a:path w="328011" h="925645">
                  <a:moveTo>
                    <a:pt x="328011" y="0"/>
                  </a:moveTo>
                  <a:lnTo>
                    <a:pt x="325703" y="40356"/>
                  </a:lnTo>
                  <a:lnTo>
                    <a:pt x="322383" y="80669"/>
                  </a:lnTo>
                  <a:lnTo>
                    <a:pt x="318053" y="120922"/>
                  </a:lnTo>
                  <a:lnTo>
                    <a:pt x="312713" y="161102"/>
                  </a:lnTo>
                  <a:lnTo>
                    <a:pt x="306367" y="201192"/>
                  </a:lnTo>
                  <a:lnTo>
                    <a:pt x="299016" y="241176"/>
                  </a:lnTo>
                  <a:lnTo>
                    <a:pt x="290663" y="281040"/>
                  </a:lnTo>
                  <a:lnTo>
                    <a:pt x="281312" y="320768"/>
                  </a:lnTo>
                  <a:lnTo>
                    <a:pt x="270966" y="360345"/>
                  </a:lnTo>
                  <a:lnTo>
                    <a:pt x="259629" y="399755"/>
                  </a:lnTo>
                  <a:lnTo>
                    <a:pt x="247306" y="438983"/>
                  </a:lnTo>
                  <a:lnTo>
                    <a:pt x="234000" y="478014"/>
                  </a:lnTo>
                  <a:lnTo>
                    <a:pt x="219719" y="516833"/>
                  </a:lnTo>
                  <a:lnTo>
                    <a:pt x="204466" y="555426"/>
                  </a:lnTo>
                  <a:lnTo>
                    <a:pt x="188247" y="593776"/>
                  </a:lnTo>
                  <a:lnTo>
                    <a:pt x="171070" y="631870"/>
                  </a:lnTo>
                  <a:lnTo>
                    <a:pt x="152941" y="669693"/>
                  </a:lnTo>
                  <a:lnTo>
                    <a:pt x="133866" y="707229"/>
                  </a:lnTo>
                  <a:lnTo>
                    <a:pt x="113853" y="744466"/>
                  </a:lnTo>
                  <a:lnTo>
                    <a:pt x="92909" y="781388"/>
                  </a:lnTo>
                  <a:lnTo>
                    <a:pt x="71044" y="817980"/>
                  </a:lnTo>
                  <a:lnTo>
                    <a:pt x="48265" y="854230"/>
                  </a:lnTo>
                  <a:lnTo>
                    <a:pt x="24580" y="890123"/>
                  </a:lnTo>
                  <a:lnTo>
                    <a:pt x="0" y="925645"/>
                  </a:lnTo>
                </a:path>
              </a:pathLst>
            </a:custGeom>
            <a:ln w="25400">
              <a:solidFill>
                <a:srgbClr val="070154"/>
              </a:solidFill>
              <a:prstDash val="solid"/>
            </a:ln>
          </p:spPr>
        </p:sp>
        <p:sp>
          <p:nvSpPr>
            <p:cNvPr id="16" name="node01.items.source-002.arc.cap-1"/>
            <p:cNvSpPr/>
            <p:nvPr/>
          </p:nvSpPr>
          <p:spPr>
            <a:xfrm>
              <a:off x="6881799" y="3373802"/>
              <a:ext cx="25400" cy="25400"/>
            </a:xfrm>
            <a:prstGeom prst="ellipse">
              <a:avLst/>
            </a:prstGeom>
            <a:solidFill>
              <a:srgbClr val="070154"/>
            </a:solidFill>
            <a:ln>
              <a:noFill/>
            </a:ln>
          </p:spPr>
        </p:sp>
        <p:sp>
          <p:nvSpPr>
            <p:cNvPr id="17" name="node01.items.source-002.arc.cap-2"/>
            <p:cNvSpPr/>
            <p:nvPr/>
          </p:nvSpPr>
          <p:spPr>
            <a:xfrm>
              <a:off x="6553788" y="4299447"/>
              <a:ext cx="25400" cy="25400"/>
            </a:xfrm>
            <a:prstGeom prst="ellipse">
              <a:avLst/>
            </a:prstGeom>
            <a:solidFill>
              <a:srgbClr val="070154"/>
            </a:solidFill>
            <a:ln>
              <a:noFill/>
            </a:ln>
          </p:spPr>
        </p:sp>
        <p:sp>
          <p:nvSpPr>
            <p:cNvPr id="18" name="node01.items.source-002.arc.arrow-1"/>
            <p:cNvSpPr/>
            <p:nvPr/>
          </p:nvSpPr>
          <p:spPr>
            <a:xfrm>
              <a:off x="6566488" y="4198481"/>
              <a:ext cx="12016" cy="113667"/>
            </a:xfrm>
            <a:custGeom>
              <a:avLst/>
              <a:gdLst/>
              <a:ahLst/>
              <a:cxnLst/>
              <a:rect l="l" t="t" r="r" b="b"/>
              <a:pathLst>
                <a:path w="12016" h="113667">
                  <a:moveTo>
                    <a:pt x="0" y="113667"/>
                  </a:moveTo>
                  <a:lnTo>
                    <a:pt x="12016" y="0"/>
                  </a:lnTo>
                </a:path>
              </a:pathLst>
            </a:custGeom>
            <a:ln w="25400">
              <a:solidFill>
                <a:srgbClr val="070154"/>
              </a:solidFill>
              <a:prstDash val="solid"/>
            </a:ln>
          </p:spPr>
        </p:sp>
        <p:sp>
          <p:nvSpPr>
            <p:cNvPr id="19" name="node01.items.source-002.arc.arrow-1.cap-1"/>
            <p:cNvSpPr/>
            <p:nvPr/>
          </p:nvSpPr>
          <p:spPr>
            <a:xfrm>
              <a:off x="6553788" y="4299447"/>
              <a:ext cx="25400" cy="25400"/>
            </a:xfrm>
            <a:prstGeom prst="ellipse">
              <a:avLst/>
            </a:prstGeom>
            <a:solidFill>
              <a:srgbClr val="070154"/>
            </a:solidFill>
            <a:ln>
              <a:noFill/>
            </a:ln>
          </p:spPr>
        </p:sp>
        <p:sp>
          <p:nvSpPr>
            <p:cNvPr id="20" name="node01.items.source-002.arc.arrow-1.cap-2"/>
            <p:cNvSpPr/>
            <p:nvPr/>
          </p:nvSpPr>
          <p:spPr>
            <a:xfrm>
              <a:off x="6565803" y="4185781"/>
              <a:ext cx="25400" cy="25400"/>
            </a:xfrm>
            <a:prstGeom prst="ellipse">
              <a:avLst/>
            </a:prstGeom>
            <a:solidFill>
              <a:srgbClr val="070154"/>
            </a:solidFill>
            <a:ln>
              <a:noFill/>
            </a:ln>
          </p:spPr>
        </p:sp>
        <p:sp>
          <p:nvSpPr>
            <p:cNvPr id="21" name="node01.items.source-002.arc.arrow-2"/>
            <p:cNvSpPr/>
            <p:nvPr/>
          </p:nvSpPr>
          <p:spPr>
            <a:xfrm>
              <a:off x="6566488" y="4260844"/>
              <a:ext cx="102139" cy="51304"/>
            </a:xfrm>
            <a:custGeom>
              <a:avLst/>
              <a:gdLst/>
              <a:ahLst/>
              <a:cxnLst/>
              <a:rect l="l" t="t" r="r" b="b"/>
              <a:pathLst>
                <a:path w="102139" h="51304">
                  <a:moveTo>
                    <a:pt x="0" y="51304"/>
                  </a:moveTo>
                  <a:lnTo>
                    <a:pt x="102139" y="0"/>
                  </a:lnTo>
                </a:path>
              </a:pathLst>
            </a:custGeom>
            <a:ln w="25400">
              <a:solidFill>
                <a:srgbClr val="070154"/>
              </a:solidFill>
              <a:prstDash val="solid"/>
            </a:ln>
          </p:spPr>
        </p:sp>
        <p:sp>
          <p:nvSpPr>
            <p:cNvPr id="22" name="node01.items.source-002.arc.arrow-2.cap-1"/>
            <p:cNvSpPr/>
            <p:nvPr/>
          </p:nvSpPr>
          <p:spPr>
            <a:xfrm>
              <a:off x="6553788" y="4299447"/>
              <a:ext cx="25400" cy="25400"/>
            </a:xfrm>
            <a:prstGeom prst="ellipse">
              <a:avLst/>
            </a:prstGeom>
            <a:solidFill>
              <a:srgbClr val="070154"/>
            </a:solidFill>
            <a:ln>
              <a:noFill/>
            </a:ln>
          </p:spPr>
        </p:sp>
        <p:sp>
          <p:nvSpPr>
            <p:cNvPr id="23" name="node01.items.source-002.arc.arrow-2.cap-2"/>
            <p:cNvSpPr/>
            <p:nvPr/>
          </p:nvSpPr>
          <p:spPr>
            <a:xfrm>
              <a:off x="6655927" y="4248144"/>
              <a:ext cx="25400" cy="25400"/>
            </a:xfrm>
            <a:prstGeom prst="ellipse">
              <a:avLst/>
            </a:prstGeom>
            <a:solidFill>
              <a:srgbClr val="070154"/>
            </a:solidFill>
            <a:ln>
              <a:noFill/>
            </a:ln>
          </p:spPr>
        </p:sp>
        <p:sp>
          <p:nvSpPr>
            <p:cNvPr id="24" name="node01.items.source-003.arc"/>
            <p:cNvSpPr/>
            <p:nvPr/>
          </p:nvSpPr>
          <p:spPr>
            <a:xfrm>
              <a:off x="3810696" y="5334300"/>
              <a:ext cx="958121" cy="37756"/>
            </a:xfrm>
            <a:custGeom>
              <a:avLst/>
              <a:gdLst/>
              <a:ahLst/>
              <a:cxnLst/>
              <a:rect l="l" t="t" r="r" b="b"/>
              <a:pathLst>
                <a:path w="958121" h="37756">
                  <a:moveTo>
                    <a:pt x="958121" y="0"/>
                  </a:moveTo>
                  <a:lnTo>
                    <a:pt x="918655" y="5759"/>
                  </a:lnTo>
                  <a:lnTo>
                    <a:pt x="879080" y="11047"/>
                  </a:lnTo>
                  <a:lnTo>
                    <a:pt x="839407" y="15860"/>
                  </a:lnTo>
                  <a:lnTo>
                    <a:pt x="799644" y="20199"/>
                  </a:lnTo>
                  <a:lnTo>
                    <a:pt x="759801" y="24062"/>
                  </a:lnTo>
                  <a:lnTo>
                    <a:pt x="719888" y="27448"/>
                  </a:lnTo>
                  <a:lnTo>
                    <a:pt x="679913" y="30358"/>
                  </a:lnTo>
                  <a:lnTo>
                    <a:pt x="639886" y="32789"/>
                  </a:lnTo>
                  <a:lnTo>
                    <a:pt x="599817" y="34741"/>
                  </a:lnTo>
                  <a:lnTo>
                    <a:pt x="559714" y="36214"/>
                  </a:lnTo>
                  <a:lnTo>
                    <a:pt x="519587" y="37208"/>
                  </a:lnTo>
                  <a:lnTo>
                    <a:pt x="479445" y="37722"/>
                  </a:lnTo>
                  <a:lnTo>
                    <a:pt x="439298" y="37756"/>
                  </a:lnTo>
                  <a:lnTo>
                    <a:pt x="399155" y="37311"/>
                  </a:lnTo>
                  <a:lnTo>
                    <a:pt x="359025" y="36385"/>
                  </a:lnTo>
                  <a:lnTo>
                    <a:pt x="318918" y="34981"/>
                  </a:lnTo>
                  <a:lnTo>
                    <a:pt x="278843" y="33097"/>
                  </a:lnTo>
                  <a:lnTo>
                    <a:pt x="238809" y="30734"/>
                  </a:lnTo>
                  <a:lnTo>
                    <a:pt x="198826" y="27893"/>
                  </a:lnTo>
                  <a:lnTo>
                    <a:pt x="158904" y="24575"/>
                  </a:lnTo>
                  <a:lnTo>
                    <a:pt x="119051" y="20780"/>
                  </a:lnTo>
                  <a:lnTo>
                    <a:pt x="79276" y="16509"/>
                  </a:lnTo>
                  <a:lnTo>
                    <a:pt x="39589" y="11763"/>
                  </a:lnTo>
                  <a:lnTo>
                    <a:pt x="0" y="6544"/>
                  </a:lnTo>
                </a:path>
              </a:pathLst>
            </a:custGeom>
            <a:ln w="25400">
              <a:solidFill>
                <a:srgbClr val="070154"/>
              </a:solidFill>
              <a:prstDash val="solid"/>
            </a:ln>
          </p:spPr>
        </p:sp>
        <p:sp>
          <p:nvSpPr>
            <p:cNvPr id="25" name="node01.items.source-003.arc.cap-1"/>
            <p:cNvSpPr/>
            <p:nvPr/>
          </p:nvSpPr>
          <p:spPr>
            <a:xfrm>
              <a:off x="4756118" y="5321600"/>
              <a:ext cx="25400" cy="25400"/>
            </a:xfrm>
            <a:prstGeom prst="ellipse">
              <a:avLst/>
            </a:prstGeom>
            <a:solidFill>
              <a:srgbClr val="070154"/>
            </a:solidFill>
            <a:ln>
              <a:noFill/>
            </a:ln>
          </p:spPr>
        </p:sp>
        <p:sp>
          <p:nvSpPr>
            <p:cNvPr id="26" name="node01.items.source-003.arc.cap-2"/>
            <p:cNvSpPr/>
            <p:nvPr/>
          </p:nvSpPr>
          <p:spPr>
            <a:xfrm>
              <a:off x="3797996" y="5328143"/>
              <a:ext cx="25400" cy="25400"/>
            </a:xfrm>
            <a:prstGeom prst="ellipse">
              <a:avLst/>
            </a:prstGeom>
            <a:solidFill>
              <a:srgbClr val="070154"/>
            </a:solidFill>
            <a:ln>
              <a:noFill/>
            </a:ln>
          </p:spPr>
        </p:sp>
        <p:sp>
          <p:nvSpPr>
            <p:cNvPr id="27" name="node01.items.source-003.arc.arrow-1"/>
            <p:cNvSpPr/>
            <p:nvPr/>
          </p:nvSpPr>
          <p:spPr>
            <a:xfrm>
              <a:off x="3810696" y="5299627"/>
              <a:ext cx="106610" cy="41217"/>
            </a:xfrm>
            <a:custGeom>
              <a:avLst/>
              <a:gdLst/>
              <a:ahLst/>
              <a:cxnLst/>
              <a:rect l="l" t="t" r="r" b="b"/>
              <a:pathLst>
                <a:path w="106610" h="41217">
                  <a:moveTo>
                    <a:pt x="0" y="41217"/>
                  </a:moveTo>
                  <a:lnTo>
                    <a:pt x="106610" y="0"/>
                  </a:lnTo>
                </a:path>
              </a:pathLst>
            </a:custGeom>
            <a:ln w="25400">
              <a:solidFill>
                <a:srgbClr val="070154"/>
              </a:solidFill>
              <a:prstDash val="solid"/>
            </a:ln>
          </p:spPr>
        </p:sp>
        <p:sp>
          <p:nvSpPr>
            <p:cNvPr id="28" name="node01.items.source-003.arc.arrow-1.cap-1"/>
            <p:cNvSpPr/>
            <p:nvPr/>
          </p:nvSpPr>
          <p:spPr>
            <a:xfrm>
              <a:off x="3797996" y="5328143"/>
              <a:ext cx="25400" cy="25400"/>
            </a:xfrm>
            <a:prstGeom prst="ellipse">
              <a:avLst/>
            </a:prstGeom>
            <a:solidFill>
              <a:srgbClr val="070154"/>
            </a:solidFill>
            <a:ln>
              <a:noFill/>
            </a:ln>
          </p:spPr>
        </p:sp>
        <p:sp>
          <p:nvSpPr>
            <p:cNvPr id="29" name="node01.items.source-003.arc.arrow-1.cap-2"/>
            <p:cNvSpPr/>
            <p:nvPr/>
          </p:nvSpPr>
          <p:spPr>
            <a:xfrm>
              <a:off x="3904606" y="5286927"/>
              <a:ext cx="25400" cy="25400"/>
            </a:xfrm>
            <a:prstGeom prst="ellipse">
              <a:avLst/>
            </a:prstGeom>
            <a:solidFill>
              <a:srgbClr val="070154"/>
            </a:solidFill>
            <a:ln>
              <a:noFill/>
            </a:ln>
          </p:spPr>
        </p:sp>
        <p:sp>
          <p:nvSpPr>
            <p:cNvPr id="30" name="node01.items.source-003.arc.arrow-2"/>
            <p:cNvSpPr/>
            <p:nvPr/>
          </p:nvSpPr>
          <p:spPr>
            <a:xfrm>
              <a:off x="3810696" y="5340843"/>
              <a:ext cx="92284" cy="67439"/>
            </a:xfrm>
            <a:custGeom>
              <a:avLst/>
              <a:gdLst/>
              <a:ahLst/>
              <a:cxnLst/>
              <a:rect l="l" t="t" r="r" b="b"/>
              <a:pathLst>
                <a:path w="92284" h="67439">
                  <a:moveTo>
                    <a:pt x="0" y="0"/>
                  </a:moveTo>
                  <a:lnTo>
                    <a:pt x="92284" y="67439"/>
                  </a:lnTo>
                </a:path>
              </a:pathLst>
            </a:custGeom>
            <a:ln w="25400">
              <a:solidFill>
                <a:srgbClr val="070154"/>
              </a:solidFill>
              <a:prstDash val="solid"/>
            </a:ln>
          </p:spPr>
        </p:sp>
        <p:sp>
          <p:nvSpPr>
            <p:cNvPr id="31" name="node01.items.source-003.arc.arrow-2.cap-1"/>
            <p:cNvSpPr/>
            <p:nvPr/>
          </p:nvSpPr>
          <p:spPr>
            <a:xfrm>
              <a:off x="3797996" y="5328143"/>
              <a:ext cx="25400" cy="25400"/>
            </a:xfrm>
            <a:prstGeom prst="ellipse">
              <a:avLst/>
            </a:prstGeom>
            <a:solidFill>
              <a:srgbClr val="070154"/>
            </a:solidFill>
            <a:ln>
              <a:noFill/>
            </a:ln>
          </p:spPr>
        </p:sp>
        <p:sp>
          <p:nvSpPr>
            <p:cNvPr id="32" name="node01.items.source-003.arc.arrow-2.cap-2"/>
            <p:cNvSpPr/>
            <p:nvPr/>
          </p:nvSpPr>
          <p:spPr>
            <a:xfrm>
              <a:off x="3890281" y="5395583"/>
              <a:ext cx="25400" cy="25400"/>
            </a:xfrm>
            <a:prstGeom prst="ellipse">
              <a:avLst/>
            </a:prstGeom>
            <a:solidFill>
              <a:srgbClr val="070154"/>
            </a:solidFill>
            <a:ln>
              <a:noFill/>
            </a:ln>
          </p:spPr>
        </p:sp>
        <p:sp>
          <p:nvSpPr>
            <p:cNvPr id="33" name="node01.items.source-004.arc"/>
            <p:cNvSpPr/>
            <p:nvPr/>
          </p:nvSpPr>
          <p:spPr>
            <a:xfrm>
              <a:off x="1644704" y="3458217"/>
              <a:ext cx="301315" cy="822374"/>
            </a:xfrm>
            <a:custGeom>
              <a:avLst/>
              <a:gdLst/>
              <a:ahLst/>
              <a:cxnLst/>
              <a:rect l="l" t="t" r="r" b="b"/>
              <a:pathLst>
                <a:path w="301315" h="822374">
                  <a:moveTo>
                    <a:pt x="301315" y="822374"/>
                  </a:moveTo>
                  <a:lnTo>
                    <a:pt x="280129" y="790523"/>
                  </a:lnTo>
                  <a:lnTo>
                    <a:pt x="259656" y="758388"/>
                  </a:lnTo>
                  <a:lnTo>
                    <a:pt x="239904" y="725978"/>
                  </a:lnTo>
                  <a:lnTo>
                    <a:pt x="220876" y="693303"/>
                  </a:lnTo>
                  <a:lnTo>
                    <a:pt x="202581" y="660373"/>
                  </a:lnTo>
                  <a:lnTo>
                    <a:pt x="185022" y="627199"/>
                  </a:lnTo>
                  <a:lnTo>
                    <a:pt x="168207" y="593789"/>
                  </a:lnTo>
                  <a:lnTo>
                    <a:pt x="152138" y="560155"/>
                  </a:lnTo>
                  <a:lnTo>
                    <a:pt x="136822" y="526307"/>
                  </a:lnTo>
                  <a:lnTo>
                    <a:pt x="122264" y="492255"/>
                  </a:lnTo>
                  <a:lnTo>
                    <a:pt x="108467" y="458009"/>
                  </a:lnTo>
                  <a:lnTo>
                    <a:pt x="95435" y="423579"/>
                  </a:lnTo>
                  <a:lnTo>
                    <a:pt x="83174" y="388977"/>
                  </a:lnTo>
                  <a:lnTo>
                    <a:pt x="71686" y="354213"/>
                  </a:lnTo>
                  <a:lnTo>
                    <a:pt x="60975" y="319297"/>
                  </a:lnTo>
                  <a:lnTo>
                    <a:pt x="51044" y="284241"/>
                  </a:lnTo>
                  <a:lnTo>
                    <a:pt x="41896" y="249053"/>
                  </a:lnTo>
                  <a:lnTo>
                    <a:pt x="33535" y="213747"/>
                  </a:lnTo>
                  <a:lnTo>
                    <a:pt x="25962" y="178331"/>
                  </a:lnTo>
                  <a:lnTo>
                    <a:pt x="19180" y="142818"/>
                  </a:lnTo>
                  <a:lnTo>
                    <a:pt x="13192" y="107217"/>
                  </a:lnTo>
                  <a:lnTo>
                    <a:pt x="7998" y="71540"/>
                  </a:lnTo>
                  <a:lnTo>
                    <a:pt x="3600" y="35797"/>
                  </a:lnTo>
                  <a:lnTo>
                    <a:pt x="0" y="0"/>
                  </a:lnTo>
                </a:path>
              </a:pathLst>
            </a:custGeom>
            <a:ln w="25400">
              <a:solidFill>
                <a:srgbClr val="070154"/>
              </a:solidFill>
              <a:prstDash val="solid"/>
            </a:ln>
          </p:spPr>
        </p:sp>
        <p:sp>
          <p:nvSpPr>
            <p:cNvPr id="34" name="node01.items.source-004.arc.cap-1"/>
            <p:cNvSpPr/>
            <p:nvPr/>
          </p:nvSpPr>
          <p:spPr>
            <a:xfrm>
              <a:off x="1933319" y="4267891"/>
              <a:ext cx="25400" cy="25400"/>
            </a:xfrm>
            <a:prstGeom prst="ellipse">
              <a:avLst/>
            </a:prstGeom>
            <a:solidFill>
              <a:srgbClr val="070154"/>
            </a:solidFill>
            <a:ln>
              <a:noFill/>
            </a:ln>
          </p:spPr>
        </p:sp>
        <p:sp>
          <p:nvSpPr>
            <p:cNvPr id="35" name="node01.items.source-004.arc.cap-2"/>
            <p:cNvSpPr/>
            <p:nvPr/>
          </p:nvSpPr>
          <p:spPr>
            <a:xfrm>
              <a:off x="1632004" y="3445517"/>
              <a:ext cx="25400" cy="25400"/>
            </a:xfrm>
            <a:prstGeom prst="ellipse">
              <a:avLst/>
            </a:prstGeom>
            <a:solidFill>
              <a:srgbClr val="070154"/>
            </a:solidFill>
            <a:ln>
              <a:noFill/>
            </a:ln>
          </p:spPr>
        </p:sp>
        <p:sp>
          <p:nvSpPr>
            <p:cNvPr id="36" name="node01.items.source-004.arc.arrow-1"/>
            <p:cNvSpPr/>
            <p:nvPr/>
          </p:nvSpPr>
          <p:spPr>
            <a:xfrm>
              <a:off x="1644704" y="3458217"/>
              <a:ext cx="64560" cy="94321"/>
            </a:xfrm>
            <a:custGeom>
              <a:avLst/>
              <a:gdLst/>
              <a:ahLst/>
              <a:cxnLst/>
              <a:rect l="l" t="t" r="r" b="b"/>
              <a:pathLst>
                <a:path w="64560" h="94321">
                  <a:moveTo>
                    <a:pt x="0" y="0"/>
                  </a:moveTo>
                  <a:lnTo>
                    <a:pt x="64560" y="94321"/>
                  </a:lnTo>
                </a:path>
              </a:pathLst>
            </a:custGeom>
            <a:ln w="25400">
              <a:solidFill>
                <a:srgbClr val="070154"/>
              </a:solidFill>
              <a:prstDash val="solid"/>
            </a:ln>
          </p:spPr>
        </p:sp>
        <p:sp>
          <p:nvSpPr>
            <p:cNvPr id="37" name="node01.items.source-004.arc.arrow-1.cap-1"/>
            <p:cNvSpPr/>
            <p:nvPr/>
          </p:nvSpPr>
          <p:spPr>
            <a:xfrm>
              <a:off x="1632004" y="3445517"/>
              <a:ext cx="25400" cy="25400"/>
            </a:xfrm>
            <a:prstGeom prst="ellipse">
              <a:avLst/>
            </a:prstGeom>
            <a:solidFill>
              <a:srgbClr val="070154"/>
            </a:solidFill>
            <a:ln>
              <a:noFill/>
            </a:ln>
          </p:spPr>
        </p:sp>
        <p:sp>
          <p:nvSpPr>
            <p:cNvPr id="38" name="node01.items.source-004.arc.arrow-1.cap-2"/>
            <p:cNvSpPr/>
            <p:nvPr/>
          </p:nvSpPr>
          <p:spPr>
            <a:xfrm>
              <a:off x="1696564" y="3539838"/>
              <a:ext cx="25400" cy="25400"/>
            </a:xfrm>
            <a:prstGeom prst="ellipse">
              <a:avLst/>
            </a:prstGeom>
            <a:solidFill>
              <a:srgbClr val="070154"/>
            </a:solidFill>
            <a:ln>
              <a:noFill/>
            </a:ln>
          </p:spPr>
        </p:sp>
        <p:sp>
          <p:nvSpPr>
            <p:cNvPr id="39" name="node01.items.source-004.arc.arrow-2"/>
            <p:cNvSpPr/>
            <p:nvPr/>
          </p:nvSpPr>
          <p:spPr>
            <a:xfrm>
              <a:off x="1600217" y="3458217"/>
              <a:ext cx="44487" cy="105287"/>
            </a:xfrm>
            <a:custGeom>
              <a:avLst/>
              <a:gdLst/>
              <a:ahLst/>
              <a:cxnLst/>
              <a:rect l="l" t="t" r="r" b="b"/>
              <a:pathLst>
                <a:path w="44487" h="105287">
                  <a:moveTo>
                    <a:pt x="44487" y="0"/>
                  </a:moveTo>
                  <a:lnTo>
                    <a:pt x="0" y="105287"/>
                  </a:lnTo>
                </a:path>
              </a:pathLst>
            </a:custGeom>
            <a:ln w="25400">
              <a:solidFill>
                <a:srgbClr val="070154"/>
              </a:solidFill>
              <a:prstDash val="solid"/>
            </a:ln>
          </p:spPr>
        </p:sp>
        <p:sp>
          <p:nvSpPr>
            <p:cNvPr id="40" name="node01.items.source-004.arc.arrow-2.cap-1"/>
            <p:cNvSpPr/>
            <p:nvPr/>
          </p:nvSpPr>
          <p:spPr>
            <a:xfrm>
              <a:off x="1632004" y="3445517"/>
              <a:ext cx="25400" cy="25400"/>
            </a:xfrm>
            <a:prstGeom prst="ellipse">
              <a:avLst/>
            </a:prstGeom>
            <a:solidFill>
              <a:srgbClr val="070154"/>
            </a:solidFill>
            <a:ln>
              <a:noFill/>
            </a:ln>
          </p:spPr>
        </p:sp>
        <p:sp>
          <p:nvSpPr>
            <p:cNvPr id="41" name="node01.items.source-004.arc.arrow-2.cap-2"/>
            <p:cNvSpPr/>
            <p:nvPr/>
          </p:nvSpPr>
          <p:spPr>
            <a:xfrm>
              <a:off x="1587517" y="3550804"/>
              <a:ext cx="25400" cy="25400"/>
            </a:xfrm>
            <a:prstGeom prst="ellipse">
              <a:avLst/>
            </a:prstGeom>
            <a:solidFill>
              <a:srgbClr val="070154"/>
            </a:solidFill>
            <a:ln>
              <a:noFill/>
            </a:ln>
          </p:spPr>
        </p:sp>
        <p:sp>
          <p:nvSpPr>
            <p:cNvPr id="42" name="node01.loops.source-001.curve"/>
            <p:cNvSpPr/>
            <p:nvPr/>
          </p:nvSpPr>
          <p:spPr>
            <a:xfrm>
              <a:off x="5797637" y="3326628"/>
              <a:ext cx="346411" cy="1004843"/>
            </a:xfrm>
            <a:custGeom>
              <a:avLst/>
              <a:gdLst/>
              <a:ahLst/>
              <a:cxnLst/>
              <a:rect l="l" t="t" r="r" b="b"/>
              <a:pathLst>
                <a:path w="346411" h="1004843">
                  <a:moveTo>
                    <a:pt x="517" y="1004843"/>
                  </a:moveTo>
                  <a:quadBezTo>
                    <a:pt x="-13389" y="373834"/>
                    <a:pt x="346411" y="0"/>
                  </a:quadBezTo>
                </a:path>
              </a:pathLst>
            </a:custGeom>
            <a:ln w="19050">
              <a:solidFill>
                <a:srgbClr val="0047FF"/>
              </a:solidFill>
              <a:prstDash val="dash"/>
            </a:ln>
          </p:spPr>
        </p:sp>
        <p:sp>
          <p:nvSpPr>
            <p:cNvPr id="43" name="node01.loops.source-001.arrow-1"/>
            <p:cNvSpPr/>
            <p:nvPr/>
          </p:nvSpPr>
          <p:spPr>
            <a:xfrm>
              <a:off x="6116847" y="3326628"/>
              <a:ext cx="27201" cy="111016"/>
            </a:xfrm>
            <a:custGeom>
              <a:avLst/>
              <a:gdLst/>
              <a:ahLst/>
              <a:cxnLst/>
              <a:rect l="l" t="t" r="r" b="b"/>
              <a:pathLst>
                <a:path w="27201" h="111016">
                  <a:moveTo>
                    <a:pt x="27201" y="0"/>
                  </a:moveTo>
                  <a:lnTo>
                    <a:pt x="0" y="111016"/>
                  </a:lnTo>
                </a:path>
              </a:pathLst>
            </a:custGeom>
            <a:ln w="25400">
              <a:solidFill>
                <a:srgbClr val="0047FF"/>
              </a:solidFill>
              <a:prstDash val="solid"/>
            </a:ln>
          </p:spPr>
        </p:sp>
        <p:sp>
          <p:nvSpPr>
            <p:cNvPr id="44" name="node01.loops.source-001.arrow-1.cap-1"/>
            <p:cNvSpPr/>
            <p:nvPr/>
          </p:nvSpPr>
          <p:spPr>
            <a:xfrm>
              <a:off x="6131348" y="3313928"/>
              <a:ext cx="25400" cy="25400"/>
            </a:xfrm>
            <a:prstGeom prst="ellipse">
              <a:avLst/>
            </a:prstGeom>
            <a:solidFill>
              <a:srgbClr val="0047FF"/>
            </a:solidFill>
            <a:ln>
              <a:noFill/>
            </a:ln>
          </p:spPr>
        </p:sp>
        <p:sp>
          <p:nvSpPr>
            <p:cNvPr id="45" name="node01.loops.source-001.arrow-1.cap-2"/>
            <p:cNvSpPr/>
            <p:nvPr/>
          </p:nvSpPr>
          <p:spPr>
            <a:xfrm>
              <a:off x="6104147" y="3424945"/>
              <a:ext cx="25400" cy="25400"/>
            </a:xfrm>
            <a:prstGeom prst="ellipse">
              <a:avLst/>
            </a:prstGeom>
            <a:solidFill>
              <a:srgbClr val="0047FF"/>
            </a:solidFill>
            <a:ln>
              <a:noFill/>
            </a:ln>
          </p:spPr>
        </p:sp>
        <p:sp>
          <p:nvSpPr>
            <p:cNvPr id="46" name="node01.loops.source-001.arrow-2"/>
            <p:cNvSpPr/>
            <p:nvPr/>
          </p:nvSpPr>
          <p:spPr>
            <a:xfrm>
              <a:off x="6035934" y="3326628"/>
              <a:ext cx="108114" cy="37093"/>
            </a:xfrm>
            <a:custGeom>
              <a:avLst/>
              <a:gdLst/>
              <a:ahLst/>
              <a:cxnLst/>
              <a:rect l="l" t="t" r="r" b="b"/>
              <a:pathLst>
                <a:path w="108114" h="37093">
                  <a:moveTo>
                    <a:pt x="108114" y="0"/>
                  </a:moveTo>
                  <a:lnTo>
                    <a:pt x="0" y="37093"/>
                  </a:lnTo>
                </a:path>
              </a:pathLst>
            </a:custGeom>
            <a:ln w="25400">
              <a:solidFill>
                <a:srgbClr val="0047FF"/>
              </a:solidFill>
              <a:prstDash val="solid"/>
            </a:ln>
          </p:spPr>
        </p:sp>
        <p:sp>
          <p:nvSpPr>
            <p:cNvPr id="47" name="node01.loops.source-001.arrow-2.cap-1"/>
            <p:cNvSpPr/>
            <p:nvPr/>
          </p:nvSpPr>
          <p:spPr>
            <a:xfrm>
              <a:off x="6131348" y="3313928"/>
              <a:ext cx="25400" cy="25400"/>
            </a:xfrm>
            <a:prstGeom prst="ellipse">
              <a:avLst/>
            </a:prstGeom>
            <a:solidFill>
              <a:srgbClr val="0047FF"/>
            </a:solidFill>
            <a:ln>
              <a:noFill/>
            </a:ln>
          </p:spPr>
        </p:sp>
        <p:sp>
          <p:nvSpPr>
            <p:cNvPr id="48" name="node01.loops.source-001.arrow-2.cap-2"/>
            <p:cNvSpPr/>
            <p:nvPr/>
          </p:nvSpPr>
          <p:spPr>
            <a:xfrm>
              <a:off x="6023234" y="3351022"/>
              <a:ext cx="25400" cy="25400"/>
            </a:xfrm>
            <a:prstGeom prst="ellipse">
              <a:avLst/>
            </a:prstGeom>
            <a:solidFill>
              <a:srgbClr val="0047FF"/>
            </a:solidFill>
            <a:ln>
              <a:noFill/>
            </a:ln>
          </p:spPr>
        </p:sp>
        <p:sp>
          <p:nvSpPr>
            <p:cNvPr id="49" name="node01.loops.source-002.curve"/>
            <p:cNvSpPr/>
            <p:nvPr/>
          </p:nvSpPr>
          <p:spPr>
            <a:xfrm>
              <a:off x="3067220" y="1905000"/>
              <a:ext cx="1003485" cy="2426472"/>
            </a:xfrm>
            <a:custGeom>
              <a:avLst/>
              <a:gdLst/>
              <a:ahLst/>
              <a:cxnLst/>
              <a:rect l="l" t="t" r="r" b="b"/>
              <a:pathLst>
                <a:path w="1003485" h="2426472">
                  <a:moveTo>
                    <a:pt x="0" y="2426472"/>
                  </a:moveTo>
                  <a:quadBezTo>
                    <a:pt x="620520" y="1262352"/>
                    <a:pt x="1003485" y="0"/>
                  </a:quadBezTo>
                </a:path>
              </a:pathLst>
            </a:custGeom>
            <a:ln w="19050">
              <a:solidFill>
                <a:srgbClr val="0047FF"/>
              </a:solidFill>
              <a:prstDash val="dash"/>
            </a:ln>
          </p:spPr>
        </p:sp>
        <p:sp>
          <p:nvSpPr>
            <p:cNvPr id="50" name="node01.loops.source-002.arrow-1"/>
            <p:cNvSpPr/>
            <p:nvPr/>
          </p:nvSpPr>
          <p:spPr>
            <a:xfrm>
              <a:off x="4070704" y="1905000"/>
              <a:ext cx="22666" cy="112030"/>
            </a:xfrm>
            <a:custGeom>
              <a:avLst/>
              <a:gdLst/>
              <a:ahLst/>
              <a:cxnLst/>
              <a:rect l="l" t="t" r="r" b="b"/>
              <a:pathLst>
                <a:path w="22666" h="112030">
                  <a:moveTo>
                    <a:pt x="0" y="0"/>
                  </a:moveTo>
                  <a:lnTo>
                    <a:pt x="22666" y="112030"/>
                  </a:lnTo>
                </a:path>
              </a:pathLst>
            </a:custGeom>
            <a:ln w="25400">
              <a:solidFill>
                <a:srgbClr val="0047FF"/>
              </a:solidFill>
              <a:prstDash val="solid"/>
            </a:ln>
          </p:spPr>
        </p:sp>
        <p:sp>
          <p:nvSpPr>
            <p:cNvPr id="51" name="node01.loops.source-002.arrow-1.cap-1"/>
            <p:cNvSpPr/>
            <p:nvPr/>
          </p:nvSpPr>
          <p:spPr>
            <a:xfrm>
              <a:off x="4058004" y="1892300"/>
              <a:ext cx="25400" cy="25400"/>
            </a:xfrm>
            <a:prstGeom prst="ellipse">
              <a:avLst/>
            </a:prstGeom>
            <a:solidFill>
              <a:srgbClr val="0047FF"/>
            </a:solidFill>
            <a:ln>
              <a:noFill/>
            </a:ln>
          </p:spPr>
        </p:sp>
        <p:sp>
          <p:nvSpPr>
            <p:cNvPr id="52" name="node01.loops.source-002.arrow-1.cap-2"/>
            <p:cNvSpPr/>
            <p:nvPr/>
          </p:nvSpPr>
          <p:spPr>
            <a:xfrm>
              <a:off x="4080671" y="2004330"/>
              <a:ext cx="25400" cy="25400"/>
            </a:xfrm>
            <a:prstGeom prst="ellipse">
              <a:avLst/>
            </a:prstGeom>
            <a:solidFill>
              <a:srgbClr val="0047FF"/>
            </a:solidFill>
            <a:ln>
              <a:noFill/>
            </a:ln>
          </p:spPr>
        </p:sp>
        <p:sp>
          <p:nvSpPr>
            <p:cNvPr id="53" name="node01.loops.source-002.arrow-2"/>
            <p:cNvSpPr/>
            <p:nvPr/>
          </p:nvSpPr>
          <p:spPr>
            <a:xfrm>
              <a:off x="3988681" y="1905000"/>
              <a:ext cx="82023" cy="79603"/>
            </a:xfrm>
            <a:custGeom>
              <a:avLst/>
              <a:gdLst/>
              <a:ahLst/>
              <a:cxnLst/>
              <a:rect l="l" t="t" r="r" b="b"/>
              <a:pathLst>
                <a:path w="82023" h="79603">
                  <a:moveTo>
                    <a:pt x="82023" y="0"/>
                  </a:moveTo>
                  <a:lnTo>
                    <a:pt x="0" y="79603"/>
                  </a:lnTo>
                </a:path>
              </a:pathLst>
            </a:custGeom>
            <a:ln w="25400">
              <a:solidFill>
                <a:srgbClr val="0047FF"/>
              </a:solidFill>
              <a:prstDash val="solid"/>
            </a:ln>
          </p:spPr>
        </p:sp>
        <p:sp>
          <p:nvSpPr>
            <p:cNvPr id="54" name="node01.loops.source-002.arrow-2.cap-1"/>
            <p:cNvSpPr/>
            <p:nvPr/>
          </p:nvSpPr>
          <p:spPr>
            <a:xfrm>
              <a:off x="4058004" y="1892300"/>
              <a:ext cx="25400" cy="25400"/>
            </a:xfrm>
            <a:prstGeom prst="ellipse">
              <a:avLst/>
            </a:prstGeom>
            <a:solidFill>
              <a:srgbClr val="0047FF"/>
            </a:solidFill>
            <a:ln>
              <a:noFill/>
            </a:ln>
          </p:spPr>
        </p:sp>
        <p:sp>
          <p:nvSpPr>
            <p:cNvPr id="55" name="node01.loops.source-002.arrow-2.cap-2"/>
            <p:cNvSpPr/>
            <p:nvPr/>
          </p:nvSpPr>
          <p:spPr>
            <a:xfrm>
              <a:off x="3975981" y="1971903"/>
              <a:ext cx="25400" cy="25400"/>
            </a:xfrm>
            <a:prstGeom prst="ellipse">
              <a:avLst/>
            </a:prstGeom>
            <a:solidFill>
              <a:srgbClr val="0047FF"/>
            </a:solidFill>
            <a:ln>
              <a:noFill/>
            </a:ln>
          </p:spPr>
        </p:sp>
        <p:sp>
          <p:nvSpPr>
            <p:cNvPr id="56" name="node01.center.label"/>
            <p:cNvSpPr/>
            <p:nvPr/>
          </p:nvSpPr>
          <p:spPr>
            <a:xfrm>
              <a:off x="2821305" y="2895600"/>
              <a:ext cx="289179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SDLC</a:t>
              </a:r>
              <a:endParaRPr lang="en-US" sz="900" spc="54" kern="0" b="0" i="0" dirty="0">
                <a:solidFill>
                  <a:srgbClr val="0047FF"/>
                </a:solidFill>
                <a:latin typeface="IBM Plex Mono SemiBold"/>
                <a:ea typeface="IBM Plex Mono SemiBold"/>
                <a:cs typeface="IBM Plex Mono SemiBold"/>
              </a:endParaRPr>
            </a:p>
          </p:txBody>
        </p:sp>
        <p:sp>
          <p:nvSpPr>
            <p:cNvPr id="57" name="node01.items.source-001.surface"/>
            <p:cNvSpPr/>
            <p:nvPr/>
          </p:nvSpPr>
          <p:spPr>
            <a:xfrm>
              <a:off x="3352800" y="685800"/>
              <a:ext cx="1828800" cy="1143000"/>
            </a:xfrm>
            <a:prstGeom prst="rect">
              <a:avLst/>
            </a:prstGeom>
            <a:solidFill>
              <a:srgbClr val="E8EEF8"/>
            </a:solidFill>
            <a:ln>
              <a:noFill/>
            </a:ln>
          </p:spPr>
        </p:sp>
        <p:sp>
          <p:nvSpPr>
            <p:cNvPr id="58" name="node01.items.source-001.label"/>
            <p:cNvSpPr/>
            <p:nvPr/>
          </p:nvSpPr>
          <p:spPr>
            <a:xfrm>
              <a:off x="3505200" y="863600"/>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Design</a:t>
              </a:r>
              <a:endParaRPr lang="en-US" sz="1800" spc="-18" kern="0" b="0" i="0" dirty="0">
                <a:solidFill>
                  <a:srgbClr val="070154"/>
                </a:solidFill>
                <a:latin typeface="IBM Plex Sans SemiBold"/>
                <a:ea typeface="IBM Plex Sans SemiBold"/>
                <a:cs typeface="IBM Plex Sans SemiBold"/>
              </a:endParaRPr>
            </a:p>
          </p:txBody>
        </p:sp>
        <p:sp>
          <p:nvSpPr>
            <p:cNvPr id="59" name="node01.items.source-001.text"/>
            <p:cNvSpPr/>
            <p:nvPr/>
          </p:nvSpPr>
          <p:spPr>
            <a:xfrm>
              <a:off x="3505200" y="1193800"/>
              <a:ext cx="15240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Wireframes and API contracts</a:t>
              </a:r>
              <a:endParaRPr lang="en-US" sz="1200" spc="0" kern="0" b="0" i="0" dirty="0">
                <a:solidFill>
                  <a:srgbClr val="070154"/>
                </a:solidFill>
                <a:latin typeface="IBM Plex Sans"/>
                <a:ea typeface="IBM Plex Sans"/>
                <a:cs typeface="IBM Plex Sans"/>
              </a:endParaRPr>
            </a:p>
          </p:txBody>
        </p:sp>
        <p:sp>
          <p:nvSpPr>
            <p:cNvPr id="60" name="node01.items.source-002.surface"/>
            <p:cNvSpPr/>
            <p:nvPr/>
          </p:nvSpPr>
          <p:spPr>
            <a:xfrm>
              <a:off x="5853032" y="2107428"/>
              <a:ext cx="1828800" cy="1143000"/>
            </a:xfrm>
            <a:prstGeom prst="rect">
              <a:avLst/>
            </a:prstGeom>
            <a:solidFill>
              <a:srgbClr val="E8EEF8"/>
            </a:solidFill>
            <a:ln>
              <a:noFill/>
            </a:ln>
          </p:spPr>
        </p:sp>
        <p:sp>
          <p:nvSpPr>
            <p:cNvPr id="61" name="node01.items.source-002.label"/>
            <p:cNvSpPr/>
            <p:nvPr/>
          </p:nvSpPr>
          <p:spPr>
            <a:xfrm>
              <a:off x="6005432" y="2399528"/>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sp>
          <p:nvSpPr>
            <p:cNvPr id="62" name="node01.items.source-002.text"/>
            <p:cNvSpPr/>
            <p:nvPr/>
          </p:nvSpPr>
          <p:spPr>
            <a:xfrm>
              <a:off x="6005432" y="2729728"/>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Code and integrate</a:t>
              </a:r>
              <a:endParaRPr lang="en-US" sz="1200" spc="0" kern="0" b="0" i="0" dirty="0">
                <a:solidFill>
                  <a:srgbClr val="070154"/>
                </a:solidFill>
                <a:latin typeface="IBM Plex Sans"/>
                <a:ea typeface="IBM Plex Sans"/>
                <a:cs typeface="IBM Plex Sans"/>
              </a:endParaRPr>
            </a:p>
          </p:txBody>
        </p:sp>
        <p:sp>
          <p:nvSpPr>
            <p:cNvPr id="63" name="node01.items.source-003.surface"/>
            <p:cNvSpPr/>
            <p:nvPr/>
          </p:nvSpPr>
          <p:spPr>
            <a:xfrm>
              <a:off x="4898029" y="4407672"/>
              <a:ext cx="1828800" cy="1143000"/>
            </a:xfrm>
            <a:prstGeom prst="rect">
              <a:avLst/>
            </a:prstGeom>
            <a:solidFill>
              <a:srgbClr val="E8EEF8"/>
            </a:solidFill>
            <a:ln>
              <a:noFill/>
            </a:ln>
          </p:spPr>
        </p:sp>
        <p:sp>
          <p:nvSpPr>
            <p:cNvPr id="64" name="node01.items.source-003.label"/>
            <p:cNvSpPr/>
            <p:nvPr/>
          </p:nvSpPr>
          <p:spPr>
            <a:xfrm>
              <a:off x="5050429" y="4585472"/>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Test</a:t>
              </a:r>
              <a:endParaRPr lang="en-US" sz="1800" spc="-18" kern="0" b="0" i="0" dirty="0">
                <a:solidFill>
                  <a:srgbClr val="070154"/>
                </a:solidFill>
                <a:latin typeface="IBM Plex Sans SemiBold"/>
                <a:ea typeface="IBM Plex Sans SemiBold"/>
                <a:cs typeface="IBM Plex Sans SemiBold"/>
              </a:endParaRPr>
            </a:p>
          </p:txBody>
        </p:sp>
        <p:sp>
          <p:nvSpPr>
            <p:cNvPr id="65" name="node01.items.source-003.text"/>
            <p:cNvSpPr/>
            <p:nvPr/>
          </p:nvSpPr>
          <p:spPr>
            <a:xfrm>
              <a:off x="5050429" y="4915672"/>
              <a:ext cx="15240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Automated and exploratory</a:t>
              </a:r>
              <a:endParaRPr lang="en-US" sz="1200" spc="0" kern="0" b="0" i="0" dirty="0">
                <a:solidFill>
                  <a:srgbClr val="070154"/>
                </a:solidFill>
                <a:latin typeface="IBM Plex Sans"/>
                <a:ea typeface="IBM Plex Sans"/>
                <a:cs typeface="IBM Plex Sans"/>
              </a:endParaRPr>
            </a:p>
          </p:txBody>
        </p:sp>
        <p:sp>
          <p:nvSpPr>
            <p:cNvPr id="66" name="node01.items.source-004.surface"/>
            <p:cNvSpPr/>
            <p:nvPr/>
          </p:nvSpPr>
          <p:spPr>
            <a:xfrm>
              <a:off x="1807571" y="4407672"/>
              <a:ext cx="1828800" cy="1143000"/>
            </a:xfrm>
            <a:prstGeom prst="rect">
              <a:avLst/>
            </a:prstGeom>
            <a:solidFill>
              <a:srgbClr val="E8EEF8"/>
            </a:solidFill>
            <a:ln>
              <a:noFill/>
            </a:ln>
          </p:spPr>
        </p:sp>
        <p:sp>
          <p:nvSpPr>
            <p:cNvPr id="67" name="node01.items.source-004.label"/>
            <p:cNvSpPr/>
            <p:nvPr/>
          </p:nvSpPr>
          <p:spPr>
            <a:xfrm>
              <a:off x="1959971" y="4699772"/>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Verify</a:t>
              </a:r>
              <a:endParaRPr lang="en-US" sz="1800" spc="-18" kern="0" b="0" i="0" dirty="0">
                <a:solidFill>
                  <a:srgbClr val="070154"/>
                </a:solidFill>
                <a:latin typeface="IBM Plex Sans SemiBold"/>
                <a:ea typeface="IBM Plex Sans SemiBold"/>
                <a:cs typeface="IBM Plex Sans SemiBold"/>
              </a:endParaRPr>
            </a:p>
          </p:txBody>
        </p:sp>
        <p:sp>
          <p:nvSpPr>
            <p:cNvPr id="68" name="node01.items.source-004.text"/>
            <p:cNvSpPr/>
            <p:nvPr/>
          </p:nvSpPr>
          <p:spPr>
            <a:xfrm>
              <a:off x="1959971" y="5029972"/>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Clinician acceptance</a:t>
              </a:r>
              <a:endParaRPr lang="en-US" sz="1200" spc="0" kern="0" b="0" i="0" dirty="0">
                <a:solidFill>
                  <a:srgbClr val="070154"/>
                </a:solidFill>
                <a:latin typeface="IBM Plex Sans"/>
                <a:ea typeface="IBM Plex Sans"/>
                <a:cs typeface="IBM Plex Sans"/>
              </a:endParaRPr>
            </a:p>
          </p:txBody>
        </p:sp>
        <p:sp>
          <p:nvSpPr>
            <p:cNvPr id="69" name="node01.items.source-005.surface"/>
            <p:cNvSpPr/>
            <p:nvPr/>
          </p:nvSpPr>
          <p:spPr>
            <a:xfrm>
              <a:off x="852568" y="2107428"/>
              <a:ext cx="1828800" cy="1143000"/>
            </a:xfrm>
            <a:prstGeom prst="rect">
              <a:avLst/>
            </a:prstGeom>
            <a:solidFill>
              <a:srgbClr val="E8EEF8"/>
            </a:solidFill>
            <a:ln>
              <a:noFill/>
            </a:ln>
          </p:spPr>
        </p:sp>
        <p:sp>
          <p:nvSpPr>
            <p:cNvPr id="70" name="node01.items.source-005.label"/>
            <p:cNvSpPr/>
            <p:nvPr/>
          </p:nvSpPr>
          <p:spPr>
            <a:xfrm>
              <a:off x="1004968" y="2399528"/>
              <a:ext cx="15240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Release</a:t>
              </a:r>
              <a:endParaRPr lang="en-US" sz="1800" spc="-18" kern="0" b="0" i="0" dirty="0">
                <a:solidFill>
                  <a:srgbClr val="070154"/>
                </a:solidFill>
                <a:latin typeface="IBM Plex Sans SemiBold"/>
                <a:ea typeface="IBM Plex Sans SemiBold"/>
                <a:cs typeface="IBM Plex Sans SemiBold"/>
              </a:endParaRPr>
            </a:p>
          </p:txBody>
        </p:sp>
        <p:sp>
          <p:nvSpPr>
            <p:cNvPr id="71" name="node01.items.source-005.text"/>
            <p:cNvSpPr/>
            <p:nvPr/>
          </p:nvSpPr>
          <p:spPr>
            <a:xfrm>
              <a:off x="1004968" y="2729728"/>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Staged rollout</a:t>
              </a:r>
              <a:endParaRPr lang="en-US" sz="1200" spc="0" kern="0" b="0" i="0" dirty="0">
                <a:solidFill>
                  <a:srgbClr val="070154"/>
                </a:solidFill>
                <a:latin typeface="IBM Plex Sans"/>
                <a:ea typeface="IBM Plex Sans"/>
                <a:cs typeface="IBM Plex Sans"/>
              </a:endParaRPr>
            </a:p>
          </p:txBody>
        </p:sp>
      </p:grpSp>
      <p:grpSp>
        <p:nvGrpSpPr>
          <p:cNvPr id="80" name="node02"/>
          <p:cNvGrpSpPr/>
          <p:nvPr/>
        </p:nvGrpSpPr>
        <p:grpSpPr>
          <a:xfrm>
            <a:off x="8039100" y="2286000"/>
            <a:ext cx="3429000" cy="1143000"/>
            <a:chOff x="8039100" y="2286000"/>
            <a:chExt cx="3429000" cy="1143000"/>
          </a:xfrm>
        </p:grpSpPr>
        <p:sp>
          <p:nvSpPr>
            <p:cNvPr id="72" name="node02.source-001.bullet"/>
            <p:cNvSpPr/>
            <p:nvPr/>
          </p:nvSpPr>
          <p:spPr>
            <a:xfrm>
              <a:off x="8039100" y="2393950"/>
              <a:ext cx="50800" cy="50800"/>
            </a:xfrm>
            <a:prstGeom prst="rect">
              <a:avLst/>
            </a:prstGeom>
            <a:solidFill>
              <a:srgbClr val="070154"/>
            </a:solidFill>
            <a:ln>
              <a:noFill/>
            </a:ln>
          </p:spPr>
        </p:sp>
        <p:sp>
          <p:nvSpPr>
            <p:cNvPr id="73" name="node02.source-001.text"/>
            <p:cNvSpPr/>
            <p:nvPr/>
          </p:nvSpPr>
          <p:spPr>
            <a:xfrm>
              <a:off x="8229600" y="22860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Test to Build.</a:t>
              </a:r>
              <a:r>
                <a:rPr lang="en-US" sz="1400" spc="0" kern="0" b="0" i="0" dirty="0">
                  <a:solidFill>
                    <a:srgbClr val="50658E"/>
                  </a:solidFill>
                  <a:latin typeface="IBM Plex Sans"/>
                  <a:ea typeface="IBM Plex Sans"/>
                  <a:cs typeface="IBM Plex Sans"/>
                </a:rPr>
                <a:t xml:space="preserve"> Defects return to the sprint.</a:t>
              </a:r>
              <a:endParaRPr lang="en-US" sz="1400" spc="0" kern="0" b="0" i="0" dirty="0">
                <a:solidFill>
                  <a:srgbClr val="070154"/>
                </a:solidFill>
                <a:latin typeface="IBM Plex Sans"/>
                <a:ea typeface="IBM Plex Sans"/>
                <a:cs typeface="IBM Plex Sans"/>
              </a:endParaRPr>
            </a:p>
          </p:txBody>
        </p:sp>
        <p:sp>
          <p:nvSpPr>
            <p:cNvPr id="74" name="node02.source-002.bullet"/>
            <p:cNvSpPr/>
            <p:nvPr/>
          </p:nvSpPr>
          <p:spPr>
            <a:xfrm>
              <a:off x="8039100" y="3003550"/>
              <a:ext cx="50800" cy="50800"/>
            </a:xfrm>
            <a:prstGeom prst="rect">
              <a:avLst/>
            </a:prstGeom>
            <a:solidFill>
              <a:srgbClr val="070154"/>
            </a:solidFill>
            <a:ln>
              <a:noFill/>
            </a:ln>
          </p:spPr>
        </p:sp>
        <p:sp>
          <p:nvSpPr>
            <p:cNvPr id="75" name="node02.source-002.text"/>
            <p:cNvSpPr/>
            <p:nvPr/>
          </p:nvSpPr>
          <p:spPr>
            <a:xfrm>
              <a:off x="8229600" y="2895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Verify to Design.</a:t>
              </a:r>
              <a:r>
                <a:rPr lang="en-US" sz="1400" spc="0" kern="0" b="0" i="0" dirty="0">
                  <a:solidFill>
                    <a:srgbClr val="50658E"/>
                  </a:solidFill>
                  <a:latin typeface="IBM Plex Sans"/>
                  <a:ea typeface="IBM Plex Sans"/>
                  <a:cs typeface="IBM Plex Sans"/>
                </a:rPr>
                <a:t xml:space="preserve"> Clinician gaps reopen the design.</a:t>
              </a:r>
              <a:endParaRPr lang="en-US" sz="1400" spc="0" kern="0" b="0" i="0" dirty="0">
                <a:solidFill>
                  <a:srgbClr val="070154"/>
                </a:solidFill>
                <a:latin typeface="IBM Plex Sans"/>
                <a:ea typeface="IBM Plex Sans"/>
                <a:cs typeface="IBM Plex Sans"/>
              </a:endParaRPr>
            </a:p>
          </p:txBody>
        </p:sp>
      </p:grpSp>
      <p:grpSp>
        <p:nvGrpSpPr>
          <p:cNvPr id="81" name="node03"/>
          <p:cNvGrpSpPr/>
          <p:nvPr/>
        </p:nvGrpSpPr>
        <p:grpSpPr>
          <a:xfrm>
            <a:off x="8039100" y="4343400"/>
            <a:ext cx="3429000" cy="1371600"/>
            <a:chOff x="8039100" y="4343400"/>
            <a:chExt cx="3429000" cy="1371600"/>
          </a:xfrm>
        </p:grpSpPr>
        <p:sp>
          <p:nvSpPr>
            <p:cNvPr id="76" name="node03.container"/>
            <p:cNvSpPr/>
            <p:nvPr/>
          </p:nvSpPr>
          <p:spPr>
            <a:xfrm>
              <a:off x="8039100" y="4343400"/>
              <a:ext cx="3429000" cy="1371600"/>
            </a:xfrm>
            <a:prstGeom prst="rect">
              <a:avLst/>
            </a:prstGeom>
            <a:solidFill>
              <a:srgbClr val="070154"/>
            </a:solidFill>
            <a:ln>
              <a:noFill/>
            </a:ln>
          </p:spPr>
        </p:sp>
        <p:sp>
          <p:nvSpPr>
            <p:cNvPr id="77" name="node03.label"/>
            <p:cNvSpPr/>
            <p:nvPr/>
          </p:nvSpPr>
          <p:spPr>
            <a:xfrm>
              <a:off x="8191500" y="4495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HAND-OFF</a:t>
              </a:r>
              <a:endParaRPr lang="en-US" sz="900" spc="54" kern="0" b="0" i="0" dirty="0">
                <a:solidFill>
                  <a:srgbClr val="F900D3"/>
                </a:solidFill>
                <a:latin typeface="IBM Plex Mono Medium"/>
                <a:ea typeface="IBM Plex Mono Medium"/>
                <a:cs typeface="IBM Plex Mono Medium"/>
              </a:endParaRPr>
            </a:p>
          </p:txBody>
        </p:sp>
        <p:sp>
          <p:nvSpPr>
            <p:cNvPr id="78" name="node03.body.item-001.paragraph"/>
            <p:cNvSpPr/>
            <p:nvPr/>
          </p:nvSpPr>
          <p:spPr>
            <a:xfrm>
              <a:off x="8191500" y="4724400"/>
              <a:ext cx="312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Release feeds Optimize, where live usage data starts the next PDLC loop.</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ource-35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What we see and do in each phase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lifecycle review,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51</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1600200"/>
            <a:ext cx="3886200" cy="3886200"/>
            <a:chOff x="723900" y="1600200"/>
            <a:chExt cx="3886200" cy="3886200"/>
          </a:xfrm>
        </p:grpSpPr>
        <p:sp>
          <p:nvSpPr>
            <p:cNvPr id="7" name="node01.items.source-001.arc"/>
            <p:cNvSpPr/>
            <p:nvPr/>
          </p:nvSpPr>
          <p:spPr>
            <a:xfrm>
              <a:off x="3423662" y="2174039"/>
              <a:ext cx="473163" cy="1012796"/>
            </a:xfrm>
            <a:custGeom>
              <a:avLst/>
              <a:gdLst/>
              <a:ahLst/>
              <a:cxnLst/>
              <a:rect l="l" t="t" r="r" b="b"/>
              <a:pathLst>
                <a:path w="473163" h="1012796">
                  <a:moveTo>
                    <a:pt x="0" y="0"/>
                  </a:moveTo>
                  <a:lnTo>
                    <a:pt x="29598" y="31369"/>
                  </a:lnTo>
                  <a:lnTo>
                    <a:pt x="58498" y="63926"/>
                  </a:lnTo>
                  <a:lnTo>
                    <a:pt x="86672" y="97645"/>
                  </a:lnTo>
                  <a:lnTo>
                    <a:pt x="114097" y="132493"/>
                  </a:lnTo>
                  <a:lnTo>
                    <a:pt x="140748" y="168441"/>
                  </a:lnTo>
                  <a:lnTo>
                    <a:pt x="166602" y="205457"/>
                  </a:lnTo>
                  <a:lnTo>
                    <a:pt x="191634" y="243507"/>
                  </a:lnTo>
                  <a:lnTo>
                    <a:pt x="215824" y="282557"/>
                  </a:lnTo>
                  <a:lnTo>
                    <a:pt x="239149" y="322574"/>
                  </a:lnTo>
                  <a:lnTo>
                    <a:pt x="261589" y="363521"/>
                  </a:lnTo>
                  <a:lnTo>
                    <a:pt x="283124" y="405362"/>
                  </a:lnTo>
                  <a:lnTo>
                    <a:pt x="303734" y="448060"/>
                  </a:lnTo>
                  <a:lnTo>
                    <a:pt x="323402" y="491577"/>
                  </a:lnTo>
                  <a:lnTo>
                    <a:pt x="342110" y="535874"/>
                  </a:lnTo>
                  <a:lnTo>
                    <a:pt x="359841" y="580912"/>
                  </a:lnTo>
                  <a:lnTo>
                    <a:pt x="376579" y="626651"/>
                  </a:lnTo>
                  <a:lnTo>
                    <a:pt x="392310" y="673050"/>
                  </a:lnTo>
                  <a:lnTo>
                    <a:pt x="407020" y="720068"/>
                  </a:lnTo>
                  <a:lnTo>
                    <a:pt x="420695" y="767662"/>
                  </a:lnTo>
                  <a:lnTo>
                    <a:pt x="433324" y="815792"/>
                  </a:lnTo>
                  <a:lnTo>
                    <a:pt x="444895" y="864413"/>
                  </a:lnTo>
                  <a:lnTo>
                    <a:pt x="455398" y="913484"/>
                  </a:lnTo>
                  <a:lnTo>
                    <a:pt x="464823" y="962959"/>
                  </a:lnTo>
                  <a:lnTo>
                    <a:pt x="473163" y="1012796"/>
                  </a:lnTo>
                </a:path>
              </a:pathLst>
            </a:custGeom>
            <a:ln w="25400">
              <a:solidFill>
                <a:srgbClr val="070154"/>
              </a:solidFill>
              <a:prstDash val="solid"/>
            </a:ln>
          </p:spPr>
        </p:sp>
        <p:sp>
          <p:nvSpPr>
            <p:cNvPr id="8" name="node01.items.source-001.arc.cap-1"/>
            <p:cNvSpPr/>
            <p:nvPr/>
          </p:nvSpPr>
          <p:spPr>
            <a:xfrm>
              <a:off x="3410962" y="2161339"/>
              <a:ext cx="25400" cy="25400"/>
            </a:xfrm>
            <a:prstGeom prst="ellipse">
              <a:avLst/>
            </a:prstGeom>
            <a:solidFill>
              <a:srgbClr val="070154"/>
            </a:solidFill>
            <a:ln>
              <a:noFill/>
            </a:ln>
          </p:spPr>
        </p:sp>
        <p:sp>
          <p:nvSpPr>
            <p:cNvPr id="9" name="node01.items.source-001.arc.cap-2"/>
            <p:cNvSpPr/>
            <p:nvPr/>
          </p:nvSpPr>
          <p:spPr>
            <a:xfrm>
              <a:off x="3884125" y="3174135"/>
              <a:ext cx="25400" cy="25400"/>
            </a:xfrm>
            <a:prstGeom prst="ellipse">
              <a:avLst/>
            </a:prstGeom>
            <a:solidFill>
              <a:srgbClr val="070154"/>
            </a:solidFill>
            <a:ln>
              <a:noFill/>
            </a:ln>
          </p:spPr>
        </p:sp>
        <p:sp>
          <p:nvSpPr>
            <p:cNvPr id="10" name="node01.items.source-001.arc.arrow-1"/>
            <p:cNvSpPr/>
            <p:nvPr/>
          </p:nvSpPr>
          <p:spPr>
            <a:xfrm>
              <a:off x="3826223" y="3096947"/>
              <a:ext cx="70602" cy="89888"/>
            </a:xfrm>
            <a:custGeom>
              <a:avLst/>
              <a:gdLst/>
              <a:ahLst/>
              <a:cxnLst/>
              <a:rect l="l" t="t" r="r" b="b"/>
              <a:pathLst>
                <a:path w="70602" h="89888">
                  <a:moveTo>
                    <a:pt x="70602" y="89888"/>
                  </a:moveTo>
                  <a:lnTo>
                    <a:pt x="0" y="0"/>
                  </a:lnTo>
                </a:path>
              </a:pathLst>
            </a:custGeom>
            <a:ln w="25400">
              <a:solidFill>
                <a:srgbClr val="070154"/>
              </a:solidFill>
              <a:prstDash val="solid"/>
            </a:ln>
          </p:spPr>
        </p:sp>
        <p:sp>
          <p:nvSpPr>
            <p:cNvPr id="11" name="node01.items.source-001.arc.arrow-1.cap-1"/>
            <p:cNvSpPr/>
            <p:nvPr/>
          </p:nvSpPr>
          <p:spPr>
            <a:xfrm>
              <a:off x="3884125" y="3174135"/>
              <a:ext cx="25400" cy="25400"/>
            </a:xfrm>
            <a:prstGeom prst="ellipse">
              <a:avLst/>
            </a:prstGeom>
            <a:solidFill>
              <a:srgbClr val="070154"/>
            </a:solidFill>
            <a:ln>
              <a:noFill/>
            </a:ln>
          </p:spPr>
        </p:sp>
        <p:sp>
          <p:nvSpPr>
            <p:cNvPr id="12" name="node01.items.source-001.arc.arrow-1.cap-2"/>
            <p:cNvSpPr/>
            <p:nvPr/>
          </p:nvSpPr>
          <p:spPr>
            <a:xfrm>
              <a:off x="3813523" y="3084247"/>
              <a:ext cx="25400" cy="25400"/>
            </a:xfrm>
            <a:prstGeom prst="ellipse">
              <a:avLst/>
            </a:prstGeom>
            <a:solidFill>
              <a:srgbClr val="070154"/>
            </a:solidFill>
            <a:ln>
              <a:noFill/>
            </a:ln>
          </p:spPr>
        </p:sp>
        <p:sp>
          <p:nvSpPr>
            <p:cNvPr id="13" name="node01.items.source-001.arc.arrow-2"/>
            <p:cNvSpPr/>
            <p:nvPr/>
          </p:nvSpPr>
          <p:spPr>
            <a:xfrm>
              <a:off x="3896825" y="3078859"/>
              <a:ext cx="37492" cy="107976"/>
            </a:xfrm>
            <a:custGeom>
              <a:avLst/>
              <a:gdLst/>
              <a:ahLst/>
              <a:cxnLst/>
              <a:rect l="l" t="t" r="r" b="b"/>
              <a:pathLst>
                <a:path w="37492" h="107976">
                  <a:moveTo>
                    <a:pt x="0" y="107976"/>
                  </a:moveTo>
                  <a:lnTo>
                    <a:pt x="37492" y="0"/>
                  </a:lnTo>
                </a:path>
              </a:pathLst>
            </a:custGeom>
            <a:ln w="25400">
              <a:solidFill>
                <a:srgbClr val="070154"/>
              </a:solidFill>
              <a:prstDash val="solid"/>
            </a:ln>
          </p:spPr>
        </p:sp>
        <p:sp>
          <p:nvSpPr>
            <p:cNvPr id="14" name="node01.items.source-001.arc.arrow-2.cap-1"/>
            <p:cNvSpPr/>
            <p:nvPr/>
          </p:nvSpPr>
          <p:spPr>
            <a:xfrm>
              <a:off x="3884125" y="3174135"/>
              <a:ext cx="25400" cy="25400"/>
            </a:xfrm>
            <a:prstGeom prst="ellipse">
              <a:avLst/>
            </a:prstGeom>
            <a:solidFill>
              <a:srgbClr val="070154"/>
            </a:solidFill>
            <a:ln>
              <a:noFill/>
            </a:ln>
          </p:spPr>
        </p:sp>
        <p:sp>
          <p:nvSpPr>
            <p:cNvPr id="15" name="node01.items.source-001.arc.arrow-2.cap-2"/>
            <p:cNvSpPr/>
            <p:nvPr/>
          </p:nvSpPr>
          <p:spPr>
            <a:xfrm>
              <a:off x="3921617" y="3066159"/>
              <a:ext cx="25400" cy="25400"/>
            </a:xfrm>
            <a:prstGeom prst="ellipse">
              <a:avLst/>
            </a:prstGeom>
            <a:solidFill>
              <a:srgbClr val="070154"/>
            </a:solidFill>
            <a:ln>
              <a:noFill/>
            </a:ln>
          </p:spPr>
        </p:sp>
        <p:sp>
          <p:nvSpPr>
            <p:cNvPr id="16" name="node01.items.source-002.arc"/>
            <p:cNvSpPr/>
            <p:nvPr/>
          </p:nvSpPr>
          <p:spPr>
            <a:xfrm>
              <a:off x="3423662" y="3899765"/>
              <a:ext cx="473163" cy="1012796"/>
            </a:xfrm>
            <a:custGeom>
              <a:avLst/>
              <a:gdLst/>
              <a:ahLst/>
              <a:cxnLst/>
              <a:rect l="l" t="t" r="r" b="b"/>
              <a:pathLst>
                <a:path w="473163" h="1012796">
                  <a:moveTo>
                    <a:pt x="473163" y="0"/>
                  </a:moveTo>
                  <a:lnTo>
                    <a:pt x="464823" y="49837"/>
                  </a:lnTo>
                  <a:lnTo>
                    <a:pt x="455398" y="99312"/>
                  </a:lnTo>
                  <a:lnTo>
                    <a:pt x="444895" y="148383"/>
                  </a:lnTo>
                  <a:lnTo>
                    <a:pt x="433324" y="197004"/>
                  </a:lnTo>
                  <a:lnTo>
                    <a:pt x="420695" y="245134"/>
                  </a:lnTo>
                  <a:lnTo>
                    <a:pt x="407020" y="292728"/>
                  </a:lnTo>
                  <a:lnTo>
                    <a:pt x="392310" y="339746"/>
                  </a:lnTo>
                  <a:lnTo>
                    <a:pt x="376579" y="386145"/>
                  </a:lnTo>
                  <a:lnTo>
                    <a:pt x="359841" y="431884"/>
                  </a:lnTo>
                  <a:lnTo>
                    <a:pt x="342110" y="476922"/>
                  </a:lnTo>
                  <a:lnTo>
                    <a:pt x="323402" y="521219"/>
                  </a:lnTo>
                  <a:lnTo>
                    <a:pt x="303734" y="564736"/>
                  </a:lnTo>
                  <a:lnTo>
                    <a:pt x="283124" y="607434"/>
                  </a:lnTo>
                  <a:lnTo>
                    <a:pt x="261589" y="649275"/>
                  </a:lnTo>
                  <a:lnTo>
                    <a:pt x="239149" y="690222"/>
                  </a:lnTo>
                  <a:lnTo>
                    <a:pt x="215824" y="730239"/>
                  </a:lnTo>
                  <a:lnTo>
                    <a:pt x="191634" y="769289"/>
                  </a:lnTo>
                  <a:lnTo>
                    <a:pt x="166602" y="807339"/>
                  </a:lnTo>
                  <a:lnTo>
                    <a:pt x="140748" y="844355"/>
                  </a:lnTo>
                  <a:lnTo>
                    <a:pt x="114097" y="880303"/>
                  </a:lnTo>
                  <a:lnTo>
                    <a:pt x="86672" y="915151"/>
                  </a:lnTo>
                  <a:lnTo>
                    <a:pt x="58498" y="948870"/>
                  </a:lnTo>
                  <a:lnTo>
                    <a:pt x="29598" y="981427"/>
                  </a:lnTo>
                  <a:lnTo>
                    <a:pt x="0" y="1012796"/>
                  </a:lnTo>
                </a:path>
              </a:pathLst>
            </a:custGeom>
            <a:ln w="25400">
              <a:solidFill>
                <a:srgbClr val="070154"/>
              </a:solidFill>
              <a:prstDash val="solid"/>
            </a:ln>
          </p:spPr>
        </p:sp>
        <p:sp>
          <p:nvSpPr>
            <p:cNvPr id="17" name="node01.items.source-002.arc.cap-1"/>
            <p:cNvSpPr/>
            <p:nvPr/>
          </p:nvSpPr>
          <p:spPr>
            <a:xfrm>
              <a:off x="3884125" y="3887065"/>
              <a:ext cx="25400" cy="25400"/>
            </a:xfrm>
            <a:prstGeom prst="ellipse">
              <a:avLst/>
            </a:prstGeom>
            <a:solidFill>
              <a:srgbClr val="070154"/>
            </a:solidFill>
            <a:ln>
              <a:noFill/>
            </a:ln>
          </p:spPr>
        </p:sp>
        <p:sp>
          <p:nvSpPr>
            <p:cNvPr id="18" name="node01.items.source-002.arc.cap-2"/>
            <p:cNvSpPr/>
            <p:nvPr/>
          </p:nvSpPr>
          <p:spPr>
            <a:xfrm>
              <a:off x="3410962" y="4899861"/>
              <a:ext cx="25400" cy="25400"/>
            </a:xfrm>
            <a:prstGeom prst="ellipse">
              <a:avLst/>
            </a:prstGeom>
            <a:solidFill>
              <a:srgbClr val="070154"/>
            </a:solidFill>
            <a:ln>
              <a:noFill/>
            </a:ln>
          </p:spPr>
        </p:sp>
        <p:sp>
          <p:nvSpPr>
            <p:cNvPr id="19" name="node01.items.source-002.arc.arrow-1"/>
            <p:cNvSpPr/>
            <p:nvPr/>
          </p:nvSpPr>
          <p:spPr>
            <a:xfrm>
              <a:off x="3423662" y="4801996"/>
              <a:ext cx="28983" cy="110564"/>
            </a:xfrm>
            <a:custGeom>
              <a:avLst/>
              <a:gdLst/>
              <a:ahLst/>
              <a:cxnLst/>
              <a:rect l="l" t="t" r="r" b="b"/>
              <a:pathLst>
                <a:path w="28983" h="110564">
                  <a:moveTo>
                    <a:pt x="0" y="110564"/>
                  </a:moveTo>
                  <a:lnTo>
                    <a:pt x="28983" y="0"/>
                  </a:lnTo>
                </a:path>
              </a:pathLst>
            </a:custGeom>
            <a:ln w="25400">
              <a:solidFill>
                <a:srgbClr val="070154"/>
              </a:solidFill>
              <a:prstDash val="solid"/>
            </a:ln>
          </p:spPr>
        </p:sp>
        <p:sp>
          <p:nvSpPr>
            <p:cNvPr id="20" name="node01.items.source-002.arc.arrow-1.cap-1"/>
            <p:cNvSpPr/>
            <p:nvPr/>
          </p:nvSpPr>
          <p:spPr>
            <a:xfrm>
              <a:off x="3410962" y="4899861"/>
              <a:ext cx="25400" cy="25400"/>
            </a:xfrm>
            <a:prstGeom prst="ellipse">
              <a:avLst/>
            </a:prstGeom>
            <a:solidFill>
              <a:srgbClr val="070154"/>
            </a:solidFill>
            <a:ln>
              <a:noFill/>
            </a:ln>
          </p:spPr>
        </p:sp>
        <p:sp>
          <p:nvSpPr>
            <p:cNvPr id="21" name="node01.items.source-002.arc.arrow-1.cap-2"/>
            <p:cNvSpPr/>
            <p:nvPr/>
          </p:nvSpPr>
          <p:spPr>
            <a:xfrm>
              <a:off x="3439945" y="4789296"/>
              <a:ext cx="25400" cy="25400"/>
            </a:xfrm>
            <a:prstGeom prst="ellipse">
              <a:avLst/>
            </a:prstGeom>
            <a:solidFill>
              <a:srgbClr val="070154"/>
            </a:solidFill>
            <a:ln>
              <a:noFill/>
            </a:ln>
          </p:spPr>
        </p:sp>
        <p:sp>
          <p:nvSpPr>
            <p:cNvPr id="22" name="node01.items.source-002.arc.arrow-2"/>
            <p:cNvSpPr/>
            <p:nvPr/>
          </p:nvSpPr>
          <p:spPr>
            <a:xfrm>
              <a:off x="3423662" y="4877211"/>
              <a:ext cx="108696" cy="35350"/>
            </a:xfrm>
            <a:custGeom>
              <a:avLst/>
              <a:gdLst/>
              <a:ahLst/>
              <a:cxnLst/>
              <a:rect l="l" t="t" r="r" b="b"/>
              <a:pathLst>
                <a:path w="108696" h="35350">
                  <a:moveTo>
                    <a:pt x="0" y="35350"/>
                  </a:moveTo>
                  <a:lnTo>
                    <a:pt x="108696" y="0"/>
                  </a:lnTo>
                </a:path>
              </a:pathLst>
            </a:custGeom>
            <a:ln w="25400">
              <a:solidFill>
                <a:srgbClr val="070154"/>
              </a:solidFill>
              <a:prstDash val="solid"/>
            </a:ln>
          </p:spPr>
        </p:sp>
        <p:sp>
          <p:nvSpPr>
            <p:cNvPr id="23" name="node01.items.source-002.arc.arrow-2.cap-1"/>
            <p:cNvSpPr/>
            <p:nvPr/>
          </p:nvSpPr>
          <p:spPr>
            <a:xfrm>
              <a:off x="3410962" y="4899861"/>
              <a:ext cx="25400" cy="25400"/>
            </a:xfrm>
            <a:prstGeom prst="ellipse">
              <a:avLst/>
            </a:prstGeom>
            <a:solidFill>
              <a:srgbClr val="070154"/>
            </a:solidFill>
            <a:ln>
              <a:noFill/>
            </a:ln>
          </p:spPr>
        </p:sp>
        <p:sp>
          <p:nvSpPr>
            <p:cNvPr id="24" name="node01.items.source-002.arc.arrow-2.cap-2"/>
            <p:cNvSpPr/>
            <p:nvPr/>
          </p:nvSpPr>
          <p:spPr>
            <a:xfrm>
              <a:off x="3519658" y="4864511"/>
              <a:ext cx="25400" cy="25400"/>
            </a:xfrm>
            <a:prstGeom prst="ellipse">
              <a:avLst/>
            </a:prstGeom>
            <a:solidFill>
              <a:srgbClr val="070154"/>
            </a:solidFill>
            <a:ln>
              <a:noFill/>
            </a:ln>
          </p:spPr>
        </p:sp>
        <p:sp>
          <p:nvSpPr>
            <p:cNvPr id="25" name="node01.items.source-003.arc"/>
            <p:cNvSpPr/>
            <p:nvPr/>
          </p:nvSpPr>
          <p:spPr>
            <a:xfrm>
              <a:off x="1437175" y="3899765"/>
              <a:ext cx="473163" cy="1012796"/>
            </a:xfrm>
            <a:custGeom>
              <a:avLst/>
              <a:gdLst/>
              <a:ahLst/>
              <a:cxnLst/>
              <a:rect l="l" t="t" r="r" b="b"/>
              <a:pathLst>
                <a:path w="473163" h="1012796">
                  <a:moveTo>
                    <a:pt x="473163" y="1012796"/>
                  </a:moveTo>
                  <a:lnTo>
                    <a:pt x="443565" y="981427"/>
                  </a:lnTo>
                  <a:lnTo>
                    <a:pt x="414665" y="948870"/>
                  </a:lnTo>
                  <a:lnTo>
                    <a:pt x="386491" y="915151"/>
                  </a:lnTo>
                  <a:lnTo>
                    <a:pt x="359066" y="880303"/>
                  </a:lnTo>
                  <a:lnTo>
                    <a:pt x="332415" y="844355"/>
                  </a:lnTo>
                  <a:lnTo>
                    <a:pt x="306561" y="807339"/>
                  </a:lnTo>
                  <a:lnTo>
                    <a:pt x="281529" y="769289"/>
                  </a:lnTo>
                  <a:lnTo>
                    <a:pt x="257339" y="730239"/>
                  </a:lnTo>
                  <a:lnTo>
                    <a:pt x="234014" y="690222"/>
                  </a:lnTo>
                  <a:lnTo>
                    <a:pt x="211574" y="649275"/>
                  </a:lnTo>
                  <a:lnTo>
                    <a:pt x="190039" y="607434"/>
                  </a:lnTo>
                  <a:lnTo>
                    <a:pt x="169429" y="564736"/>
                  </a:lnTo>
                  <a:lnTo>
                    <a:pt x="149761" y="521219"/>
                  </a:lnTo>
                  <a:lnTo>
                    <a:pt x="131053" y="476922"/>
                  </a:lnTo>
                  <a:lnTo>
                    <a:pt x="113322" y="431884"/>
                  </a:lnTo>
                  <a:lnTo>
                    <a:pt x="96584" y="386145"/>
                  </a:lnTo>
                  <a:lnTo>
                    <a:pt x="80853" y="339746"/>
                  </a:lnTo>
                  <a:lnTo>
                    <a:pt x="66143" y="292728"/>
                  </a:lnTo>
                  <a:lnTo>
                    <a:pt x="52468" y="245134"/>
                  </a:lnTo>
                  <a:lnTo>
                    <a:pt x="39839" y="197004"/>
                  </a:lnTo>
                  <a:lnTo>
                    <a:pt x="28268" y="148383"/>
                  </a:lnTo>
                  <a:lnTo>
                    <a:pt x="17765" y="99312"/>
                  </a:lnTo>
                  <a:lnTo>
                    <a:pt x="8340" y="49837"/>
                  </a:lnTo>
                  <a:lnTo>
                    <a:pt x="0" y="0"/>
                  </a:lnTo>
                </a:path>
              </a:pathLst>
            </a:custGeom>
            <a:ln w="25400">
              <a:solidFill>
                <a:srgbClr val="070154"/>
              </a:solidFill>
              <a:prstDash val="solid"/>
            </a:ln>
          </p:spPr>
        </p:sp>
        <p:sp>
          <p:nvSpPr>
            <p:cNvPr id="26" name="node01.items.source-003.arc.cap-1"/>
            <p:cNvSpPr/>
            <p:nvPr/>
          </p:nvSpPr>
          <p:spPr>
            <a:xfrm>
              <a:off x="1897638" y="4899861"/>
              <a:ext cx="25400" cy="25400"/>
            </a:xfrm>
            <a:prstGeom prst="ellipse">
              <a:avLst/>
            </a:prstGeom>
            <a:solidFill>
              <a:srgbClr val="070154"/>
            </a:solidFill>
            <a:ln>
              <a:noFill/>
            </a:ln>
          </p:spPr>
        </p:sp>
        <p:sp>
          <p:nvSpPr>
            <p:cNvPr id="27" name="node01.items.source-003.arc.cap-2"/>
            <p:cNvSpPr/>
            <p:nvPr/>
          </p:nvSpPr>
          <p:spPr>
            <a:xfrm>
              <a:off x="1424475" y="3887065"/>
              <a:ext cx="25400" cy="25400"/>
            </a:xfrm>
            <a:prstGeom prst="ellipse">
              <a:avLst/>
            </a:prstGeom>
            <a:solidFill>
              <a:srgbClr val="070154"/>
            </a:solidFill>
            <a:ln>
              <a:noFill/>
            </a:ln>
          </p:spPr>
        </p:sp>
        <p:sp>
          <p:nvSpPr>
            <p:cNvPr id="28" name="node01.items.source-003.arc.arrow-1"/>
            <p:cNvSpPr/>
            <p:nvPr/>
          </p:nvSpPr>
          <p:spPr>
            <a:xfrm>
              <a:off x="1437175" y="3899765"/>
              <a:ext cx="70602" cy="89888"/>
            </a:xfrm>
            <a:custGeom>
              <a:avLst/>
              <a:gdLst/>
              <a:ahLst/>
              <a:cxnLst/>
              <a:rect l="l" t="t" r="r" b="b"/>
              <a:pathLst>
                <a:path w="70602" h="89888">
                  <a:moveTo>
                    <a:pt x="0" y="0"/>
                  </a:moveTo>
                  <a:lnTo>
                    <a:pt x="70602" y="89888"/>
                  </a:lnTo>
                </a:path>
              </a:pathLst>
            </a:custGeom>
            <a:ln w="25400">
              <a:solidFill>
                <a:srgbClr val="070154"/>
              </a:solidFill>
              <a:prstDash val="solid"/>
            </a:ln>
          </p:spPr>
        </p:sp>
        <p:sp>
          <p:nvSpPr>
            <p:cNvPr id="29" name="node01.items.source-003.arc.arrow-1.cap-1"/>
            <p:cNvSpPr/>
            <p:nvPr/>
          </p:nvSpPr>
          <p:spPr>
            <a:xfrm>
              <a:off x="1424475" y="3887065"/>
              <a:ext cx="25400" cy="25400"/>
            </a:xfrm>
            <a:prstGeom prst="ellipse">
              <a:avLst/>
            </a:prstGeom>
            <a:solidFill>
              <a:srgbClr val="070154"/>
            </a:solidFill>
            <a:ln>
              <a:noFill/>
            </a:ln>
          </p:spPr>
        </p:sp>
        <p:sp>
          <p:nvSpPr>
            <p:cNvPr id="30" name="node01.items.source-003.arc.arrow-1.cap-2"/>
            <p:cNvSpPr/>
            <p:nvPr/>
          </p:nvSpPr>
          <p:spPr>
            <a:xfrm>
              <a:off x="1495077" y="3976953"/>
              <a:ext cx="25400" cy="25400"/>
            </a:xfrm>
            <a:prstGeom prst="ellipse">
              <a:avLst/>
            </a:prstGeom>
            <a:solidFill>
              <a:srgbClr val="070154"/>
            </a:solidFill>
            <a:ln>
              <a:noFill/>
            </a:ln>
          </p:spPr>
        </p:sp>
        <p:sp>
          <p:nvSpPr>
            <p:cNvPr id="31" name="node01.items.source-003.arc.arrow-2"/>
            <p:cNvSpPr/>
            <p:nvPr/>
          </p:nvSpPr>
          <p:spPr>
            <a:xfrm>
              <a:off x="1399683" y="3899765"/>
              <a:ext cx="37492" cy="107976"/>
            </a:xfrm>
            <a:custGeom>
              <a:avLst/>
              <a:gdLst/>
              <a:ahLst/>
              <a:cxnLst/>
              <a:rect l="l" t="t" r="r" b="b"/>
              <a:pathLst>
                <a:path w="37492" h="107976">
                  <a:moveTo>
                    <a:pt x="37492" y="0"/>
                  </a:moveTo>
                  <a:lnTo>
                    <a:pt x="0" y="107976"/>
                  </a:lnTo>
                </a:path>
              </a:pathLst>
            </a:custGeom>
            <a:ln w="25400">
              <a:solidFill>
                <a:srgbClr val="070154"/>
              </a:solidFill>
              <a:prstDash val="solid"/>
            </a:ln>
          </p:spPr>
        </p:sp>
        <p:sp>
          <p:nvSpPr>
            <p:cNvPr id="32" name="node01.items.source-003.arc.arrow-2.cap-1"/>
            <p:cNvSpPr/>
            <p:nvPr/>
          </p:nvSpPr>
          <p:spPr>
            <a:xfrm>
              <a:off x="1424475" y="3887065"/>
              <a:ext cx="25400" cy="25400"/>
            </a:xfrm>
            <a:prstGeom prst="ellipse">
              <a:avLst/>
            </a:prstGeom>
            <a:solidFill>
              <a:srgbClr val="070154"/>
            </a:solidFill>
            <a:ln>
              <a:noFill/>
            </a:ln>
          </p:spPr>
        </p:sp>
        <p:sp>
          <p:nvSpPr>
            <p:cNvPr id="33" name="node01.items.source-003.arc.arrow-2.cap-2"/>
            <p:cNvSpPr/>
            <p:nvPr/>
          </p:nvSpPr>
          <p:spPr>
            <a:xfrm>
              <a:off x="1386983" y="3995041"/>
              <a:ext cx="25400" cy="25400"/>
            </a:xfrm>
            <a:prstGeom prst="ellipse">
              <a:avLst/>
            </a:prstGeom>
            <a:solidFill>
              <a:srgbClr val="070154"/>
            </a:solidFill>
            <a:ln>
              <a:noFill/>
            </a:ln>
          </p:spPr>
        </p:sp>
        <p:sp>
          <p:nvSpPr>
            <p:cNvPr id="34" name="node01.items.source-004.arc"/>
            <p:cNvSpPr/>
            <p:nvPr/>
          </p:nvSpPr>
          <p:spPr>
            <a:xfrm>
              <a:off x="1437175" y="2174039"/>
              <a:ext cx="473163" cy="1012796"/>
            </a:xfrm>
            <a:custGeom>
              <a:avLst/>
              <a:gdLst/>
              <a:ahLst/>
              <a:cxnLst/>
              <a:rect l="l" t="t" r="r" b="b"/>
              <a:pathLst>
                <a:path w="473163" h="1012796">
                  <a:moveTo>
                    <a:pt x="0" y="1012796"/>
                  </a:moveTo>
                  <a:lnTo>
                    <a:pt x="8340" y="962959"/>
                  </a:lnTo>
                  <a:lnTo>
                    <a:pt x="17765" y="913484"/>
                  </a:lnTo>
                  <a:lnTo>
                    <a:pt x="28268" y="864413"/>
                  </a:lnTo>
                  <a:lnTo>
                    <a:pt x="39839" y="815792"/>
                  </a:lnTo>
                  <a:lnTo>
                    <a:pt x="52468" y="767662"/>
                  </a:lnTo>
                  <a:lnTo>
                    <a:pt x="66143" y="720068"/>
                  </a:lnTo>
                  <a:lnTo>
                    <a:pt x="80853" y="673050"/>
                  </a:lnTo>
                  <a:lnTo>
                    <a:pt x="96584" y="626651"/>
                  </a:lnTo>
                  <a:lnTo>
                    <a:pt x="113322" y="580912"/>
                  </a:lnTo>
                  <a:lnTo>
                    <a:pt x="131053" y="535874"/>
                  </a:lnTo>
                  <a:lnTo>
                    <a:pt x="149761" y="491577"/>
                  </a:lnTo>
                  <a:lnTo>
                    <a:pt x="169429" y="448060"/>
                  </a:lnTo>
                  <a:lnTo>
                    <a:pt x="190039" y="405362"/>
                  </a:lnTo>
                  <a:lnTo>
                    <a:pt x="211574" y="363521"/>
                  </a:lnTo>
                  <a:lnTo>
                    <a:pt x="234014" y="322574"/>
                  </a:lnTo>
                  <a:lnTo>
                    <a:pt x="257339" y="282557"/>
                  </a:lnTo>
                  <a:lnTo>
                    <a:pt x="281529" y="243507"/>
                  </a:lnTo>
                  <a:lnTo>
                    <a:pt x="306561" y="205457"/>
                  </a:lnTo>
                  <a:lnTo>
                    <a:pt x="332415" y="168441"/>
                  </a:lnTo>
                  <a:lnTo>
                    <a:pt x="359066" y="132493"/>
                  </a:lnTo>
                  <a:lnTo>
                    <a:pt x="386491" y="97645"/>
                  </a:lnTo>
                  <a:lnTo>
                    <a:pt x="414665" y="63926"/>
                  </a:lnTo>
                  <a:lnTo>
                    <a:pt x="443565" y="31369"/>
                  </a:lnTo>
                  <a:lnTo>
                    <a:pt x="473163" y="0"/>
                  </a:lnTo>
                </a:path>
              </a:pathLst>
            </a:custGeom>
            <a:ln w="25400">
              <a:solidFill>
                <a:srgbClr val="070154"/>
              </a:solidFill>
              <a:prstDash val="solid"/>
            </a:ln>
          </p:spPr>
        </p:sp>
        <p:sp>
          <p:nvSpPr>
            <p:cNvPr id="35" name="node01.items.source-004.arc.cap-1"/>
            <p:cNvSpPr/>
            <p:nvPr/>
          </p:nvSpPr>
          <p:spPr>
            <a:xfrm>
              <a:off x="1424475" y="3174135"/>
              <a:ext cx="25400" cy="25400"/>
            </a:xfrm>
            <a:prstGeom prst="ellipse">
              <a:avLst/>
            </a:prstGeom>
            <a:solidFill>
              <a:srgbClr val="070154"/>
            </a:solidFill>
            <a:ln>
              <a:noFill/>
            </a:ln>
          </p:spPr>
        </p:sp>
        <p:sp>
          <p:nvSpPr>
            <p:cNvPr id="36" name="node01.items.source-004.arc.cap-2"/>
            <p:cNvSpPr/>
            <p:nvPr/>
          </p:nvSpPr>
          <p:spPr>
            <a:xfrm>
              <a:off x="1897638" y="2161339"/>
              <a:ext cx="25400" cy="25400"/>
            </a:xfrm>
            <a:prstGeom prst="ellipse">
              <a:avLst/>
            </a:prstGeom>
            <a:solidFill>
              <a:srgbClr val="070154"/>
            </a:solidFill>
            <a:ln>
              <a:noFill/>
            </a:ln>
          </p:spPr>
        </p:sp>
        <p:sp>
          <p:nvSpPr>
            <p:cNvPr id="37" name="node01.items.source-004.arc.arrow-1"/>
            <p:cNvSpPr/>
            <p:nvPr/>
          </p:nvSpPr>
          <p:spPr>
            <a:xfrm>
              <a:off x="1881355" y="2174039"/>
              <a:ext cx="28983" cy="110564"/>
            </a:xfrm>
            <a:custGeom>
              <a:avLst/>
              <a:gdLst/>
              <a:ahLst/>
              <a:cxnLst/>
              <a:rect l="l" t="t" r="r" b="b"/>
              <a:pathLst>
                <a:path w="28983" h="110564">
                  <a:moveTo>
                    <a:pt x="28983" y="0"/>
                  </a:moveTo>
                  <a:lnTo>
                    <a:pt x="0" y="110564"/>
                  </a:lnTo>
                </a:path>
              </a:pathLst>
            </a:custGeom>
            <a:ln w="25400">
              <a:solidFill>
                <a:srgbClr val="070154"/>
              </a:solidFill>
              <a:prstDash val="solid"/>
            </a:ln>
          </p:spPr>
        </p:sp>
        <p:sp>
          <p:nvSpPr>
            <p:cNvPr id="38" name="node01.items.source-004.arc.arrow-1.cap-1"/>
            <p:cNvSpPr/>
            <p:nvPr/>
          </p:nvSpPr>
          <p:spPr>
            <a:xfrm>
              <a:off x="1897638" y="2161339"/>
              <a:ext cx="25400" cy="25400"/>
            </a:xfrm>
            <a:prstGeom prst="ellipse">
              <a:avLst/>
            </a:prstGeom>
            <a:solidFill>
              <a:srgbClr val="070154"/>
            </a:solidFill>
            <a:ln>
              <a:noFill/>
            </a:ln>
          </p:spPr>
        </p:sp>
        <p:sp>
          <p:nvSpPr>
            <p:cNvPr id="39" name="node01.items.source-004.arc.arrow-1.cap-2"/>
            <p:cNvSpPr/>
            <p:nvPr/>
          </p:nvSpPr>
          <p:spPr>
            <a:xfrm>
              <a:off x="1868655" y="2271904"/>
              <a:ext cx="25400" cy="25400"/>
            </a:xfrm>
            <a:prstGeom prst="ellipse">
              <a:avLst/>
            </a:prstGeom>
            <a:solidFill>
              <a:srgbClr val="070154"/>
            </a:solidFill>
            <a:ln>
              <a:noFill/>
            </a:ln>
          </p:spPr>
        </p:sp>
        <p:sp>
          <p:nvSpPr>
            <p:cNvPr id="40" name="node01.items.source-004.arc.arrow-2"/>
            <p:cNvSpPr/>
            <p:nvPr/>
          </p:nvSpPr>
          <p:spPr>
            <a:xfrm>
              <a:off x="1801642" y="2174039"/>
              <a:ext cx="108696" cy="35350"/>
            </a:xfrm>
            <a:custGeom>
              <a:avLst/>
              <a:gdLst/>
              <a:ahLst/>
              <a:cxnLst/>
              <a:rect l="l" t="t" r="r" b="b"/>
              <a:pathLst>
                <a:path w="108696" h="35350">
                  <a:moveTo>
                    <a:pt x="108696" y="0"/>
                  </a:moveTo>
                  <a:lnTo>
                    <a:pt x="0" y="35350"/>
                  </a:lnTo>
                </a:path>
              </a:pathLst>
            </a:custGeom>
            <a:ln w="25400">
              <a:solidFill>
                <a:srgbClr val="070154"/>
              </a:solidFill>
              <a:prstDash val="solid"/>
            </a:ln>
          </p:spPr>
        </p:sp>
        <p:sp>
          <p:nvSpPr>
            <p:cNvPr id="41" name="node01.items.source-004.arc.arrow-2.cap-1"/>
            <p:cNvSpPr/>
            <p:nvPr/>
          </p:nvSpPr>
          <p:spPr>
            <a:xfrm>
              <a:off x="1897638" y="2161339"/>
              <a:ext cx="25400" cy="25400"/>
            </a:xfrm>
            <a:prstGeom prst="ellipse">
              <a:avLst/>
            </a:prstGeom>
            <a:solidFill>
              <a:srgbClr val="070154"/>
            </a:solidFill>
            <a:ln>
              <a:noFill/>
            </a:ln>
          </p:spPr>
        </p:sp>
        <p:sp>
          <p:nvSpPr>
            <p:cNvPr id="42" name="node01.items.source-004.arc.arrow-2.cap-2"/>
            <p:cNvSpPr/>
            <p:nvPr/>
          </p:nvSpPr>
          <p:spPr>
            <a:xfrm>
              <a:off x="1788942" y="2196689"/>
              <a:ext cx="25400" cy="25400"/>
            </a:xfrm>
            <a:prstGeom prst="ellipse">
              <a:avLst/>
            </a:prstGeom>
            <a:solidFill>
              <a:srgbClr val="070154"/>
            </a:solidFill>
            <a:ln>
              <a:noFill/>
            </a:ln>
          </p:spPr>
        </p:sp>
        <p:sp>
          <p:nvSpPr>
            <p:cNvPr id="43" name="node01.loops.source-001.curve"/>
            <p:cNvSpPr/>
            <p:nvPr/>
          </p:nvSpPr>
          <p:spPr>
            <a:xfrm>
              <a:off x="1658056" y="2619375"/>
              <a:ext cx="2017889" cy="619125"/>
            </a:xfrm>
            <a:custGeom>
              <a:avLst/>
              <a:gdLst/>
              <a:ahLst/>
              <a:cxnLst/>
              <a:rect l="l" t="t" r="r" b="b"/>
              <a:pathLst>
                <a:path w="2017889" h="619125">
                  <a:moveTo>
                    <a:pt x="0" y="619125"/>
                  </a:moveTo>
                  <a:quadBezTo>
                    <a:pt x="1008944" y="-619125"/>
                    <a:pt x="2017889" y="619125"/>
                  </a:quadBezTo>
                </a:path>
              </a:pathLst>
            </a:custGeom>
            <a:ln w="19050">
              <a:solidFill>
                <a:srgbClr val="0047FF"/>
              </a:solidFill>
              <a:prstDash val="dash"/>
            </a:ln>
          </p:spPr>
        </p:sp>
        <p:sp>
          <p:nvSpPr>
            <p:cNvPr id="44" name="node01.loops.source-001.arrow-1"/>
            <p:cNvSpPr/>
            <p:nvPr/>
          </p:nvSpPr>
          <p:spPr>
            <a:xfrm>
              <a:off x="3568836" y="3198597"/>
              <a:ext cx="107109" cy="39903"/>
            </a:xfrm>
            <a:custGeom>
              <a:avLst/>
              <a:gdLst/>
              <a:ahLst/>
              <a:cxnLst/>
              <a:rect l="l" t="t" r="r" b="b"/>
              <a:pathLst>
                <a:path w="107109" h="39903">
                  <a:moveTo>
                    <a:pt x="107109" y="39903"/>
                  </a:moveTo>
                  <a:lnTo>
                    <a:pt x="0" y="0"/>
                  </a:lnTo>
                </a:path>
              </a:pathLst>
            </a:custGeom>
            <a:ln w="25400">
              <a:solidFill>
                <a:srgbClr val="0047FF"/>
              </a:solidFill>
              <a:prstDash val="solid"/>
            </a:ln>
          </p:spPr>
        </p:sp>
        <p:sp>
          <p:nvSpPr>
            <p:cNvPr id="45" name="node01.loops.source-001.arrow-1.cap-1"/>
            <p:cNvSpPr/>
            <p:nvPr/>
          </p:nvSpPr>
          <p:spPr>
            <a:xfrm>
              <a:off x="3663244" y="3225800"/>
              <a:ext cx="25400" cy="25400"/>
            </a:xfrm>
            <a:prstGeom prst="ellipse">
              <a:avLst/>
            </a:prstGeom>
            <a:solidFill>
              <a:srgbClr val="0047FF"/>
            </a:solidFill>
            <a:ln>
              <a:noFill/>
            </a:ln>
          </p:spPr>
        </p:sp>
        <p:sp>
          <p:nvSpPr>
            <p:cNvPr id="46" name="node01.loops.source-001.arrow-1.cap-2"/>
            <p:cNvSpPr/>
            <p:nvPr/>
          </p:nvSpPr>
          <p:spPr>
            <a:xfrm>
              <a:off x="3556136" y="3185897"/>
              <a:ext cx="25400" cy="25400"/>
            </a:xfrm>
            <a:prstGeom prst="ellipse">
              <a:avLst/>
            </a:prstGeom>
            <a:solidFill>
              <a:srgbClr val="0047FF"/>
            </a:solidFill>
            <a:ln>
              <a:noFill/>
            </a:ln>
          </p:spPr>
        </p:sp>
        <p:sp>
          <p:nvSpPr>
            <p:cNvPr id="47" name="node01.loops.source-001.arrow-2"/>
            <p:cNvSpPr/>
            <p:nvPr/>
          </p:nvSpPr>
          <p:spPr>
            <a:xfrm>
              <a:off x="3651650" y="3126812"/>
              <a:ext cx="24294" cy="111688"/>
            </a:xfrm>
            <a:custGeom>
              <a:avLst/>
              <a:gdLst/>
              <a:ahLst/>
              <a:cxnLst/>
              <a:rect l="l" t="t" r="r" b="b"/>
              <a:pathLst>
                <a:path w="24294" h="111688">
                  <a:moveTo>
                    <a:pt x="24294" y="111688"/>
                  </a:moveTo>
                  <a:lnTo>
                    <a:pt x="0" y="0"/>
                  </a:lnTo>
                </a:path>
              </a:pathLst>
            </a:custGeom>
            <a:ln w="25400">
              <a:solidFill>
                <a:srgbClr val="0047FF"/>
              </a:solidFill>
              <a:prstDash val="solid"/>
            </a:ln>
          </p:spPr>
        </p:sp>
        <p:sp>
          <p:nvSpPr>
            <p:cNvPr id="48" name="node01.loops.source-001.arrow-2.cap-1"/>
            <p:cNvSpPr/>
            <p:nvPr/>
          </p:nvSpPr>
          <p:spPr>
            <a:xfrm>
              <a:off x="3663244" y="3225800"/>
              <a:ext cx="25400" cy="25400"/>
            </a:xfrm>
            <a:prstGeom prst="ellipse">
              <a:avLst/>
            </a:prstGeom>
            <a:solidFill>
              <a:srgbClr val="0047FF"/>
            </a:solidFill>
            <a:ln>
              <a:noFill/>
            </a:ln>
          </p:spPr>
        </p:sp>
        <p:sp>
          <p:nvSpPr>
            <p:cNvPr id="49" name="node01.loops.source-001.arrow-2.cap-2"/>
            <p:cNvSpPr/>
            <p:nvPr/>
          </p:nvSpPr>
          <p:spPr>
            <a:xfrm>
              <a:off x="3638950" y="3114112"/>
              <a:ext cx="25400" cy="25400"/>
            </a:xfrm>
            <a:prstGeom prst="ellipse">
              <a:avLst/>
            </a:prstGeom>
            <a:solidFill>
              <a:srgbClr val="0047FF"/>
            </a:solidFill>
            <a:ln>
              <a:noFill/>
            </a:ln>
          </p:spPr>
        </p:sp>
        <p:sp>
          <p:nvSpPr>
            <p:cNvPr id="50" name="node01.loops.source-002.curve"/>
            <p:cNvSpPr/>
            <p:nvPr/>
          </p:nvSpPr>
          <p:spPr>
            <a:xfrm>
              <a:off x="2741507" y="3848100"/>
              <a:ext cx="512233" cy="1104900"/>
            </a:xfrm>
            <a:custGeom>
              <a:avLst/>
              <a:gdLst/>
              <a:ahLst/>
              <a:cxnLst/>
              <a:rect l="l" t="t" r="r" b="b"/>
              <a:pathLst>
                <a:path w="512233" h="1104900">
                  <a:moveTo>
                    <a:pt x="0" y="1104900"/>
                  </a:moveTo>
                  <a:quadBezTo>
                    <a:pt x="239818" y="123825"/>
                    <a:pt x="512233" y="0"/>
                  </a:quadBezTo>
                </a:path>
              </a:pathLst>
            </a:custGeom>
            <a:ln w="19050">
              <a:solidFill>
                <a:srgbClr val="0047FF"/>
              </a:solidFill>
              <a:prstDash val="dash"/>
            </a:ln>
          </p:spPr>
        </p:sp>
        <p:sp>
          <p:nvSpPr>
            <p:cNvPr id="51" name="node01.loops.source-002.arrow-1"/>
            <p:cNvSpPr/>
            <p:nvPr/>
          </p:nvSpPr>
          <p:spPr>
            <a:xfrm>
              <a:off x="3192326" y="3848100"/>
              <a:ext cx="61414" cy="96399"/>
            </a:xfrm>
            <a:custGeom>
              <a:avLst/>
              <a:gdLst/>
              <a:ahLst/>
              <a:cxnLst/>
              <a:rect l="l" t="t" r="r" b="b"/>
              <a:pathLst>
                <a:path w="61414" h="96399">
                  <a:moveTo>
                    <a:pt x="61414" y="0"/>
                  </a:moveTo>
                  <a:lnTo>
                    <a:pt x="0" y="96399"/>
                  </a:lnTo>
                </a:path>
              </a:pathLst>
            </a:custGeom>
            <a:ln w="25400">
              <a:solidFill>
                <a:srgbClr val="0047FF"/>
              </a:solidFill>
              <a:prstDash val="solid"/>
            </a:ln>
          </p:spPr>
        </p:sp>
        <p:sp>
          <p:nvSpPr>
            <p:cNvPr id="52" name="node01.loops.source-002.arrow-1.cap-1"/>
            <p:cNvSpPr/>
            <p:nvPr/>
          </p:nvSpPr>
          <p:spPr>
            <a:xfrm>
              <a:off x="3241040" y="3835400"/>
              <a:ext cx="25400" cy="25400"/>
            </a:xfrm>
            <a:prstGeom prst="ellipse">
              <a:avLst/>
            </a:prstGeom>
            <a:solidFill>
              <a:srgbClr val="0047FF"/>
            </a:solidFill>
            <a:ln>
              <a:noFill/>
            </a:ln>
          </p:spPr>
        </p:sp>
        <p:sp>
          <p:nvSpPr>
            <p:cNvPr id="53" name="node01.loops.source-002.arrow-1.cap-2"/>
            <p:cNvSpPr/>
            <p:nvPr/>
          </p:nvSpPr>
          <p:spPr>
            <a:xfrm>
              <a:off x="3179626" y="3931799"/>
              <a:ext cx="25400" cy="25400"/>
            </a:xfrm>
            <a:prstGeom prst="ellipse">
              <a:avLst/>
            </a:prstGeom>
            <a:solidFill>
              <a:srgbClr val="0047FF"/>
            </a:solidFill>
            <a:ln>
              <a:noFill/>
            </a:ln>
          </p:spPr>
        </p:sp>
        <p:sp>
          <p:nvSpPr>
            <p:cNvPr id="54" name="node01.loops.source-002.arrow-2"/>
            <p:cNvSpPr/>
            <p:nvPr/>
          </p:nvSpPr>
          <p:spPr>
            <a:xfrm>
              <a:off x="3139441" y="3848100"/>
              <a:ext cx="114299" cy="406"/>
            </a:xfrm>
            <a:custGeom>
              <a:avLst/>
              <a:gdLst/>
              <a:ahLst/>
              <a:cxnLst/>
              <a:rect l="l" t="t" r="r" b="b"/>
              <a:pathLst>
                <a:path w="114299" h="406">
                  <a:moveTo>
                    <a:pt x="114299" y="0"/>
                  </a:moveTo>
                  <a:lnTo>
                    <a:pt x="0" y="406"/>
                  </a:lnTo>
                </a:path>
              </a:pathLst>
            </a:custGeom>
            <a:ln w="25400">
              <a:solidFill>
                <a:srgbClr val="0047FF"/>
              </a:solidFill>
              <a:prstDash val="solid"/>
            </a:ln>
          </p:spPr>
        </p:sp>
        <p:sp>
          <p:nvSpPr>
            <p:cNvPr id="55" name="node01.loops.source-002.arrow-2.cap-1"/>
            <p:cNvSpPr/>
            <p:nvPr/>
          </p:nvSpPr>
          <p:spPr>
            <a:xfrm>
              <a:off x="3241040" y="3835400"/>
              <a:ext cx="25400" cy="25400"/>
            </a:xfrm>
            <a:prstGeom prst="ellipse">
              <a:avLst/>
            </a:prstGeom>
            <a:solidFill>
              <a:srgbClr val="0047FF"/>
            </a:solidFill>
            <a:ln>
              <a:noFill/>
            </a:ln>
          </p:spPr>
        </p:sp>
        <p:sp>
          <p:nvSpPr>
            <p:cNvPr id="56" name="node01.loops.source-002.arrow-2.cap-2"/>
            <p:cNvSpPr/>
            <p:nvPr/>
          </p:nvSpPr>
          <p:spPr>
            <a:xfrm>
              <a:off x="3126741" y="3835806"/>
              <a:ext cx="25400" cy="25400"/>
            </a:xfrm>
            <a:prstGeom prst="ellipse">
              <a:avLst/>
            </a:prstGeom>
            <a:solidFill>
              <a:srgbClr val="0047FF"/>
            </a:solidFill>
            <a:ln>
              <a:noFill/>
            </a:ln>
          </p:spPr>
        </p:sp>
        <p:sp>
          <p:nvSpPr>
            <p:cNvPr id="57" name="node01.center.label"/>
            <p:cNvSpPr/>
            <p:nvPr/>
          </p:nvSpPr>
          <p:spPr>
            <a:xfrm>
              <a:off x="1975485" y="3124200"/>
              <a:ext cx="138303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58" name="node01.items.source-001.surface"/>
            <p:cNvSpPr/>
            <p:nvPr/>
          </p:nvSpPr>
          <p:spPr>
            <a:xfrm>
              <a:off x="1981200" y="1600200"/>
              <a:ext cx="1371600" cy="457200"/>
            </a:xfrm>
            <a:prstGeom prst="rect">
              <a:avLst/>
            </a:prstGeom>
            <a:solidFill>
              <a:srgbClr val="E8EEF8"/>
            </a:solidFill>
            <a:ln>
              <a:noFill/>
            </a:ln>
          </p:spPr>
        </p:sp>
        <p:sp>
          <p:nvSpPr>
            <p:cNvPr id="59" name="node01.items.source-001.label"/>
            <p:cNvSpPr/>
            <p:nvPr/>
          </p:nvSpPr>
          <p:spPr>
            <a:xfrm>
              <a:off x="2133600" y="1695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60" name="node01.items.source-002.surface"/>
            <p:cNvSpPr/>
            <p:nvPr/>
          </p:nvSpPr>
          <p:spPr>
            <a:xfrm>
              <a:off x="3238500" y="3314700"/>
              <a:ext cx="1371600" cy="457200"/>
            </a:xfrm>
            <a:prstGeom prst="rect">
              <a:avLst/>
            </a:prstGeom>
            <a:solidFill>
              <a:srgbClr val="E8EEF8"/>
            </a:solidFill>
            <a:ln>
              <a:noFill/>
            </a:ln>
          </p:spPr>
        </p:sp>
        <p:sp>
          <p:nvSpPr>
            <p:cNvPr id="61" name="node01.items.source-002.label"/>
            <p:cNvSpPr/>
            <p:nvPr/>
          </p:nvSpPr>
          <p:spPr>
            <a:xfrm>
              <a:off x="3390900" y="34099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Define</a:t>
              </a:r>
              <a:endParaRPr lang="en-US" sz="1400" spc="0" kern="0" b="0" i="0" dirty="0">
                <a:solidFill>
                  <a:srgbClr val="070154"/>
                </a:solidFill>
                <a:latin typeface="IBM Plex Sans SemiBold"/>
                <a:ea typeface="IBM Plex Sans SemiBold"/>
                <a:cs typeface="IBM Plex Sans SemiBold"/>
              </a:endParaRPr>
            </a:p>
          </p:txBody>
        </p:sp>
        <p:sp>
          <p:nvSpPr>
            <p:cNvPr id="62" name="node01.items.source-003.surface"/>
            <p:cNvSpPr/>
            <p:nvPr/>
          </p:nvSpPr>
          <p:spPr>
            <a:xfrm>
              <a:off x="1981200" y="5029200"/>
              <a:ext cx="1371600" cy="457200"/>
            </a:xfrm>
            <a:prstGeom prst="rect">
              <a:avLst/>
            </a:prstGeom>
            <a:solidFill>
              <a:srgbClr val="E8EEF8"/>
            </a:solidFill>
            <a:ln>
              <a:noFill/>
            </a:ln>
          </p:spPr>
        </p:sp>
        <p:sp>
          <p:nvSpPr>
            <p:cNvPr id="63" name="node01.items.source-003.label"/>
            <p:cNvSpPr/>
            <p:nvPr/>
          </p:nvSpPr>
          <p:spPr>
            <a:xfrm>
              <a:off x="2133600" y="5124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Build</a:t>
              </a:r>
              <a:endParaRPr lang="en-US" sz="1400" spc="0" kern="0" b="0" i="0" dirty="0">
                <a:solidFill>
                  <a:srgbClr val="070154"/>
                </a:solidFill>
                <a:latin typeface="IBM Plex Sans SemiBold"/>
                <a:ea typeface="IBM Plex Sans SemiBold"/>
                <a:cs typeface="IBM Plex Sans SemiBold"/>
              </a:endParaRPr>
            </a:p>
          </p:txBody>
        </p:sp>
        <p:sp>
          <p:nvSpPr>
            <p:cNvPr id="64" name="node01.items.source-004.surface"/>
            <p:cNvSpPr/>
            <p:nvPr/>
          </p:nvSpPr>
          <p:spPr>
            <a:xfrm>
              <a:off x="723900" y="3314700"/>
              <a:ext cx="1371600" cy="457200"/>
            </a:xfrm>
            <a:prstGeom prst="rect">
              <a:avLst/>
            </a:prstGeom>
            <a:solidFill>
              <a:srgbClr val="E8EEF8"/>
            </a:solidFill>
            <a:ln>
              <a:noFill/>
            </a:ln>
          </p:spPr>
        </p:sp>
        <p:sp>
          <p:nvSpPr>
            <p:cNvPr id="65" name="node01.items.source-004.label"/>
            <p:cNvSpPr/>
            <p:nvPr/>
          </p:nvSpPr>
          <p:spPr>
            <a:xfrm>
              <a:off x="876300" y="34099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Optimize</a:t>
              </a:r>
              <a:endParaRPr lang="en-US" sz="1400" spc="0" kern="0" b="0" i="0" dirty="0">
                <a:solidFill>
                  <a:srgbClr val="070154"/>
                </a:solidFill>
                <a:latin typeface="IBM Plex Sans SemiBold"/>
                <a:ea typeface="IBM Plex Sans SemiBold"/>
                <a:cs typeface="IBM Plex Sans SemiBold"/>
              </a:endParaRPr>
            </a:p>
          </p:txBody>
        </p:sp>
      </p:grpSp>
      <p:grpSp>
        <p:nvGrpSpPr>
          <p:cNvPr id="68" name="node02"/>
          <p:cNvGrpSpPr/>
          <p:nvPr/>
        </p:nvGrpSpPr>
        <p:grpSpPr>
          <a:xfrm>
            <a:off x="5067300" y="1600200"/>
            <a:ext cx="6400800" cy="4013200"/>
            <a:chOff x="5067300" y="1600200"/>
            <a:chExt cx="6400800" cy="4013200"/>
          </a:xfrm>
        </p:grpSpPr>
        <p:graphicFrame>
          <p:nvGraphicFramePr>
            <p:cNvPr id="66" name="node02.native"/>
            <p:cNvGraphicFramePr>
              <a:graphicFrameLocks noGrp="1"/>
            </p:cNvGraphicFramePr>
            <p:nvPr>
              <p:extLst>
                <p:ext uri="{D42A27DB-BD31-4B8C-83A1-F6EECF244321}">
                  <p14:modId xmlns:p14="http://schemas.microsoft.com/office/powerpoint/2010/main" val="1579011935"/>
                </p:ext>
              </p:extLst>
            </p:nvPr>
          </p:nvGraphicFramePr>
          <p:xfrm>
            <a:off x="5067300" y="1600200"/>
            <a:ext cx="6400800" cy="4013200"/>
          </p:xfrm>
          <a:graphic>
            <a:graphicData uri="http://schemas.openxmlformats.org/drawingml/2006/table">
              <a:tbl>
                <a:tblPr/>
                <a:tblGrid>
                  <a:gridCol w="1143000"/>
                  <a:gridCol w="2667000"/>
                  <a:gridCol w="2590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PHASE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WE OBSERVE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WE DO</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Identify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38% of patients abandon booking at step 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Interview patients and staff; rank the bets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Define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Three booking journeys overlap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Shape one journey; plan releases and risks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Build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Eight-week cycle; manual regression tests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Two-week sprints; automate tests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Optimize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Adoption plateaus with no loop to the backlog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Track adoption; run experiments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ource-35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loop-backs keep the product honest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52</a:t>
            </a:fld>
            <a:endParaRPr lang="en-US" sz="700" spc="0" kern="0" b="0" i="0" dirty="0">
              <a:solidFill>
                <a:srgbClr val="070154"/>
              </a:solidFill>
              <a:latin typeface="IBM Plex Mono SemiBold"/>
              <a:ea typeface="IBM Plex Mono SemiBold"/>
              <a:cs typeface="IBM Plex Mono SemiBold"/>
            </a:endParaRPr>
          </a:p>
        </p:txBody>
      </p:sp>
      <p:grpSp>
        <p:nvGrpSpPr>
          <p:cNvPr id="90" name="node01"/>
          <p:cNvGrpSpPr/>
          <p:nvPr/>
        </p:nvGrpSpPr>
        <p:grpSpPr>
          <a:xfrm>
            <a:off x="723900" y="1600200"/>
            <a:ext cx="6629400" cy="4343400"/>
            <a:chOff x="723900" y="1600200"/>
            <a:chExt cx="6629400" cy="4343400"/>
          </a:xfrm>
        </p:grpSpPr>
        <p:sp>
          <p:nvSpPr>
            <p:cNvPr id="6" name="node01.items.source-001.arc"/>
            <p:cNvSpPr/>
            <p:nvPr/>
          </p:nvSpPr>
          <p:spPr>
            <a:xfrm>
              <a:off x="4980586" y="2076266"/>
              <a:ext cx="1486931" cy="1222306"/>
            </a:xfrm>
            <a:custGeom>
              <a:avLst/>
              <a:gdLst/>
              <a:ahLst/>
              <a:cxnLst/>
              <a:rect l="l" t="t" r="r" b="b"/>
              <a:pathLst>
                <a:path w="1486931" h="1222306">
                  <a:moveTo>
                    <a:pt x="0" y="0"/>
                  </a:moveTo>
                  <a:lnTo>
                    <a:pt x="89140" y="27658"/>
                  </a:lnTo>
                  <a:lnTo>
                    <a:pt x="176749" y="57793"/>
                  </a:lnTo>
                  <a:lnTo>
                    <a:pt x="262696" y="90361"/>
                  </a:lnTo>
                  <a:lnTo>
                    <a:pt x="346854" y="125313"/>
                  </a:lnTo>
                  <a:lnTo>
                    <a:pt x="429097" y="162598"/>
                  </a:lnTo>
                  <a:lnTo>
                    <a:pt x="509304" y="202160"/>
                  </a:lnTo>
                  <a:lnTo>
                    <a:pt x="587355" y="243940"/>
                  </a:lnTo>
                  <a:lnTo>
                    <a:pt x="663134" y="287877"/>
                  </a:lnTo>
                  <a:lnTo>
                    <a:pt x="736529" y="333904"/>
                  </a:lnTo>
                  <a:lnTo>
                    <a:pt x="807431" y="381954"/>
                  </a:lnTo>
                  <a:lnTo>
                    <a:pt x="875735" y="431956"/>
                  </a:lnTo>
                  <a:lnTo>
                    <a:pt x="941338" y="483834"/>
                  </a:lnTo>
                  <a:lnTo>
                    <a:pt x="1004144" y="537513"/>
                  </a:lnTo>
                  <a:lnTo>
                    <a:pt x="1064060" y="592911"/>
                  </a:lnTo>
                  <a:lnTo>
                    <a:pt x="1120996" y="649948"/>
                  </a:lnTo>
                  <a:lnTo>
                    <a:pt x="1174867" y="708538"/>
                  </a:lnTo>
                  <a:lnTo>
                    <a:pt x="1225594" y="768594"/>
                  </a:lnTo>
                  <a:lnTo>
                    <a:pt x="1273102" y="830027"/>
                  </a:lnTo>
                  <a:lnTo>
                    <a:pt x="1317320" y="892746"/>
                  </a:lnTo>
                  <a:lnTo>
                    <a:pt x="1358181" y="956657"/>
                  </a:lnTo>
                  <a:lnTo>
                    <a:pt x="1395626" y="1021666"/>
                  </a:lnTo>
                  <a:lnTo>
                    <a:pt x="1429599" y="1087676"/>
                  </a:lnTo>
                  <a:lnTo>
                    <a:pt x="1460049" y="1154589"/>
                  </a:lnTo>
                  <a:lnTo>
                    <a:pt x="1486931" y="1222306"/>
                  </a:lnTo>
                </a:path>
              </a:pathLst>
            </a:custGeom>
            <a:ln w="25400">
              <a:solidFill>
                <a:srgbClr val="070154"/>
              </a:solidFill>
              <a:prstDash val="solid"/>
            </a:ln>
          </p:spPr>
        </p:sp>
        <p:sp>
          <p:nvSpPr>
            <p:cNvPr id="7" name="node01.items.source-001.arc.cap-1"/>
            <p:cNvSpPr/>
            <p:nvPr/>
          </p:nvSpPr>
          <p:spPr>
            <a:xfrm>
              <a:off x="4967886" y="2063566"/>
              <a:ext cx="25400" cy="25400"/>
            </a:xfrm>
            <a:prstGeom prst="ellipse">
              <a:avLst/>
            </a:prstGeom>
            <a:solidFill>
              <a:srgbClr val="070154"/>
            </a:solidFill>
            <a:ln>
              <a:noFill/>
            </a:ln>
          </p:spPr>
        </p:sp>
        <p:sp>
          <p:nvSpPr>
            <p:cNvPr id="8" name="node01.items.source-001.arc.cap-2"/>
            <p:cNvSpPr/>
            <p:nvPr/>
          </p:nvSpPr>
          <p:spPr>
            <a:xfrm>
              <a:off x="6454817" y="3285872"/>
              <a:ext cx="25400" cy="25400"/>
            </a:xfrm>
            <a:prstGeom prst="ellipse">
              <a:avLst/>
            </a:prstGeom>
            <a:solidFill>
              <a:srgbClr val="070154"/>
            </a:solidFill>
            <a:ln>
              <a:noFill/>
            </a:ln>
          </p:spPr>
        </p:sp>
        <p:sp>
          <p:nvSpPr>
            <p:cNvPr id="9" name="node01.items.source-001.arc.arrow-1"/>
            <p:cNvSpPr/>
            <p:nvPr/>
          </p:nvSpPr>
          <p:spPr>
            <a:xfrm>
              <a:off x="6379575" y="3225561"/>
              <a:ext cx="87942" cy="73011"/>
            </a:xfrm>
            <a:custGeom>
              <a:avLst/>
              <a:gdLst/>
              <a:ahLst/>
              <a:cxnLst/>
              <a:rect l="l" t="t" r="r" b="b"/>
              <a:pathLst>
                <a:path w="87942" h="73011">
                  <a:moveTo>
                    <a:pt x="87942" y="73011"/>
                  </a:moveTo>
                  <a:lnTo>
                    <a:pt x="0" y="0"/>
                  </a:lnTo>
                </a:path>
              </a:pathLst>
            </a:custGeom>
            <a:ln w="25400">
              <a:solidFill>
                <a:srgbClr val="070154"/>
              </a:solidFill>
              <a:prstDash val="solid"/>
            </a:ln>
          </p:spPr>
        </p:sp>
        <p:sp>
          <p:nvSpPr>
            <p:cNvPr id="10" name="node01.items.source-001.arc.arrow-1.cap-1"/>
            <p:cNvSpPr/>
            <p:nvPr/>
          </p:nvSpPr>
          <p:spPr>
            <a:xfrm>
              <a:off x="6454817" y="3285872"/>
              <a:ext cx="25400" cy="25400"/>
            </a:xfrm>
            <a:prstGeom prst="ellipse">
              <a:avLst/>
            </a:prstGeom>
            <a:solidFill>
              <a:srgbClr val="070154"/>
            </a:solidFill>
            <a:ln>
              <a:noFill/>
            </a:ln>
          </p:spPr>
        </p:sp>
        <p:sp>
          <p:nvSpPr>
            <p:cNvPr id="11" name="node01.items.source-001.arc.arrow-1.cap-2"/>
            <p:cNvSpPr/>
            <p:nvPr/>
          </p:nvSpPr>
          <p:spPr>
            <a:xfrm>
              <a:off x="6366875" y="3212861"/>
              <a:ext cx="25400" cy="25400"/>
            </a:xfrm>
            <a:prstGeom prst="ellipse">
              <a:avLst/>
            </a:prstGeom>
            <a:solidFill>
              <a:srgbClr val="070154"/>
            </a:solidFill>
            <a:ln>
              <a:noFill/>
            </a:ln>
          </p:spPr>
        </p:sp>
        <p:sp>
          <p:nvSpPr>
            <p:cNvPr id="12" name="node01.items.source-001.arc.arrow-2"/>
            <p:cNvSpPr/>
            <p:nvPr/>
          </p:nvSpPr>
          <p:spPr>
            <a:xfrm>
              <a:off x="6467517" y="3185123"/>
              <a:ext cx="13921" cy="113449"/>
            </a:xfrm>
            <a:custGeom>
              <a:avLst/>
              <a:gdLst/>
              <a:ahLst/>
              <a:cxnLst/>
              <a:rect l="l" t="t" r="r" b="b"/>
              <a:pathLst>
                <a:path w="13921" h="113449">
                  <a:moveTo>
                    <a:pt x="0" y="113449"/>
                  </a:moveTo>
                  <a:lnTo>
                    <a:pt x="13921" y="0"/>
                  </a:lnTo>
                </a:path>
              </a:pathLst>
            </a:custGeom>
            <a:ln w="25400">
              <a:solidFill>
                <a:srgbClr val="070154"/>
              </a:solidFill>
              <a:prstDash val="solid"/>
            </a:ln>
          </p:spPr>
        </p:sp>
        <p:sp>
          <p:nvSpPr>
            <p:cNvPr id="13" name="node01.items.source-001.arc.arrow-2.cap-1"/>
            <p:cNvSpPr/>
            <p:nvPr/>
          </p:nvSpPr>
          <p:spPr>
            <a:xfrm>
              <a:off x="6454817" y="3285872"/>
              <a:ext cx="25400" cy="25400"/>
            </a:xfrm>
            <a:prstGeom prst="ellipse">
              <a:avLst/>
            </a:prstGeom>
            <a:solidFill>
              <a:srgbClr val="070154"/>
            </a:solidFill>
            <a:ln>
              <a:noFill/>
            </a:ln>
          </p:spPr>
        </p:sp>
        <p:sp>
          <p:nvSpPr>
            <p:cNvPr id="14" name="node01.items.source-001.arc.arrow-2.cap-2"/>
            <p:cNvSpPr/>
            <p:nvPr/>
          </p:nvSpPr>
          <p:spPr>
            <a:xfrm>
              <a:off x="6468738" y="3172423"/>
              <a:ext cx="25400" cy="25400"/>
            </a:xfrm>
            <a:prstGeom prst="ellipse">
              <a:avLst/>
            </a:prstGeom>
            <a:solidFill>
              <a:srgbClr val="070154"/>
            </a:solidFill>
            <a:ln>
              <a:noFill/>
            </a:ln>
          </p:spPr>
        </p:sp>
        <p:sp>
          <p:nvSpPr>
            <p:cNvPr id="15" name="node01.items.source-002.arc"/>
            <p:cNvSpPr/>
            <p:nvPr/>
          </p:nvSpPr>
          <p:spPr>
            <a:xfrm>
              <a:off x="4980586" y="4245228"/>
              <a:ext cx="1486931" cy="1222306"/>
            </a:xfrm>
            <a:custGeom>
              <a:avLst/>
              <a:gdLst/>
              <a:ahLst/>
              <a:cxnLst/>
              <a:rect l="l" t="t" r="r" b="b"/>
              <a:pathLst>
                <a:path w="1486931" h="1222306">
                  <a:moveTo>
                    <a:pt x="1486931" y="0"/>
                  </a:moveTo>
                  <a:lnTo>
                    <a:pt x="1460049" y="67717"/>
                  </a:lnTo>
                  <a:lnTo>
                    <a:pt x="1429599" y="134630"/>
                  </a:lnTo>
                  <a:lnTo>
                    <a:pt x="1395626" y="200640"/>
                  </a:lnTo>
                  <a:lnTo>
                    <a:pt x="1358181" y="265649"/>
                  </a:lnTo>
                  <a:lnTo>
                    <a:pt x="1317320" y="329560"/>
                  </a:lnTo>
                  <a:lnTo>
                    <a:pt x="1273102" y="392279"/>
                  </a:lnTo>
                  <a:lnTo>
                    <a:pt x="1225594" y="453712"/>
                  </a:lnTo>
                  <a:lnTo>
                    <a:pt x="1174867" y="513768"/>
                  </a:lnTo>
                  <a:lnTo>
                    <a:pt x="1120996" y="572358"/>
                  </a:lnTo>
                  <a:lnTo>
                    <a:pt x="1064060" y="629394"/>
                  </a:lnTo>
                  <a:lnTo>
                    <a:pt x="1004144" y="684793"/>
                  </a:lnTo>
                  <a:lnTo>
                    <a:pt x="941338" y="738471"/>
                  </a:lnTo>
                  <a:lnTo>
                    <a:pt x="875735" y="790350"/>
                  </a:lnTo>
                  <a:lnTo>
                    <a:pt x="807431" y="840351"/>
                  </a:lnTo>
                  <a:lnTo>
                    <a:pt x="736529" y="888401"/>
                  </a:lnTo>
                  <a:lnTo>
                    <a:pt x="663134" y="934429"/>
                  </a:lnTo>
                  <a:lnTo>
                    <a:pt x="587355" y="978366"/>
                  </a:lnTo>
                  <a:lnTo>
                    <a:pt x="509304" y="1020146"/>
                  </a:lnTo>
                  <a:lnTo>
                    <a:pt x="429097" y="1059708"/>
                  </a:lnTo>
                  <a:lnTo>
                    <a:pt x="346854" y="1096993"/>
                  </a:lnTo>
                  <a:lnTo>
                    <a:pt x="262696" y="1131945"/>
                  </a:lnTo>
                  <a:lnTo>
                    <a:pt x="176749" y="1164513"/>
                  </a:lnTo>
                  <a:lnTo>
                    <a:pt x="89140" y="1194648"/>
                  </a:lnTo>
                  <a:lnTo>
                    <a:pt x="0" y="1222306"/>
                  </a:lnTo>
                </a:path>
              </a:pathLst>
            </a:custGeom>
            <a:ln w="25400">
              <a:solidFill>
                <a:srgbClr val="070154"/>
              </a:solidFill>
              <a:prstDash val="solid"/>
            </a:ln>
          </p:spPr>
        </p:sp>
        <p:sp>
          <p:nvSpPr>
            <p:cNvPr id="16" name="node01.items.source-002.arc.cap-1"/>
            <p:cNvSpPr/>
            <p:nvPr/>
          </p:nvSpPr>
          <p:spPr>
            <a:xfrm>
              <a:off x="6454817" y="4232528"/>
              <a:ext cx="25400" cy="25400"/>
            </a:xfrm>
            <a:prstGeom prst="ellipse">
              <a:avLst/>
            </a:prstGeom>
            <a:solidFill>
              <a:srgbClr val="070154"/>
            </a:solidFill>
            <a:ln>
              <a:noFill/>
            </a:ln>
          </p:spPr>
        </p:sp>
        <p:sp>
          <p:nvSpPr>
            <p:cNvPr id="17" name="node01.items.source-002.arc.cap-2"/>
            <p:cNvSpPr/>
            <p:nvPr/>
          </p:nvSpPr>
          <p:spPr>
            <a:xfrm>
              <a:off x="4967886" y="5454834"/>
              <a:ext cx="25400" cy="25400"/>
            </a:xfrm>
            <a:prstGeom prst="ellipse">
              <a:avLst/>
            </a:prstGeom>
            <a:solidFill>
              <a:srgbClr val="070154"/>
            </a:solidFill>
            <a:ln>
              <a:noFill/>
            </a:ln>
          </p:spPr>
        </p:sp>
        <p:sp>
          <p:nvSpPr>
            <p:cNvPr id="18" name="node01.items.source-002.arc.arrow-1"/>
            <p:cNvSpPr/>
            <p:nvPr/>
          </p:nvSpPr>
          <p:spPr>
            <a:xfrm>
              <a:off x="4980586" y="5385472"/>
              <a:ext cx="79564" cy="82062"/>
            </a:xfrm>
            <a:custGeom>
              <a:avLst/>
              <a:gdLst/>
              <a:ahLst/>
              <a:cxnLst/>
              <a:rect l="l" t="t" r="r" b="b"/>
              <a:pathLst>
                <a:path w="79564" h="82062">
                  <a:moveTo>
                    <a:pt x="0" y="82062"/>
                  </a:moveTo>
                  <a:lnTo>
                    <a:pt x="79564" y="0"/>
                  </a:lnTo>
                </a:path>
              </a:pathLst>
            </a:custGeom>
            <a:ln w="25400">
              <a:solidFill>
                <a:srgbClr val="070154"/>
              </a:solidFill>
              <a:prstDash val="solid"/>
            </a:ln>
          </p:spPr>
        </p:sp>
        <p:sp>
          <p:nvSpPr>
            <p:cNvPr id="19" name="node01.items.source-002.arc.arrow-1.cap-1"/>
            <p:cNvSpPr/>
            <p:nvPr/>
          </p:nvSpPr>
          <p:spPr>
            <a:xfrm>
              <a:off x="4967886" y="5454834"/>
              <a:ext cx="25400" cy="25400"/>
            </a:xfrm>
            <a:prstGeom prst="ellipse">
              <a:avLst/>
            </a:prstGeom>
            <a:solidFill>
              <a:srgbClr val="070154"/>
            </a:solidFill>
            <a:ln>
              <a:noFill/>
            </a:ln>
          </p:spPr>
        </p:sp>
        <p:sp>
          <p:nvSpPr>
            <p:cNvPr id="20" name="node01.items.source-002.arc.arrow-1.cap-2"/>
            <p:cNvSpPr/>
            <p:nvPr/>
          </p:nvSpPr>
          <p:spPr>
            <a:xfrm>
              <a:off x="5047449" y="5372772"/>
              <a:ext cx="25400" cy="25400"/>
            </a:xfrm>
            <a:prstGeom prst="ellipse">
              <a:avLst/>
            </a:prstGeom>
            <a:solidFill>
              <a:srgbClr val="070154"/>
            </a:solidFill>
            <a:ln>
              <a:noFill/>
            </a:ln>
          </p:spPr>
        </p:sp>
        <p:sp>
          <p:nvSpPr>
            <p:cNvPr id="21" name="node01.items.source-002.arc.arrow-2"/>
            <p:cNvSpPr/>
            <p:nvPr/>
          </p:nvSpPr>
          <p:spPr>
            <a:xfrm>
              <a:off x="4980586" y="5467534"/>
              <a:ext cx="112041" cy="22612"/>
            </a:xfrm>
            <a:custGeom>
              <a:avLst/>
              <a:gdLst/>
              <a:ahLst/>
              <a:cxnLst/>
              <a:rect l="l" t="t" r="r" b="b"/>
              <a:pathLst>
                <a:path w="112041" h="22612">
                  <a:moveTo>
                    <a:pt x="0" y="0"/>
                  </a:moveTo>
                  <a:lnTo>
                    <a:pt x="112041" y="22612"/>
                  </a:lnTo>
                </a:path>
              </a:pathLst>
            </a:custGeom>
            <a:ln w="25400">
              <a:solidFill>
                <a:srgbClr val="070154"/>
              </a:solidFill>
              <a:prstDash val="solid"/>
            </a:ln>
          </p:spPr>
        </p:sp>
        <p:sp>
          <p:nvSpPr>
            <p:cNvPr id="22" name="node01.items.source-002.arc.arrow-2.cap-1"/>
            <p:cNvSpPr/>
            <p:nvPr/>
          </p:nvSpPr>
          <p:spPr>
            <a:xfrm>
              <a:off x="4967886" y="5454834"/>
              <a:ext cx="25400" cy="25400"/>
            </a:xfrm>
            <a:prstGeom prst="ellipse">
              <a:avLst/>
            </a:prstGeom>
            <a:solidFill>
              <a:srgbClr val="070154"/>
            </a:solidFill>
            <a:ln>
              <a:noFill/>
            </a:ln>
          </p:spPr>
        </p:sp>
        <p:sp>
          <p:nvSpPr>
            <p:cNvPr id="23" name="node01.items.source-002.arc.arrow-2.cap-2"/>
            <p:cNvSpPr/>
            <p:nvPr/>
          </p:nvSpPr>
          <p:spPr>
            <a:xfrm>
              <a:off x="5079927" y="5477446"/>
              <a:ext cx="25400" cy="25400"/>
            </a:xfrm>
            <a:prstGeom prst="ellipse">
              <a:avLst/>
            </a:prstGeom>
            <a:solidFill>
              <a:srgbClr val="070154"/>
            </a:solidFill>
            <a:ln>
              <a:noFill/>
            </a:ln>
          </p:spPr>
        </p:sp>
        <p:sp>
          <p:nvSpPr>
            <p:cNvPr id="24" name="node01.items.source-003.arc"/>
            <p:cNvSpPr/>
            <p:nvPr/>
          </p:nvSpPr>
          <p:spPr>
            <a:xfrm>
              <a:off x="1609683" y="4245228"/>
              <a:ext cx="1486931" cy="1222306"/>
            </a:xfrm>
            <a:custGeom>
              <a:avLst/>
              <a:gdLst/>
              <a:ahLst/>
              <a:cxnLst/>
              <a:rect l="l" t="t" r="r" b="b"/>
              <a:pathLst>
                <a:path w="1486931" h="1222306">
                  <a:moveTo>
                    <a:pt x="1486931" y="1222306"/>
                  </a:moveTo>
                  <a:lnTo>
                    <a:pt x="1397791" y="1194648"/>
                  </a:lnTo>
                  <a:lnTo>
                    <a:pt x="1310182" y="1164513"/>
                  </a:lnTo>
                  <a:lnTo>
                    <a:pt x="1224235" y="1131945"/>
                  </a:lnTo>
                  <a:lnTo>
                    <a:pt x="1140078" y="1096993"/>
                  </a:lnTo>
                  <a:lnTo>
                    <a:pt x="1057834" y="1059708"/>
                  </a:lnTo>
                  <a:lnTo>
                    <a:pt x="977628" y="1020146"/>
                  </a:lnTo>
                  <a:lnTo>
                    <a:pt x="899577" y="978366"/>
                  </a:lnTo>
                  <a:lnTo>
                    <a:pt x="823797" y="934429"/>
                  </a:lnTo>
                  <a:lnTo>
                    <a:pt x="750402" y="888401"/>
                  </a:lnTo>
                  <a:lnTo>
                    <a:pt x="679500" y="840351"/>
                  </a:lnTo>
                  <a:lnTo>
                    <a:pt x="611197" y="790350"/>
                  </a:lnTo>
                  <a:lnTo>
                    <a:pt x="545593" y="738471"/>
                  </a:lnTo>
                  <a:lnTo>
                    <a:pt x="482787" y="684793"/>
                  </a:lnTo>
                  <a:lnTo>
                    <a:pt x="422871" y="629394"/>
                  </a:lnTo>
                  <a:lnTo>
                    <a:pt x="365936" y="572358"/>
                  </a:lnTo>
                  <a:lnTo>
                    <a:pt x="312064" y="513768"/>
                  </a:lnTo>
                  <a:lnTo>
                    <a:pt x="261337" y="453712"/>
                  </a:lnTo>
                  <a:lnTo>
                    <a:pt x="213829" y="392279"/>
                  </a:lnTo>
                  <a:lnTo>
                    <a:pt x="169612" y="329560"/>
                  </a:lnTo>
                  <a:lnTo>
                    <a:pt x="128750" y="265649"/>
                  </a:lnTo>
                  <a:lnTo>
                    <a:pt x="91305" y="200640"/>
                  </a:lnTo>
                  <a:lnTo>
                    <a:pt x="57332" y="134630"/>
                  </a:lnTo>
                  <a:lnTo>
                    <a:pt x="26882" y="67717"/>
                  </a:lnTo>
                  <a:lnTo>
                    <a:pt x="0" y="0"/>
                  </a:lnTo>
                </a:path>
              </a:pathLst>
            </a:custGeom>
            <a:ln w="25400">
              <a:solidFill>
                <a:srgbClr val="070154"/>
              </a:solidFill>
              <a:prstDash val="solid"/>
            </a:ln>
          </p:spPr>
        </p:sp>
        <p:sp>
          <p:nvSpPr>
            <p:cNvPr id="25" name="node01.items.source-003.arc.cap-1"/>
            <p:cNvSpPr/>
            <p:nvPr/>
          </p:nvSpPr>
          <p:spPr>
            <a:xfrm>
              <a:off x="3083914" y="5454834"/>
              <a:ext cx="25400" cy="25400"/>
            </a:xfrm>
            <a:prstGeom prst="ellipse">
              <a:avLst/>
            </a:prstGeom>
            <a:solidFill>
              <a:srgbClr val="070154"/>
            </a:solidFill>
            <a:ln>
              <a:noFill/>
            </a:ln>
          </p:spPr>
        </p:sp>
        <p:sp>
          <p:nvSpPr>
            <p:cNvPr id="26" name="node01.items.source-003.arc.cap-2"/>
            <p:cNvSpPr/>
            <p:nvPr/>
          </p:nvSpPr>
          <p:spPr>
            <a:xfrm>
              <a:off x="1596983" y="4232528"/>
              <a:ext cx="25400" cy="25400"/>
            </a:xfrm>
            <a:prstGeom prst="ellipse">
              <a:avLst/>
            </a:prstGeom>
            <a:solidFill>
              <a:srgbClr val="070154"/>
            </a:solidFill>
            <a:ln>
              <a:noFill/>
            </a:ln>
          </p:spPr>
        </p:sp>
        <p:sp>
          <p:nvSpPr>
            <p:cNvPr id="27" name="node01.items.source-003.arc.arrow-1"/>
            <p:cNvSpPr/>
            <p:nvPr/>
          </p:nvSpPr>
          <p:spPr>
            <a:xfrm>
              <a:off x="1609683" y="4245228"/>
              <a:ext cx="87942" cy="73011"/>
            </a:xfrm>
            <a:custGeom>
              <a:avLst/>
              <a:gdLst/>
              <a:ahLst/>
              <a:cxnLst/>
              <a:rect l="l" t="t" r="r" b="b"/>
              <a:pathLst>
                <a:path w="87942" h="73011">
                  <a:moveTo>
                    <a:pt x="0" y="0"/>
                  </a:moveTo>
                  <a:lnTo>
                    <a:pt x="87942" y="73011"/>
                  </a:lnTo>
                </a:path>
              </a:pathLst>
            </a:custGeom>
            <a:ln w="25400">
              <a:solidFill>
                <a:srgbClr val="070154"/>
              </a:solidFill>
              <a:prstDash val="solid"/>
            </a:ln>
          </p:spPr>
        </p:sp>
        <p:sp>
          <p:nvSpPr>
            <p:cNvPr id="28" name="node01.items.source-003.arc.arrow-1.cap-1"/>
            <p:cNvSpPr/>
            <p:nvPr/>
          </p:nvSpPr>
          <p:spPr>
            <a:xfrm>
              <a:off x="1596983" y="4232528"/>
              <a:ext cx="25400" cy="25400"/>
            </a:xfrm>
            <a:prstGeom prst="ellipse">
              <a:avLst/>
            </a:prstGeom>
            <a:solidFill>
              <a:srgbClr val="070154"/>
            </a:solidFill>
            <a:ln>
              <a:noFill/>
            </a:ln>
          </p:spPr>
        </p:sp>
        <p:sp>
          <p:nvSpPr>
            <p:cNvPr id="29" name="node01.items.source-003.arc.arrow-1.cap-2"/>
            <p:cNvSpPr/>
            <p:nvPr/>
          </p:nvSpPr>
          <p:spPr>
            <a:xfrm>
              <a:off x="1684925" y="4305539"/>
              <a:ext cx="25400" cy="25400"/>
            </a:xfrm>
            <a:prstGeom prst="ellipse">
              <a:avLst/>
            </a:prstGeom>
            <a:solidFill>
              <a:srgbClr val="070154"/>
            </a:solidFill>
            <a:ln>
              <a:noFill/>
            </a:ln>
          </p:spPr>
        </p:sp>
        <p:sp>
          <p:nvSpPr>
            <p:cNvPr id="30" name="node01.items.source-003.arc.arrow-2"/>
            <p:cNvSpPr/>
            <p:nvPr/>
          </p:nvSpPr>
          <p:spPr>
            <a:xfrm>
              <a:off x="1595762" y="4245228"/>
              <a:ext cx="13921" cy="113449"/>
            </a:xfrm>
            <a:custGeom>
              <a:avLst/>
              <a:gdLst/>
              <a:ahLst/>
              <a:cxnLst/>
              <a:rect l="l" t="t" r="r" b="b"/>
              <a:pathLst>
                <a:path w="13921" h="113449">
                  <a:moveTo>
                    <a:pt x="13921" y="0"/>
                  </a:moveTo>
                  <a:lnTo>
                    <a:pt x="0" y="113449"/>
                  </a:lnTo>
                </a:path>
              </a:pathLst>
            </a:custGeom>
            <a:ln w="25400">
              <a:solidFill>
                <a:srgbClr val="070154"/>
              </a:solidFill>
              <a:prstDash val="solid"/>
            </a:ln>
          </p:spPr>
        </p:sp>
        <p:sp>
          <p:nvSpPr>
            <p:cNvPr id="31" name="node01.items.source-003.arc.arrow-2.cap-1"/>
            <p:cNvSpPr/>
            <p:nvPr/>
          </p:nvSpPr>
          <p:spPr>
            <a:xfrm>
              <a:off x="1596983" y="4232528"/>
              <a:ext cx="25400" cy="25400"/>
            </a:xfrm>
            <a:prstGeom prst="ellipse">
              <a:avLst/>
            </a:prstGeom>
            <a:solidFill>
              <a:srgbClr val="070154"/>
            </a:solidFill>
            <a:ln>
              <a:noFill/>
            </a:ln>
          </p:spPr>
        </p:sp>
        <p:sp>
          <p:nvSpPr>
            <p:cNvPr id="32" name="node01.items.source-003.arc.arrow-2.cap-2"/>
            <p:cNvSpPr/>
            <p:nvPr/>
          </p:nvSpPr>
          <p:spPr>
            <a:xfrm>
              <a:off x="1583062" y="4345977"/>
              <a:ext cx="25400" cy="25400"/>
            </a:xfrm>
            <a:prstGeom prst="ellipse">
              <a:avLst/>
            </a:prstGeom>
            <a:solidFill>
              <a:srgbClr val="070154"/>
            </a:solidFill>
            <a:ln>
              <a:noFill/>
            </a:ln>
          </p:spPr>
        </p:sp>
        <p:sp>
          <p:nvSpPr>
            <p:cNvPr id="33" name="node01.items.source-004.arc"/>
            <p:cNvSpPr/>
            <p:nvPr/>
          </p:nvSpPr>
          <p:spPr>
            <a:xfrm>
              <a:off x="1609683" y="2076266"/>
              <a:ext cx="1486931" cy="1222306"/>
            </a:xfrm>
            <a:custGeom>
              <a:avLst/>
              <a:gdLst/>
              <a:ahLst/>
              <a:cxnLst/>
              <a:rect l="l" t="t" r="r" b="b"/>
              <a:pathLst>
                <a:path w="1486931" h="1222306">
                  <a:moveTo>
                    <a:pt x="0" y="1222306"/>
                  </a:moveTo>
                  <a:lnTo>
                    <a:pt x="26882" y="1154589"/>
                  </a:lnTo>
                  <a:lnTo>
                    <a:pt x="57332" y="1087676"/>
                  </a:lnTo>
                  <a:lnTo>
                    <a:pt x="91305" y="1021666"/>
                  </a:lnTo>
                  <a:lnTo>
                    <a:pt x="128750" y="956657"/>
                  </a:lnTo>
                  <a:lnTo>
                    <a:pt x="169612" y="892746"/>
                  </a:lnTo>
                  <a:lnTo>
                    <a:pt x="213829" y="830027"/>
                  </a:lnTo>
                  <a:lnTo>
                    <a:pt x="261337" y="768594"/>
                  </a:lnTo>
                  <a:lnTo>
                    <a:pt x="312064" y="708538"/>
                  </a:lnTo>
                  <a:lnTo>
                    <a:pt x="365936" y="649948"/>
                  </a:lnTo>
                  <a:lnTo>
                    <a:pt x="422871" y="592911"/>
                  </a:lnTo>
                  <a:lnTo>
                    <a:pt x="482787" y="537513"/>
                  </a:lnTo>
                  <a:lnTo>
                    <a:pt x="545593" y="483834"/>
                  </a:lnTo>
                  <a:lnTo>
                    <a:pt x="611197" y="431956"/>
                  </a:lnTo>
                  <a:lnTo>
                    <a:pt x="679500" y="381954"/>
                  </a:lnTo>
                  <a:lnTo>
                    <a:pt x="750402" y="333904"/>
                  </a:lnTo>
                  <a:lnTo>
                    <a:pt x="823797" y="287877"/>
                  </a:lnTo>
                  <a:lnTo>
                    <a:pt x="899577" y="243940"/>
                  </a:lnTo>
                  <a:lnTo>
                    <a:pt x="977628" y="202160"/>
                  </a:lnTo>
                  <a:lnTo>
                    <a:pt x="1057834" y="162598"/>
                  </a:lnTo>
                  <a:lnTo>
                    <a:pt x="1140078" y="125313"/>
                  </a:lnTo>
                  <a:lnTo>
                    <a:pt x="1224235" y="90361"/>
                  </a:lnTo>
                  <a:lnTo>
                    <a:pt x="1310182" y="57793"/>
                  </a:lnTo>
                  <a:lnTo>
                    <a:pt x="1397791" y="27658"/>
                  </a:lnTo>
                  <a:lnTo>
                    <a:pt x="1486931" y="0"/>
                  </a:lnTo>
                </a:path>
              </a:pathLst>
            </a:custGeom>
            <a:ln w="25400">
              <a:solidFill>
                <a:srgbClr val="070154"/>
              </a:solidFill>
              <a:prstDash val="solid"/>
            </a:ln>
          </p:spPr>
        </p:sp>
        <p:sp>
          <p:nvSpPr>
            <p:cNvPr id="34" name="node01.items.source-004.arc.cap-1"/>
            <p:cNvSpPr/>
            <p:nvPr/>
          </p:nvSpPr>
          <p:spPr>
            <a:xfrm>
              <a:off x="1596983" y="3285872"/>
              <a:ext cx="25400" cy="25400"/>
            </a:xfrm>
            <a:prstGeom prst="ellipse">
              <a:avLst/>
            </a:prstGeom>
            <a:solidFill>
              <a:srgbClr val="070154"/>
            </a:solidFill>
            <a:ln>
              <a:noFill/>
            </a:ln>
          </p:spPr>
        </p:sp>
        <p:sp>
          <p:nvSpPr>
            <p:cNvPr id="35" name="node01.items.source-004.arc.cap-2"/>
            <p:cNvSpPr/>
            <p:nvPr/>
          </p:nvSpPr>
          <p:spPr>
            <a:xfrm>
              <a:off x="3083914" y="2063566"/>
              <a:ext cx="25400" cy="25400"/>
            </a:xfrm>
            <a:prstGeom prst="ellipse">
              <a:avLst/>
            </a:prstGeom>
            <a:solidFill>
              <a:srgbClr val="070154"/>
            </a:solidFill>
            <a:ln>
              <a:noFill/>
            </a:ln>
          </p:spPr>
        </p:sp>
        <p:sp>
          <p:nvSpPr>
            <p:cNvPr id="36" name="node01.items.source-004.arc.arrow-1"/>
            <p:cNvSpPr/>
            <p:nvPr/>
          </p:nvSpPr>
          <p:spPr>
            <a:xfrm>
              <a:off x="3017051" y="2076266"/>
              <a:ext cx="79564" cy="82062"/>
            </a:xfrm>
            <a:custGeom>
              <a:avLst/>
              <a:gdLst/>
              <a:ahLst/>
              <a:cxnLst/>
              <a:rect l="l" t="t" r="r" b="b"/>
              <a:pathLst>
                <a:path w="79564" h="82062">
                  <a:moveTo>
                    <a:pt x="79564" y="0"/>
                  </a:moveTo>
                  <a:lnTo>
                    <a:pt x="0" y="82062"/>
                  </a:lnTo>
                </a:path>
              </a:pathLst>
            </a:custGeom>
            <a:ln w="25400">
              <a:solidFill>
                <a:srgbClr val="070154"/>
              </a:solidFill>
              <a:prstDash val="solid"/>
            </a:ln>
          </p:spPr>
        </p:sp>
        <p:sp>
          <p:nvSpPr>
            <p:cNvPr id="37" name="node01.items.source-004.arc.arrow-1.cap-1"/>
            <p:cNvSpPr/>
            <p:nvPr/>
          </p:nvSpPr>
          <p:spPr>
            <a:xfrm>
              <a:off x="3083914" y="2063566"/>
              <a:ext cx="25400" cy="25400"/>
            </a:xfrm>
            <a:prstGeom prst="ellipse">
              <a:avLst/>
            </a:prstGeom>
            <a:solidFill>
              <a:srgbClr val="070154"/>
            </a:solidFill>
            <a:ln>
              <a:noFill/>
            </a:ln>
          </p:spPr>
        </p:sp>
        <p:sp>
          <p:nvSpPr>
            <p:cNvPr id="38" name="node01.items.source-004.arc.arrow-1.cap-2"/>
            <p:cNvSpPr/>
            <p:nvPr/>
          </p:nvSpPr>
          <p:spPr>
            <a:xfrm>
              <a:off x="3004351" y="2145628"/>
              <a:ext cx="25400" cy="25400"/>
            </a:xfrm>
            <a:prstGeom prst="ellipse">
              <a:avLst/>
            </a:prstGeom>
            <a:solidFill>
              <a:srgbClr val="070154"/>
            </a:solidFill>
            <a:ln>
              <a:noFill/>
            </a:ln>
          </p:spPr>
        </p:sp>
        <p:sp>
          <p:nvSpPr>
            <p:cNvPr id="39" name="node01.items.source-004.arc.arrow-2"/>
            <p:cNvSpPr/>
            <p:nvPr/>
          </p:nvSpPr>
          <p:spPr>
            <a:xfrm>
              <a:off x="2984573" y="2053654"/>
              <a:ext cx="112041" cy="22612"/>
            </a:xfrm>
            <a:custGeom>
              <a:avLst/>
              <a:gdLst/>
              <a:ahLst/>
              <a:cxnLst/>
              <a:rect l="l" t="t" r="r" b="b"/>
              <a:pathLst>
                <a:path w="112041" h="22612">
                  <a:moveTo>
                    <a:pt x="112041" y="22612"/>
                  </a:moveTo>
                  <a:lnTo>
                    <a:pt x="0" y="0"/>
                  </a:lnTo>
                </a:path>
              </a:pathLst>
            </a:custGeom>
            <a:ln w="25400">
              <a:solidFill>
                <a:srgbClr val="070154"/>
              </a:solidFill>
              <a:prstDash val="solid"/>
            </a:ln>
          </p:spPr>
        </p:sp>
        <p:sp>
          <p:nvSpPr>
            <p:cNvPr id="40" name="node01.items.source-004.arc.arrow-2.cap-1"/>
            <p:cNvSpPr/>
            <p:nvPr/>
          </p:nvSpPr>
          <p:spPr>
            <a:xfrm>
              <a:off x="3083914" y="2063566"/>
              <a:ext cx="25400" cy="25400"/>
            </a:xfrm>
            <a:prstGeom prst="ellipse">
              <a:avLst/>
            </a:prstGeom>
            <a:solidFill>
              <a:srgbClr val="070154"/>
            </a:solidFill>
            <a:ln>
              <a:noFill/>
            </a:ln>
          </p:spPr>
        </p:sp>
        <p:sp>
          <p:nvSpPr>
            <p:cNvPr id="41" name="node01.items.source-004.arc.arrow-2.cap-2"/>
            <p:cNvSpPr/>
            <p:nvPr/>
          </p:nvSpPr>
          <p:spPr>
            <a:xfrm>
              <a:off x="2971873" y="2040954"/>
              <a:ext cx="25400" cy="25400"/>
            </a:xfrm>
            <a:prstGeom prst="ellipse">
              <a:avLst/>
            </a:prstGeom>
            <a:solidFill>
              <a:srgbClr val="070154"/>
            </a:solidFill>
            <a:ln>
              <a:noFill/>
            </a:ln>
          </p:spPr>
        </p:sp>
        <p:sp>
          <p:nvSpPr>
            <p:cNvPr id="42" name="node01.loops.source-001.curve"/>
            <p:cNvSpPr/>
            <p:nvPr/>
          </p:nvSpPr>
          <p:spPr>
            <a:xfrm>
              <a:off x="4316060" y="4078753"/>
              <a:ext cx="1360840" cy="1102847"/>
            </a:xfrm>
            <a:custGeom>
              <a:avLst/>
              <a:gdLst/>
              <a:ahLst/>
              <a:cxnLst/>
              <a:rect l="l" t="t" r="r" b="b"/>
              <a:pathLst>
                <a:path w="1360840" h="1102847">
                  <a:moveTo>
                    <a:pt x="0" y="1102847"/>
                  </a:moveTo>
                  <a:quadBezTo>
                    <a:pt x="539785" y="287507"/>
                    <a:pt x="1360840" y="0"/>
                  </a:quadBezTo>
                </a:path>
              </a:pathLst>
            </a:custGeom>
            <a:ln w="19050">
              <a:solidFill>
                <a:srgbClr val="0047FF"/>
              </a:solidFill>
              <a:prstDash val="dash"/>
            </a:ln>
          </p:spPr>
        </p:sp>
        <p:sp>
          <p:nvSpPr>
            <p:cNvPr id="43" name="node01.loops.source-001.arrow-1"/>
            <p:cNvSpPr/>
            <p:nvPr/>
          </p:nvSpPr>
          <p:spPr>
            <a:xfrm>
              <a:off x="5602090" y="4078753"/>
              <a:ext cx="74810" cy="86418"/>
            </a:xfrm>
            <a:custGeom>
              <a:avLst/>
              <a:gdLst/>
              <a:ahLst/>
              <a:cxnLst/>
              <a:rect l="l" t="t" r="r" b="b"/>
              <a:pathLst>
                <a:path w="74810" h="86418">
                  <a:moveTo>
                    <a:pt x="74810" y="0"/>
                  </a:moveTo>
                  <a:lnTo>
                    <a:pt x="0" y="86418"/>
                  </a:lnTo>
                </a:path>
              </a:pathLst>
            </a:custGeom>
            <a:ln w="25400">
              <a:solidFill>
                <a:srgbClr val="0047FF"/>
              </a:solidFill>
              <a:prstDash val="solid"/>
            </a:ln>
          </p:spPr>
        </p:sp>
        <p:sp>
          <p:nvSpPr>
            <p:cNvPr id="44" name="node01.loops.source-001.arrow-1.cap-1"/>
            <p:cNvSpPr/>
            <p:nvPr/>
          </p:nvSpPr>
          <p:spPr>
            <a:xfrm>
              <a:off x="5664200" y="4066053"/>
              <a:ext cx="25400" cy="25400"/>
            </a:xfrm>
            <a:prstGeom prst="ellipse">
              <a:avLst/>
            </a:prstGeom>
            <a:solidFill>
              <a:srgbClr val="0047FF"/>
            </a:solidFill>
            <a:ln>
              <a:noFill/>
            </a:ln>
          </p:spPr>
        </p:sp>
        <p:sp>
          <p:nvSpPr>
            <p:cNvPr id="45" name="node01.loops.source-001.arrow-1.cap-2"/>
            <p:cNvSpPr/>
            <p:nvPr/>
          </p:nvSpPr>
          <p:spPr>
            <a:xfrm>
              <a:off x="5589390" y="4152470"/>
              <a:ext cx="25400" cy="25400"/>
            </a:xfrm>
            <a:prstGeom prst="ellipse">
              <a:avLst/>
            </a:prstGeom>
            <a:solidFill>
              <a:srgbClr val="0047FF"/>
            </a:solidFill>
            <a:ln>
              <a:noFill/>
            </a:ln>
          </p:spPr>
        </p:sp>
        <p:sp>
          <p:nvSpPr>
            <p:cNvPr id="46" name="node01.loops.source-001.arrow-2"/>
            <p:cNvSpPr/>
            <p:nvPr/>
          </p:nvSpPr>
          <p:spPr>
            <a:xfrm>
              <a:off x="5563762" y="4062494"/>
              <a:ext cx="113138" cy="16259"/>
            </a:xfrm>
            <a:custGeom>
              <a:avLst/>
              <a:gdLst/>
              <a:ahLst/>
              <a:cxnLst/>
              <a:rect l="l" t="t" r="r" b="b"/>
              <a:pathLst>
                <a:path w="113138" h="16259">
                  <a:moveTo>
                    <a:pt x="113138" y="16259"/>
                  </a:moveTo>
                  <a:lnTo>
                    <a:pt x="0" y="0"/>
                  </a:lnTo>
                </a:path>
              </a:pathLst>
            </a:custGeom>
            <a:ln w="25400">
              <a:solidFill>
                <a:srgbClr val="0047FF"/>
              </a:solidFill>
              <a:prstDash val="solid"/>
            </a:ln>
          </p:spPr>
        </p:sp>
        <p:sp>
          <p:nvSpPr>
            <p:cNvPr id="47" name="node01.loops.source-001.arrow-2.cap-1"/>
            <p:cNvSpPr/>
            <p:nvPr/>
          </p:nvSpPr>
          <p:spPr>
            <a:xfrm>
              <a:off x="5664200" y="4066053"/>
              <a:ext cx="25400" cy="25400"/>
            </a:xfrm>
            <a:prstGeom prst="ellipse">
              <a:avLst/>
            </a:prstGeom>
            <a:solidFill>
              <a:srgbClr val="0047FF"/>
            </a:solidFill>
            <a:ln>
              <a:noFill/>
            </a:ln>
          </p:spPr>
        </p:sp>
        <p:sp>
          <p:nvSpPr>
            <p:cNvPr id="48" name="node01.loops.source-001.arrow-2.cap-2"/>
            <p:cNvSpPr/>
            <p:nvPr/>
          </p:nvSpPr>
          <p:spPr>
            <a:xfrm>
              <a:off x="5551062" y="4049794"/>
              <a:ext cx="25400" cy="25400"/>
            </a:xfrm>
            <a:prstGeom prst="ellipse">
              <a:avLst/>
            </a:prstGeom>
            <a:solidFill>
              <a:srgbClr val="0047FF"/>
            </a:solidFill>
            <a:ln>
              <a:noFill/>
            </a:ln>
          </p:spPr>
        </p:sp>
        <p:sp>
          <p:nvSpPr>
            <p:cNvPr id="49" name="node01.loops.source-002.curve"/>
            <p:cNvSpPr/>
            <p:nvPr/>
          </p:nvSpPr>
          <p:spPr>
            <a:xfrm>
              <a:off x="2164292" y="2739390"/>
              <a:ext cx="3748617" cy="613410"/>
            </a:xfrm>
            <a:custGeom>
              <a:avLst/>
              <a:gdLst/>
              <a:ahLst/>
              <a:cxnLst/>
              <a:rect l="l" t="t" r="r" b="b"/>
              <a:pathLst>
                <a:path w="3748617" h="613410">
                  <a:moveTo>
                    <a:pt x="0" y="613410"/>
                  </a:moveTo>
                  <a:quadBezTo>
                    <a:pt x="1874308" y="-613410"/>
                    <a:pt x="3748617" y="613410"/>
                  </a:quadBezTo>
                </a:path>
              </a:pathLst>
            </a:custGeom>
            <a:ln w="19050">
              <a:solidFill>
                <a:srgbClr val="0047FF"/>
              </a:solidFill>
              <a:prstDash val="dash"/>
            </a:ln>
          </p:spPr>
        </p:sp>
        <p:sp>
          <p:nvSpPr>
            <p:cNvPr id="50" name="node01.loops.source-002.arrow-1"/>
            <p:cNvSpPr/>
            <p:nvPr/>
          </p:nvSpPr>
          <p:spPr>
            <a:xfrm>
              <a:off x="5798760" y="3346908"/>
              <a:ext cx="114148" cy="5892"/>
            </a:xfrm>
            <a:custGeom>
              <a:avLst/>
              <a:gdLst/>
              <a:ahLst/>
              <a:cxnLst/>
              <a:rect l="l" t="t" r="r" b="b"/>
              <a:pathLst>
                <a:path w="114148" h="5892">
                  <a:moveTo>
                    <a:pt x="114148" y="5892"/>
                  </a:moveTo>
                  <a:lnTo>
                    <a:pt x="0" y="0"/>
                  </a:lnTo>
                </a:path>
              </a:pathLst>
            </a:custGeom>
            <a:ln w="25400">
              <a:solidFill>
                <a:srgbClr val="0047FF"/>
              </a:solidFill>
              <a:prstDash val="solid"/>
            </a:ln>
          </p:spPr>
        </p:sp>
        <p:sp>
          <p:nvSpPr>
            <p:cNvPr id="51" name="node01.loops.source-002.arrow-1.cap-1"/>
            <p:cNvSpPr/>
            <p:nvPr/>
          </p:nvSpPr>
          <p:spPr>
            <a:xfrm>
              <a:off x="5900208" y="3340100"/>
              <a:ext cx="25400" cy="25400"/>
            </a:xfrm>
            <a:prstGeom prst="ellipse">
              <a:avLst/>
            </a:prstGeom>
            <a:solidFill>
              <a:srgbClr val="0047FF"/>
            </a:solidFill>
            <a:ln>
              <a:noFill/>
            </a:ln>
          </p:spPr>
        </p:sp>
        <p:sp>
          <p:nvSpPr>
            <p:cNvPr id="52" name="node01.loops.source-002.arrow-1.cap-2"/>
            <p:cNvSpPr/>
            <p:nvPr/>
          </p:nvSpPr>
          <p:spPr>
            <a:xfrm>
              <a:off x="5786060" y="3334208"/>
              <a:ext cx="25400" cy="25400"/>
            </a:xfrm>
            <a:prstGeom prst="ellipse">
              <a:avLst/>
            </a:prstGeom>
            <a:solidFill>
              <a:srgbClr val="0047FF"/>
            </a:solidFill>
            <a:ln>
              <a:noFill/>
            </a:ln>
          </p:spPr>
        </p:sp>
        <p:sp>
          <p:nvSpPr>
            <p:cNvPr id="53" name="node01.loops.source-002.arrow-2"/>
            <p:cNvSpPr/>
            <p:nvPr/>
          </p:nvSpPr>
          <p:spPr>
            <a:xfrm>
              <a:off x="5856192" y="3253564"/>
              <a:ext cx="56716" cy="99236"/>
            </a:xfrm>
            <a:custGeom>
              <a:avLst/>
              <a:gdLst/>
              <a:ahLst/>
              <a:cxnLst/>
              <a:rect l="l" t="t" r="r" b="b"/>
              <a:pathLst>
                <a:path w="56716" h="99236">
                  <a:moveTo>
                    <a:pt x="56716" y="99236"/>
                  </a:moveTo>
                  <a:lnTo>
                    <a:pt x="0" y="0"/>
                  </a:lnTo>
                </a:path>
              </a:pathLst>
            </a:custGeom>
            <a:ln w="25400">
              <a:solidFill>
                <a:srgbClr val="0047FF"/>
              </a:solidFill>
              <a:prstDash val="solid"/>
            </a:ln>
          </p:spPr>
        </p:sp>
        <p:sp>
          <p:nvSpPr>
            <p:cNvPr id="54" name="node01.loops.source-002.arrow-2.cap-1"/>
            <p:cNvSpPr/>
            <p:nvPr/>
          </p:nvSpPr>
          <p:spPr>
            <a:xfrm>
              <a:off x="5900208" y="3340100"/>
              <a:ext cx="25400" cy="25400"/>
            </a:xfrm>
            <a:prstGeom prst="ellipse">
              <a:avLst/>
            </a:prstGeom>
            <a:solidFill>
              <a:srgbClr val="0047FF"/>
            </a:solidFill>
            <a:ln>
              <a:noFill/>
            </a:ln>
          </p:spPr>
        </p:sp>
        <p:sp>
          <p:nvSpPr>
            <p:cNvPr id="55" name="node01.loops.source-002.arrow-2.cap-2"/>
            <p:cNvSpPr/>
            <p:nvPr/>
          </p:nvSpPr>
          <p:spPr>
            <a:xfrm>
              <a:off x="5843492" y="3240864"/>
              <a:ext cx="25400" cy="25400"/>
            </a:xfrm>
            <a:prstGeom prst="ellipse">
              <a:avLst/>
            </a:prstGeom>
            <a:solidFill>
              <a:srgbClr val="0047FF"/>
            </a:solidFill>
            <a:ln>
              <a:noFill/>
            </a:ln>
          </p:spPr>
        </p:sp>
        <p:sp>
          <p:nvSpPr>
            <p:cNvPr id="56" name="node01.loops.source-003.curve"/>
            <p:cNvSpPr/>
            <p:nvPr/>
          </p:nvSpPr>
          <p:spPr>
            <a:xfrm>
              <a:off x="2400300" y="4078753"/>
              <a:ext cx="1360840" cy="1102847"/>
            </a:xfrm>
            <a:custGeom>
              <a:avLst/>
              <a:gdLst/>
              <a:ahLst/>
              <a:cxnLst/>
              <a:rect l="l" t="t" r="r" b="b"/>
              <a:pathLst>
                <a:path w="1360840" h="1102847">
                  <a:moveTo>
                    <a:pt x="0" y="0"/>
                  </a:moveTo>
                  <a:quadBezTo>
                    <a:pt x="821055" y="287507"/>
                    <a:pt x="1360840" y="1102847"/>
                  </a:quadBezTo>
                </a:path>
              </a:pathLst>
            </a:custGeom>
            <a:ln w="19050">
              <a:solidFill>
                <a:srgbClr val="0047FF"/>
              </a:solidFill>
              <a:prstDash val="dash"/>
            </a:ln>
          </p:spPr>
        </p:sp>
        <p:sp>
          <p:nvSpPr>
            <p:cNvPr id="57" name="node01.loops.source-003.arrow-1"/>
            <p:cNvSpPr/>
            <p:nvPr/>
          </p:nvSpPr>
          <p:spPr>
            <a:xfrm>
              <a:off x="3659220" y="5129863"/>
              <a:ext cx="101920" cy="51737"/>
            </a:xfrm>
            <a:custGeom>
              <a:avLst/>
              <a:gdLst/>
              <a:ahLst/>
              <a:cxnLst/>
              <a:rect l="l" t="t" r="r" b="b"/>
              <a:pathLst>
                <a:path w="101920" h="51737">
                  <a:moveTo>
                    <a:pt x="101920" y="51737"/>
                  </a:moveTo>
                  <a:lnTo>
                    <a:pt x="0" y="0"/>
                  </a:lnTo>
                </a:path>
              </a:pathLst>
            </a:custGeom>
            <a:ln w="25400">
              <a:solidFill>
                <a:srgbClr val="0047FF"/>
              </a:solidFill>
              <a:prstDash val="solid"/>
            </a:ln>
          </p:spPr>
        </p:sp>
        <p:sp>
          <p:nvSpPr>
            <p:cNvPr id="58" name="node01.loops.source-003.arrow-1.cap-1"/>
            <p:cNvSpPr/>
            <p:nvPr/>
          </p:nvSpPr>
          <p:spPr>
            <a:xfrm>
              <a:off x="3748440" y="5168900"/>
              <a:ext cx="25400" cy="25400"/>
            </a:xfrm>
            <a:prstGeom prst="ellipse">
              <a:avLst/>
            </a:prstGeom>
            <a:solidFill>
              <a:srgbClr val="0047FF"/>
            </a:solidFill>
            <a:ln>
              <a:noFill/>
            </a:ln>
          </p:spPr>
        </p:sp>
        <p:sp>
          <p:nvSpPr>
            <p:cNvPr id="59" name="node01.loops.source-003.arrow-1.cap-2"/>
            <p:cNvSpPr/>
            <p:nvPr/>
          </p:nvSpPr>
          <p:spPr>
            <a:xfrm>
              <a:off x="3646520" y="5117163"/>
              <a:ext cx="25400" cy="25400"/>
            </a:xfrm>
            <a:prstGeom prst="ellipse">
              <a:avLst/>
            </a:prstGeom>
            <a:solidFill>
              <a:srgbClr val="0047FF"/>
            </a:solidFill>
            <a:ln>
              <a:noFill/>
            </a:ln>
          </p:spPr>
        </p:sp>
        <p:sp>
          <p:nvSpPr>
            <p:cNvPr id="60" name="node01.loops.source-003.arrow-2"/>
            <p:cNvSpPr/>
            <p:nvPr/>
          </p:nvSpPr>
          <p:spPr>
            <a:xfrm>
              <a:off x="3749608" y="5067883"/>
              <a:ext cx="11532" cy="113717"/>
            </a:xfrm>
            <a:custGeom>
              <a:avLst/>
              <a:gdLst/>
              <a:ahLst/>
              <a:cxnLst/>
              <a:rect l="l" t="t" r="r" b="b"/>
              <a:pathLst>
                <a:path w="11532" h="113717">
                  <a:moveTo>
                    <a:pt x="11532" y="113717"/>
                  </a:moveTo>
                  <a:lnTo>
                    <a:pt x="0" y="0"/>
                  </a:lnTo>
                </a:path>
              </a:pathLst>
            </a:custGeom>
            <a:ln w="25400">
              <a:solidFill>
                <a:srgbClr val="0047FF"/>
              </a:solidFill>
              <a:prstDash val="solid"/>
            </a:ln>
          </p:spPr>
        </p:sp>
        <p:sp>
          <p:nvSpPr>
            <p:cNvPr id="61" name="node01.loops.source-003.arrow-2.cap-1"/>
            <p:cNvSpPr/>
            <p:nvPr/>
          </p:nvSpPr>
          <p:spPr>
            <a:xfrm>
              <a:off x="3748440" y="5168900"/>
              <a:ext cx="25400" cy="25400"/>
            </a:xfrm>
            <a:prstGeom prst="ellipse">
              <a:avLst/>
            </a:prstGeom>
            <a:solidFill>
              <a:srgbClr val="0047FF"/>
            </a:solidFill>
            <a:ln>
              <a:noFill/>
            </a:ln>
          </p:spPr>
        </p:sp>
        <p:sp>
          <p:nvSpPr>
            <p:cNvPr id="62" name="node01.loops.source-003.arrow-2.cap-2"/>
            <p:cNvSpPr/>
            <p:nvPr/>
          </p:nvSpPr>
          <p:spPr>
            <a:xfrm>
              <a:off x="3736908" y="5055183"/>
              <a:ext cx="25400" cy="25400"/>
            </a:xfrm>
            <a:prstGeom prst="ellipse">
              <a:avLst/>
            </a:prstGeom>
            <a:solidFill>
              <a:srgbClr val="0047FF"/>
            </a:solidFill>
            <a:ln>
              <a:noFill/>
            </a:ln>
          </p:spPr>
        </p:sp>
        <p:sp>
          <p:nvSpPr>
            <p:cNvPr id="63" name="node01.loops.source-001.label-bg"/>
            <p:cNvSpPr/>
            <p:nvPr/>
          </p:nvSpPr>
          <p:spPr>
            <a:xfrm>
              <a:off x="4825102" y="4422018"/>
              <a:ext cx="202121" cy="152400"/>
            </a:xfrm>
            <a:prstGeom prst="rect">
              <a:avLst/>
            </a:prstGeom>
            <a:solidFill>
              <a:srgbClr val="FFFFFF"/>
            </a:solidFill>
            <a:ln>
              <a:noFill/>
            </a:ln>
          </p:spPr>
        </p:sp>
        <p:sp>
          <p:nvSpPr>
            <p:cNvPr id="64" name="node01.loops.source-001.label"/>
            <p:cNvSpPr/>
            <p:nvPr/>
          </p:nvSpPr>
          <p:spPr>
            <a:xfrm>
              <a:off x="4875902" y="4422018"/>
              <a:ext cx="100521"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1</a:t>
              </a:r>
              <a:endParaRPr lang="en-US" sz="900" spc="54" kern="0" b="0" i="0" dirty="0">
                <a:solidFill>
                  <a:srgbClr val="0047FF"/>
                </a:solidFill>
                <a:latin typeface="IBM Plex Mono SemiBold"/>
                <a:ea typeface="IBM Plex Mono SemiBold"/>
                <a:cs typeface="IBM Plex Mono SemiBold"/>
              </a:endParaRPr>
            </a:p>
          </p:txBody>
        </p:sp>
        <p:sp>
          <p:nvSpPr>
            <p:cNvPr id="65" name="node01.loops.source-002.label-bg"/>
            <p:cNvSpPr/>
            <p:nvPr/>
          </p:nvSpPr>
          <p:spPr>
            <a:xfrm>
              <a:off x="3937540" y="2663190"/>
              <a:ext cx="202121" cy="152400"/>
            </a:xfrm>
            <a:prstGeom prst="rect">
              <a:avLst/>
            </a:prstGeom>
            <a:solidFill>
              <a:srgbClr val="FFFFFF"/>
            </a:solidFill>
            <a:ln>
              <a:noFill/>
            </a:ln>
          </p:spPr>
        </p:sp>
        <p:sp>
          <p:nvSpPr>
            <p:cNvPr id="66" name="node01.loops.source-002.label"/>
            <p:cNvSpPr/>
            <p:nvPr/>
          </p:nvSpPr>
          <p:spPr>
            <a:xfrm>
              <a:off x="3988340" y="2663190"/>
              <a:ext cx="100521"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2</a:t>
              </a:r>
              <a:endParaRPr lang="en-US" sz="900" spc="54" kern="0" b="0" i="0" dirty="0">
                <a:solidFill>
                  <a:srgbClr val="0047FF"/>
                </a:solidFill>
                <a:latin typeface="IBM Plex Mono SemiBold"/>
                <a:ea typeface="IBM Plex Mono SemiBold"/>
                <a:cs typeface="IBM Plex Mono SemiBold"/>
              </a:endParaRPr>
            </a:p>
          </p:txBody>
        </p:sp>
        <p:sp>
          <p:nvSpPr>
            <p:cNvPr id="67" name="node01.loops.source-003.label-bg"/>
            <p:cNvSpPr/>
            <p:nvPr/>
          </p:nvSpPr>
          <p:spPr>
            <a:xfrm>
              <a:off x="3049977" y="4422018"/>
              <a:ext cx="202121" cy="152400"/>
            </a:xfrm>
            <a:prstGeom prst="rect">
              <a:avLst/>
            </a:prstGeom>
            <a:solidFill>
              <a:srgbClr val="FFFFFF"/>
            </a:solidFill>
            <a:ln>
              <a:noFill/>
            </a:ln>
          </p:spPr>
        </p:sp>
        <p:sp>
          <p:nvSpPr>
            <p:cNvPr id="68" name="node01.loops.source-003.label"/>
            <p:cNvSpPr/>
            <p:nvPr/>
          </p:nvSpPr>
          <p:spPr>
            <a:xfrm>
              <a:off x="3100777" y="4422018"/>
              <a:ext cx="100521"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3</a:t>
              </a:r>
              <a:endParaRPr lang="en-US" sz="900" spc="54" kern="0" b="0" i="0" dirty="0">
                <a:solidFill>
                  <a:srgbClr val="0047FF"/>
                </a:solidFill>
                <a:latin typeface="IBM Plex Mono SemiBold"/>
                <a:ea typeface="IBM Plex Mono SemiBold"/>
                <a:cs typeface="IBM Plex Mono SemiBold"/>
              </a:endParaRPr>
            </a:p>
          </p:txBody>
        </p:sp>
        <p:sp>
          <p:nvSpPr>
            <p:cNvPr id="69" name="node01.center.label"/>
            <p:cNvSpPr/>
            <p:nvPr/>
          </p:nvSpPr>
          <p:spPr>
            <a:xfrm>
              <a:off x="2655570" y="3352800"/>
              <a:ext cx="27660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70" name="node01.items.source-001.surface"/>
            <p:cNvSpPr/>
            <p:nvPr/>
          </p:nvSpPr>
          <p:spPr>
            <a:xfrm>
              <a:off x="3238500" y="1600200"/>
              <a:ext cx="1600200" cy="685800"/>
            </a:xfrm>
            <a:prstGeom prst="rect">
              <a:avLst/>
            </a:prstGeom>
            <a:solidFill>
              <a:srgbClr val="E8EEF8"/>
            </a:solidFill>
            <a:ln>
              <a:noFill/>
            </a:ln>
          </p:spPr>
        </p:sp>
        <p:sp>
          <p:nvSpPr>
            <p:cNvPr id="71" name="node01.items.source-001.label"/>
            <p:cNvSpPr/>
            <p:nvPr/>
          </p:nvSpPr>
          <p:spPr>
            <a:xfrm>
              <a:off x="3390900" y="1809750"/>
              <a:ext cx="1295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72" name="node01.items.source-002.surface"/>
            <p:cNvSpPr/>
            <p:nvPr/>
          </p:nvSpPr>
          <p:spPr>
            <a:xfrm>
              <a:off x="5753100" y="3429000"/>
              <a:ext cx="1600200" cy="685800"/>
            </a:xfrm>
            <a:prstGeom prst="rect">
              <a:avLst/>
            </a:prstGeom>
            <a:solidFill>
              <a:srgbClr val="E8EEF8"/>
            </a:solidFill>
            <a:ln>
              <a:noFill/>
            </a:ln>
          </p:spPr>
        </p:sp>
        <p:sp>
          <p:nvSpPr>
            <p:cNvPr id="73" name="node01.items.source-002.label"/>
            <p:cNvSpPr/>
            <p:nvPr/>
          </p:nvSpPr>
          <p:spPr>
            <a:xfrm>
              <a:off x="5905500" y="3638550"/>
              <a:ext cx="1295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Define</a:t>
              </a:r>
              <a:endParaRPr lang="en-US" sz="1400" spc="0" kern="0" b="0" i="0" dirty="0">
                <a:solidFill>
                  <a:srgbClr val="070154"/>
                </a:solidFill>
                <a:latin typeface="IBM Plex Sans SemiBold"/>
                <a:ea typeface="IBM Plex Sans SemiBold"/>
                <a:cs typeface="IBM Plex Sans SemiBold"/>
              </a:endParaRPr>
            </a:p>
          </p:txBody>
        </p:sp>
        <p:sp>
          <p:nvSpPr>
            <p:cNvPr id="74" name="node01.items.source-003.surface"/>
            <p:cNvSpPr/>
            <p:nvPr/>
          </p:nvSpPr>
          <p:spPr>
            <a:xfrm>
              <a:off x="3238500" y="5257800"/>
              <a:ext cx="1600200" cy="685800"/>
            </a:xfrm>
            <a:prstGeom prst="rect">
              <a:avLst/>
            </a:prstGeom>
            <a:solidFill>
              <a:srgbClr val="E8EEF8"/>
            </a:solidFill>
            <a:ln>
              <a:noFill/>
            </a:ln>
          </p:spPr>
        </p:sp>
        <p:sp>
          <p:nvSpPr>
            <p:cNvPr id="75" name="node01.items.source-003.label"/>
            <p:cNvSpPr/>
            <p:nvPr/>
          </p:nvSpPr>
          <p:spPr>
            <a:xfrm>
              <a:off x="3390900" y="5467350"/>
              <a:ext cx="1295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Build</a:t>
              </a:r>
              <a:endParaRPr lang="en-US" sz="1400" spc="0" kern="0" b="0" i="0" dirty="0">
                <a:solidFill>
                  <a:srgbClr val="070154"/>
                </a:solidFill>
                <a:latin typeface="IBM Plex Sans SemiBold"/>
                <a:ea typeface="IBM Plex Sans SemiBold"/>
                <a:cs typeface="IBM Plex Sans SemiBold"/>
              </a:endParaRPr>
            </a:p>
          </p:txBody>
        </p:sp>
        <p:sp>
          <p:nvSpPr>
            <p:cNvPr id="76" name="node01.items.source-004.surface"/>
            <p:cNvSpPr/>
            <p:nvPr/>
          </p:nvSpPr>
          <p:spPr>
            <a:xfrm>
              <a:off x="723900" y="3429000"/>
              <a:ext cx="1600200" cy="685800"/>
            </a:xfrm>
            <a:prstGeom prst="rect">
              <a:avLst/>
            </a:prstGeom>
            <a:solidFill>
              <a:srgbClr val="E8EEF8"/>
            </a:solidFill>
            <a:ln>
              <a:noFill/>
            </a:ln>
          </p:spPr>
        </p:sp>
        <p:sp>
          <p:nvSpPr>
            <p:cNvPr id="77" name="node01.items.source-004.label"/>
            <p:cNvSpPr/>
            <p:nvPr/>
          </p:nvSpPr>
          <p:spPr>
            <a:xfrm>
              <a:off x="876300" y="3638550"/>
              <a:ext cx="1295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Optimize</a:t>
              </a:r>
              <a:endParaRPr lang="en-US" sz="1400" spc="0" kern="0" b="0" i="0" dirty="0">
                <a:solidFill>
                  <a:srgbClr val="070154"/>
                </a:solidFill>
                <a:latin typeface="IBM Plex Sans SemiBold"/>
                <a:ea typeface="IBM Plex Sans SemiBold"/>
                <a:cs typeface="IBM Plex Sans SemiBold"/>
              </a:endParaRPr>
            </a:p>
          </p:txBody>
        </p:sp>
      </p:grpSp>
      <p:grpSp>
        <p:nvGrpSpPr>
          <p:cNvPr id="91" name="node02"/>
          <p:cNvGrpSpPr/>
          <p:nvPr/>
        </p:nvGrpSpPr>
        <p:grpSpPr>
          <a:xfrm>
            <a:off x="7581900" y="1600200"/>
            <a:ext cx="3886200" cy="2438400"/>
            <a:chOff x="7581900" y="1600200"/>
            <a:chExt cx="3886200" cy="2438400"/>
          </a:xfrm>
        </p:grpSpPr>
        <p:sp>
          <p:nvSpPr>
            <p:cNvPr id="78" name="node02.source-001.number"/>
            <p:cNvSpPr/>
            <p:nvPr/>
          </p:nvSpPr>
          <p:spPr>
            <a:xfrm>
              <a:off x="7581900" y="1600200"/>
              <a:ext cx="38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047FF"/>
                  </a:solidFill>
                  <a:latin typeface="IBM Plex Mono SemiBold"/>
                  <a:ea typeface="IBM Plex Mono SemiBold"/>
                  <a:cs typeface="IBM Plex Mono SemiBold"/>
                </a:rPr>
                <a:t>01</a:t>
              </a:r>
              <a:endParaRPr lang="en-US" sz="1400" spc="0" kern="0" b="0" i="0" dirty="0">
                <a:solidFill>
                  <a:srgbClr val="0047FF"/>
                </a:solidFill>
                <a:latin typeface="IBM Plex Mono SemiBold"/>
                <a:ea typeface="IBM Plex Mono SemiBold"/>
                <a:cs typeface="IBM Plex Mono SemiBold"/>
              </a:endParaRPr>
            </a:p>
          </p:txBody>
        </p:sp>
        <p:sp>
          <p:nvSpPr>
            <p:cNvPr id="79" name="node02.source-001.title"/>
            <p:cNvSpPr/>
            <p:nvPr/>
          </p:nvSpPr>
          <p:spPr>
            <a:xfrm>
              <a:off x="8115300" y="1600200"/>
              <a:ext cx="3352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Build back to Define</a:t>
              </a:r>
              <a:endParaRPr lang="en-US" sz="1400" spc="0" kern="0" b="0" i="0" dirty="0">
                <a:solidFill>
                  <a:srgbClr val="070154"/>
                </a:solidFill>
                <a:latin typeface="IBM Plex Sans SemiBold"/>
                <a:ea typeface="IBM Plex Sans SemiBold"/>
                <a:cs typeface="IBM Plex Sans SemiBold"/>
              </a:endParaRPr>
            </a:p>
          </p:txBody>
        </p:sp>
        <p:sp>
          <p:nvSpPr>
            <p:cNvPr id="80" name="node02.source-001.text"/>
            <p:cNvSpPr/>
            <p:nvPr/>
          </p:nvSpPr>
          <p:spPr>
            <a:xfrm>
              <a:off x="8115300" y="1866900"/>
              <a:ext cx="3352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Test findings change scope before release.</a:t>
              </a:r>
              <a:endParaRPr lang="en-US" sz="1400" spc="0" kern="0" b="0" i="0" dirty="0">
                <a:solidFill>
                  <a:srgbClr val="50658E"/>
                </a:solidFill>
                <a:latin typeface="IBM Plex Sans"/>
                <a:ea typeface="IBM Plex Sans"/>
                <a:cs typeface="IBM Plex Sans"/>
              </a:endParaRPr>
            </a:p>
          </p:txBody>
        </p:sp>
        <p:sp>
          <p:nvSpPr>
            <p:cNvPr id="81" name="node02.source-002.number"/>
            <p:cNvSpPr/>
            <p:nvPr/>
          </p:nvSpPr>
          <p:spPr>
            <a:xfrm>
              <a:off x="7581900" y="2552700"/>
              <a:ext cx="38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047FF"/>
                  </a:solidFill>
                  <a:latin typeface="IBM Plex Mono SemiBold"/>
                  <a:ea typeface="IBM Plex Mono SemiBold"/>
                  <a:cs typeface="IBM Plex Mono SemiBold"/>
                </a:rPr>
                <a:t>02</a:t>
              </a:r>
              <a:endParaRPr lang="en-US" sz="1400" spc="0" kern="0" b="0" i="0" dirty="0">
                <a:solidFill>
                  <a:srgbClr val="0047FF"/>
                </a:solidFill>
                <a:latin typeface="IBM Plex Mono SemiBold"/>
                <a:ea typeface="IBM Plex Mono SemiBold"/>
                <a:cs typeface="IBM Plex Mono SemiBold"/>
              </a:endParaRPr>
            </a:p>
          </p:txBody>
        </p:sp>
        <p:sp>
          <p:nvSpPr>
            <p:cNvPr id="82" name="node02.source-002.title"/>
            <p:cNvSpPr/>
            <p:nvPr/>
          </p:nvSpPr>
          <p:spPr>
            <a:xfrm>
              <a:off x="8115300" y="2552700"/>
              <a:ext cx="3352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Optimize back to Define</a:t>
              </a:r>
              <a:endParaRPr lang="en-US" sz="1400" spc="0" kern="0" b="0" i="0" dirty="0">
                <a:solidFill>
                  <a:srgbClr val="070154"/>
                </a:solidFill>
                <a:latin typeface="IBM Plex Sans SemiBold"/>
                <a:ea typeface="IBM Plex Sans SemiBold"/>
                <a:cs typeface="IBM Plex Sans SemiBold"/>
              </a:endParaRPr>
            </a:p>
          </p:txBody>
        </p:sp>
        <p:sp>
          <p:nvSpPr>
            <p:cNvPr id="83" name="node02.source-002.text"/>
            <p:cNvSpPr/>
            <p:nvPr/>
          </p:nvSpPr>
          <p:spPr>
            <a:xfrm>
              <a:off x="8115300" y="2819400"/>
              <a:ext cx="3352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Adoption data reopens the booking design.</a:t>
              </a:r>
              <a:endParaRPr lang="en-US" sz="1400" spc="0" kern="0" b="0" i="0" dirty="0">
                <a:solidFill>
                  <a:srgbClr val="50658E"/>
                </a:solidFill>
                <a:latin typeface="IBM Plex Sans"/>
                <a:ea typeface="IBM Plex Sans"/>
                <a:cs typeface="IBM Plex Sans"/>
              </a:endParaRPr>
            </a:p>
          </p:txBody>
        </p:sp>
        <p:sp>
          <p:nvSpPr>
            <p:cNvPr id="84" name="node02.source-003.number"/>
            <p:cNvSpPr/>
            <p:nvPr/>
          </p:nvSpPr>
          <p:spPr>
            <a:xfrm>
              <a:off x="7581900" y="3505200"/>
              <a:ext cx="38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047FF"/>
                  </a:solidFill>
                  <a:latin typeface="IBM Plex Mono SemiBold"/>
                  <a:ea typeface="IBM Plex Mono SemiBold"/>
                  <a:cs typeface="IBM Plex Mono SemiBold"/>
                </a:rPr>
                <a:t>03</a:t>
              </a:r>
              <a:endParaRPr lang="en-US" sz="1400" spc="0" kern="0" b="0" i="0" dirty="0">
                <a:solidFill>
                  <a:srgbClr val="0047FF"/>
                </a:solidFill>
                <a:latin typeface="IBM Plex Mono SemiBold"/>
                <a:ea typeface="IBM Plex Mono SemiBold"/>
                <a:cs typeface="IBM Plex Mono SemiBold"/>
              </a:endParaRPr>
            </a:p>
          </p:txBody>
        </p:sp>
        <p:sp>
          <p:nvSpPr>
            <p:cNvPr id="85" name="node02.source-003.title"/>
            <p:cNvSpPr/>
            <p:nvPr/>
          </p:nvSpPr>
          <p:spPr>
            <a:xfrm>
              <a:off x="8115300" y="3505200"/>
              <a:ext cx="3352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Optimize back to Build</a:t>
              </a:r>
              <a:endParaRPr lang="en-US" sz="1400" spc="0" kern="0" b="0" i="0" dirty="0">
                <a:solidFill>
                  <a:srgbClr val="070154"/>
                </a:solidFill>
                <a:latin typeface="IBM Plex Sans SemiBold"/>
                <a:ea typeface="IBM Plex Sans SemiBold"/>
                <a:cs typeface="IBM Plex Sans SemiBold"/>
              </a:endParaRPr>
            </a:p>
          </p:txBody>
        </p:sp>
        <p:sp>
          <p:nvSpPr>
            <p:cNvPr id="86" name="node02.source-003.text"/>
            <p:cNvSpPr/>
            <p:nvPr/>
          </p:nvSpPr>
          <p:spPr>
            <a:xfrm>
              <a:off x="8115300" y="3771900"/>
              <a:ext cx="3352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Live defects return to the next sprint.</a:t>
              </a:r>
              <a:endParaRPr lang="en-US" sz="1400" spc="0" kern="0" b="0" i="0" dirty="0">
                <a:solidFill>
                  <a:srgbClr val="50658E"/>
                </a:solidFill>
                <a:latin typeface="IBM Plex Sans"/>
                <a:ea typeface="IBM Plex Sans"/>
                <a:cs typeface="IBM Plex Sans"/>
              </a:endParaRPr>
            </a:p>
          </p:txBody>
        </p:sp>
      </p:grpSp>
      <p:grpSp>
        <p:nvGrpSpPr>
          <p:cNvPr id="92" name="node03"/>
          <p:cNvGrpSpPr/>
          <p:nvPr/>
        </p:nvGrpSpPr>
        <p:grpSpPr>
          <a:xfrm>
            <a:off x="7581900" y="4800600"/>
            <a:ext cx="3886200" cy="1143000"/>
            <a:chOff x="7581900" y="4800600"/>
            <a:chExt cx="3886200" cy="1143000"/>
          </a:xfrm>
        </p:grpSpPr>
        <p:sp>
          <p:nvSpPr>
            <p:cNvPr id="87" name="node03.container"/>
            <p:cNvSpPr/>
            <p:nvPr/>
          </p:nvSpPr>
          <p:spPr>
            <a:xfrm>
              <a:off x="7581900" y="4800600"/>
              <a:ext cx="3886200" cy="1143000"/>
            </a:xfrm>
            <a:prstGeom prst="rect">
              <a:avLst/>
            </a:prstGeom>
            <a:solidFill>
              <a:srgbClr val="070154"/>
            </a:solidFill>
            <a:ln>
              <a:noFill/>
            </a:ln>
          </p:spPr>
        </p:sp>
        <p:sp>
          <p:nvSpPr>
            <p:cNvPr id="88" name="node03.label"/>
            <p:cNvSpPr/>
            <p:nvPr/>
          </p:nvSpPr>
          <p:spPr>
            <a:xfrm>
              <a:off x="7734300" y="4953000"/>
              <a:ext cx="3581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RULE OF THUMB</a:t>
              </a:r>
              <a:endParaRPr lang="en-US" sz="900" spc="54" kern="0" b="0" i="0" dirty="0">
                <a:solidFill>
                  <a:srgbClr val="F900D3"/>
                </a:solidFill>
                <a:latin typeface="IBM Plex Mono Medium"/>
                <a:ea typeface="IBM Plex Mono Medium"/>
                <a:cs typeface="IBM Plex Mono Medium"/>
              </a:endParaRPr>
            </a:p>
          </p:txBody>
        </p:sp>
        <p:sp>
          <p:nvSpPr>
            <p:cNvPr id="89" name="node03.body.item-001.paragraph"/>
            <p:cNvSpPr/>
            <p:nvPr/>
          </p:nvSpPr>
          <p:spPr>
            <a:xfrm>
              <a:off x="7734300" y="5181600"/>
              <a:ext cx="3581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Give every loop-back an owner and a review cadence, or it will not happen.</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ource-01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ACTIVITY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Nine months from portfolio view to Northfield cutover</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53</a:t>
            </a:fld>
            <a:endParaRPr lang="en-US" sz="700" spc="0" kern="0" b="0" i="0" dirty="0">
              <a:solidFill>
                <a:srgbClr val="070154"/>
              </a:solidFill>
              <a:latin typeface="IBM Plex Mono SemiBold"/>
              <a:ea typeface="IBM Plex Mono SemiBold"/>
              <a:cs typeface="IBM Plex Mono SemiBold"/>
            </a:endParaRPr>
          </a:p>
        </p:txBody>
      </p:sp>
      <p:grpSp>
        <p:nvGrpSpPr>
          <p:cNvPr id="65" name="node01"/>
          <p:cNvGrpSpPr/>
          <p:nvPr/>
        </p:nvGrpSpPr>
        <p:grpSpPr>
          <a:xfrm>
            <a:off x="3238500" y="2057400"/>
            <a:ext cx="12700" cy="3810000"/>
            <a:chOff x="3238500" y="2057400"/>
            <a:chExt cx="12700" cy="3810000"/>
          </a:xfrm>
        </p:grpSpPr>
        <p:sp>
          <p:nvSpPr>
            <p:cNvPr id="6" name="node01.surface"/>
            <p:cNvSpPr/>
            <p:nvPr/>
          </p:nvSpPr>
          <p:spPr>
            <a:xfrm>
              <a:off x="3238500" y="2057400"/>
              <a:ext cx="12700" cy="3810000"/>
            </a:xfrm>
            <a:prstGeom prst="rect">
              <a:avLst/>
            </a:prstGeom>
            <a:solidFill>
              <a:srgbClr val="CED7E6"/>
            </a:solidFill>
            <a:ln>
              <a:noFill/>
            </a:ln>
          </p:spPr>
        </p:sp>
      </p:grpSp>
      <p:grpSp>
        <p:nvGrpSpPr>
          <p:cNvPr id="66" name="node02"/>
          <p:cNvGrpSpPr/>
          <p:nvPr/>
        </p:nvGrpSpPr>
        <p:grpSpPr>
          <a:xfrm>
            <a:off x="4152900" y="2057400"/>
            <a:ext cx="12700" cy="3810000"/>
            <a:chOff x="4152900" y="2057400"/>
            <a:chExt cx="12700" cy="3810000"/>
          </a:xfrm>
        </p:grpSpPr>
        <p:sp>
          <p:nvSpPr>
            <p:cNvPr id="7" name="node02.surface"/>
            <p:cNvSpPr/>
            <p:nvPr/>
          </p:nvSpPr>
          <p:spPr>
            <a:xfrm>
              <a:off x="4152900" y="2057400"/>
              <a:ext cx="12700" cy="3810000"/>
            </a:xfrm>
            <a:prstGeom prst="rect">
              <a:avLst/>
            </a:prstGeom>
            <a:solidFill>
              <a:srgbClr val="CED7E6"/>
            </a:solidFill>
            <a:ln>
              <a:noFill/>
            </a:ln>
          </p:spPr>
        </p:sp>
      </p:grpSp>
      <p:grpSp>
        <p:nvGrpSpPr>
          <p:cNvPr id="67" name="node03"/>
          <p:cNvGrpSpPr/>
          <p:nvPr/>
        </p:nvGrpSpPr>
        <p:grpSpPr>
          <a:xfrm>
            <a:off x="5067300" y="2057400"/>
            <a:ext cx="12700" cy="3810000"/>
            <a:chOff x="5067300" y="2057400"/>
            <a:chExt cx="12700" cy="3810000"/>
          </a:xfrm>
        </p:grpSpPr>
        <p:sp>
          <p:nvSpPr>
            <p:cNvPr id="8" name="node03.surface"/>
            <p:cNvSpPr/>
            <p:nvPr/>
          </p:nvSpPr>
          <p:spPr>
            <a:xfrm>
              <a:off x="5067300" y="2057400"/>
              <a:ext cx="12700" cy="3810000"/>
            </a:xfrm>
            <a:prstGeom prst="rect">
              <a:avLst/>
            </a:prstGeom>
            <a:solidFill>
              <a:srgbClr val="CED7E6"/>
            </a:solidFill>
            <a:ln>
              <a:noFill/>
            </a:ln>
          </p:spPr>
        </p:sp>
      </p:grpSp>
      <p:grpSp>
        <p:nvGrpSpPr>
          <p:cNvPr id="68" name="node04"/>
          <p:cNvGrpSpPr/>
          <p:nvPr/>
        </p:nvGrpSpPr>
        <p:grpSpPr>
          <a:xfrm>
            <a:off x="5981700" y="2057400"/>
            <a:ext cx="12700" cy="3810000"/>
            <a:chOff x="5981700" y="2057400"/>
            <a:chExt cx="12700" cy="3810000"/>
          </a:xfrm>
        </p:grpSpPr>
        <p:sp>
          <p:nvSpPr>
            <p:cNvPr id="9" name="node04.surface"/>
            <p:cNvSpPr/>
            <p:nvPr/>
          </p:nvSpPr>
          <p:spPr>
            <a:xfrm>
              <a:off x="5981700" y="2057400"/>
              <a:ext cx="12700" cy="3810000"/>
            </a:xfrm>
            <a:prstGeom prst="rect">
              <a:avLst/>
            </a:prstGeom>
            <a:solidFill>
              <a:srgbClr val="CED7E6"/>
            </a:solidFill>
            <a:ln>
              <a:noFill/>
            </a:ln>
          </p:spPr>
        </p:sp>
      </p:grpSp>
      <p:grpSp>
        <p:nvGrpSpPr>
          <p:cNvPr id="69" name="node05"/>
          <p:cNvGrpSpPr/>
          <p:nvPr/>
        </p:nvGrpSpPr>
        <p:grpSpPr>
          <a:xfrm>
            <a:off x="6896100" y="2057400"/>
            <a:ext cx="12700" cy="3810000"/>
            <a:chOff x="6896100" y="2057400"/>
            <a:chExt cx="12700" cy="3810000"/>
          </a:xfrm>
        </p:grpSpPr>
        <p:sp>
          <p:nvSpPr>
            <p:cNvPr id="10" name="node05.surface"/>
            <p:cNvSpPr/>
            <p:nvPr/>
          </p:nvSpPr>
          <p:spPr>
            <a:xfrm>
              <a:off x="6896100" y="2057400"/>
              <a:ext cx="12700" cy="3810000"/>
            </a:xfrm>
            <a:prstGeom prst="rect">
              <a:avLst/>
            </a:prstGeom>
            <a:solidFill>
              <a:srgbClr val="CED7E6"/>
            </a:solidFill>
            <a:ln>
              <a:noFill/>
            </a:ln>
          </p:spPr>
        </p:sp>
      </p:grpSp>
      <p:grpSp>
        <p:nvGrpSpPr>
          <p:cNvPr id="70" name="node06"/>
          <p:cNvGrpSpPr/>
          <p:nvPr/>
        </p:nvGrpSpPr>
        <p:grpSpPr>
          <a:xfrm>
            <a:off x="7810500" y="2057400"/>
            <a:ext cx="12700" cy="3810000"/>
            <a:chOff x="7810500" y="2057400"/>
            <a:chExt cx="12700" cy="3810000"/>
          </a:xfrm>
        </p:grpSpPr>
        <p:sp>
          <p:nvSpPr>
            <p:cNvPr id="11" name="node06.surface"/>
            <p:cNvSpPr/>
            <p:nvPr/>
          </p:nvSpPr>
          <p:spPr>
            <a:xfrm>
              <a:off x="7810500" y="2057400"/>
              <a:ext cx="12700" cy="3810000"/>
            </a:xfrm>
            <a:prstGeom prst="rect">
              <a:avLst/>
            </a:prstGeom>
            <a:solidFill>
              <a:srgbClr val="CED7E6"/>
            </a:solidFill>
            <a:ln>
              <a:noFill/>
            </a:ln>
          </p:spPr>
        </p:sp>
      </p:grpSp>
      <p:grpSp>
        <p:nvGrpSpPr>
          <p:cNvPr id="71" name="node07"/>
          <p:cNvGrpSpPr/>
          <p:nvPr/>
        </p:nvGrpSpPr>
        <p:grpSpPr>
          <a:xfrm>
            <a:off x="8724900" y="2057400"/>
            <a:ext cx="12700" cy="3810000"/>
            <a:chOff x="8724900" y="2057400"/>
            <a:chExt cx="12700" cy="3810000"/>
          </a:xfrm>
        </p:grpSpPr>
        <p:sp>
          <p:nvSpPr>
            <p:cNvPr id="12" name="node07.surface"/>
            <p:cNvSpPr/>
            <p:nvPr/>
          </p:nvSpPr>
          <p:spPr>
            <a:xfrm>
              <a:off x="8724900" y="2057400"/>
              <a:ext cx="12700" cy="3810000"/>
            </a:xfrm>
            <a:prstGeom prst="rect">
              <a:avLst/>
            </a:prstGeom>
            <a:solidFill>
              <a:srgbClr val="CED7E6"/>
            </a:solidFill>
            <a:ln>
              <a:noFill/>
            </a:ln>
          </p:spPr>
        </p:sp>
      </p:grpSp>
      <p:grpSp>
        <p:nvGrpSpPr>
          <p:cNvPr id="72" name="node08"/>
          <p:cNvGrpSpPr/>
          <p:nvPr/>
        </p:nvGrpSpPr>
        <p:grpSpPr>
          <a:xfrm>
            <a:off x="9639300" y="2057400"/>
            <a:ext cx="12700" cy="3810000"/>
            <a:chOff x="9639300" y="2057400"/>
            <a:chExt cx="12700" cy="3810000"/>
          </a:xfrm>
        </p:grpSpPr>
        <p:sp>
          <p:nvSpPr>
            <p:cNvPr id="13" name="node08.surface"/>
            <p:cNvSpPr/>
            <p:nvPr/>
          </p:nvSpPr>
          <p:spPr>
            <a:xfrm>
              <a:off x="9639300" y="2057400"/>
              <a:ext cx="12700" cy="3810000"/>
            </a:xfrm>
            <a:prstGeom prst="rect">
              <a:avLst/>
            </a:prstGeom>
            <a:solidFill>
              <a:srgbClr val="CED7E6"/>
            </a:solidFill>
            <a:ln>
              <a:noFill/>
            </a:ln>
          </p:spPr>
        </p:sp>
      </p:grpSp>
      <p:grpSp>
        <p:nvGrpSpPr>
          <p:cNvPr id="73" name="node09"/>
          <p:cNvGrpSpPr/>
          <p:nvPr/>
        </p:nvGrpSpPr>
        <p:grpSpPr>
          <a:xfrm>
            <a:off x="10553700" y="2057400"/>
            <a:ext cx="12700" cy="3810000"/>
            <a:chOff x="10553700" y="2057400"/>
            <a:chExt cx="12700" cy="3810000"/>
          </a:xfrm>
        </p:grpSpPr>
        <p:sp>
          <p:nvSpPr>
            <p:cNvPr id="14" name="node09.surface"/>
            <p:cNvSpPr/>
            <p:nvPr/>
          </p:nvSpPr>
          <p:spPr>
            <a:xfrm>
              <a:off x="10553700" y="2057400"/>
              <a:ext cx="12700" cy="3810000"/>
            </a:xfrm>
            <a:prstGeom prst="rect">
              <a:avLst/>
            </a:prstGeom>
            <a:solidFill>
              <a:srgbClr val="CED7E6"/>
            </a:solidFill>
            <a:ln>
              <a:noFill/>
            </a:ln>
          </p:spPr>
        </p:sp>
      </p:grpSp>
      <p:grpSp>
        <p:nvGrpSpPr>
          <p:cNvPr id="74" name="node10"/>
          <p:cNvGrpSpPr/>
          <p:nvPr/>
        </p:nvGrpSpPr>
        <p:grpSpPr>
          <a:xfrm>
            <a:off x="11468100" y="2057400"/>
            <a:ext cx="12700" cy="3810000"/>
            <a:chOff x="11468100" y="2057400"/>
            <a:chExt cx="12700" cy="3810000"/>
          </a:xfrm>
        </p:grpSpPr>
        <p:sp>
          <p:nvSpPr>
            <p:cNvPr id="15" name="node10.surface"/>
            <p:cNvSpPr/>
            <p:nvPr/>
          </p:nvSpPr>
          <p:spPr>
            <a:xfrm>
              <a:off x="11468100" y="2057400"/>
              <a:ext cx="12700" cy="3810000"/>
            </a:xfrm>
            <a:prstGeom prst="rect">
              <a:avLst/>
            </a:prstGeom>
            <a:solidFill>
              <a:srgbClr val="CED7E6"/>
            </a:solidFill>
            <a:ln>
              <a:noFill/>
            </a:ln>
          </p:spPr>
        </p:sp>
      </p:grpSp>
      <p:grpSp>
        <p:nvGrpSpPr>
          <p:cNvPr id="75" name="node11"/>
          <p:cNvGrpSpPr/>
          <p:nvPr/>
        </p:nvGrpSpPr>
        <p:grpSpPr>
          <a:xfrm>
            <a:off x="723900" y="1600200"/>
            <a:ext cx="228600" cy="228600"/>
            <a:chOff x="723900" y="1600200"/>
            <a:chExt cx="228600" cy="228600"/>
          </a:xfrm>
        </p:grpSpPr>
        <p:sp>
          <p:nvSpPr>
            <p:cNvPr id="16" name="node11.surface"/>
            <p:cNvSpPr/>
            <p:nvPr/>
          </p:nvSpPr>
          <p:spPr>
            <a:xfrm>
              <a:off x="723900" y="1600200"/>
              <a:ext cx="228600" cy="228600"/>
            </a:xfrm>
            <a:prstGeom prst="rect">
              <a:avLst/>
            </a:prstGeom>
            <a:solidFill>
              <a:srgbClr val="F900D3"/>
            </a:solidFill>
            <a:ln>
              <a:noFill/>
            </a:ln>
          </p:spPr>
        </p:sp>
      </p:grpSp>
      <p:grpSp>
        <p:nvGrpSpPr>
          <p:cNvPr id="76" name="node12"/>
          <p:cNvGrpSpPr/>
          <p:nvPr/>
        </p:nvGrpSpPr>
        <p:grpSpPr>
          <a:xfrm>
            <a:off x="1066800" y="1600200"/>
            <a:ext cx="1905000" cy="228600"/>
            <a:chOff x="1066800" y="1600200"/>
            <a:chExt cx="1905000" cy="228600"/>
          </a:xfrm>
        </p:grpSpPr>
        <p:sp>
          <p:nvSpPr>
            <p:cNvPr id="17" name="node12.text"/>
            <p:cNvSpPr/>
            <p:nvPr/>
          </p:nvSpPr>
          <p:spPr>
            <a:xfrm>
              <a:off x="1066800" y="16002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Steering gate</a:t>
              </a:r>
              <a:endParaRPr lang="en-US" sz="1200" spc="0" kern="0" b="0" i="0" dirty="0">
                <a:solidFill>
                  <a:srgbClr val="070154"/>
                </a:solidFill>
                <a:latin typeface="IBM Plex Sans"/>
                <a:ea typeface="IBM Plex Sans"/>
                <a:cs typeface="IBM Plex Sans"/>
              </a:endParaRPr>
            </a:p>
          </p:txBody>
        </p:sp>
      </p:grpSp>
      <p:grpSp>
        <p:nvGrpSpPr>
          <p:cNvPr id="77" name="node13"/>
          <p:cNvGrpSpPr/>
          <p:nvPr/>
        </p:nvGrpSpPr>
        <p:grpSpPr>
          <a:xfrm>
            <a:off x="3238500" y="1600200"/>
            <a:ext cx="3124200" cy="457200"/>
            <a:chOff x="3238500" y="1600200"/>
            <a:chExt cx="3124200" cy="457200"/>
          </a:xfrm>
        </p:grpSpPr>
        <p:sp>
          <p:nvSpPr>
            <p:cNvPr id="18" name="node13.surface"/>
            <p:cNvSpPr/>
            <p:nvPr/>
          </p:nvSpPr>
          <p:spPr>
            <a:xfrm>
              <a:off x="3238500" y="1600200"/>
              <a:ext cx="3124200" cy="457200"/>
            </a:xfrm>
            <a:prstGeom prst="rect">
              <a:avLst/>
            </a:prstGeom>
            <a:solidFill>
              <a:srgbClr val="070154"/>
            </a:solidFill>
            <a:ln>
              <a:noFill/>
            </a:ln>
          </p:spPr>
        </p:sp>
        <p:sp>
          <p:nvSpPr>
            <p:cNvPr id="19" name="node13.text"/>
            <p:cNvSpPr/>
            <p:nvPr/>
          </p:nvSpPr>
          <p:spPr>
            <a:xfrm>
              <a:off x="3390900" y="1695450"/>
              <a:ext cx="2819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Rationalize</a:t>
              </a:r>
              <a:endParaRPr lang="en-US" sz="1400" spc="0" kern="0" b="0" i="0" dirty="0">
                <a:solidFill>
                  <a:srgbClr val="FFFFFF"/>
                </a:solidFill>
                <a:latin typeface="IBM Plex Sans"/>
                <a:ea typeface="IBM Plex Sans"/>
                <a:cs typeface="IBM Plex Sans"/>
              </a:endParaRPr>
            </a:p>
          </p:txBody>
        </p:sp>
      </p:grpSp>
      <p:grpSp>
        <p:nvGrpSpPr>
          <p:cNvPr id="78" name="node14"/>
          <p:cNvGrpSpPr/>
          <p:nvPr/>
        </p:nvGrpSpPr>
        <p:grpSpPr>
          <a:xfrm>
            <a:off x="6438900" y="1600200"/>
            <a:ext cx="4038600" cy="457200"/>
            <a:chOff x="6438900" y="1600200"/>
            <a:chExt cx="4038600" cy="457200"/>
          </a:xfrm>
        </p:grpSpPr>
        <p:sp>
          <p:nvSpPr>
            <p:cNvPr id="20" name="node14.surface"/>
            <p:cNvSpPr/>
            <p:nvPr/>
          </p:nvSpPr>
          <p:spPr>
            <a:xfrm>
              <a:off x="6438900" y="1600200"/>
              <a:ext cx="4038600" cy="457200"/>
            </a:xfrm>
            <a:prstGeom prst="rect">
              <a:avLst/>
            </a:prstGeom>
            <a:solidFill>
              <a:srgbClr val="CED7E6"/>
            </a:solidFill>
            <a:ln>
              <a:noFill/>
            </a:ln>
          </p:spPr>
        </p:sp>
        <p:sp>
          <p:nvSpPr>
            <p:cNvPr id="21" name="node14.text"/>
            <p:cNvSpPr/>
            <p:nvPr/>
          </p:nvSpPr>
          <p:spPr>
            <a:xfrm>
              <a:off x="6591300" y="1695450"/>
              <a:ext cx="3733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Build</a:t>
              </a:r>
              <a:endParaRPr lang="en-US" sz="1400" spc="0" kern="0" b="0" i="0" dirty="0">
                <a:solidFill>
                  <a:srgbClr val="070154"/>
                </a:solidFill>
                <a:latin typeface="IBM Plex Sans"/>
                <a:ea typeface="IBM Plex Sans"/>
                <a:cs typeface="IBM Plex Sans"/>
              </a:endParaRPr>
            </a:p>
          </p:txBody>
        </p:sp>
      </p:grpSp>
      <p:grpSp>
        <p:nvGrpSpPr>
          <p:cNvPr id="79" name="node15"/>
          <p:cNvGrpSpPr/>
          <p:nvPr/>
        </p:nvGrpSpPr>
        <p:grpSpPr>
          <a:xfrm>
            <a:off x="10553700" y="1600200"/>
            <a:ext cx="838200" cy="457200"/>
            <a:chOff x="10553700" y="1600200"/>
            <a:chExt cx="838200" cy="457200"/>
          </a:xfrm>
        </p:grpSpPr>
        <p:sp>
          <p:nvSpPr>
            <p:cNvPr id="22" name="node15.surface"/>
            <p:cNvSpPr/>
            <p:nvPr/>
          </p:nvSpPr>
          <p:spPr>
            <a:xfrm>
              <a:off x="10553700" y="1600200"/>
              <a:ext cx="838200" cy="457200"/>
            </a:xfrm>
            <a:prstGeom prst="rect">
              <a:avLst/>
            </a:prstGeom>
            <a:solidFill>
              <a:srgbClr val="E8EEF8"/>
            </a:solidFill>
            <a:ln>
              <a:noFill/>
            </a:ln>
          </p:spPr>
        </p:sp>
        <p:sp>
          <p:nvSpPr>
            <p:cNvPr id="23" name="node15.text"/>
            <p:cNvSpPr/>
            <p:nvPr/>
          </p:nvSpPr>
          <p:spPr>
            <a:xfrm>
              <a:off x="10629900" y="1714500"/>
              <a:ext cx="685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Sustain</a:t>
              </a:r>
              <a:endParaRPr lang="en-US" sz="1200" spc="0" kern="0" b="0" i="0" dirty="0">
                <a:solidFill>
                  <a:srgbClr val="070154"/>
                </a:solidFill>
                <a:latin typeface="IBM Plex Sans"/>
                <a:ea typeface="IBM Plex Sans"/>
                <a:cs typeface="IBM Plex Sans"/>
              </a:endParaRPr>
            </a:p>
          </p:txBody>
        </p:sp>
      </p:grpSp>
      <p:grpSp>
        <p:nvGrpSpPr>
          <p:cNvPr id="80" name="node16"/>
          <p:cNvGrpSpPr/>
          <p:nvPr/>
        </p:nvGrpSpPr>
        <p:grpSpPr>
          <a:xfrm>
            <a:off x="3314700" y="2095500"/>
            <a:ext cx="762000" cy="152400"/>
            <a:chOff x="3314700" y="2095500"/>
            <a:chExt cx="762000" cy="152400"/>
          </a:xfrm>
        </p:grpSpPr>
        <p:sp>
          <p:nvSpPr>
            <p:cNvPr id="24" name="node16.text"/>
            <p:cNvSpPr/>
            <p:nvPr/>
          </p:nvSpPr>
          <p:spPr>
            <a:xfrm>
              <a:off x="33147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NOV</a:t>
              </a:r>
              <a:endParaRPr lang="en-US" sz="900" spc="54" kern="0" b="0" i="0" dirty="0">
                <a:solidFill>
                  <a:srgbClr val="50658E"/>
                </a:solidFill>
                <a:latin typeface="IBM Plex Mono Medium"/>
                <a:ea typeface="IBM Plex Mono Medium"/>
                <a:cs typeface="IBM Plex Mono Medium"/>
              </a:endParaRPr>
            </a:p>
          </p:txBody>
        </p:sp>
      </p:grpSp>
      <p:grpSp>
        <p:nvGrpSpPr>
          <p:cNvPr id="81" name="node17"/>
          <p:cNvGrpSpPr/>
          <p:nvPr/>
        </p:nvGrpSpPr>
        <p:grpSpPr>
          <a:xfrm>
            <a:off x="4229100" y="2095500"/>
            <a:ext cx="762000" cy="152400"/>
            <a:chOff x="4229100" y="2095500"/>
            <a:chExt cx="762000" cy="152400"/>
          </a:xfrm>
        </p:grpSpPr>
        <p:sp>
          <p:nvSpPr>
            <p:cNvPr id="25" name="node17.text"/>
            <p:cNvSpPr/>
            <p:nvPr/>
          </p:nvSpPr>
          <p:spPr>
            <a:xfrm>
              <a:off x="42291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a:t>
              </a:r>
              <a:endParaRPr lang="en-US" sz="900" spc="54" kern="0" b="0" i="0" dirty="0">
                <a:solidFill>
                  <a:srgbClr val="50658E"/>
                </a:solidFill>
                <a:latin typeface="IBM Plex Mono Medium"/>
                <a:ea typeface="IBM Plex Mono Medium"/>
                <a:cs typeface="IBM Plex Mono Medium"/>
              </a:endParaRPr>
            </a:p>
          </p:txBody>
        </p:sp>
      </p:grpSp>
      <p:grpSp>
        <p:nvGrpSpPr>
          <p:cNvPr id="82" name="node18"/>
          <p:cNvGrpSpPr/>
          <p:nvPr/>
        </p:nvGrpSpPr>
        <p:grpSpPr>
          <a:xfrm>
            <a:off x="5143500" y="2095500"/>
            <a:ext cx="762000" cy="152400"/>
            <a:chOff x="5143500" y="2095500"/>
            <a:chExt cx="762000" cy="152400"/>
          </a:xfrm>
        </p:grpSpPr>
        <p:sp>
          <p:nvSpPr>
            <p:cNvPr id="26" name="node18.text"/>
            <p:cNvSpPr/>
            <p:nvPr/>
          </p:nvSpPr>
          <p:spPr>
            <a:xfrm>
              <a:off x="51435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JAN</a:t>
              </a:r>
              <a:endParaRPr lang="en-US" sz="900" spc="54" kern="0" b="0" i="0" dirty="0">
                <a:solidFill>
                  <a:srgbClr val="50658E"/>
                </a:solidFill>
                <a:latin typeface="IBM Plex Mono Medium"/>
                <a:ea typeface="IBM Plex Mono Medium"/>
                <a:cs typeface="IBM Plex Mono Medium"/>
              </a:endParaRPr>
            </a:p>
          </p:txBody>
        </p:sp>
      </p:grpSp>
      <p:grpSp>
        <p:nvGrpSpPr>
          <p:cNvPr id="83" name="node19"/>
          <p:cNvGrpSpPr/>
          <p:nvPr/>
        </p:nvGrpSpPr>
        <p:grpSpPr>
          <a:xfrm>
            <a:off x="6057900" y="2095500"/>
            <a:ext cx="762000" cy="152400"/>
            <a:chOff x="6057900" y="2095500"/>
            <a:chExt cx="762000" cy="152400"/>
          </a:xfrm>
        </p:grpSpPr>
        <p:sp>
          <p:nvSpPr>
            <p:cNvPr id="27" name="node19.text"/>
            <p:cNvSpPr/>
            <p:nvPr/>
          </p:nvSpPr>
          <p:spPr>
            <a:xfrm>
              <a:off x="60579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FEB</a:t>
              </a:r>
              <a:endParaRPr lang="en-US" sz="900" spc="54" kern="0" b="0" i="0" dirty="0">
                <a:solidFill>
                  <a:srgbClr val="50658E"/>
                </a:solidFill>
                <a:latin typeface="IBM Plex Mono Medium"/>
                <a:ea typeface="IBM Plex Mono Medium"/>
                <a:cs typeface="IBM Plex Mono Medium"/>
              </a:endParaRPr>
            </a:p>
          </p:txBody>
        </p:sp>
      </p:grpSp>
      <p:grpSp>
        <p:nvGrpSpPr>
          <p:cNvPr id="84" name="node20"/>
          <p:cNvGrpSpPr/>
          <p:nvPr/>
        </p:nvGrpSpPr>
        <p:grpSpPr>
          <a:xfrm>
            <a:off x="6972300" y="2095500"/>
            <a:ext cx="762000" cy="152400"/>
            <a:chOff x="6972300" y="2095500"/>
            <a:chExt cx="762000" cy="152400"/>
          </a:xfrm>
        </p:grpSpPr>
        <p:sp>
          <p:nvSpPr>
            <p:cNvPr id="28" name="node20.text"/>
            <p:cNvSpPr/>
            <p:nvPr/>
          </p:nvSpPr>
          <p:spPr>
            <a:xfrm>
              <a:off x="69723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MAR</a:t>
              </a:r>
              <a:endParaRPr lang="en-US" sz="900" spc="54" kern="0" b="0" i="0" dirty="0">
                <a:solidFill>
                  <a:srgbClr val="50658E"/>
                </a:solidFill>
                <a:latin typeface="IBM Plex Mono Medium"/>
                <a:ea typeface="IBM Plex Mono Medium"/>
                <a:cs typeface="IBM Plex Mono Medium"/>
              </a:endParaRPr>
            </a:p>
          </p:txBody>
        </p:sp>
      </p:grpSp>
      <p:grpSp>
        <p:nvGrpSpPr>
          <p:cNvPr id="85" name="node21"/>
          <p:cNvGrpSpPr/>
          <p:nvPr/>
        </p:nvGrpSpPr>
        <p:grpSpPr>
          <a:xfrm>
            <a:off x="7886700" y="2095500"/>
            <a:ext cx="762000" cy="152400"/>
            <a:chOff x="7886700" y="2095500"/>
            <a:chExt cx="762000" cy="152400"/>
          </a:xfrm>
        </p:grpSpPr>
        <p:sp>
          <p:nvSpPr>
            <p:cNvPr id="29" name="node21.text"/>
            <p:cNvSpPr/>
            <p:nvPr/>
          </p:nvSpPr>
          <p:spPr>
            <a:xfrm>
              <a:off x="78867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APR</a:t>
              </a:r>
              <a:endParaRPr lang="en-US" sz="900" spc="54" kern="0" b="0" i="0" dirty="0">
                <a:solidFill>
                  <a:srgbClr val="50658E"/>
                </a:solidFill>
                <a:latin typeface="IBM Plex Mono Medium"/>
                <a:ea typeface="IBM Plex Mono Medium"/>
                <a:cs typeface="IBM Plex Mono Medium"/>
              </a:endParaRPr>
            </a:p>
          </p:txBody>
        </p:sp>
      </p:grpSp>
      <p:grpSp>
        <p:nvGrpSpPr>
          <p:cNvPr id="86" name="node22"/>
          <p:cNvGrpSpPr/>
          <p:nvPr/>
        </p:nvGrpSpPr>
        <p:grpSpPr>
          <a:xfrm>
            <a:off x="8801100" y="2095500"/>
            <a:ext cx="762000" cy="152400"/>
            <a:chOff x="8801100" y="2095500"/>
            <a:chExt cx="762000" cy="152400"/>
          </a:xfrm>
        </p:grpSpPr>
        <p:sp>
          <p:nvSpPr>
            <p:cNvPr id="30" name="node22.text"/>
            <p:cNvSpPr/>
            <p:nvPr/>
          </p:nvSpPr>
          <p:spPr>
            <a:xfrm>
              <a:off x="88011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MAY</a:t>
              </a:r>
              <a:endParaRPr lang="en-US" sz="900" spc="54" kern="0" b="0" i="0" dirty="0">
                <a:solidFill>
                  <a:srgbClr val="50658E"/>
                </a:solidFill>
                <a:latin typeface="IBM Plex Mono Medium"/>
                <a:ea typeface="IBM Plex Mono Medium"/>
                <a:cs typeface="IBM Plex Mono Medium"/>
              </a:endParaRPr>
            </a:p>
          </p:txBody>
        </p:sp>
      </p:grpSp>
      <p:grpSp>
        <p:nvGrpSpPr>
          <p:cNvPr id="87" name="node23"/>
          <p:cNvGrpSpPr/>
          <p:nvPr/>
        </p:nvGrpSpPr>
        <p:grpSpPr>
          <a:xfrm>
            <a:off x="9715500" y="2095500"/>
            <a:ext cx="762000" cy="152400"/>
            <a:chOff x="9715500" y="2095500"/>
            <a:chExt cx="762000" cy="152400"/>
          </a:xfrm>
        </p:grpSpPr>
        <p:sp>
          <p:nvSpPr>
            <p:cNvPr id="31" name="node23.text"/>
            <p:cNvSpPr/>
            <p:nvPr/>
          </p:nvSpPr>
          <p:spPr>
            <a:xfrm>
              <a:off x="97155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JUN</a:t>
              </a:r>
              <a:endParaRPr lang="en-US" sz="900" spc="54" kern="0" b="0" i="0" dirty="0">
                <a:solidFill>
                  <a:srgbClr val="50658E"/>
                </a:solidFill>
                <a:latin typeface="IBM Plex Mono Medium"/>
                <a:ea typeface="IBM Plex Mono Medium"/>
                <a:cs typeface="IBM Plex Mono Medium"/>
              </a:endParaRPr>
            </a:p>
          </p:txBody>
        </p:sp>
      </p:grpSp>
      <p:grpSp>
        <p:nvGrpSpPr>
          <p:cNvPr id="88" name="node24"/>
          <p:cNvGrpSpPr/>
          <p:nvPr/>
        </p:nvGrpSpPr>
        <p:grpSpPr>
          <a:xfrm>
            <a:off x="10629900" y="2095500"/>
            <a:ext cx="762000" cy="152400"/>
            <a:chOff x="10629900" y="2095500"/>
            <a:chExt cx="762000" cy="152400"/>
          </a:xfrm>
        </p:grpSpPr>
        <p:sp>
          <p:nvSpPr>
            <p:cNvPr id="32" name="node24.text"/>
            <p:cNvSpPr/>
            <p:nvPr/>
          </p:nvSpPr>
          <p:spPr>
            <a:xfrm>
              <a:off x="10629900" y="20955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JUL</a:t>
              </a:r>
              <a:endParaRPr lang="en-US" sz="900" spc="54" kern="0" b="0" i="0" dirty="0">
                <a:solidFill>
                  <a:srgbClr val="50658E"/>
                </a:solidFill>
                <a:latin typeface="IBM Plex Mono Medium"/>
                <a:ea typeface="IBM Plex Mono Medium"/>
                <a:cs typeface="IBM Plex Mono Medium"/>
              </a:endParaRPr>
            </a:p>
          </p:txBody>
        </p:sp>
      </p:grpSp>
      <p:grpSp>
        <p:nvGrpSpPr>
          <p:cNvPr id="89" name="node25"/>
          <p:cNvGrpSpPr/>
          <p:nvPr/>
        </p:nvGrpSpPr>
        <p:grpSpPr>
          <a:xfrm>
            <a:off x="723900" y="2362200"/>
            <a:ext cx="2286000" cy="228600"/>
            <a:chOff x="723900" y="2362200"/>
            <a:chExt cx="2286000" cy="228600"/>
          </a:xfrm>
        </p:grpSpPr>
        <p:sp>
          <p:nvSpPr>
            <p:cNvPr id="33" name="node25.text"/>
            <p:cNvSpPr/>
            <p:nvPr/>
          </p:nvSpPr>
          <p:spPr>
            <a:xfrm>
              <a:off x="723900" y="23622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Portfolio assessment</a:t>
              </a:r>
              <a:endParaRPr lang="en-US" sz="1200" spc="0" kern="0" b="0" i="0" dirty="0">
                <a:solidFill>
                  <a:srgbClr val="070154"/>
                </a:solidFill>
                <a:latin typeface="IBM Plex Sans"/>
                <a:ea typeface="IBM Plex Sans"/>
                <a:cs typeface="IBM Plex Sans"/>
              </a:endParaRPr>
            </a:p>
          </p:txBody>
        </p:sp>
      </p:grpSp>
      <p:grpSp>
        <p:nvGrpSpPr>
          <p:cNvPr id="90" name="node26"/>
          <p:cNvGrpSpPr/>
          <p:nvPr/>
        </p:nvGrpSpPr>
        <p:grpSpPr>
          <a:xfrm>
            <a:off x="3238500" y="2286000"/>
            <a:ext cx="1752600" cy="381000"/>
            <a:chOff x="3238500" y="2286000"/>
            <a:chExt cx="1752600" cy="381000"/>
          </a:xfrm>
        </p:grpSpPr>
        <p:sp>
          <p:nvSpPr>
            <p:cNvPr id="34" name="node26.surface"/>
            <p:cNvSpPr/>
            <p:nvPr/>
          </p:nvSpPr>
          <p:spPr>
            <a:xfrm>
              <a:off x="3238500" y="2286000"/>
              <a:ext cx="1752600" cy="381000"/>
            </a:xfrm>
            <a:prstGeom prst="rect">
              <a:avLst/>
            </a:prstGeom>
            <a:solidFill>
              <a:srgbClr val="070154"/>
            </a:solidFill>
            <a:ln>
              <a:noFill/>
            </a:ln>
          </p:spPr>
        </p:sp>
        <p:sp>
          <p:nvSpPr>
            <p:cNvPr id="35" name="node26.text"/>
            <p:cNvSpPr/>
            <p:nvPr/>
          </p:nvSpPr>
          <p:spPr>
            <a:xfrm>
              <a:off x="3390900" y="2362200"/>
              <a:ext cx="1447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Inventory, scoring</a:t>
              </a:r>
              <a:endParaRPr lang="en-US" sz="1200" spc="0" kern="0" b="0" i="0" dirty="0">
                <a:solidFill>
                  <a:srgbClr val="FFFFFF"/>
                </a:solidFill>
                <a:latin typeface="IBM Plex Sans"/>
                <a:ea typeface="IBM Plex Sans"/>
                <a:cs typeface="IBM Plex Sans"/>
              </a:endParaRPr>
            </a:p>
          </p:txBody>
        </p:sp>
      </p:grpSp>
      <p:grpSp>
        <p:nvGrpSpPr>
          <p:cNvPr id="91" name="node27"/>
          <p:cNvGrpSpPr/>
          <p:nvPr/>
        </p:nvGrpSpPr>
        <p:grpSpPr>
          <a:xfrm>
            <a:off x="723900" y="2819400"/>
            <a:ext cx="2286000" cy="228600"/>
            <a:chOff x="723900" y="2819400"/>
            <a:chExt cx="2286000" cy="228600"/>
          </a:xfrm>
        </p:grpSpPr>
        <p:sp>
          <p:nvSpPr>
            <p:cNvPr id="36" name="node27.text"/>
            <p:cNvSpPr/>
            <p:nvPr/>
          </p:nvSpPr>
          <p:spPr>
            <a:xfrm>
              <a:off x="723900" y="2819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Application rationalization</a:t>
              </a:r>
              <a:endParaRPr lang="en-US" sz="1200" spc="0" kern="0" b="0" i="0" dirty="0">
                <a:solidFill>
                  <a:srgbClr val="070154"/>
                </a:solidFill>
                <a:latin typeface="IBM Plex Sans"/>
                <a:ea typeface="IBM Plex Sans"/>
                <a:cs typeface="IBM Plex Sans"/>
              </a:endParaRPr>
            </a:p>
          </p:txBody>
        </p:sp>
      </p:grpSp>
      <p:grpSp>
        <p:nvGrpSpPr>
          <p:cNvPr id="92" name="node28"/>
          <p:cNvGrpSpPr/>
          <p:nvPr/>
        </p:nvGrpSpPr>
        <p:grpSpPr>
          <a:xfrm>
            <a:off x="4152900" y="2743200"/>
            <a:ext cx="1752600" cy="381000"/>
            <a:chOff x="4152900" y="2743200"/>
            <a:chExt cx="1752600" cy="381000"/>
          </a:xfrm>
        </p:grpSpPr>
        <p:sp>
          <p:nvSpPr>
            <p:cNvPr id="37" name="node28.surface"/>
            <p:cNvSpPr/>
            <p:nvPr/>
          </p:nvSpPr>
          <p:spPr>
            <a:xfrm>
              <a:off x="4152900" y="2743200"/>
              <a:ext cx="1752600" cy="381000"/>
            </a:xfrm>
            <a:prstGeom prst="rect">
              <a:avLst/>
            </a:prstGeom>
            <a:solidFill>
              <a:srgbClr val="070154"/>
            </a:solidFill>
            <a:ln>
              <a:noFill/>
            </a:ln>
          </p:spPr>
        </p:sp>
        <p:sp>
          <p:nvSpPr>
            <p:cNvPr id="38" name="node28.text"/>
            <p:cNvSpPr/>
            <p:nvPr/>
          </p:nvSpPr>
          <p:spPr>
            <a:xfrm>
              <a:off x="4305300" y="2819400"/>
              <a:ext cx="1447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Workshops</a:t>
              </a:r>
              <a:endParaRPr lang="en-US" sz="1200" spc="0" kern="0" b="0" i="0" dirty="0">
                <a:solidFill>
                  <a:srgbClr val="FFFFFF"/>
                </a:solidFill>
                <a:latin typeface="IBM Plex Sans"/>
                <a:ea typeface="IBM Plex Sans"/>
                <a:cs typeface="IBM Plex Sans"/>
              </a:endParaRPr>
            </a:p>
          </p:txBody>
        </p:sp>
      </p:grpSp>
      <p:grpSp>
        <p:nvGrpSpPr>
          <p:cNvPr id="93" name="node29"/>
          <p:cNvGrpSpPr/>
          <p:nvPr/>
        </p:nvGrpSpPr>
        <p:grpSpPr>
          <a:xfrm>
            <a:off x="723900" y="3276600"/>
            <a:ext cx="2286000" cy="228600"/>
            <a:chOff x="723900" y="3276600"/>
            <a:chExt cx="2286000" cy="228600"/>
          </a:xfrm>
        </p:grpSpPr>
        <p:sp>
          <p:nvSpPr>
            <p:cNvPr id="39" name="node29.text"/>
            <p:cNvSpPr/>
            <p:nvPr/>
          </p:nvSpPr>
          <p:spPr>
            <a:xfrm>
              <a:off x="723900" y="3276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Target architecture</a:t>
              </a:r>
              <a:endParaRPr lang="en-US" sz="1200" spc="0" kern="0" b="0" i="0" dirty="0">
                <a:solidFill>
                  <a:srgbClr val="070154"/>
                </a:solidFill>
                <a:latin typeface="IBM Plex Sans"/>
                <a:ea typeface="IBM Plex Sans"/>
                <a:cs typeface="IBM Plex Sans"/>
              </a:endParaRPr>
            </a:p>
          </p:txBody>
        </p:sp>
      </p:grpSp>
      <p:grpSp>
        <p:nvGrpSpPr>
          <p:cNvPr id="94" name="node30"/>
          <p:cNvGrpSpPr/>
          <p:nvPr/>
        </p:nvGrpSpPr>
        <p:grpSpPr>
          <a:xfrm>
            <a:off x="4610100" y="3200400"/>
            <a:ext cx="1752600" cy="381000"/>
            <a:chOff x="4610100" y="3200400"/>
            <a:chExt cx="1752600" cy="381000"/>
          </a:xfrm>
        </p:grpSpPr>
        <p:sp>
          <p:nvSpPr>
            <p:cNvPr id="40" name="node30.surface"/>
            <p:cNvSpPr/>
            <p:nvPr/>
          </p:nvSpPr>
          <p:spPr>
            <a:xfrm>
              <a:off x="4610100" y="3200400"/>
              <a:ext cx="1752600" cy="381000"/>
            </a:xfrm>
            <a:prstGeom prst="rect">
              <a:avLst/>
            </a:prstGeom>
            <a:solidFill>
              <a:srgbClr val="070154"/>
            </a:solidFill>
            <a:ln>
              <a:noFill/>
            </a:ln>
          </p:spPr>
        </p:sp>
        <p:sp>
          <p:nvSpPr>
            <p:cNvPr id="41" name="node30.text"/>
            <p:cNvSpPr/>
            <p:nvPr/>
          </p:nvSpPr>
          <p:spPr>
            <a:xfrm>
              <a:off x="4762500" y="3276600"/>
              <a:ext cx="1447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Reference design</a:t>
              </a:r>
              <a:endParaRPr lang="en-US" sz="1200" spc="0" kern="0" b="0" i="0" dirty="0">
                <a:solidFill>
                  <a:srgbClr val="FFFFFF"/>
                </a:solidFill>
                <a:latin typeface="IBM Plex Sans"/>
                <a:ea typeface="IBM Plex Sans"/>
                <a:cs typeface="IBM Plex Sans"/>
              </a:endParaRPr>
            </a:p>
          </p:txBody>
        </p:sp>
      </p:grpSp>
      <p:grpSp>
        <p:nvGrpSpPr>
          <p:cNvPr id="95" name="node31"/>
          <p:cNvGrpSpPr/>
          <p:nvPr/>
        </p:nvGrpSpPr>
        <p:grpSpPr>
          <a:xfrm>
            <a:off x="723900" y="3733800"/>
            <a:ext cx="2286000" cy="228600"/>
            <a:chOff x="723900" y="3733800"/>
            <a:chExt cx="2286000" cy="228600"/>
          </a:xfrm>
        </p:grpSpPr>
        <p:sp>
          <p:nvSpPr>
            <p:cNvPr id="42" name="node31.text"/>
            <p:cNvSpPr/>
            <p:nvPr/>
          </p:nvSpPr>
          <p:spPr>
            <a:xfrm>
              <a:off x="723900" y="3733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case</a:t>
              </a:r>
              <a:endParaRPr lang="en-US" sz="1200" spc="0" kern="0" b="0" i="0" dirty="0">
                <a:solidFill>
                  <a:srgbClr val="070154"/>
                </a:solidFill>
                <a:latin typeface="IBM Plex Sans"/>
                <a:ea typeface="IBM Plex Sans"/>
                <a:cs typeface="IBM Plex Sans"/>
              </a:endParaRPr>
            </a:p>
          </p:txBody>
        </p:sp>
      </p:grpSp>
      <p:grpSp>
        <p:nvGrpSpPr>
          <p:cNvPr id="96" name="node32"/>
          <p:cNvGrpSpPr/>
          <p:nvPr/>
        </p:nvGrpSpPr>
        <p:grpSpPr>
          <a:xfrm>
            <a:off x="5067300" y="3657600"/>
            <a:ext cx="1295400" cy="381000"/>
            <a:chOff x="5067300" y="3657600"/>
            <a:chExt cx="1295400" cy="381000"/>
          </a:xfrm>
        </p:grpSpPr>
        <p:sp>
          <p:nvSpPr>
            <p:cNvPr id="43" name="node32.surface"/>
            <p:cNvSpPr/>
            <p:nvPr/>
          </p:nvSpPr>
          <p:spPr>
            <a:xfrm>
              <a:off x="5067300" y="3657600"/>
              <a:ext cx="1295400" cy="381000"/>
            </a:xfrm>
            <a:prstGeom prst="rect">
              <a:avLst/>
            </a:prstGeom>
            <a:solidFill>
              <a:srgbClr val="070154"/>
            </a:solidFill>
            <a:ln>
              <a:noFill/>
            </a:ln>
          </p:spPr>
        </p:sp>
        <p:sp>
          <p:nvSpPr>
            <p:cNvPr id="44" name="node32.text"/>
            <p:cNvSpPr/>
            <p:nvPr/>
          </p:nvSpPr>
          <p:spPr>
            <a:xfrm>
              <a:off x="5219700" y="37338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Funding case</a:t>
              </a:r>
              <a:endParaRPr lang="en-US" sz="1200" spc="0" kern="0" b="0" i="0" dirty="0">
                <a:solidFill>
                  <a:srgbClr val="FFFFFF"/>
                </a:solidFill>
                <a:latin typeface="IBM Plex Sans"/>
                <a:ea typeface="IBM Plex Sans"/>
                <a:cs typeface="IBM Plex Sans"/>
              </a:endParaRPr>
            </a:p>
          </p:txBody>
        </p:sp>
      </p:grpSp>
      <p:grpSp>
        <p:nvGrpSpPr>
          <p:cNvPr id="97" name="node33"/>
          <p:cNvGrpSpPr/>
          <p:nvPr/>
        </p:nvGrpSpPr>
        <p:grpSpPr>
          <a:xfrm>
            <a:off x="723900" y="4191000"/>
            <a:ext cx="2286000" cy="228600"/>
            <a:chOff x="723900" y="4191000"/>
            <a:chExt cx="2286000" cy="228600"/>
          </a:xfrm>
        </p:grpSpPr>
        <p:sp>
          <p:nvSpPr>
            <p:cNvPr id="45" name="node33.text"/>
            <p:cNvSpPr/>
            <p:nvPr/>
          </p:nvSpPr>
          <p:spPr>
            <a:xfrm>
              <a:off x="723900" y="4191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Re-platform</a:t>
              </a:r>
              <a:endParaRPr lang="en-US" sz="1200" spc="0" kern="0" b="0" i="0" dirty="0">
                <a:solidFill>
                  <a:srgbClr val="070154"/>
                </a:solidFill>
                <a:latin typeface="IBM Plex Sans"/>
                <a:ea typeface="IBM Plex Sans"/>
                <a:cs typeface="IBM Plex Sans"/>
              </a:endParaRPr>
            </a:p>
          </p:txBody>
        </p:sp>
      </p:grpSp>
      <p:grpSp>
        <p:nvGrpSpPr>
          <p:cNvPr id="98" name="node34"/>
          <p:cNvGrpSpPr/>
          <p:nvPr/>
        </p:nvGrpSpPr>
        <p:grpSpPr>
          <a:xfrm>
            <a:off x="6438900" y="4114800"/>
            <a:ext cx="2667000" cy="381000"/>
            <a:chOff x="6438900" y="4114800"/>
            <a:chExt cx="2667000" cy="381000"/>
          </a:xfrm>
        </p:grpSpPr>
        <p:sp>
          <p:nvSpPr>
            <p:cNvPr id="46" name="node34.surface"/>
            <p:cNvSpPr/>
            <p:nvPr/>
          </p:nvSpPr>
          <p:spPr>
            <a:xfrm>
              <a:off x="6438900" y="4114800"/>
              <a:ext cx="2667000" cy="381000"/>
            </a:xfrm>
            <a:prstGeom prst="rect">
              <a:avLst/>
            </a:prstGeom>
            <a:solidFill>
              <a:srgbClr val="CED7E6"/>
            </a:solidFill>
            <a:ln>
              <a:noFill/>
            </a:ln>
          </p:spPr>
        </p:sp>
        <p:sp>
          <p:nvSpPr>
            <p:cNvPr id="47" name="node34.text"/>
            <p:cNvSpPr/>
            <p:nvPr/>
          </p:nvSpPr>
          <p:spPr>
            <a:xfrm>
              <a:off x="6591300" y="4191000"/>
              <a:ext cx="2362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Landing zone, scheduling lift</a:t>
              </a:r>
              <a:endParaRPr lang="en-US" sz="1200" spc="0" kern="0" b="0" i="0" dirty="0">
                <a:solidFill>
                  <a:srgbClr val="070154"/>
                </a:solidFill>
                <a:latin typeface="IBM Plex Sans"/>
                <a:ea typeface="IBM Plex Sans"/>
                <a:cs typeface="IBM Plex Sans"/>
              </a:endParaRPr>
            </a:p>
          </p:txBody>
        </p:sp>
      </p:grpSp>
      <p:grpSp>
        <p:nvGrpSpPr>
          <p:cNvPr id="99" name="node35"/>
          <p:cNvGrpSpPr/>
          <p:nvPr/>
        </p:nvGrpSpPr>
        <p:grpSpPr>
          <a:xfrm>
            <a:off x="723900" y="4648200"/>
            <a:ext cx="2286000" cy="228600"/>
            <a:chOff x="723900" y="4648200"/>
            <a:chExt cx="2286000" cy="228600"/>
          </a:xfrm>
        </p:grpSpPr>
        <p:sp>
          <p:nvSpPr>
            <p:cNvPr id="48" name="node35.text"/>
            <p:cNvSpPr/>
            <p:nvPr/>
          </p:nvSpPr>
          <p:spPr>
            <a:xfrm>
              <a:off x="723900" y="46482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migration</a:t>
              </a:r>
              <a:endParaRPr lang="en-US" sz="1200" spc="0" kern="0" b="0" i="0" dirty="0">
                <a:solidFill>
                  <a:srgbClr val="070154"/>
                </a:solidFill>
                <a:latin typeface="IBM Plex Sans"/>
                <a:ea typeface="IBM Plex Sans"/>
                <a:cs typeface="IBM Plex Sans"/>
              </a:endParaRPr>
            </a:p>
          </p:txBody>
        </p:sp>
      </p:grpSp>
      <p:grpSp>
        <p:nvGrpSpPr>
          <p:cNvPr id="100" name="node36"/>
          <p:cNvGrpSpPr/>
          <p:nvPr/>
        </p:nvGrpSpPr>
        <p:grpSpPr>
          <a:xfrm>
            <a:off x="6896100" y="4572000"/>
            <a:ext cx="3124200" cy="381000"/>
            <a:chOff x="6896100" y="4572000"/>
            <a:chExt cx="3124200" cy="381000"/>
          </a:xfrm>
        </p:grpSpPr>
        <p:sp>
          <p:nvSpPr>
            <p:cNvPr id="49" name="node36.surface"/>
            <p:cNvSpPr/>
            <p:nvPr/>
          </p:nvSpPr>
          <p:spPr>
            <a:xfrm>
              <a:off x="6896100" y="4572000"/>
              <a:ext cx="3124200" cy="381000"/>
            </a:xfrm>
            <a:prstGeom prst="rect">
              <a:avLst/>
            </a:prstGeom>
            <a:solidFill>
              <a:srgbClr val="CED7E6"/>
            </a:solidFill>
            <a:ln>
              <a:noFill/>
            </a:ln>
          </p:spPr>
        </p:sp>
        <p:sp>
          <p:nvSpPr>
            <p:cNvPr id="50" name="node36.text"/>
            <p:cNvSpPr/>
            <p:nvPr/>
          </p:nvSpPr>
          <p:spPr>
            <a:xfrm>
              <a:off x="7048500" y="4648200"/>
              <a:ext cx="281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Mapping, loads, reconciliation</a:t>
              </a:r>
              <a:endParaRPr lang="en-US" sz="1200" spc="0" kern="0" b="0" i="0" dirty="0">
                <a:solidFill>
                  <a:srgbClr val="070154"/>
                </a:solidFill>
                <a:latin typeface="IBM Plex Sans"/>
                <a:ea typeface="IBM Plex Sans"/>
                <a:cs typeface="IBM Plex Sans"/>
              </a:endParaRPr>
            </a:p>
          </p:txBody>
        </p:sp>
      </p:grpSp>
      <p:grpSp>
        <p:nvGrpSpPr>
          <p:cNvPr id="101" name="node37"/>
          <p:cNvGrpSpPr/>
          <p:nvPr/>
        </p:nvGrpSpPr>
        <p:grpSpPr>
          <a:xfrm>
            <a:off x="723900" y="5105400"/>
            <a:ext cx="2286000" cy="228600"/>
            <a:chOff x="723900" y="5105400"/>
            <a:chExt cx="2286000" cy="228600"/>
          </a:xfrm>
        </p:grpSpPr>
        <p:sp>
          <p:nvSpPr>
            <p:cNvPr id="51" name="node37.text"/>
            <p:cNvSpPr/>
            <p:nvPr/>
          </p:nvSpPr>
          <p:spPr>
            <a:xfrm>
              <a:off x="723900" y="5105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Cutover</a:t>
              </a:r>
              <a:endParaRPr lang="en-US" sz="1200" spc="0" kern="0" b="0" i="0" dirty="0">
                <a:solidFill>
                  <a:srgbClr val="070154"/>
                </a:solidFill>
                <a:latin typeface="IBM Plex Sans"/>
                <a:ea typeface="IBM Plex Sans"/>
                <a:cs typeface="IBM Plex Sans"/>
              </a:endParaRPr>
            </a:p>
          </p:txBody>
        </p:sp>
      </p:grpSp>
      <p:grpSp>
        <p:nvGrpSpPr>
          <p:cNvPr id="102" name="node38"/>
          <p:cNvGrpSpPr/>
          <p:nvPr/>
        </p:nvGrpSpPr>
        <p:grpSpPr>
          <a:xfrm>
            <a:off x="9182100" y="5029200"/>
            <a:ext cx="1295400" cy="381000"/>
            <a:chOff x="9182100" y="5029200"/>
            <a:chExt cx="1295400" cy="381000"/>
          </a:xfrm>
        </p:grpSpPr>
        <p:sp>
          <p:nvSpPr>
            <p:cNvPr id="52" name="node38.surface"/>
            <p:cNvSpPr/>
            <p:nvPr/>
          </p:nvSpPr>
          <p:spPr>
            <a:xfrm>
              <a:off x="9182100" y="5029200"/>
              <a:ext cx="1295400" cy="381000"/>
            </a:xfrm>
            <a:prstGeom prst="rect">
              <a:avLst/>
            </a:prstGeom>
            <a:solidFill>
              <a:srgbClr val="CED7E6"/>
            </a:solidFill>
            <a:ln>
              <a:noFill/>
            </a:ln>
          </p:spPr>
        </p:sp>
        <p:sp>
          <p:nvSpPr>
            <p:cNvPr id="53" name="node38.text"/>
            <p:cNvSpPr/>
            <p:nvPr/>
          </p:nvSpPr>
          <p:spPr>
            <a:xfrm>
              <a:off x="9334500" y="51054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Go live</a:t>
              </a:r>
              <a:endParaRPr lang="en-US" sz="1200" spc="0" kern="0" b="0" i="0" dirty="0">
                <a:solidFill>
                  <a:srgbClr val="070154"/>
                </a:solidFill>
                <a:latin typeface="IBM Plex Sans"/>
                <a:ea typeface="IBM Plex Sans"/>
                <a:cs typeface="IBM Plex Sans"/>
              </a:endParaRPr>
            </a:p>
          </p:txBody>
        </p:sp>
      </p:grpSp>
      <p:grpSp>
        <p:nvGrpSpPr>
          <p:cNvPr id="103" name="node39"/>
          <p:cNvGrpSpPr/>
          <p:nvPr/>
        </p:nvGrpSpPr>
        <p:grpSpPr>
          <a:xfrm>
            <a:off x="723900" y="5562600"/>
            <a:ext cx="2286000" cy="228600"/>
            <a:chOff x="723900" y="5562600"/>
            <a:chExt cx="2286000" cy="228600"/>
          </a:xfrm>
        </p:grpSpPr>
        <p:sp>
          <p:nvSpPr>
            <p:cNvPr id="54" name="node39.text"/>
            <p:cNvSpPr/>
            <p:nvPr/>
          </p:nvSpPr>
          <p:spPr>
            <a:xfrm>
              <a:off x="723900" y="5562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Run and operate (optional)</a:t>
              </a:r>
              <a:endParaRPr lang="en-US" sz="1200" spc="0" kern="0" b="0" i="0" dirty="0">
                <a:solidFill>
                  <a:srgbClr val="50658E"/>
                </a:solidFill>
                <a:latin typeface="IBM Plex Sans"/>
                <a:ea typeface="IBM Plex Sans"/>
                <a:cs typeface="IBM Plex Sans"/>
              </a:endParaRPr>
            </a:p>
          </p:txBody>
        </p:sp>
      </p:grpSp>
      <p:grpSp>
        <p:nvGrpSpPr>
          <p:cNvPr id="104" name="node40"/>
          <p:cNvGrpSpPr/>
          <p:nvPr/>
        </p:nvGrpSpPr>
        <p:grpSpPr>
          <a:xfrm>
            <a:off x="10553700" y="5486400"/>
            <a:ext cx="914400" cy="381000"/>
            <a:chOff x="10553700" y="5486400"/>
            <a:chExt cx="914400" cy="381000"/>
          </a:xfrm>
        </p:grpSpPr>
        <p:sp>
          <p:nvSpPr>
            <p:cNvPr id="55" name="node40.surface"/>
            <p:cNvSpPr/>
            <p:nvPr/>
          </p:nvSpPr>
          <p:spPr>
            <a:xfrm>
              <a:off x="10560050" y="5492750"/>
              <a:ext cx="901700" cy="368300"/>
            </a:xfrm>
            <a:prstGeom prst="rect">
              <a:avLst/>
            </a:prstGeom>
            <a:solidFill>
              <a:srgbClr val="FFFFFF"/>
            </a:solidFill>
            <a:ln w="12700">
              <a:solidFill>
                <a:srgbClr val="CED7E6"/>
              </a:solidFill>
              <a:prstDash val="solid"/>
            </a:ln>
          </p:spPr>
        </p:sp>
        <p:sp>
          <p:nvSpPr>
            <p:cNvPr id="56" name="node40.text"/>
            <p:cNvSpPr/>
            <p:nvPr/>
          </p:nvSpPr>
          <p:spPr>
            <a:xfrm>
              <a:off x="10629900" y="5562600"/>
              <a:ext cx="762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Hypercare</a:t>
              </a:r>
              <a:endParaRPr lang="en-US" sz="1200" spc="0" kern="0" b="0" i="0" dirty="0">
                <a:solidFill>
                  <a:srgbClr val="070154"/>
                </a:solidFill>
                <a:latin typeface="IBM Plex Sans"/>
                <a:ea typeface="IBM Plex Sans"/>
                <a:cs typeface="IBM Plex Sans"/>
              </a:endParaRPr>
            </a:p>
          </p:txBody>
        </p:sp>
      </p:grpSp>
      <p:grpSp>
        <p:nvGrpSpPr>
          <p:cNvPr id="105" name="node41"/>
          <p:cNvGrpSpPr/>
          <p:nvPr/>
        </p:nvGrpSpPr>
        <p:grpSpPr>
          <a:xfrm>
            <a:off x="5981700" y="2743200"/>
            <a:ext cx="381000" cy="381000"/>
            <a:chOff x="5981700" y="2743200"/>
            <a:chExt cx="381000" cy="381000"/>
          </a:xfrm>
        </p:grpSpPr>
        <p:sp>
          <p:nvSpPr>
            <p:cNvPr id="57" name="node41.surface"/>
            <p:cNvSpPr/>
            <p:nvPr/>
          </p:nvSpPr>
          <p:spPr>
            <a:xfrm>
              <a:off x="5981700" y="2743200"/>
              <a:ext cx="381000" cy="381000"/>
            </a:xfrm>
            <a:prstGeom prst="rect">
              <a:avLst/>
            </a:prstGeom>
            <a:solidFill>
              <a:srgbClr val="F900D3"/>
            </a:solidFill>
            <a:ln>
              <a:noFill/>
            </a:ln>
          </p:spPr>
        </p:sp>
        <p:sp>
          <p:nvSpPr>
            <p:cNvPr id="58" name="node41.text"/>
            <p:cNvSpPr/>
            <p:nvPr/>
          </p:nvSpPr>
          <p:spPr>
            <a:xfrm>
              <a:off x="6045200" y="2819400"/>
              <a:ext cx="25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G1</a:t>
              </a:r>
              <a:endParaRPr lang="en-US" sz="1200" spc="0" kern="0" b="0" i="0" dirty="0">
                <a:solidFill>
                  <a:srgbClr val="070154"/>
                </a:solidFill>
                <a:latin typeface="IBM Plex Sans"/>
                <a:ea typeface="IBM Plex Sans"/>
                <a:cs typeface="IBM Plex Sans"/>
              </a:endParaRPr>
            </a:p>
          </p:txBody>
        </p:sp>
      </p:grpSp>
      <p:grpSp>
        <p:nvGrpSpPr>
          <p:cNvPr id="106" name="node42"/>
          <p:cNvGrpSpPr/>
          <p:nvPr/>
        </p:nvGrpSpPr>
        <p:grpSpPr>
          <a:xfrm>
            <a:off x="6438900" y="3657600"/>
            <a:ext cx="381000" cy="381000"/>
            <a:chOff x="6438900" y="3657600"/>
            <a:chExt cx="381000" cy="381000"/>
          </a:xfrm>
        </p:grpSpPr>
        <p:sp>
          <p:nvSpPr>
            <p:cNvPr id="59" name="node42.surface"/>
            <p:cNvSpPr/>
            <p:nvPr/>
          </p:nvSpPr>
          <p:spPr>
            <a:xfrm>
              <a:off x="6438900" y="3657600"/>
              <a:ext cx="381000" cy="381000"/>
            </a:xfrm>
            <a:prstGeom prst="rect">
              <a:avLst/>
            </a:prstGeom>
            <a:solidFill>
              <a:srgbClr val="F900D3"/>
            </a:solidFill>
            <a:ln>
              <a:noFill/>
            </a:ln>
          </p:spPr>
        </p:sp>
        <p:sp>
          <p:nvSpPr>
            <p:cNvPr id="60" name="node42.text"/>
            <p:cNvSpPr/>
            <p:nvPr/>
          </p:nvSpPr>
          <p:spPr>
            <a:xfrm>
              <a:off x="6502400" y="3733800"/>
              <a:ext cx="25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G2</a:t>
              </a:r>
              <a:endParaRPr lang="en-US" sz="1200" spc="0" kern="0" b="0" i="0" dirty="0">
                <a:solidFill>
                  <a:srgbClr val="070154"/>
                </a:solidFill>
                <a:latin typeface="IBM Plex Sans"/>
                <a:ea typeface="IBM Plex Sans"/>
                <a:cs typeface="IBM Plex Sans"/>
              </a:endParaRPr>
            </a:p>
          </p:txBody>
        </p:sp>
      </p:grpSp>
      <p:grpSp>
        <p:nvGrpSpPr>
          <p:cNvPr id="107" name="node43"/>
          <p:cNvGrpSpPr/>
          <p:nvPr/>
        </p:nvGrpSpPr>
        <p:grpSpPr>
          <a:xfrm>
            <a:off x="10096500" y="4572000"/>
            <a:ext cx="381000" cy="381000"/>
            <a:chOff x="10096500" y="4572000"/>
            <a:chExt cx="381000" cy="381000"/>
          </a:xfrm>
        </p:grpSpPr>
        <p:sp>
          <p:nvSpPr>
            <p:cNvPr id="61" name="node43.surface"/>
            <p:cNvSpPr/>
            <p:nvPr/>
          </p:nvSpPr>
          <p:spPr>
            <a:xfrm>
              <a:off x="10096500" y="4572000"/>
              <a:ext cx="381000" cy="381000"/>
            </a:xfrm>
            <a:prstGeom prst="rect">
              <a:avLst/>
            </a:prstGeom>
            <a:solidFill>
              <a:srgbClr val="F900D3"/>
            </a:solidFill>
            <a:ln>
              <a:noFill/>
            </a:ln>
          </p:spPr>
        </p:sp>
        <p:sp>
          <p:nvSpPr>
            <p:cNvPr id="62" name="node43.text"/>
            <p:cNvSpPr/>
            <p:nvPr/>
          </p:nvSpPr>
          <p:spPr>
            <a:xfrm>
              <a:off x="10160000" y="4648200"/>
              <a:ext cx="25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G3</a:t>
              </a:r>
              <a:endParaRPr lang="en-US" sz="1200" spc="0" kern="0" b="0" i="0" dirty="0">
                <a:solidFill>
                  <a:srgbClr val="070154"/>
                </a:solidFill>
                <a:latin typeface="IBM Plex Sans"/>
                <a:ea typeface="IBM Plex Sans"/>
                <a:cs typeface="IBM Plex Sans"/>
              </a:endParaRPr>
            </a:p>
          </p:txBody>
        </p:sp>
      </p:grpSp>
      <p:grpSp>
        <p:nvGrpSpPr>
          <p:cNvPr id="108" name="node44"/>
          <p:cNvGrpSpPr/>
          <p:nvPr/>
        </p:nvGrpSpPr>
        <p:grpSpPr>
          <a:xfrm>
            <a:off x="10553700" y="5029200"/>
            <a:ext cx="381000" cy="381000"/>
            <a:chOff x="10553700" y="5029200"/>
            <a:chExt cx="381000" cy="381000"/>
          </a:xfrm>
        </p:grpSpPr>
        <p:sp>
          <p:nvSpPr>
            <p:cNvPr id="63" name="node44.surface"/>
            <p:cNvSpPr/>
            <p:nvPr/>
          </p:nvSpPr>
          <p:spPr>
            <a:xfrm>
              <a:off x="10553700" y="5029200"/>
              <a:ext cx="381000" cy="381000"/>
            </a:xfrm>
            <a:prstGeom prst="rect">
              <a:avLst/>
            </a:prstGeom>
            <a:solidFill>
              <a:srgbClr val="F900D3"/>
            </a:solidFill>
            <a:ln>
              <a:noFill/>
            </a:ln>
          </p:spPr>
        </p:sp>
        <p:sp>
          <p:nvSpPr>
            <p:cNvPr id="64" name="node44.text"/>
            <p:cNvSpPr/>
            <p:nvPr/>
          </p:nvSpPr>
          <p:spPr>
            <a:xfrm>
              <a:off x="10617200" y="5105400"/>
              <a:ext cx="25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G4</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ource-29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stages take the practice from ad hoc to optimized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54</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4800600" cy="533400"/>
            <a:chOff x="723900" y="1600200"/>
            <a:chExt cx="4800600" cy="533400"/>
          </a:xfrm>
        </p:grpSpPr>
        <p:sp>
          <p:nvSpPr>
            <p:cNvPr id="6" name="node01.text"/>
            <p:cNvSpPr/>
            <p:nvPr/>
          </p:nvSpPr>
          <p:spPr>
            <a:xfrm>
              <a:off x="723900" y="1600200"/>
              <a:ext cx="4800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Each stage builds on the last. Early stages take effort and show little; the climb steepens once practice is shared.</a:t>
              </a:r>
              <a:endParaRPr lang="en-US" sz="1400" spc="0" kern="0" b="0" i="0" dirty="0">
                <a:solidFill>
                  <a:srgbClr val="070154"/>
                </a:solidFill>
                <a:latin typeface="IBM Plex Sans"/>
                <a:ea typeface="IBM Plex Sans"/>
                <a:cs typeface="IBM Plex Sans"/>
              </a:endParaRPr>
            </a:p>
          </p:txBody>
        </p:sp>
      </p:grpSp>
      <p:grpSp>
        <p:nvGrpSpPr>
          <p:cNvPr id="41" name="node02"/>
          <p:cNvGrpSpPr/>
          <p:nvPr/>
        </p:nvGrpSpPr>
        <p:grpSpPr>
          <a:xfrm>
            <a:off x="708025" y="1600200"/>
            <a:ext cx="10775950" cy="4343400"/>
            <a:chOff x="708025" y="1600200"/>
            <a:chExt cx="10775950" cy="4343400"/>
          </a:xfrm>
        </p:grpSpPr>
        <p:sp>
          <p:nvSpPr>
            <p:cNvPr id="7" name="node02.curve"/>
            <p:cNvSpPr/>
            <p:nvPr/>
          </p:nvSpPr>
          <p:spPr>
            <a:xfrm>
              <a:off x="723900" y="1794754"/>
              <a:ext cx="10744200" cy="3497349"/>
            </a:xfrm>
            <a:custGeom>
              <a:avLst/>
              <a:gdLst/>
              <a:ahLst/>
              <a:cxnLst/>
              <a:rect l="l" t="t" r="r" b="b"/>
              <a:pathLst>
                <a:path w="10744200" h="3497349">
                  <a:moveTo>
                    <a:pt x="0" y="3497349"/>
                  </a:moveTo>
                  <a:lnTo>
                    <a:pt x="179070" y="3493488"/>
                  </a:lnTo>
                  <a:lnTo>
                    <a:pt x="358140" y="3489348"/>
                  </a:lnTo>
                  <a:lnTo>
                    <a:pt x="537210" y="3484907"/>
                  </a:lnTo>
                  <a:lnTo>
                    <a:pt x="716280" y="3480144"/>
                  </a:lnTo>
                  <a:lnTo>
                    <a:pt x="895350" y="3475036"/>
                  </a:lnTo>
                  <a:lnTo>
                    <a:pt x="1074420" y="3469558"/>
                  </a:lnTo>
                  <a:lnTo>
                    <a:pt x="1253490" y="3463682"/>
                  </a:lnTo>
                  <a:lnTo>
                    <a:pt x="1432560" y="3457381"/>
                  </a:lnTo>
                  <a:lnTo>
                    <a:pt x="1611630" y="3450622"/>
                  </a:lnTo>
                  <a:lnTo>
                    <a:pt x="1790700" y="3443374"/>
                  </a:lnTo>
                  <a:lnTo>
                    <a:pt x="1969770" y="3435599"/>
                  </a:lnTo>
                  <a:lnTo>
                    <a:pt x="2148840" y="3427261"/>
                  </a:lnTo>
                  <a:lnTo>
                    <a:pt x="2327910" y="3418319"/>
                  </a:lnTo>
                  <a:lnTo>
                    <a:pt x="2506980" y="3408728"/>
                  </a:lnTo>
                  <a:lnTo>
                    <a:pt x="2686050" y="3398442"/>
                  </a:lnTo>
                  <a:lnTo>
                    <a:pt x="2865120" y="3387410"/>
                  </a:lnTo>
                  <a:lnTo>
                    <a:pt x="3044190" y="3375577"/>
                  </a:lnTo>
                  <a:lnTo>
                    <a:pt x="3223260" y="3362887"/>
                  </a:lnTo>
                  <a:lnTo>
                    <a:pt x="3402330" y="3349277"/>
                  </a:lnTo>
                  <a:lnTo>
                    <a:pt x="3581400" y="3334680"/>
                  </a:lnTo>
                  <a:lnTo>
                    <a:pt x="3760470" y="3319025"/>
                  </a:lnTo>
                  <a:lnTo>
                    <a:pt x="3939540" y="3302235"/>
                  </a:lnTo>
                  <a:lnTo>
                    <a:pt x="4118610" y="3284227"/>
                  </a:lnTo>
                  <a:lnTo>
                    <a:pt x="4297680" y="3264913"/>
                  </a:lnTo>
                  <a:lnTo>
                    <a:pt x="4476750" y="3244199"/>
                  </a:lnTo>
                  <a:lnTo>
                    <a:pt x="4655820" y="3221983"/>
                  </a:lnTo>
                  <a:lnTo>
                    <a:pt x="4834890" y="3198156"/>
                  </a:lnTo>
                  <a:lnTo>
                    <a:pt x="5013960" y="3172601"/>
                  </a:lnTo>
                  <a:lnTo>
                    <a:pt x="5193030" y="3145194"/>
                  </a:lnTo>
                  <a:lnTo>
                    <a:pt x="5372100" y="3115799"/>
                  </a:lnTo>
                  <a:lnTo>
                    <a:pt x="5551170" y="3084273"/>
                  </a:lnTo>
                  <a:lnTo>
                    <a:pt x="5730240" y="3050461"/>
                  </a:lnTo>
                  <a:lnTo>
                    <a:pt x="5909310" y="3014198"/>
                  </a:lnTo>
                  <a:lnTo>
                    <a:pt x="6088380" y="2975305"/>
                  </a:lnTo>
                  <a:lnTo>
                    <a:pt x="6267450" y="2933592"/>
                  </a:lnTo>
                  <a:lnTo>
                    <a:pt x="6446520" y="2888854"/>
                  </a:lnTo>
                  <a:lnTo>
                    <a:pt x="6625590" y="2840873"/>
                  </a:lnTo>
                  <a:lnTo>
                    <a:pt x="6804660" y="2789412"/>
                  </a:lnTo>
                  <a:lnTo>
                    <a:pt x="6983730" y="2734221"/>
                  </a:lnTo>
                  <a:lnTo>
                    <a:pt x="7162800" y="2675027"/>
                  </a:lnTo>
                  <a:lnTo>
                    <a:pt x="7341870" y="2611541"/>
                  </a:lnTo>
                  <a:lnTo>
                    <a:pt x="7520940" y="2543452"/>
                  </a:lnTo>
                  <a:lnTo>
                    <a:pt x="7700010" y="2470426"/>
                  </a:lnTo>
                  <a:lnTo>
                    <a:pt x="7879080" y="2392106"/>
                  </a:lnTo>
                  <a:lnTo>
                    <a:pt x="8058150" y="2308106"/>
                  </a:lnTo>
                  <a:lnTo>
                    <a:pt x="8237220" y="2218015"/>
                  </a:lnTo>
                  <a:lnTo>
                    <a:pt x="8416290" y="2121393"/>
                  </a:lnTo>
                  <a:lnTo>
                    <a:pt x="8595360" y="2017764"/>
                  </a:lnTo>
                  <a:lnTo>
                    <a:pt x="8774430" y="1906622"/>
                  </a:lnTo>
                  <a:lnTo>
                    <a:pt x="8953500" y="1787420"/>
                  </a:lnTo>
                  <a:lnTo>
                    <a:pt x="9132570" y="1659576"/>
                  </a:lnTo>
                  <a:lnTo>
                    <a:pt x="9311640" y="1522462"/>
                  </a:lnTo>
                  <a:lnTo>
                    <a:pt x="9490710" y="1375406"/>
                  </a:lnTo>
                  <a:lnTo>
                    <a:pt x="9669780" y="1217687"/>
                  </a:lnTo>
                  <a:lnTo>
                    <a:pt x="9848850" y="1048532"/>
                  </a:lnTo>
                  <a:lnTo>
                    <a:pt x="10027920" y="867112"/>
                  </a:lnTo>
                  <a:lnTo>
                    <a:pt x="10206990" y="672538"/>
                  </a:lnTo>
                  <a:lnTo>
                    <a:pt x="10386060" y="463856"/>
                  </a:lnTo>
                  <a:lnTo>
                    <a:pt x="10565130" y="240042"/>
                  </a:lnTo>
                  <a:lnTo>
                    <a:pt x="10744200" y="0"/>
                  </a:lnTo>
                </a:path>
              </a:pathLst>
            </a:custGeom>
            <a:ln w="31750">
              <a:solidFill>
                <a:srgbClr val="070154"/>
              </a:solidFill>
              <a:prstDash val="solid"/>
            </a:ln>
          </p:spPr>
        </p:sp>
        <p:sp>
          <p:nvSpPr>
            <p:cNvPr id="8" name="node02.curve.cap-1"/>
            <p:cNvSpPr/>
            <p:nvPr/>
          </p:nvSpPr>
          <p:spPr>
            <a:xfrm>
              <a:off x="708025" y="5276228"/>
              <a:ext cx="31750" cy="31750"/>
            </a:xfrm>
            <a:prstGeom prst="ellipse">
              <a:avLst/>
            </a:prstGeom>
            <a:solidFill>
              <a:srgbClr val="070154"/>
            </a:solidFill>
            <a:ln>
              <a:noFill/>
            </a:ln>
          </p:spPr>
        </p:sp>
        <p:sp>
          <p:nvSpPr>
            <p:cNvPr id="9" name="node02.curve.cap-2"/>
            <p:cNvSpPr/>
            <p:nvPr/>
          </p:nvSpPr>
          <p:spPr>
            <a:xfrm>
              <a:off x="11452225" y="1778879"/>
              <a:ext cx="31750" cy="31750"/>
            </a:xfrm>
            <a:prstGeom prst="ellipse">
              <a:avLst/>
            </a:prstGeom>
            <a:solidFill>
              <a:srgbClr val="070154"/>
            </a:solidFill>
            <a:ln>
              <a:noFill/>
            </a:ln>
          </p:spPr>
        </p:sp>
        <p:sp>
          <p:nvSpPr>
            <p:cNvPr id="10" name="node02.arrow-1"/>
            <p:cNvSpPr/>
            <p:nvPr/>
          </p:nvSpPr>
          <p:spPr>
            <a:xfrm>
              <a:off x="11448181" y="1794754"/>
              <a:ext cx="19919" cy="125428"/>
            </a:xfrm>
            <a:custGeom>
              <a:avLst/>
              <a:gdLst/>
              <a:ahLst/>
              <a:cxnLst/>
              <a:rect l="l" t="t" r="r" b="b"/>
              <a:pathLst>
                <a:path w="19919" h="125428">
                  <a:moveTo>
                    <a:pt x="19919" y="0"/>
                  </a:moveTo>
                  <a:lnTo>
                    <a:pt x="0" y="125428"/>
                  </a:lnTo>
                </a:path>
              </a:pathLst>
            </a:custGeom>
            <a:ln w="31750">
              <a:solidFill>
                <a:srgbClr val="070154"/>
              </a:solidFill>
              <a:prstDash val="solid"/>
            </a:ln>
          </p:spPr>
        </p:sp>
        <p:sp>
          <p:nvSpPr>
            <p:cNvPr id="11" name="node02.arrow-1.cap-1"/>
            <p:cNvSpPr/>
            <p:nvPr/>
          </p:nvSpPr>
          <p:spPr>
            <a:xfrm>
              <a:off x="11452225" y="1778879"/>
              <a:ext cx="31750" cy="31750"/>
            </a:xfrm>
            <a:prstGeom prst="ellipse">
              <a:avLst/>
            </a:prstGeom>
            <a:solidFill>
              <a:srgbClr val="070154"/>
            </a:solidFill>
            <a:ln>
              <a:noFill/>
            </a:ln>
          </p:spPr>
        </p:sp>
        <p:sp>
          <p:nvSpPr>
            <p:cNvPr id="12" name="node02.arrow-1.cap-2"/>
            <p:cNvSpPr/>
            <p:nvPr/>
          </p:nvSpPr>
          <p:spPr>
            <a:xfrm>
              <a:off x="11432306" y="1904307"/>
              <a:ext cx="31750" cy="31750"/>
            </a:xfrm>
            <a:prstGeom prst="ellipse">
              <a:avLst/>
            </a:prstGeom>
            <a:solidFill>
              <a:srgbClr val="070154"/>
            </a:solidFill>
            <a:ln>
              <a:noFill/>
            </a:ln>
          </p:spPr>
        </p:sp>
        <p:sp>
          <p:nvSpPr>
            <p:cNvPr id="13" name="node02.arrow-2"/>
            <p:cNvSpPr/>
            <p:nvPr/>
          </p:nvSpPr>
          <p:spPr>
            <a:xfrm>
              <a:off x="11351794" y="1794754"/>
              <a:ext cx="116306" cy="51008"/>
            </a:xfrm>
            <a:custGeom>
              <a:avLst/>
              <a:gdLst/>
              <a:ahLst/>
              <a:cxnLst/>
              <a:rect l="l" t="t" r="r" b="b"/>
              <a:pathLst>
                <a:path w="116306" h="51008">
                  <a:moveTo>
                    <a:pt x="116306" y="0"/>
                  </a:moveTo>
                  <a:lnTo>
                    <a:pt x="0" y="51008"/>
                  </a:lnTo>
                </a:path>
              </a:pathLst>
            </a:custGeom>
            <a:ln w="31750">
              <a:solidFill>
                <a:srgbClr val="070154"/>
              </a:solidFill>
              <a:prstDash val="solid"/>
            </a:ln>
          </p:spPr>
        </p:sp>
        <p:sp>
          <p:nvSpPr>
            <p:cNvPr id="14" name="node02.arrow-2.cap-1"/>
            <p:cNvSpPr/>
            <p:nvPr/>
          </p:nvSpPr>
          <p:spPr>
            <a:xfrm>
              <a:off x="11452225" y="1778879"/>
              <a:ext cx="31750" cy="31750"/>
            </a:xfrm>
            <a:prstGeom prst="ellipse">
              <a:avLst/>
            </a:prstGeom>
            <a:solidFill>
              <a:srgbClr val="070154"/>
            </a:solidFill>
            <a:ln>
              <a:noFill/>
            </a:ln>
          </p:spPr>
        </p:sp>
        <p:sp>
          <p:nvSpPr>
            <p:cNvPr id="15" name="node02.arrow-2.cap-2"/>
            <p:cNvSpPr/>
            <p:nvPr/>
          </p:nvSpPr>
          <p:spPr>
            <a:xfrm>
              <a:off x="11335919" y="1829887"/>
              <a:ext cx="31750" cy="31750"/>
            </a:xfrm>
            <a:prstGeom prst="ellipse">
              <a:avLst/>
            </a:prstGeom>
            <a:solidFill>
              <a:srgbClr val="070154"/>
            </a:solidFill>
            <a:ln>
              <a:noFill/>
            </a:ln>
          </p:spPr>
        </p:sp>
        <p:sp>
          <p:nvSpPr>
            <p:cNvPr id="16" name="node02.axis"/>
            <p:cNvSpPr/>
            <p:nvPr/>
          </p:nvSpPr>
          <p:spPr>
            <a:xfrm>
              <a:off x="723900" y="57912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7" name="node02.axis.arrow"/>
            <p:cNvSpPr/>
            <p:nvPr/>
          </p:nvSpPr>
          <p:spPr>
            <a:xfrm>
              <a:off x="11379200" y="57404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8" name="node02.axis.label-bg"/>
            <p:cNvSpPr/>
            <p:nvPr/>
          </p:nvSpPr>
          <p:spPr>
            <a:xfrm>
              <a:off x="4953000" y="5715000"/>
              <a:ext cx="2286000" cy="152400"/>
            </a:xfrm>
            <a:prstGeom prst="rect">
              <a:avLst/>
            </a:prstGeom>
            <a:solidFill>
              <a:srgbClr val="FFFFFF"/>
            </a:solidFill>
            <a:ln>
              <a:noFill/>
            </a:ln>
          </p:spPr>
        </p:sp>
        <p:sp>
          <p:nvSpPr>
            <p:cNvPr id="19" name="node02.axis.label"/>
            <p:cNvSpPr/>
            <p:nvPr/>
          </p:nvSpPr>
          <p:spPr>
            <a:xfrm>
              <a:off x="4953000" y="5715000"/>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MATURITY</a:t>
              </a:r>
              <a:endParaRPr lang="en-US" sz="900" spc="54" kern="0" b="0" i="0" dirty="0">
                <a:solidFill>
                  <a:srgbClr val="070154"/>
                </a:solidFill>
                <a:latin typeface="IBM Plex Mono SemiBold"/>
                <a:ea typeface="IBM Plex Mono SemiBold"/>
                <a:cs typeface="IBM Plex Mono SemiBold"/>
              </a:endParaRPr>
            </a:p>
          </p:txBody>
        </p:sp>
        <p:sp>
          <p:nvSpPr>
            <p:cNvPr id="20" name="node02.stages.source-001.circle"/>
            <p:cNvSpPr/>
            <p:nvPr/>
          </p:nvSpPr>
          <p:spPr>
            <a:xfrm>
              <a:off x="1228852" y="5137144"/>
              <a:ext cx="279400" cy="279400"/>
            </a:xfrm>
            <a:prstGeom prst="ellipse">
              <a:avLst/>
            </a:prstGeom>
            <a:solidFill>
              <a:srgbClr val="FFFFFF"/>
            </a:solidFill>
            <a:ln w="25400">
              <a:solidFill>
                <a:srgbClr val="070154"/>
              </a:solidFill>
              <a:prstDash val="solid"/>
            </a:ln>
          </p:spPr>
        </p:sp>
        <p:sp>
          <p:nvSpPr>
            <p:cNvPr id="21" name="node02.stages.source-001.number"/>
            <p:cNvSpPr/>
            <p:nvPr/>
          </p:nvSpPr>
          <p:spPr>
            <a:xfrm>
              <a:off x="1241552" y="5124444"/>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2" name="node02.stages.source-001.tick"/>
            <p:cNvSpPr/>
            <p:nvPr/>
          </p:nvSpPr>
          <p:spPr>
            <a:xfrm>
              <a:off x="1362202" y="4895844"/>
              <a:ext cx="12700" cy="228600"/>
            </a:xfrm>
            <a:prstGeom prst="rect">
              <a:avLst/>
            </a:prstGeom>
            <a:solidFill>
              <a:srgbClr val="070154"/>
            </a:solidFill>
            <a:ln>
              <a:noFill/>
            </a:ln>
          </p:spPr>
        </p:sp>
        <p:sp>
          <p:nvSpPr>
            <p:cNvPr id="23" name="node02.stages.source-001.label"/>
            <p:cNvSpPr/>
            <p:nvPr/>
          </p:nvSpPr>
          <p:spPr>
            <a:xfrm>
              <a:off x="1216152" y="4184644"/>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AD HOC</a:t>
              </a:r>
              <a:endParaRPr lang="en-US" sz="900" spc="54" kern="0" b="0" i="0" dirty="0">
                <a:solidFill>
                  <a:srgbClr val="0047FF"/>
                </a:solidFill>
                <a:latin typeface="IBM Plex Mono SemiBold"/>
                <a:ea typeface="IBM Plex Mono SemiBold"/>
                <a:cs typeface="IBM Plex Mono SemiBold"/>
              </a:endParaRPr>
            </a:p>
          </p:txBody>
        </p:sp>
        <p:sp>
          <p:nvSpPr>
            <p:cNvPr id="24" name="node02.stages.source-001.text"/>
            <p:cNvSpPr/>
            <p:nvPr/>
          </p:nvSpPr>
          <p:spPr>
            <a:xfrm>
              <a:off x="1216152" y="4387844"/>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 depends on individuals and varies by team.</a:t>
              </a:r>
              <a:endParaRPr lang="en-US" sz="1200" spc="0" kern="0" b="0" i="0" dirty="0">
                <a:solidFill>
                  <a:srgbClr val="070154"/>
                </a:solidFill>
                <a:latin typeface="IBM Plex Sans"/>
                <a:ea typeface="IBM Plex Sans"/>
                <a:cs typeface="IBM Plex Sans"/>
              </a:endParaRPr>
            </a:p>
          </p:txBody>
        </p:sp>
        <p:sp>
          <p:nvSpPr>
            <p:cNvPr id="25" name="node02.stages.source-002.circle"/>
            <p:cNvSpPr/>
            <p:nvPr/>
          </p:nvSpPr>
          <p:spPr>
            <a:xfrm>
              <a:off x="4666996" y="4942984"/>
              <a:ext cx="279400" cy="279400"/>
            </a:xfrm>
            <a:prstGeom prst="ellipse">
              <a:avLst/>
            </a:prstGeom>
            <a:solidFill>
              <a:srgbClr val="FFFFFF"/>
            </a:solidFill>
            <a:ln w="25400">
              <a:solidFill>
                <a:srgbClr val="070154"/>
              </a:solidFill>
              <a:prstDash val="solid"/>
            </a:ln>
          </p:spPr>
        </p:sp>
        <p:sp>
          <p:nvSpPr>
            <p:cNvPr id="26" name="node02.stages.source-002.number"/>
            <p:cNvSpPr/>
            <p:nvPr/>
          </p:nvSpPr>
          <p:spPr>
            <a:xfrm>
              <a:off x="4679696" y="4930284"/>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7" name="node02.stages.source-002.tick"/>
            <p:cNvSpPr/>
            <p:nvPr/>
          </p:nvSpPr>
          <p:spPr>
            <a:xfrm>
              <a:off x="4800346" y="4701684"/>
              <a:ext cx="12700" cy="228600"/>
            </a:xfrm>
            <a:prstGeom prst="rect">
              <a:avLst/>
            </a:prstGeom>
            <a:solidFill>
              <a:srgbClr val="070154"/>
            </a:solidFill>
            <a:ln>
              <a:noFill/>
            </a:ln>
          </p:spPr>
        </p:sp>
        <p:sp>
          <p:nvSpPr>
            <p:cNvPr id="28" name="node02.stages.source-002.label"/>
            <p:cNvSpPr/>
            <p:nvPr/>
          </p:nvSpPr>
          <p:spPr>
            <a:xfrm>
              <a:off x="4654296" y="3990484"/>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29" name="node02.stages.source-002.text"/>
            <p:cNvSpPr/>
            <p:nvPr/>
          </p:nvSpPr>
          <p:spPr>
            <a:xfrm>
              <a:off x="4654296" y="4193684"/>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Standard methods are written down and taught.</a:t>
              </a:r>
              <a:endParaRPr lang="en-US" sz="1200" spc="0" kern="0" b="0" i="0" dirty="0">
                <a:solidFill>
                  <a:srgbClr val="070154"/>
                </a:solidFill>
                <a:latin typeface="IBM Plex Sans"/>
                <a:ea typeface="IBM Plex Sans"/>
                <a:cs typeface="IBM Plex Sans"/>
              </a:endParaRPr>
            </a:p>
          </p:txBody>
        </p:sp>
        <p:sp>
          <p:nvSpPr>
            <p:cNvPr id="30" name="node02.stages.source-003.circle"/>
            <p:cNvSpPr/>
            <p:nvPr/>
          </p:nvSpPr>
          <p:spPr>
            <a:xfrm>
              <a:off x="7675372" y="4354257"/>
              <a:ext cx="279400" cy="279400"/>
            </a:xfrm>
            <a:prstGeom prst="ellipse">
              <a:avLst/>
            </a:prstGeom>
            <a:solidFill>
              <a:srgbClr val="FFFFFF"/>
            </a:solidFill>
            <a:ln w="25400">
              <a:solidFill>
                <a:srgbClr val="070154"/>
              </a:solidFill>
              <a:prstDash val="solid"/>
            </a:ln>
          </p:spPr>
        </p:sp>
        <p:sp>
          <p:nvSpPr>
            <p:cNvPr id="31" name="node02.stages.source-003.number"/>
            <p:cNvSpPr/>
            <p:nvPr/>
          </p:nvSpPr>
          <p:spPr>
            <a:xfrm>
              <a:off x="7688072" y="4341557"/>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2" name="node02.stages.source-003.tick"/>
            <p:cNvSpPr/>
            <p:nvPr/>
          </p:nvSpPr>
          <p:spPr>
            <a:xfrm>
              <a:off x="7808722" y="3604957"/>
              <a:ext cx="12700" cy="736600"/>
            </a:xfrm>
            <a:prstGeom prst="rect">
              <a:avLst/>
            </a:prstGeom>
            <a:solidFill>
              <a:srgbClr val="070154"/>
            </a:solidFill>
            <a:ln>
              <a:noFill/>
            </a:ln>
          </p:spPr>
        </p:sp>
        <p:sp>
          <p:nvSpPr>
            <p:cNvPr id="33" name="node02.stages.source-003.label"/>
            <p:cNvSpPr/>
            <p:nvPr/>
          </p:nvSpPr>
          <p:spPr>
            <a:xfrm>
              <a:off x="5808472" y="2893757"/>
              <a:ext cx="25146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34" name="node02.stages.source-003.text"/>
            <p:cNvSpPr/>
            <p:nvPr/>
          </p:nvSpPr>
          <p:spPr>
            <a:xfrm>
              <a:off x="5808472" y="3096957"/>
              <a:ext cx="25146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Teams measure results and correct course.</a:t>
              </a:r>
              <a:endParaRPr lang="en-US" sz="1200" spc="0" kern="0" b="0" i="0" dirty="0">
                <a:solidFill>
                  <a:srgbClr val="070154"/>
                </a:solidFill>
                <a:latin typeface="IBM Plex Sans"/>
                <a:ea typeface="IBM Plex Sans"/>
                <a:cs typeface="IBM Plex Sans"/>
              </a:endParaRPr>
            </a:p>
          </p:txBody>
        </p:sp>
        <p:sp>
          <p:nvSpPr>
            <p:cNvPr id="35" name="node02.stages.source-004.circle"/>
            <p:cNvSpPr/>
            <p:nvPr/>
          </p:nvSpPr>
          <p:spPr>
            <a:xfrm>
              <a:off x="10039096" y="3060700"/>
              <a:ext cx="279400" cy="279400"/>
            </a:xfrm>
            <a:prstGeom prst="ellipse">
              <a:avLst/>
            </a:prstGeom>
            <a:solidFill>
              <a:srgbClr val="FFFFFF"/>
            </a:solidFill>
            <a:ln w="25400">
              <a:solidFill>
                <a:srgbClr val="070154"/>
              </a:solidFill>
              <a:prstDash val="solid"/>
            </a:ln>
          </p:spPr>
        </p:sp>
        <p:sp>
          <p:nvSpPr>
            <p:cNvPr id="36" name="node02.stages.source-004.number"/>
            <p:cNvSpPr/>
            <p:nvPr/>
          </p:nvSpPr>
          <p:spPr>
            <a:xfrm>
              <a:off x="10051796" y="304800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7" name="node02.stages.source-004.tick"/>
            <p:cNvSpPr/>
            <p:nvPr/>
          </p:nvSpPr>
          <p:spPr>
            <a:xfrm>
              <a:off x="10172446" y="2311400"/>
              <a:ext cx="12700" cy="736600"/>
            </a:xfrm>
            <a:prstGeom prst="rect">
              <a:avLst/>
            </a:prstGeom>
            <a:solidFill>
              <a:srgbClr val="070154"/>
            </a:solidFill>
            <a:ln>
              <a:noFill/>
            </a:ln>
          </p:spPr>
        </p:sp>
        <p:sp>
          <p:nvSpPr>
            <p:cNvPr id="38" name="node02.stages.source-004.label"/>
            <p:cNvSpPr/>
            <p:nvPr/>
          </p:nvSpPr>
          <p:spPr>
            <a:xfrm>
              <a:off x="8172196" y="1600200"/>
              <a:ext cx="25146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OPTIMIZED</a:t>
              </a:r>
              <a:endParaRPr lang="en-US" sz="900" spc="54" kern="0" b="0" i="0" dirty="0">
                <a:solidFill>
                  <a:srgbClr val="0047FF"/>
                </a:solidFill>
                <a:latin typeface="IBM Plex Mono SemiBold"/>
                <a:ea typeface="IBM Plex Mono SemiBold"/>
                <a:cs typeface="IBM Plex Mono SemiBold"/>
              </a:endParaRPr>
            </a:p>
          </p:txBody>
        </p:sp>
        <p:sp>
          <p:nvSpPr>
            <p:cNvPr id="39" name="node02.stages.source-004.text"/>
            <p:cNvSpPr/>
            <p:nvPr/>
          </p:nvSpPr>
          <p:spPr>
            <a:xfrm>
              <a:off x="8172196" y="1803400"/>
              <a:ext cx="25146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Data drives continuous, shared improvement.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ource-29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CURRENT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Northfield sits at stage two of five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55</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4343400" cy="533400"/>
            <a:chOff x="723900" y="1600200"/>
            <a:chExt cx="4343400" cy="533400"/>
          </a:xfrm>
        </p:grpSpPr>
        <p:sp>
          <p:nvSpPr>
            <p:cNvPr id="6" name="node01.text"/>
            <p:cNvSpPr/>
            <p:nvPr/>
          </p:nvSpPr>
          <p:spPr>
            <a:xfrm>
              <a:off x="723900" y="1600200"/>
              <a:ext cx="4343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Teams repeat the same steps, but each team has its own method. A shared standard is the next move.</a:t>
              </a:r>
              <a:endParaRPr lang="en-US" sz="1400" spc="0" kern="0" b="0" i="0" dirty="0">
                <a:solidFill>
                  <a:srgbClr val="070154"/>
                </a:solidFill>
                <a:latin typeface="IBM Plex Sans"/>
                <a:ea typeface="IBM Plex Sans"/>
                <a:cs typeface="IBM Plex Sans"/>
              </a:endParaRPr>
            </a:p>
          </p:txBody>
        </p:sp>
      </p:grpSp>
      <p:grpSp>
        <p:nvGrpSpPr>
          <p:cNvPr id="50" name="node02"/>
          <p:cNvGrpSpPr/>
          <p:nvPr/>
        </p:nvGrpSpPr>
        <p:grpSpPr>
          <a:xfrm>
            <a:off x="708025" y="1600200"/>
            <a:ext cx="10775950" cy="3886200"/>
            <a:chOff x="708025" y="1600200"/>
            <a:chExt cx="10775950" cy="3886200"/>
          </a:xfrm>
        </p:grpSpPr>
        <p:sp>
          <p:nvSpPr>
            <p:cNvPr id="7" name="node02.curve"/>
            <p:cNvSpPr/>
            <p:nvPr/>
          </p:nvSpPr>
          <p:spPr>
            <a:xfrm>
              <a:off x="723900" y="1771650"/>
              <a:ext cx="10744200" cy="3086100"/>
            </a:xfrm>
            <a:custGeom>
              <a:avLst/>
              <a:gdLst/>
              <a:ahLst/>
              <a:cxnLst/>
              <a:rect l="l" t="t" r="r" b="b"/>
              <a:pathLst>
                <a:path w="10744200" h="3086100">
                  <a:moveTo>
                    <a:pt x="0" y="3086100"/>
                  </a:moveTo>
                  <a:lnTo>
                    <a:pt x="179070" y="3082693"/>
                  </a:lnTo>
                  <a:lnTo>
                    <a:pt x="358140" y="3079040"/>
                  </a:lnTo>
                  <a:lnTo>
                    <a:pt x="537210" y="3075121"/>
                  </a:lnTo>
                  <a:lnTo>
                    <a:pt x="716280" y="3070919"/>
                  </a:lnTo>
                  <a:lnTo>
                    <a:pt x="895350" y="3066411"/>
                  </a:lnTo>
                  <a:lnTo>
                    <a:pt x="1074420" y="3061577"/>
                  </a:lnTo>
                  <a:lnTo>
                    <a:pt x="1253490" y="3056392"/>
                  </a:lnTo>
                  <a:lnTo>
                    <a:pt x="1432560" y="3050832"/>
                  </a:lnTo>
                  <a:lnTo>
                    <a:pt x="1611630" y="3044868"/>
                  </a:lnTo>
                  <a:lnTo>
                    <a:pt x="1790700" y="3038471"/>
                  </a:lnTo>
                  <a:lnTo>
                    <a:pt x="1969770" y="3031611"/>
                  </a:lnTo>
                  <a:lnTo>
                    <a:pt x="2148840" y="3024254"/>
                  </a:lnTo>
                  <a:lnTo>
                    <a:pt x="2327910" y="3016363"/>
                  </a:lnTo>
                  <a:lnTo>
                    <a:pt x="2506980" y="3007900"/>
                  </a:lnTo>
                  <a:lnTo>
                    <a:pt x="2686050" y="2998823"/>
                  </a:lnTo>
                  <a:lnTo>
                    <a:pt x="2865120" y="2989088"/>
                  </a:lnTo>
                  <a:lnTo>
                    <a:pt x="3044190" y="2978647"/>
                  </a:lnTo>
                  <a:lnTo>
                    <a:pt x="3223260" y="2967450"/>
                  </a:lnTo>
                  <a:lnTo>
                    <a:pt x="3402330" y="2955440"/>
                  </a:lnTo>
                  <a:lnTo>
                    <a:pt x="3581400" y="2942559"/>
                  </a:lnTo>
                  <a:lnTo>
                    <a:pt x="3760470" y="2928745"/>
                  </a:lnTo>
                  <a:lnTo>
                    <a:pt x="3939540" y="2913929"/>
                  </a:lnTo>
                  <a:lnTo>
                    <a:pt x="4118610" y="2898038"/>
                  </a:lnTo>
                  <a:lnTo>
                    <a:pt x="4297680" y="2880996"/>
                  </a:lnTo>
                  <a:lnTo>
                    <a:pt x="4476750" y="2862717"/>
                  </a:lnTo>
                  <a:lnTo>
                    <a:pt x="4655820" y="2843114"/>
                  </a:lnTo>
                  <a:lnTo>
                    <a:pt x="4834890" y="2822089"/>
                  </a:lnTo>
                  <a:lnTo>
                    <a:pt x="5013960" y="2799539"/>
                  </a:lnTo>
                  <a:lnTo>
                    <a:pt x="5193030" y="2775354"/>
                  </a:lnTo>
                  <a:lnTo>
                    <a:pt x="5372100" y="2749416"/>
                  </a:lnTo>
                  <a:lnTo>
                    <a:pt x="5551170" y="2721597"/>
                  </a:lnTo>
                  <a:lnTo>
                    <a:pt x="5730240" y="2691761"/>
                  </a:lnTo>
                  <a:lnTo>
                    <a:pt x="5909310" y="2659762"/>
                  </a:lnTo>
                  <a:lnTo>
                    <a:pt x="6088380" y="2625442"/>
                  </a:lnTo>
                  <a:lnTo>
                    <a:pt x="6267450" y="2588634"/>
                  </a:lnTo>
                  <a:lnTo>
                    <a:pt x="6446520" y="2549157"/>
                  </a:lnTo>
                  <a:lnTo>
                    <a:pt x="6625590" y="2506818"/>
                  </a:lnTo>
                  <a:lnTo>
                    <a:pt x="6804660" y="2461409"/>
                  </a:lnTo>
                  <a:lnTo>
                    <a:pt x="6983730" y="2412707"/>
                  </a:lnTo>
                  <a:lnTo>
                    <a:pt x="7162800" y="2360474"/>
                  </a:lnTo>
                  <a:lnTo>
                    <a:pt x="7341870" y="2304453"/>
                  </a:lnTo>
                  <a:lnTo>
                    <a:pt x="7520940" y="2244371"/>
                  </a:lnTo>
                  <a:lnTo>
                    <a:pt x="7700010" y="2179932"/>
                  </a:lnTo>
                  <a:lnTo>
                    <a:pt x="7879080" y="2110821"/>
                  </a:lnTo>
                  <a:lnTo>
                    <a:pt x="8058150" y="2036699"/>
                  </a:lnTo>
                  <a:lnTo>
                    <a:pt x="8237220" y="1957202"/>
                  </a:lnTo>
                  <a:lnTo>
                    <a:pt x="8416290" y="1871941"/>
                  </a:lnTo>
                  <a:lnTo>
                    <a:pt x="8595360" y="1780498"/>
                  </a:lnTo>
                  <a:lnTo>
                    <a:pt x="8774430" y="1682424"/>
                  </a:lnTo>
                  <a:lnTo>
                    <a:pt x="8953500" y="1577240"/>
                  </a:lnTo>
                  <a:lnTo>
                    <a:pt x="9132570" y="1464428"/>
                  </a:lnTo>
                  <a:lnTo>
                    <a:pt x="9311640" y="1343437"/>
                  </a:lnTo>
                  <a:lnTo>
                    <a:pt x="9490710" y="1213673"/>
                  </a:lnTo>
                  <a:lnTo>
                    <a:pt x="9669780" y="1074501"/>
                  </a:lnTo>
                  <a:lnTo>
                    <a:pt x="9848850" y="925237"/>
                  </a:lnTo>
                  <a:lnTo>
                    <a:pt x="10027920" y="765150"/>
                  </a:lnTo>
                  <a:lnTo>
                    <a:pt x="10206990" y="593455"/>
                  </a:lnTo>
                  <a:lnTo>
                    <a:pt x="10386060" y="409311"/>
                  </a:lnTo>
                  <a:lnTo>
                    <a:pt x="10565130" y="211816"/>
                  </a:lnTo>
                  <a:lnTo>
                    <a:pt x="10744200" y="0"/>
                  </a:lnTo>
                </a:path>
              </a:pathLst>
            </a:custGeom>
            <a:ln w="31750">
              <a:solidFill>
                <a:srgbClr val="070154"/>
              </a:solidFill>
              <a:prstDash val="solid"/>
            </a:ln>
          </p:spPr>
        </p:sp>
        <p:sp>
          <p:nvSpPr>
            <p:cNvPr id="8" name="node02.curve.cap-1"/>
            <p:cNvSpPr/>
            <p:nvPr/>
          </p:nvSpPr>
          <p:spPr>
            <a:xfrm>
              <a:off x="708025" y="4841875"/>
              <a:ext cx="31750" cy="31750"/>
            </a:xfrm>
            <a:prstGeom prst="ellipse">
              <a:avLst/>
            </a:prstGeom>
            <a:solidFill>
              <a:srgbClr val="070154"/>
            </a:solidFill>
            <a:ln>
              <a:noFill/>
            </a:ln>
          </p:spPr>
        </p:sp>
        <p:sp>
          <p:nvSpPr>
            <p:cNvPr id="9" name="node02.curve.cap-2"/>
            <p:cNvSpPr/>
            <p:nvPr/>
          </p:nvSpPr>
          <p:spPr>
            <a:xfrm>
              <a:off x="11452225" y="1755775"/>
              <a:ext cx="31750" cy="31750"/>
            </a:xfrm>
            <a:prstGeom prst="ellipse">
              <a:avLst/>
            </a:prstGeom>
            <a:solidFill>
              <a:srgbClr val="070154"/>
            </a:solidFill>
            <a:ln>
              <a:noFill/>
            </a:ln>
          </p:spPr>
        </p:sp>
        <p:sp>
          <p:nvSpPr>
            <p:cNvPr id="10" name="node02.arrow-1"/>
            <p:cNvSpPr/>
            <p:nvPr/>
          </p:nvSpPr>
          <p:spPr>
            <a:xfrm>
              <a:off x="11440531" y="1771650"/>
              <a:ext cx="27569" cy="123972"/>
            </a:xfrm>
            <a:custGeom>
              <a:avLst/>
              <a:gdLst/>
              <a:ahLst/>
              <a:cxnLst/>
              <a:rect l="l" t="t" r="r" b="b"/>
              <a:pathLst>
                <a:path w="27569" h="123972">
                  <a:moveTo>
                    <a:pt x="27569" y="0"/>
                  </a:moveTo>
                  <a:lnTo>
                    <a:pt x="0" y="123972"/>
                  </a:lnTo>
                </a:path>
              </a:pathLst>
            </a:custGeom>
            <a:ln w="31750">
              <a:solidFill>
                <a:srgbClr val="070154"/>
              </a:solidFill>
              <a:prstDash val="solid"/>
            </a:ln>
          </p:spPr>
        </p:sp>
        <p:sp>
          <p:nvSpPr>
            <p:cNvPr id="11" name="node02.arrow-1.cap-1"/>
            <p:cNvSpPr/>
            <p:nvPr/>
          </p:nvSpPr>
          <p:spPr>
            <a:xfrm>
              <a:off x="11452225" y="1755775"/>
              <a:ext cx="31750" cy="31750"/>
            </a:xfrm>
            <a:prstGeom prst="ellipse">
              <a:avLst/>
            </a:prstGeom>
            <a:solidFill>
              <a:srgbClr val="070154"/>
            </a:solidFill>
            <a:ln>
              <a:noFill/>
            </a:ln>
          </p:spPr>
        </p:sp>
        <p:sp>
          <p:nvSpPr>
            <p:cNvPr id="12" name="node02.arrow-1.cap-2"/>
            <p:cNvSpPr/>
            <p:nvPr/>
          </p:nvSpPr>
          <p:spPr>
            <a:xfrm>
              <a:off x="11424656" y="1879747"/>
              <a:ext cx="31750" cy="31750"/>
            </a:xfrm>
            <a:prstGeom prst="ellipse">
              <a:avLst/>
            </a:prstGeom>
            <a:solidFill>
              <a:srgbClr val="070154"/>
            </a:solidFill>
            <a:ln>
              <a:noFill/>
            </a:ln>
          </p:spPr>
        </p:sp>
        <p:sp>
          <p:nvSpPr>
            <p:cNvPr id="13" name="node02.arrow-2"/>
            <p:cNvSpPr/>
            <p:nvPr/>
          </p:nvSpPr>
          <p:spPr>
            <a:xfrm>
              <a:off x="11348886" y="1771650"/>
              <a:ext cx="119214" cy="43784"/>
            </a:xfrm>
            <a:custGeom>
              <a:avLst/>
              <a:gdLst/>
              <a:ahLst/>
              <a:cxnLst/>
              <a:rect l="l" t="t" r="r" b="b"/>
              <a:pathLst>
                <a:path w="119214" h="43784">
                  <a:moveTo>
                    <a:pt x="119214" y="0"/>
                  </a:moveTo>
                  <a:lnTo>
                    <a:pt x="0" y="43784"/>
                  </a:lnTo>
                </a:path>
              </a:pathLst>
            </a:custGeom>
            <a:ln w="31750">
              <a:solidFill>
                <a:srgbClr val="070154"/>
              </a:solidFill>
              <a:prstDash val="solid"/>
            </a:ln>
          </p:spPr>
        </p:sp>
        <p:sp>
          <p:nvSpPr>
            <p:cNvPr id="14" name="node02.arrow-2.cap-1"/>
            <p:cNvSpPr/>
            <p:nvPr/>
          </p:nvSpPr>
          <p:spPr>
            <a:xfrm>
              <a:off x="11452225" y="1755775"/>
              <a:ext cx="31750" cy="31750"/>
            </a:xfrm>
            <a:prstGeom prst="ellipse">
              <a:avLst/>
            </a:prstGeom>
            <a:solidFill>
              <a:srgbClr val="070154"/>
            </a:solidFill>
            <a:ln>
              <a:noFill/>
            </a:ln>
          </p:spPr>
        </p:sp>
        <p:sp>
          <p:nvSpPr>
            <p:cNvPr id="15" name="node02.arrow-2.cap-2"/>
            <p:cNvSpPr/>
            <p:nvPr/>
          </p:nvSpPr>
          <p:spPr>
            <a:xfrm>
              <a:off x="11333011" y="1799559"/>
              <a:ext cx="31750" cy="31750"/>
            </a:xfrm>
            <a:prstGeom prst="ellipse">
              <a:avLst/>
            </a:prstGeom>
            <a:solidFill>
              <a:srgbClr val="070154"/>
            </a:solidFill>
            <a:ln>
              <a:noFill/>
            </a:ln>
          </p:spPr>
        </p:sp>
        <p:sp>
          <p:nvSpPr>
            <p:cNvPr id="16" name="node02.axis"/>
            <p:cNvSpPr/>
            <p:nvPr/>
          </p:nvSpPr>
          <p:spPr>
            <a:xfrm>
              <a:off x="723900" y="53340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7" name="node02.axis.arrow"/>
            <p:cNvSpPr/>
            <p:nvPr/>
          </p:nvSpPr>
          <p:spPr>
            <a:xfrm>
              <a:off x="11379200" y="52832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8" name="node02.axis.label-bg"/>
            <p:cNvSpPr/>
            <p:nvPr/>
          </p:nvSpPr>
          <p:spPr>
            <a:xfrm>
              <a:off x="4953000" y="5257800"/>
              <a:ext cx="2286000" cy="152400"/>
            </a:xfrm>
            <a:prstGeom prst="rect">
              <a:avLst/>
            </a:prstGeom>
            <a:solidFill>
              <a:srgbClr val="FFFFFF"/>
            </a:solidFill>
            <a:ln>
              <a:noFill/>
            </a:ln>
          </p:spPr>
        </p:sp>
        <p:sp>
          <p:nvSpPr>
            <p:cNvPr id="19" name="node02.axis.label"/>
            <p:cNvSpPr/>
            <p:nvPr/>
          </p:nvSpPr>
          <p:spPr>
            <a:xfrm>
              <a:off x="4953000" y="5257800"/>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MATURITY</a:t>
              </a:r>
              <a:endParaRPr lang="en-US" sz="900" spc="54" kern="0" b="0" i="0" dirty="0">
                <a:solidFill>
                  <a:srgbClr val="070154"/>
                </a:solidFill>
                <a:latin typeface="IBM Plex Mono SemiBold"/>
                <a:ea typeface="IBM Plex Mono SemiBold"/>
                <a:cs typeface="IBM Plex Mono SemiBold"/>
              </a:endParaRPr>
            </a:p>
          </p:txBody>
        </p:sp>
        <p:sp>
          <p:nvSpPr>
            <p:cNvPr id="20" name="node02.stages.source-001.circle"/>
            <p:cNvSpPr/>
            <p:nvPr/>
          </p:nvSpPr>
          <p:spPr>
            <a:xfrm>
              <a:off x="1121410" y="4707071"/>
              <a:ext cx="279400" cy="279400"/>
            </a:xfrm>
            <a:prstGeom prst="ellipse">
              <a:avLst/>
            </a:prstGeom>
            <a:solidFill>
              <a:srgbClr val="FFFFFF"/>
            </a:solidFill>
            <a:ln w="25400">
              <a:solidFill>
                <a:srgbClr val="070154"/>
              </a:solidFill>
              <a:prstDash val="solid"/>
            </a:ln>
          </p:spPr>
        </p:sp>
        <p:sp>
          <p:nvSpPr>
            <p:cNvPr id="21" name="node02.stages.source-001.number"/>
            <p:cNvSpPr/>
            <p:nvPr/>
          </p:nvSpPr>
          <p:spPr>
            <a:xfrm>
              <a:off x="1134110" y="4694371"/>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2" name="node02.stages.source-001.tick"/>
            <p:cNvSpPr/>
            <p:nvPr/>
          </p:nvSpPr>
          <p:spPr>
            <a:xfrm>
              <a:off x="1254760" y="4465771"/>
              <a:ext cx="12700" cy="228600"/>
            </a:xfrm>
            <a:prstGeom prst="rect">
              <a:avLst/>
            </a:prstGeom>
            <a:solidFill>
              <a:srgbClr val="070154"/>
            </a:solidFill>
            <a:ln>
              <a:noFill/>
            </a:ln>
          </p:spPr>
        </p:sp>
        <p:sp>
          <p:nvSpPr>
            <p:cNvPr id="23" name="node02.stages.source-001.label"/>
            <p:cNvSpPr/>
            <p:nvPr/>
          </p:nvSpPr>
          <p:spPr>
            <a:xfrm>
              <a:off x="1108710" y="3754571"/>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INITIAL</a:t>
              </a:r>
              <a:endParaRPr lang="en-US" sz="900" spc="54" kern="0" b="0" i="0" dirty="0">
                <a:solidFill>
                  <a:srgbClr val="0047FF"/>
                </a:solidFill>
                <a:latin typeface="IBM Plex Mono SemiBold"/>
                <a:ea typeface="IBM Plex Mono SemiBold"/>
                <a:cs typeface="IBM Plex Mono SemiBold"/>
              </a:endParaRPr>
            </a:p>
          </p:txBody>
        </p:sp>
        <p:sp>
          <p:nvSpPr>
            <p:cNvPr id="24" name="node02.stages.source-001.text"/>
            <p:cNvSpPr/>
            <p:nvPr/>
          </p:nvSpPr>
          <p:spPr>
            <a:xfrm>
              <a:off x="1108710" y="3957771"/>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Effort is improvised and results vary.</a:t>
              </a:r>
              <a:endParaRPr lang="en-US" sz="1200" spc="0" kern="0" b="0" i="0" dirty="0">
                <a:solidFill>
                  <a:srgbClr val="070154"/>
                </a:solidFill>
                <a:latin typeface="IBM Plex Sans"/>
                <a:ea typeface="IBM Plex Sans"/>
                <a:cs typeface="IBM Plex Sans"/>
              </a:endParaRPr>
            </a:p>
          </p:txBody>
        </p:sp>
        <p:sp>
          <p:nvSpPr>
            <p:cNvPr id="25" name="node02.stages.source-002.circle"/>
            <p:cNvSpPr/>
            <p:nvPr/>
          </p:nvSpPr>
          <p:spPr>
            <a:xfrm>
              <a:off x="3377692" y="4625014"/>
              <a:ext cx="279400" cy="279400"/>
            </a:xfrm>
            <a:prstGeom prst="ellipse">
              <a:avLst/>
            </a:prstGeom>
            <a:solidFill>
              <a:srgbClr val="070154"/>
            </a:solidFill>
            <a:ln w="25400">
              <a:solidFill>
                <a:srgbClr val="070154"/>
              </a:solidFill>
              <a:prstDash val="solid"/>
            </a:ln>
          </p:spPr>
        </p:sp>
        <p:sp>
          <p:nvSpPr>
            <p:cNvPr id="26" name="node02.stages.source-002.number"/>
            <p:cNvSpPr/>
            <p:nvPr/>
          </p:nvSpPr>
          <p:spPr>
            <a:xfrm>
              <a:off x="3390392" y="4612314"/>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FFFFFF"/>
                  </a:solidFill>
                  <a:latin typeface="IBM Plex Mono SemiBold"/>
                  <a:ea typeface="IBM Plex Mono SemiBold"/>
                  <a:cs typeface="IBM Plex Mono SemiBold"/>
                </a:rPr>
                <a:t>2</a:t>
              </a:r>
              <a:endParaRPr lang="en-US" sz="1100" spc="0" kern="0" b="0" i="0" dirty="0">
                <a:solidFill>
                  <a:srgbClr val="FFFFFF"/>
                </a:solidFill>
                <a:latin typeface="IBM Plex Mono SemiBold"/>
                <a:ea typeface="IBM Plex Mono SemiBold"/>
                <a:cs typeface="IBM Plex Mono SemiBold"/>
              </a:endParaRPr>
            </a:p>
          </p:txBody>
        </p:sp>
        <p:sp>
          <p:nvSpPr>
            <p:cNvPr id="27" name="node02.stages.source-002.tick"/>
            <p:cNvSpPr/>
            <p:nvPr/>
          </p:nvSpPr>
          <p:spPr>
            <a:xfrm>
              <a:off x="3511042" y="4383714"/>
              <a:ext cx="12700" cy="228600"/>
            </a:xfrm>
            <a:prstGeom prst="rect">
              <a:avLst/>
            </a:prstGeom>
            <a:solidFill>
              <a:srgbClr val="070154"/>
            </a:solidFill>
            <a:ln>
              <a:noFill/>
            </a:ln>
          </p:spPr>
        </p:sp>
        <p:sp>
          <p:nvSpPr>
            <p:cNvPr id="28" name="node02.stages.source-002.label"/>
            <p:cNvSpPr/>
            <p:nvPr/>
          </p:nvSpPr>
          <p:spPr>
            <a:xfrm>
              <a:off x="3364992" y="3672514"/>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REPEATABLE</a:t>
              </a:r>
              <a:endParaRPr lang="en-US" sz="900" spc="54" kern="0" b="0" i="0" dirty="0">
                <a:solidFill>
                  <a:srgbClr val="0047FF"/>
                </a:solidFill>
                <a:latin typeface="IBM Plex Mono SemiBold"/>
                <a:ea typeface="IBM Plex Mono SemiBold"/>
                <a:cs typeface="IBM Plex Mono SemiBold"/>
              </a:endParaRPr>
            </a:p>
          </p:txBody>
        </p:sp>
        <p:sp>
          <p:nvSpPr>
            <p:cNvPr id="29" name="node02.stages.source-002.text"/>
            <p:cNvSpPr/>
            <p:nvPr/>
          </p:nvSpPr>
          <p:spPr>
            <a:xfrm>
              <a:off x="3364992" y="3875714"/>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Teams follow the same steps for similar work.</a:t>
              </a:r>
              <a:endParaRPr lang="en-US" sz="1200" spc="0" kern="0" b="0" i="0" dirty="0">
                <a:solidFill>
                  <a:srgbClr val="070154"/>
                </a:solidFill>
                <a:latin typeface="IBM Plex Sans"/>
                <a:ea typeface="IBM Plex Sans"/>
                <a:cs typeface="IBM Plex Sans"/>
              </a:endParaRPr>
            </a:p>
          </p:txBody>
        </p:sp>
        <p:sp>
          <p:nvSpPr>
            <p:cNvPr id="30" name="node02.stages.source-003.circle"/>
            <p:cNvSpPr/>
            <p:nvPr/>
          </p:nvSpPr>
          <p:spPr>
            <a:xfrm>
              <a:off x="5633974" y="4426787"/>
              <a:ext cx="279400" cy="279400"/>
            </a:xfrm>
            <a:prstGeom prst="ellipse">
              <a:avLst/>
            </a:prstGeom>
            <a:solidFill>
              <a:srgbClr val="FFFFFF"/>
            </a:solidFill>
            <a:ln w="25400">
              <a:solidFill>
                <a:srgbClr val="070154"/>
              </a:solidFill>
              <a:prstDash val="solid"/>
            </a:ln>
          </p:spPr>
        </p:sp>
        <p:sp>
          <p:nvSpPr>
            <p:cNvPr id="31" name="node02.stages.source-003.number"/>
            <p:cNvSpPr/>
            <p:nvPr/>
          </p:nvSpPr>
          <p:spPr>
            <a:xfrm>
              <a:off x="5646674" y="4414087"/>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2" name="node02.stages.source-003.tick"/>
            <p:cNvSpPr/>
            <p:nvPr/>
          </p:nvSpPr>
          <p:spPr>
            <a:xfrm>
              <a:off x="5767324" y="4185487"/>
              <a:ext cx="12700" cy="228600"/>
            </a:xfrm>
            <a:prstGeom prst="rect">
              <a:avLst/>
            </a:prstGeom>
            <a:solidFill>
              <a:srgbClr val="070154"/>
            </a:solidFill>
            <a:ln>
              <a:noFill/>
            </a:ln>
          </p:spPr>
        </p:sp>
        <p:sp>
          <p:nvSpPr>
            <p:cNvPr id="33" name="node02.stages.source-003.label"/>
            <p:cNvSpPr/>
            <p:nvPr/>
          </p:nvSpPr>
          <p:spPr>
            <a:xfrm>
              <a:off x="5621274" y="3474287"/>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34" name="node02.stages.source-003.text"/>
            <p:cNvSpPr/>
            <p:nvPr/>
          </p:nvSpPr>
          <p:spPr>
            <a:xfrm>
              <a:off x="5621274" y="3677487"/>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standard method is used across teams.</a:t>
              </a:r>
              <a:endParaRPr lang="en-US" sz="1200" spc="0" kern="0" b="0" i="0" dirty="0">
                <a:solidFill>
                  <a:srgbClr val="070154"/>
                </a:solidFill>
                <a:latin typeface="IBM Plex Sans"/>
                <a:ea typeface="IBM Plex Sans"/>
                <a:cs typeface="IBM Plex Sans"/>
              </a:endParaRPr>
            </a:p>
          </p:txBody>
        </p:sp>
        <p:sp>
          <p:nvSpPr>
            <p:cNvPr id="35" name="node02.stages.source-004.circle"/>
            <p:cNvSpPr/>
            <p:nvPr/>
          </p:nvSpPr>
          <p:spPr>
            <a:xfrm>
              <a:off x="7675372" y="4013757"/>
              <a:ext cx="279400" cy="279400"/>
            </a:xfrm>
            <a:prstGeom prst="ellipse">
              <a:avLst/>
            </a:prstGeom>
            <a:solidFill>
              <a:srgbClr val="FFFFFF"/>
            </a:solidFill>
            <a:ln w="25400">
              <a:solidFill>
                <a:srgbClr val="070154"/>
              </a:solidFill>
              <a:prstDash val="solid"/>
            </a:ln>
          </p:spPr>
        </p:sp>
        <p:sp>
          <p:nvSpPr>
            <p:cNvPr id="36" name="node02.stages.source-004.number"/>
            <p:cNvSpPr/>
            <p:nvPr/>
          </p:nvSpPr>
          <p:spPr>
            <a:xfrm>
              <a:off x="7688072" y="4001057"/>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7" name="node02.stages.source-004.tick"/>
            <p:cNvSpPr/>
            <p:nvPr/>
          </p:nvSpPr>
          <p:spPr>
            <a:xfrm>
              <a:off x="7808722" y="3264457"/>
              <a:ext cx="12700" cy="736600"/>
            </a:xfrm>
            <a:prstGeom prst="rect">
              <a:avLst/>
            </a:prstGeom>
            <a:solidFill>
              <a:srgbClr val="070154"/>
            </a:solidFill>
            <a:ln>
              <a:noFill/>
            </a:ln>
          </p:spPr>
        </p:sp>
        <p:sp>
          <p:nvSpPr>
            <p:cNvPr id="38" name="node02.stages.source-004.label"/>
            <p:cNvSpPr/>
            <p:nvPr/>
          </p:nvSpPr>
          <p:spPr>
            <a:xfrm>
              <a:off x="6265672" y="2553257"/>
              <a:ext cx="20574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39" name="node02.stages.source-004.text"/>
            <p:cNvSpPr/>
            <p:nvPr/>
          </p:nvSpPr>
          <p:spPr>
            <a:xfrm>
              <a:off x="6265672" y="2756457"/>
              <a:ext cx="20574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Measures guide decisions and fixes.</a:t>
              </a:r>
              <a:endParaRPr lang="en-US" sz="1200" spc="0" kern="0" b="0" i="0" dirty="0">
                <a:solidFill>
                  <a:srgbClr val="070154"/>
                </a:solidFill>
                <a:latin typeface="IBM Plex Sans"/>
                <a:ea typeface="IBM Plex Sans"/>
                <a:cs typeface="IBM Plex Sans"/>
              </a:endParaRPr>
            </a:p>
          </p:txBody>
        </p:sp>
        <p:sp>
          <p:nvSpPr>
            <p:cNvPr id="40" name="node02.stages.source-005.circle"/>
            <p:cNvSpPr/>
            <p:nvPr/>
          </p:nvSpPr>
          <p:spPr>
            <a:xfrm>
              <a:off x="9609328" y="3165010"/>
              <a:ext cx="279400" cy="279400"/>
            </a:xfrm>
            <a:prstGeom prst="ellipse">
              <a:avLst/>
            </a:prstGeom>
            <a:solidFill>
              <a:srgbClr val="FFFFFF"/>
            </a:solidFill>
            <a:ln w="25400">
              <a:solidFill>
                <a:srgbClr val="070154"/>
              </a:solidFill>
              <a:prstDash val="solid"/>
            </a:ln>
          </p:spPr>
        </p:sp>
        <p:sp>
          <p:nvSpPr>
            <p:cNvPr id="41" name="node02.stages.source-005.number"/>
            <p:cNvSpPr/>
            <p:nvPr/>
          </p:nvSpPr>
          <p:spPr>
            <a:xfrm>
              <a:off x="9622028" y="315231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42" name="node02.stages.source-005.tick"/>
            <p:cNvSpPr/>
            <p:nvPr/>
          </p:nvSpPr>
          <p:spPr>
            <a:xfrm>
              <a:off x="9742678" y="2415710"/>
              <a:ext cx="12700" cy="736600"/>
            </a:xfrm>
            <a:prstGeom prst="rect">
              <a:avLst/>
            </a:prstGeom>
            <a:solidFill>
              <a:srgbClr val="070154"/>
            </a:solidFill>
            <a:ln>
              <a:noFill/>
            </a:ln>
          </p:spPr>
        </p:sp>
        <p:sp>
          <p:nvSpPr>
            <p:cNvPr id="43" name="node02.stages.source-005.label"/>
            <p:cNvSpPr/>
            <p:nvPr/>
          </p:nvSpPr>
          <p:spPr>
            <a:xfrm>
              <a:off x="8199628" y="1704510"/>
              <a:ext cx="20574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OPTIMIZING</a:t>
              </a:r>
              <a:endParaRPr lang="en-US" sz="900" spc="54" kern="0" b="0" i="0" dirty="0">
                <a:solidFill>
                  <a:srgbClr val="0047FF"/>
                </a:solidFill>
                <a:latin typeface="IBM Plex Mono SemiBold"/>
                <a:ea typeface="IBM Plex Mono SemiBold"/>
                <a:cs typeface="IBM Plex Mono SemiBold"/>
              </a:endParaRPr>
            </a:p>
          </p:txBody>
        </p:sp>
        <p:sp>
          <p:nvSpPr>
            <p:cNvPr id="44" name="node02.stages.source-005.text"/>
            <p:cNvSpPr/>
            <p:nvPr/>
          </p:nvSpPr>
          <p:spPr>
            <a:xfrm>
              <a:off x="8199628" y="1907710"/>
              <a:ext cx="20574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Learning loops improve the method itself.</a:t>
              </a:r>
              <a:endParaRPr lang="en-US" sz="1200" spc="0" kern="0" b="0" i="0" dirty="0">
                <a:solidFill>
                  <a:srgbClr val="070154"/>
                </a:solidFill>
                <a:latin typeface="IBM Plex Sans"/>
                <a:ea typeface="IBM Plex Sans"/>
                <a:cs typeface="IBM Plex Sans"/>
              </a:endParaRPr>
            </a:p>
          </p:txBody>
        </p:sp>
        <p:sp>
          <p:nvSpPr>
            <p:cNvPr id="45" name="node02.here.tick"/>
            <p:cNvSpPr/>
            <p:nvPr/>
          </p:nvSpPr>
          <p:spPr>
            <a:xfrm>
              <a:off x="3507867" y="4917114"/>
              <a:ext cx="19050" cy="152400"/>
            </a:xfrm>
            <a:prstGeom prst="rect">
              <a:avLst/>
            </a:prstGeom>
            <a:solidFill>
              <a:srgbClr val="F900D3"/>
            </a:solidFill>
            <a:ln>
              <a:noFill/>
            </a:ln>
          </p:spPr>
        </p:sp>
        <p:sp>
          <p:nvSpPr>
            <p:cNvPr id="46" name="node02.here.tag"/>
            <p:cNvSpPr/>
            <p:nvPr/>
          </p:nvSpPr>
          <p:spPr>
            <a:xfrm>
              <a:off x="2977766" y="5069514"/>
              <a:ext cx="1079252" cy="203200"/>
            </a:xfrm>
            <a:prstGeom prst="rect">
              <a:avLst/>
            </a:prstGeom>
            <a:solidFill>
              <a:srgbClr val="F900D3"/>
            </a:solidFill>
            <a:ln>
              <a:noFill/>
            </a:ln>
          </p:spPr>
        </p:sp>
        <p:sp>
          <p:nvSpPr>
            <p:cNvPr id="47" name="node02.here.label"/>
            <p:cNvSpPr/>
            <p:nvPr/>
          </p:nvSpPr>
          <p:spPr>
            <a:xfrm>
              <a:off x="3053966" y="5094914"/>
              <a:ext cx="926852"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YOU ARE HERE</a:t>
              </a:r>
              <a:endParaRPr lang="en-US" sz="900" spc="54" kern="0" b="0" i="0" dirty="0">
                <a:solidFill>
                  <a:srgbClr val="070154"/>
                </a:solidFill>
                <a:latin typeface="IBM Plex Mono SemiBold"/>
                <a:ea typeface="IBM Plex Mono SemiBold"/>
                <a:cs typeface="IBM Plex Mono SemiBold"/>
              </a:endParaRPr>
            </a:p>
          </p:txBody>
        </p:sp>
      </p:grpSp>
      <p:grpSp>
        <p:nvGrpSpPr>
          <p:cNvPr id="51" name="node03"/>
          <p:cNvGrpSpPr/>
          <p:nvPr/>
        </p:nvGrpSpPr>
        <p:grpSpPr>
          <a:xfrm>
            <a:off x="723900" y="5562600"/>
            <a:ext cx="10744200" cy="228600"/>
            <a:chOff x="723900" y="5562600"/>
            <a:chExt cx="10744200" cy="228600"/>
          </a:xfrm>
        </p:grpSpPr>
        <p:sp>
          <p:nvSpPr>
            <p:cNvPr id="48" name="node03.text"/>
            <p:cNvSpPr/>
            <p:nvPr/>
          </p:nvSpPr>
          <p:spPr>
            <a:xfrm>
              <a:off x="723900" y="55626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filled marker is where Northfield is today.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ource-29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stages take the practice from ad hoc to optimized</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257300"/>
          </a:xfrm>
          <a:prstGeom prst="rect">
            <a:avLst/>
          </a:prstGeom>
          <a:solidFill>
            <a:srgbClr val="E8EEF8"/>
          </a:solidFill>
          <a:ln>
            <a:noFill/>
          </a:ln>
        </p:spPr>
      </p:sp>
      <p:sp>
        <p:nvSpPr>
          <p:cNvPr id="6" name="nav.label.section-01"/>
          <p:cNvSpPr/>
          <p:nvPr/>
        </p:nvSpPr>
        <p:spPr>
          <a:xfrm>
            <a:off x="266700" y="457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790700"/>
            <a:ext cx="228600" cy="1257300"/>
          </a:xfrm>
          <a:prstGeom prst="rect">
            <a:avLst/>
          </a:prstGeom>
          <a:solidFill>
            <a:srgbClr val="070154"/>
          </a:solidFill>
          <a:ln>
            <a:noFill/>
          </a:ln>
        </p:spPr>
      </p:sp>
      <p:sp>
        <p:nvSpPr>
          <p:cNvPr id="8" name="nav.label.section-02"/>
          <p:cNvSpPr/>
          <p:nvPr/>
        </p:nvSpPr>
        <p:spPr>
          <a:xfrm>
            <a:off x="266700" y="1790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124200"/>
            <a:ext cx="228600" cy="1257300"/>
          </a:xfrm>
          <a:prstGeom prst="rect">
            <a:avLst/>
          </a:prstGeom>
          <a:solidFill>
            <a:srgbClr val="E8EEF8"/>
          </a:solidFill>
          <a:ln>
            <a:noFill/>
          </a:ln>
        </p:spPr>
      </p:sp>
      <p:sp>
        <p:nvSpPr>
          <p:cNvPr id="10" name="nav.label.section-03"/>
          <p:cNvSpPr/>
          <p:nvPr/>
        </p:nvSpPr>
        <p:spPr>
          <a:xfrm>
            <a:off x="266700" y="3124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457700"/>
            <a:ext cx="228600" cy="1257300"/>
          </a:xfrm>
          <a:prstGeom prst="rect">
            <a:avLst/>
          </a:prstGeom>
          <a:solidFill>
            <a:srgbClr val="E8EEF8"/>
          </a:solidFill>
          <a:ln>
            <a:noFill/>
          </a:ln>
        </p:spPr>
      </p:sp>
      <p:sp>
        <p:nvSpPr>
          <p:cNvPr id="12" name="nav.label.section-04"/>
          <p:cNvSpPr/>
          <p:nvPr/>
        </p:nvSpPr>
        <p:spPr>
          <a:xfrm>
            <a:off x="266700" y="4457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56</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723900" y="1600200"/>
            <a:ext cx="4800600" cy="533400"/>
            <a:chOff x="723900" y="1600200"/>
            <a:chExt cx="4800600" cy="533400"/>
          </a:xfrm>
        </p:grpSpPr>
        <p:sp>
          <p:nvSpPr>
            <p:cNvPr id="14" name="node01.text"/>
            <p:cNvSpPr/>
            <p:nvPr/>
          </p:nvSpPr>
          <p:spPr>
            <a:xfrm>
              <a:off x="723900" y="1600200"/>
              <a:ext cx="4800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Each stage builds on the last. Early stages take effort and show little; the climb steepens once practice is shared.</a:t>
              </a:r>
              <a:endParaRPr lang="en-US" sz="1400" spc="0" kern="0" b="0" i="0" dirty="0">
                <a:solidFill>
                  <a:srgbClr val="070154"/>
                </a:solidFill>
                <a:latin typeface="IBM Plex Sans"/>
                <a:ea typeface="IBM Plex Sans"/>
                <a:cs typeface="IBM Plex Sans"/>
              </a:endParaRPr>
            </a:p>
          </p:txBody>
        </p:sp>
      </p:grpSp>
      <p:grpSp>
        <p:nvGrpSpPr>
          <p:cNvPr id="49" name="node02"/>
          <p:cNvGrpSpPr/>
          <p:nvPr/>
        </p:nvGrpSpPr>
        <p:grpSpPr>
          <a:xfrm>
            <a:off x="708025" y="1600200"/>
            <a:ext cx="10775950" cy="4114800"/>
            <a:chOff x="708025" y="1600200"/>
            <a:chExt cx="10775950" cy="4114800"/>
          </a:xfrm>
        </p:grpSpPr>
        <p:sp>
          <p:nvSpPr>
            <p:cNvPr id="15" name="node02.curve"/>
            <p:cNvSpPr/>
            <p:nvPr/>
          </p:nvSpPr>
          <p:spPr>
            <a:xfrm>
              <a:off x="723900" y="1935319"/>
              <a:ext cx="10744200" cy="3147614"/>
            </a:xfrm>
            <a:custGeom>
              <a:avLst/>
              <a:gdLst/>
              <a:ahLst/>
              <a:cxnLst/>
              <a:rect l="l" t="t" r="r" b="b"/>
              <a:pathLst>
                <a:path w="10744200" h="3147614">
                  <a:moveTo>
                    <a:pt x="0" y="3147614"/>
                  </a:moveTo>
                  <a:lnTo>
                    <a:pt x="179070" y="3144140"/>
                  </a:lnTo>
                  <a:lnTo>
                    <a:pt x="358140" y="3140413"/>
                  </a:lnTo>
                  <a:lnTo>
                    <a:pt x="537210" y="3136416"/>
                  </a:lnTo>
                  <a:lnTo>
                    <a:pt x="716280" y="3132130"/>
                  </a:lnTo>
                  <a:lnTo>
                    <a:pt x="895350" y="3127533"/>
                  </a:lnTo>
                  <a:lnTo>
                    <a:pt x="1074420" y="3122602"/>
                  </a:lnTo>
                  <a:lnTo>
                    <a:pt x="1253490" y="3117314"/>
                  </a:lnTo>
                  <a:lnTo>
                    <a:pt x="1432560" y="3111643"/>
                  </a:lnTo>
                  <a:lnTo>
                    <a:pt x="1611630" y="3105560"/>
                  </a:lnTo>
                  <a:lnTo>
                    <a:pt x="1790700" y="3099036"/>
                  </a:lnTo>
                  <a:lnTo>
                    <a:pt x="1969770" y="3092039"/>
                  </a:lnTo>
                  <a:lnTo>
                    <a:pt x="2148840" y="3084535"/>
                  </a:lnTo>
                  <a:lnTo>
                    <a:pt x="2327910" y="3076487"/>
                  </a:lnTo>
                  <a:lnTo>
                    <a:pt x="2506980" y="3067855"/>
                  </a:lnTo>
                  <a:lnTo>
                    <a:pt x="2686050" y="3058598"/>
                  </a:lnTo>
                  <a:lnTo>
                    <a:pt x="2865120" y="3048669"/>
                  </a:lnTo>
                  <a:lnTo>
                    <a:pt x="3044190" y="3038020"/>
                  </a:lnTo>
                  <a:lnTo>
                    <a:pt x="3223260" y="3026599"/>
                  </a:lnTo>
                  <a:lnTo>
                    <a:pt x="3402330" y="3014350"/>
                  </a:lnTo>
                  <a:lnTo>
                    <a:pt x="3581400" y="3001212"/>
                  </a:lnTo>
                  <a:lnTo>
                    <a:pt x="3760470" y="2987123"/>
                  </a:lnTo>
                  <a:lnTo>
                    <a:pt x="3939540" y="2972011"/>
                  </a:lnTo>
                  <a:lnTo>
                    <a:pt x="4118610" y="2955804"/>
                  </a:lnTo>
                  <a:lnTo>
                    <a:pt x="4297680" y="2938422"/>
                  </a:lnTo>
                  <a:lnTo>
                    <a:pt x="4476750" y="2919779"/>
                  </a:lnTo>
                  <a:lnTo>
                    <a:pt x="4655820" y="2899784"/>
                  </a:lnTo>
                  <a:lnTo>
                    <a:pt x="4834890" y="2878340"/>
                  </a:lnTo>
                  <a:lnTo>
                    <a:pt x="5013960" y="2855341"/>
                  </a:lnTo>
                  <a:lnTo>
                    <a:pt x="5193030" y="2830675"/>
                  </a:lnTo>
                  <a:lnTo>
                    <a:pt x="5372100" y="2804219"/>
                  </a:lnTo>
                  <a:lnTo>
                    <a:pt x="5551170" y="2775846"/>
                  </a:lnTo>
                  <a:lnTo>
                    <a:pt x="5730240" y="2745415"/>
                  </a:lnTo>
                  <a:lnTo>
                    <a:pt x="5909310" y="2712778"/>
                  </a:lnTo>
                  <a:lnTo>
                    <a:pt x="6088380" y="2677774"/>
                  </a:lnTo>
                  <a:lnTo>
                    <a:pt x="6267450" y="2640233"/>
                  </a:lnTo>
                  <a:lnTo>
                    <a:pt x="6446520" y="2599969"/>
                  </a:lnTo>
                  <a:lnTo>
                    <a:pt x="6625590" y="2556785"/>
                  </a:lnTo>
                  <a:lnTo>
                    <a:pt x="6804660" y="2510471"/>
                  </a:lnTo>
                  <a:lnTo>
                    <a:pt x="6983730" y="2460798"/>
                  </a:lnTo>
                  <a:lnTo>
                    <a:pt x="7162800" y="2407524"/>
                  </a:lnTo>
                  <a:lnTo>
                    <a:pt x="7341870" y="2350387"/>
                  </a:lnTo>
                  <a:lnTo>
                    <a:pt x="7520940" y="2289107"/>
                  </a:lnTo>
                  <a:lnTo>
                    <a:pt x="7700010" y="2223384"/>
                  </a:lnTo>
                  <a:lnTo>
                    <a:pt x="7879080" y="2152895"/>
                  </a:lnTo>
                  <a:lnTo>
                    <a:pt x="8058150" y="2077295"/>
                  </a:lnTo>
                  <a:lnTo>
                    <a:pt x="8237220" y="1996214"/>
                  </a:lnTo>
                  <a:lnTo>
                    <a:pt x="8416290" y="1909254"/>
                  </a:lnTo>
                  <a:lnTo>
                    <a:pt x="8595360" y="1815988"/>
                  </a:lnTo>
                  <a:lnTo>
                    <a:pt x="8774430" y="1715959"/>
                  </a:lnTo>
                  <a:lnTo>
                    <a:pt x="8953500" y="1608678"/>
                  </a:lnTo>
                  <a:lnTo>
                    <a:pt x="9132570" y="1493618"/>
                  </a:lnTo>
                  <a:lnTo>
                    <a:pt x="9311640" y="1370216"/>
                  </a:lnTo>
                  <a:lnTo>
                    <a:pt x="9490710" y="1237865"/>
                  </a:lnTo>
                  <a:lnTo>
                    <a:pt x="9669780" y="1095918"/>
                  </a:lnTo>
                  <a:lnTo>
                    <a:pt x="9848850" y="943679"/>
                  </a:lnTo>
                  <a:lnTo>
                    <a:pt x="10027920" y="780401"/>
                  </a:lnTo>
                  <a:lnTo>
                    <a:pt x="10206990" y="605284"/>
                  </a:lnTo>
                  <a:lnTo>
                    <a:pt x="10386060" y="417470"/>
                  </a:lnTo>
                  <a:lnTo>
                    <a:pt x="10565130" y="216038"/>
                  </a:lnTo>
                  <a:lnTo>
                    <a:pt x="10744200" y="0"/>
                  </a:lnTo>
                </a:path>
              </a:pathLst>
            </a:custGeom>
            <a:ln w="31750">
              <a:solidFill>
                <a:srgbClr val="070154"/>
              </a:solidFill>
              <a:prstDash val="solid"/>
            </a:ln>
          </p:spPr>
        </p:sp>
        <p:sp>
          <p:nvSpPr>
            <p:cNvPr id="16" name="node02.curve.cap-1"/>
            <p:cNvSpPr/>
            <p:nvPr/>
          </p:nvSpPr>
          <p:spPr>
            <a:xfrm>
              <a:off x="708025" y="5067058"/>
              <a:ext cx="31750" cy="31750"/>
            </a:xfrm>
            <a:prstGeom prst="ellipse">
              <a:avLst/>
            </a:prstGeom>
            <a:solidFill>
              <a:srgbClr val="070154"/>
            </a:solidFill>
            <a:ln>
              <a:noFill/>
            </a:ln>
          </p:spPr>
        </p:sp>
        <p:sp>
          <p:nvSpPr>
            <p:cNvPr id="17" name="node02.curve.cap-2"/>
            <p:cNvSpPr/>
            <p:nvPr/>
          </p:nvSpPr>
          <p:spPr>
            <a:xfrm>
              <a:off x="11452225" y="1919444"/>
              <a:ext cx="31750" cy="31750"/>
            </a:xfrm>
            <a:prstGeom prst="ellipse">
              <a:avLst/>
            </a:prstGeom>
            <a:solidFill>
              <a:srgbClr val="070154"/>
            </a:solidFill>
            <a:ln>
              <a:noFill/>
            </a:ln>
          </p:spPr>
        </p:sp>
        <p:sp>
          <p:nvSpPr>
            <p:cNvPr id="18" name="node02.arrow-1"/>
            <p:cNvSpPr/>
            <p:nvPr/>
          </p:nvSpPr>
          <p:spPr>
            <a:xfrm>
              <a:off x="11441743" y="1935319"/>
              <a:ext cx="26357" cy="124235"/>
            </a:xfrm>
            <a:custGeom>
              <a:avLst/>
              <a:gdLst/>
              <a:ahLst/>
              <a:cxnLst/>
              <a:rect l="l" t="t" r="r" b="b"/>
              <a:pathLst>
                <a:path w="26357" h="124235">
                  <a:moveTo>
                    <a:pt x="26357" y="0"/>
                  </a:moveTo>
                  <a:lnTo>
                    <a:pt x="0" y="124235"/>
                  </a:lnTo>
                </a:path>
              </a:pathLst>
            </a:custGeom>
            <a:ln w="31750">
              <a:solidFill>
                <a:srgbClr val="070154"/>
              </a:solidFill>
              <a:prstDash val="solid"/>
            </a:ln>
          </p:spPr>
        </p:sp>
        <p:sp>
          <p:nvSpPr>
            <p:cNvPr id="19" name="node02.arrow-1.cap-1"/>
            <p:cNvSpPr/>
            <p:nvPr/>
          </p:nvSpPr>
          <p:spPr>
            <a:xfrm>
              <a:off x="11452225" y="1919444"/>
              <a:ext cx="31750" cy="31750"/>
            </a:xfrm>
            <a:prstGeom prst="ellipse">
              <a:avLst/>
            </a:prstGeom>
            <a:solidFill>
              <a:srgbClr val="070154"/>
            </a:solidFill>
            <a:ln>
              <a:noFill/>
            </a:ln>
          </p:spPr>
        </p:sp>
        <p:sp>
          <p:nvSpPr>
            <p:cNvPr id="20" name="node02.arrow-1.cap-2"/>
            <p:cNvSpPr/>
            <p:nvPr/>
          </p:nvSpPr>
          <p:spPr>
            <a:xfrm>
              <a:off x="11425868" y="2043678"/>
              <a:ext cx="31750" cy="31750"/>
            </a:xfrm>
            <a:prstGeom prst="ellipse">
              <a:avLst/>
            </a:prstGeom>
            <a:solidFill>
              <a:srgbClr val="070154"/>
            </a:solidFill>
            <a:ln>
              <a:noFill/>
            </a:ln>
          </p:spPr>
        </p:sp>
        <p:sp>
          <p:nvSpPr>
            <p:cNvPr id="21" name="node02.arrow-2"/>
            <p:cNvSpPr/>
            <p:nvPr/>
          </p:nvSpPr>
          <p:spPr>
            <a:xfrm>
              <a:off x="11349319" y="1935319"/>
              <a:ext cx="118781" cy="44946"/>
            </a:xfrm>
            <a:custGeom>
              <a:avLst/>
              <a:gdLst/>
              <a:ahLst/>
              <a:cxnLst/>
              <a:rect l="l" t="t" r="r" b="b"/>
              <a:pathLst>
                <a:path w="118781" h="44946">
                  <a:moveTo>
                    <a:pt x="118781" y="0"/>
                  </a:moveTo>
                  <a:lnTo>
                    <a:pt x="0" y="44946"/>
                  </a:lnTo>
                </a:path>
              </a:pathLst>
            </a:custGeom>
            <a:ln w="31750">
              <a:solidFill>
                <a:srgbClr val="070154"/>
              </a:solidFill>
              <a:prstDash val="solid"/>
            </a:ln>
          </p:spPr>
        </p:sp>
        <p:sp>
          <p:nvSpPr>
            <p:cNvPr id="22" name="node02.arrow-2.cap-1"/>
            <p:cNvSpPr/>
            <p:nvPr/>
          </p:nvSpPr>
          <p:spPr>
            <a:xfrm>
              <a:off x="11452225" y="1919444"/>
              <a:ext cx="31750" cy="31750"/>
            </a:xfrm>
            <a:prstGeom prst="ellipse">
              <a:avLst/>
            </a:prstGeom>
            <a:solidFill>
              <a:srgbClr val="070154"/>
            </a:solidFill>
            <a:ln>
              <a:noFill/>
            </a:ln>
          </p:spPr>
        </p:sp>
        <p:sp>
          <p:nvSpPr>
            <p:cNvPr id="23" name="node02.arrow-2.cap-2"/>
            <p:cNvSpPr/>
            <p:nvPr/>
          </p:nvSpPr>
          <p:spPr>
            <a:xfrm>
              <a:off x="11333444" y="1964390"/>
              <a:ext cx="31750" cy="31750"/>
            </a:xfrm>
            <a:prstGeom prst="ellipse">
              <a:avLst/>
            </a:prstGeom>
            <a:solidFill>
              <a:srgbClr val="070154"/>
            </a:solidFill>
            <a:ln>
              <a:noFill/>
            </a:ln>
          </p:spPr>
        </p:sp>
        <p:sp>
          <p:nvSpPr>
            <p:cNvPr id="24" name="node02.axis"/>
            <p:cNvSpPr/>
            <p:nvPr/>
          </p:nvSpPr>
          <p:spPr>
            <a:xfrm>
              <a:off x="723900" y="55626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25" name="node02.axis.arrow"/>
            <p:cNvSpPr/>
            <p:nvPr/>
          </p:nvSpPr>
          <p:spPr>
            <a:xfrm>
              <a:off x="11379200" y="55118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26" name="node02.axis.label-bg"/>
            <p:cNvSpPr/>
            <p:nvPr/>
          </p:nvSpPr>
          <p:spPr>
            <a:xfrm>
              <a:off x="4953000" y="5486400"/>
              <a:ext cx="2286000" cy="152400"/>
            </a:xfrm>
            <a:prstGeom prst="rect">
              <a:avLst/>
            </a:prstGeom>
            <a:solidFill>
              <a:srgbClr val="FFFFFF"/>
            </a:solidFill>
            <a:ln>
              <a:noFill/>
            </a:ln>
          </p:spPr>
        </p:sp>
        <p:sp>
          <p:nvSpPr>
            <p:cNvPr id="27" name="node02.axis.label"/>
            <p:cNvSpPr/>
            <p:nvPr/>
          </p:nvSpPr>
          <p:spPr>
            <a:xfrm>
              <a:off x="4953000" y="5486400"/>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MATURITY</a:t>
              </a:r>
              <a:endParaRPr lang="en-US" sz="900" spc="54" kern="0" b="0" i="0" dirty="0">
                <a:solidFill>
                  <a:srgbClr val="070154"/>
                </a:solidFill>
                <a:latin typeface="IBM Plex Mono SemiBold"/>
                <a:ea typeface="IBM Plex Mono SemiBold"/>
                <a:cs typeface="IBM Plex Mono SemiBold"/>
              </a:endParaRPr>
            </a:p>
          </p:txBody>
        </p:sp>
        <p:sp>
          <p:nvSpPr>
            <p:cNvPr id="28" name="node02.stages.source-001.circle"/>
            <p:cNvSpPr/>
            <p:nvPr/>
          </p:nvSpPr>
          <p:spPr>
            <a:xfrm>
              <a:off x="1228852" y="4929499"/>
              <a:ext cx="279400" cy="279400"/>
            </a:xfrm>
            <a:prstGeom prst="ellipse">
              <a:avLst/>
            </a:prstGeom>
            <a:solidFill>
              <a:srgbClr val="FFFFFF"/>
            </a:solidFill>
            <a:ln w="25400">
              <a:solidFill>
                <a:srgbClr val="070154"/>
              </a:solidFill>
              <a:prstDash val="solid"/>
            </a:ln>
          </p:spPr>
        </p:sp>
        <p:sp>
          <p:nvSpPr>
            <p:cNvPr id="29" name="node02.stages.source-001.number"/>
            <p:cNvSpPr/>
            <p:nvPr/>
          </p:nvSpPr>
          <p:spPr>
            <a:xfrm>
              <a:off x="1241552" y="4916799"/>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30" name="node02.stages.source-001.tick"/>
            <p:cNvSpPr/>
            <p:nvPr/>
          </p:nvSpPr>
          <p:spPr>
            <a:xfrm>
              <a:off x="1362202" y="4688199"/>
              <a:ext cx="12700" cy="228600"/>
            </a:xfrm>
            <a:prstGeom prst="rect">
              <a:avLst/>
            </a:prstGeom>
            <a:solidFill>
              <a:srgbClr val="070154"/>
            </a:solidFill>
            <a:ln>
              <a:noFill/>
            </a:ln>
          </p:spPr>
        </p:sp>
        <p:sp>
          <p:nvSpPr>
            <p:cNvPr id="31" name="node02.stages.source-001.label"/>
            <p:cNvSpPr/>
            <p:nvPr/>
          </p:nvSpPr>
          <p:spPr>
            <a:xfrm>
              <a:off x="1216152" y="3976999"/>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AD HOC</a:t>
              </a:r>
              <a:endParaRPr lang="en-US" sz="900" spc="54" kern="0" b="0" i="0" dirty="0">
                <a:solidFill>
                  <a:srgbClr val="0047FF"/>
                </a:solidFill>
                <a:latin typeface="IBM Plex Mono SemiBold"/>
                <a:ea typeface="IBM Plex Mono SemiBold"/>
                <a:cs typeface="IBM Plex Mono SemiBold"/>
              </a:endParaRPr>
            </a:p>
          </p:txBody>
        </p:sp>
        <p:sp>
          <p:nvSpPr>
            <p:cNvPr id="32" name="node02.stages.source-001.text"/>
            <p:cNvSpPr/>
            <p:nvPr/>
          </p:nvSpPr>
          <p:spPr>
            <a:xfrm>
              <a:off x="1216152" y="4180199"/>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 depends on individuals and varies by team.</a:t>
              </a:r>
              <a:endParaRPr lang="en-US" sz="1200" spc="0" kern="0" b="0" i="0" dirty="0">
                <a:solidFill>
                  <a:srgbClr val="070154"/>
                </a:solidFill>
                <a:latin typeface="IBM Plex Sans"/>
                <a:ea typeface="IBM Plex Sans"/>
                <a:cs typeface="IBM Plex Sans"/>
              </a:endParaRPr>
            </a:p>
          </p:txBody>
        </p:sp>
        <p:sp>
          <p:nvSpPr>
            <p:cNvPr id="33" name="node02.stages.source-002.circle"/>
            <p:cNvSpPr/>
            <p:nvPr/>
          </p:nvSpPr>
          <p:spPr>
            <a:xfrm>
              <a:off x="4666996" y="4754755"/>
              <a:ext cx="279400" cy="279400"/>
            </a:xfrm>
            <a:prstGeom prst="ellipse">
              <a:avLst/>
            </a:prstGeom>
            <a:solidFill>
              <a:srgbClr val="070154"/>
            </a:solidFill>
            <a:ln w="25400">
              <a:solidFill>
                <a:srgbClr val="070154"/>
              </a:solidFill>
              <a:prstDash val="solid"/>
            </a:ln>
          </p:spPr>
        </p:sp>
        <p:sp>
          <p:nvSpPr>
            <p:cNvPr id="34" name="node02.stages.source-002.number"/>
            <p:cNvSpPr/>
            <p:nvPr/>
          </p:nvSpPr>
          <p:spPr>
            <a:xfrm>
              <a:off x="4679696" y="474205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FFFFFF"/>
                  </a:solidFill>
                  <a:latin typeface="IBM Plex Mono SemiBold"/>
                  <a:ea typeface="IBM Plex Mono SemiBold"/>
                  <a:cs typeface="IBM Plex Mono SemiBold"/>
                </a:rPr>
                <a:t>2</a:t>
              </a:r>
              <a:endParaRPr lang="en-US" sz="1100" spc="0" kern="0" b="0" i="0" dirty="0">
                <a:solidFill>
                  <a:srgbClr val="FFFFFF"/>
                </a:solidFill>
                <a:latin typeface="IBM Plex Mono SemiBold"/>
                <a:ea typeface="IBM Plex Mono SemiBold"/>
                <a:cs typeface="IBM Plex Mono SemiBold"/>
              </a:endParaRPr>
            </a:p>
          </p:txBody>
        </p:sp>
        <p:sp>
          <p:nvSpPr>
            <p:cNvPr id="35" name="node02.stages.source-002.tick"/>
            <p:cNvSpPr/>
            <p:nvPr/>
          </p:nvSpPr>
          <p:spPr>
            <a:xfrm>
              <a:off x="4800346" y="4513455"/>
              <a:ext cx="12700" cy="228600"/>
            </a:xfrm>
            <a:prstGeom prst="rect">
              <a:avLst/>
            </a:prstGeom>
            <a:solidFill>
              <a:srgbClr val="070154"/>
            </a:solidFill>
            <a:ln>
              <a:noFill/>
            </a:ln>
          </p:spPr>
        </p:sp>
        <p:sp>
          <p:nvSpPr>
            <p:cNvPr id="36" name="node02.stages.source-002.label"/>
            <p:cNvSpPr/>
            <p:nvPr/>
          </p:nvSpPr>
          <p:spPr>
            <a:xfrm>
              <a:off x="4654296" y="3802255"/>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37" name="node02.stages.source-002.text"/>
            <p:cNvSpPr/>
            <p:nvPr/>
          </p:nvSpPr>
          <p:spPr>
            <a:xfrm>
              <a:off x="4654296" y="4005455"/>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Standard methods are written down and taught.</a:t>
              </a:r>
              <a:endParaRPr lang="en-US" sz="1200" spc="0" kern="0" b="0" i="0" dirty="0">
                <a:solidFill>
                  <a:srgbClr val="070154"/>
                </a:solidFill>
                <a:latin typeface="IBM Plex Sans"/>
                <a:ea typeface="IBM Plex Sans"/>
                <a:cs typeface="IBM Plex Sans"/>
              </a:endParaRPr>
            </a:p>
          </p:txBody>
        </p:sp>
        <p:sp>
          <p:nvSpPr>
            <p:cNvPr id="38" name="node02.stages.source-003.circle"/>
            <p:cNvSpPr/>
            <p:nvPr/>
          </p:nvSpPr>
          <p:spPr>
            <a:xfrm>
              <a:off x="7675372" y="4224901"/>
              <a:ext cx="279400" cy="279400"/>
            </a:xfrm>
            <a:prstGeom prst="ellipse">
              <a:avLst/>
            </a:prstGeom>
            <a:solidFill>
              <a:srgbClr val="FFFFFF"/>
            </a:solidFill>
            <a:ln w="25400">
              <a:solidFill>
                <a:srgbClr val="070154"/>
              </a:solidFill>
              <a:prstDash val="solid"/>
            </a:ln>
          </p:spPr>
        </p:sp>
        <p:sp>
          <p:nvSpPr>
            <p:cNvPr id="39" name="node02.stages.source-003.number"/>
            <p:cNvSpPr/>
            <p:nvPr/>
          </p:nvSpPr>
          <p:spPr>
            <a:xfrm>
              <a:off x="7688072" y="4212201"/>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40" name="node02.stages.source-003.tick"/>
            <p:cNvSpPr/>
            <p:nvPr/>
          </p:nvSpPr>
          <p:spPr>
            <a:xfrm>
              <a:off x="7808722" y="3475601"/>
              <a:ext cx="12700" cy="736600"/>
            </a:xfrm>
            <a:prstGeom prst="rect">
              <a:avLst/>
            </a:prstGeom>
            <a:solidFill>
              <a:srgbClr val="070154"/>
            </a:solidFill>
            <a:ln>
              <a:noFill/>
            </a:ln>
          </p:spPr>
        </p:sp>
        <p:sp>
          <p:nvSpPr>
            <p:cNvPr id="41" name="node02.stages.source-003.label"/>
            <p:cNvSpPr/>
            <p:nvPr/>
          </p:nvSpPr>
          <p:spPr>
            <a:xfrm>
              <a:off x="6037072" y="2764401"/>
              <a:ext cx="2286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42" name="node02.stages.source-003.text"/>
            <p:cNvSpPr/>
            <p:nvPr/>
          </p:nvSpPr>
          <p:spPr>
            <a:xfrm>
              <a:off x="6037072" y="2967601"/>
              <a:ext cx="22860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Teams measure results and correct course.</a:t>
              </a:r>
              <a:endParaRPr lang="en-US" sz="1200" spc="0" kern="0" b="0" i="0" dirty="0">
                <a:solidFill>
                  <a:srgbClr val="070154"/>
                </a:solidFill>
                <a:latin typeface="IBM Plex Sans"/>
                <a:ea typeface="IBM Plex Sans"/>
                <a:cs typeface="IBM Plex Sans"/>
              </a:endParaRPr>
            </a:p>
          </p:txBody>
        </p:sp>
        <p:sp>
          <p:nvSpPr>
            <p:cNvPr id="43" name="node02.stages.source-004.circle"/>
            <p:cNvSpPr/>
            <p:nvPr/>
          </p:nvSpPr>
          <p:spPr>
            <a:xfrm>
              <a:off x="10039096" y="3060700"/>
              <a:ext cx="279400" cy="279400"/>
            </a:xfrm>
            <a:prstGeom prst="ellipse">
              <a:avLst/>
            </a:prstGeom>
            <a:solidFill>
              <a:srgbClr val="FFFFFF"/>
            </a:solidFill>
            <a:ln w="25400">
              <a:solidFill>
                <a:srgbClr val="070154"/>
              </a:solidFill>
              <a:prstDash val="solid"/>
            </a:ln>
          </p:spPr>
        </p:sp>
        <p:sp>
          <p:nvSpPr>
            <p:cNvPr id="44" name="node02.stages.source-004.number"/>
            <p:cNvSpPr/>
            <p:nvPr/>
          </p:nvSpPr>
          <p:spPr>
            <a:xfrm>
              <a:off x="10051796" y="304800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45" name="node02.stages.source-004.tick"/>
            <p:cNvSpPr/>
            <p:nvPr/>
          </p:nvSpPr>
          <p:spPr>
            <a:xfrm>
              <a:off x="10172446" y="2311400"/>
              <a:ext cx="12700" cy="736600"/>
            </a:xfrm>
            <a:prstGeom prst="rect">
              <a:avLst/>
            </a:prstGeom>
            <a:solidFill>
              <a:srgbClr val="070154"/>
            </a:solidFill>
            <a:ln>
              <a:noFill/>
            </a:ln>
          </p:spPr>
        </p:sp>
        <p:sp>
          <p:nvSpPr>
            <p:cNvPr id="46" name="node02.stages.source-004.label"/>
            <p:cNvSpPr/>
            <p:nvPr/>
          </p:nvSpPr>
          <p:spPr>
            <a:xfrm>
              <a:off x="8400796" y="1600200"/>
              <a:ext cx="2286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OPTIMIZED</a:t>
              </a:r>
              <a:endParaRPr lang="en-US" sz="900" spc="54" kern="0" b="0" i="0" dirty="0">
                <a:solidFill>
                  <a:srgbClr val="0047FF"/>
                </a:solidFill>
                <a:latin typeface="IBM Plex Mono SemiBold"/>
                <a:ea typeface="IBM Plex Mono SemiBold"/>
                <a:cs typeface="IBM Plex Mono SemiBold"/>
              </a:endParaRPr>
            </a:p>
          </p:txBody>
        </p:sp>
        <p:sp>
          <p:nvSpPr>
            <p:cNvPr id="47" name="node02.stages.source-004.text"/>
            <p:cNvSpPr/>
            <p:nvPr/>
          </p:nvSpPr>
          <p:spPr>
            <a:xfrm>
              <a:off x="8400796" y="1803400"/>
              <a:ext cx="22860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Data drives continuous, shared improvement.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ource-30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What changes at each stage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57</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708025" y="1600200"/>
            <a:ext cx="10775950" cy="2311592"/>
            <a:chOff x="708025" y="1600200"/>
            <a:chExt cx="10775950" cy="2311592"/>
          </a:xfrm>
        </p:grpSpPr>
        <p:sp>
          <p:nvSpPr>
            <p:cNvPr id="6" name="node01.curve"/>
            <p:cNvSpPr/>
            <p:nvPr/>
          </p:nvSpPr>
          <p:spPr>
            <a:xfrm>
              <a:off x="723900" y="1714500"/>
              <a:ext cx="10744200" cy="2057400"/>
            </a:xfrm>
            <a:custGeom>
              <a:avLst/>
              <a:gdLst/>
              <a:ahLst/>
              <a:cxnLst/>
              <a:rect l="l" t="t" r="r" b="b"/>
              <a:pathLst>
                <a:path w="10744200" h="2057400">
                  <a:moveTo>
                    <a:pt x="0" y="2057400"/>
                  </a:moveTo>
                  <a:lnTo>
                    <a:pt x="179070" y="2055129"/>
                  </a:lnTo>
                  <a:lnTo>
                    <a:pt x="358140" y="2052693"/>
                  </a:lnTo>
                  <a:lnTo>
                    <a:pt x="537210" y="2050081"/>
                  </a:lnTo>
                  <a:lnTo>
                    <a:pt x="716280" y="2047279"/>
                  </a:lnTo>
                  <a:lnTo>
                    <a:pt x="895350" y="2044274"/>
                  </a:lnTo>
                  <a:lnTo>
                    <a:pt x="1074420" y="2041051"/>
                  </a:lnTo>
                  <a:lnTo>
                    <a:pt x="1253490" y="2037595"/>
                  </a:lnTo>
                  <a:lnTo>
                    <a:pt x="1432560" y="2033888"/>
                  </a:lnTo>
                  <a:lnTo>
                    <a:pt x="1611630" y="2029912"/>
                  </a:lnTo>
                  <a:lnTo>
                    <a:pt x="1790700" y="2025648"/>
                  </a:lnTo>
                  <a:lnTo>
                    <a:pt x="1969770" y="2021074"/>
                  </a:lnTo>
                  <a:lnTo>
                    <a:pt x="2148840" y="2016169"/>
                  </a:lnTo>
                  <a:lnTo>
                    <a:pt x="2327910" y="2010909"/>
                  </a:lnTo>
                  <a:lnTo>
                    <a:pt x="2506980" y="2005267"/>
                  </a:lnTo>
                  <a:lnTo>
                    <a:pt x="2686050" y="1999215"/>
                  </a:lnTo>
                  <a:lnTo>
                    <a:pt x="2865120" y="1992725"/>
                  </a:lnTo>
                  <a:lnTo>
                    <a:pt x="3044190" y="1985765"/>
                  </a:lnTo>
                  <a:lnTo>
                    <a:pt x="3223260" y="1978300"/>
                  </a:lnTo>
                  <a:lnTo>
                    <a:pt x="3402330" y="1970293"/>
                  </a:lnTo>
                  <a:lnTo>
                    <a:pt x="3581400" y="1961706"/>
                  </a:lnTo>
                  <a:lnTo>
                    <a:pt x="3760470" y="1952497"/>
                  </a:lnTo>
                  <a:lnTo>
                    <a:pt x="3939540" y="1942619"/>
                  </a:lnTo>
                  <a:lnTo>
                    <a:pt x="4118610" y="1932026"/>
                  </a:lnTo>
                  <a:lnTo>
                    <a:pt x="4297680" y="1920664"/>
                  </a:lnTo>
                  <a:lnTo>
                    <a:pt x="4476750" y="1908478"/>
                  </a:lnTo>
                  <a:lnTo>
                    <a:pt x="4655820" y="1895409"/>
                  </a:lnTo>
                  <a:lnTo>
                    <a:pt x="4834890" y="1881392"/>
                  </a:lnTo>
                  <a:lnTo>
                    <a:pt x="5013960" y="1866359"/>
                  </a:lnTo>
                  <a:lnTo>
                    <a:pt x="5193030" y="1850236"/>
                  </a:lnTo>
                  <a:lnTo>
                    <a:pt x="5372100" y="1832944"/>
                  </a:lnTo>
                  <a:lnTo>
                    <a:pt x="5551170" y="1814398"/>
                  </a:lnTo>
                  <a:lnTo>
                    <a:pt x="5730240" y="1794508"/>
                  </a:lnTo>
                  <a:lnTo>
                    <a:pt x="5909310" y="1773175"/>
                  </a:lnTo>
                  <a:lnTo>
                    <a:pt x="6088380" y="1750295"/>
                  </a:lnTo>
                  <a:lnTo>
                    <a:pt x="6267450" y="1725756"/>
                  </a:lnTo>
                  <a:lnTo>
                    <a:pt x="6446520" y="1699438"/>
                  </a:lnTo>
                  <a:lnTo>
                    <a:pt x="6625590" y="1671212"/>
                  </a:lnTo>
                  <a:lnTo>
                    <a:pt x="6804660" y="1640939"/>
                  </a:lnTo>
                  <a:lnTo>
                    <a:pt x="6983730" y="1608471"/>
                  </a:lnTo>
                  <a:lnTo>
                    <a:pt x="7162800" y="1573649"/>
                  </a:lnTo>
                  <a:lnTo>
                    <a:pt x="7341870" y="1536302"/>
                  </a:lnTo>
                  <a:lnTo>
                    <a:pt x="7520940" y="1496247"/>
                  </a:lnTo>
                  <a:lnTo>
                    <a:pt x="7700010" y="1453288"/>
                  </a:lnTo>
                  <a:lnTo>
                    <a:pt x="7879080" y="1407214"/>
                  </a:lnTo>
                  <a:lnTo>
                    <a:pt x="8058150" y="1357799"/>
                  </a:lnTo>
                  <a:lnTo>
                    <a:pt x="8237220" y="1304801"/>
                  </a:lnTo>
                  <a:lnTo>
                    <a:pt x="8416290" y="1247961"/>
                  </a:lnTo>
                  <a:lnTo>
                    <a:pt x="8595360" y="1186998"/>
                  </a:lnTo>
                  <a:lnTo>
                    <a:pt x="8774430" y="1121616"/>
                  </a:lnTo>
                  <a:lnTo>
                    <a:pt x="8953500" y="1051493"/>
                  </a:lnTo>
                  <a:lnTo>
                    <a:pt x="9132570" y="976286"/>
                  </a:lnTo>
                  <a:lnTo>
                    <a:pt x="9311640" y="895625"/>
                  </a:lnTo>
                  <a:lnTo>
                    <a:pt x="9490710" y="809116"/>
                  </a:lnTo>
                  <a:lnTo>
                    <a:pt x="9669780" y="716334"/>
                  </a:lnTo>
                  <a:lnTo>
                    <a:pt x="9848850" y="616824"/>
                  </a:lnTo>
                  <a:lnTo>
                    <a:pt x="10027920" y="510100"/>
                  </a:lnTo>
                  <a:lnTo>
                    <a:pt x="10206990" y="395637"/>
                  </a:lnTo>
                  <a:lnTo>
                    <a:pt x="10386060" y="272874"/>
                  </a:lnTo>
                  <a:lnTo>
                    <a:pt x="10565130" y="141210"/>
                  </a:lnTo>
                  <a:lnTo>
                    <a:pt x="10744200" y="0"/>
                  </a:lnTo>
                </a:path>
              </a:pathLst>
            </a:custGeom>
            <a:ln w="31750">
              <a:solidFill>
                <a:srgbClr val="070154"/>
              </a:solidFill>
              <a:prstDash val="solid"/>
            </a:ln>
          </p:spPr>
        </p:sp>
        <p:sp>
          <p:nvSpPr>
            <p:cNvPr id="7" name="node01.curve.cap-1"/>
            <p:cNvSpPr/>
            <p:nvPr/>
          </p:nvSpPr>
          <p:spPr>
            <a:xfrm>
              <a:off x="708025" y="3756025"/>
              <a:ext cx="31750" cy="31750"/>
            </a:xfrm>
            <a:prstGeom prst="ellipse">
              <a:avLst/>
            </a:prstGeom>
            <a:solidFill>
              <a:srgbClr val="070154"/>
            </a:solidFill>
            <a:ln>
              <a:noFill/>
            </a:ln>
          </p:spPr>
        </p:sp>
        <p:sp>
          <p:nvSpPr>
            <p:cNvPr id="8" name="node01.curve.cap-2"/>
            <p:cNvSpPr/>
            <p:nvPr/>
          </p:nvSpPr>
          <p:spPr>
            <a:xfrm>
              <a:off x="11452225" y="1698625"/>
              <a:ext cx="31750" cy="31750"/>
            </a:xfrm>
            <a:prstGeom prst="ellipse">
              <a:avLst/>
            </a:prstGeom>
            <a:solidFill>
              <a:srgbClr val="070154"/>
            </a:solidFill>
            <a:ln>
              <a:noFill/>
            </a:ln>
          </p:spPr>
        </p:sp>
        <p:sp>
          <p:nvSpPr>
            <p:cNvPr id="9" name="node01.arrow-1"/>
            <p:cNvSpPr/>
            <p:nvPr/>
          </p:nvSpPr>
          <p:spPr>
            <a:xfrm>
              <a:off x="11416348" y="1714500"/>
              <a:ext cx="51752" cy="115977"/>
            </a:xfrm>
            <a:custGeom>
              <a:avLst/>
              <a:gdLst/>
              <a:ahLst/>
              <a:cxnLst/>
              <a:rect l="l" t="t" r="r" b="b"/>
              <a:pathLst>
                <a:path w="51752" h="115977">
                  <a:moveTo>
                    <a:pt x="51752" y="0"/>
                  </a:moveTo>
                  <a:lnTo>
                    <a:pt x="0" y="115977"/>
                  </a:lnTo>
                </a:path>
              </a:pathLst>
            </a:custGeom>
            <a:ln w="31750">
              <a:solidFill>
                <a:srgbClr val="070154"/>
              </a:solidFill>
              <a:prstDash val="solid"/>
            </a:ln>
          </p:spPr>
        </p:sp>
        <p:sp>
          <p:nvSpPr>
            <p:cNvPr id="10" name="node01.arrow-1.cap-1"/>
            <p:cNvSpPr/>
            <p:nvPr/>
          </p:nvSpPr>
          <p:spPr>
            <a:xfrm>
              <a:off x="11452225" y="1698625"/>
              <a:ext cx="31750" cy="31750"/>
            </a:xfrm>
            <a:prstGeom prst="ellipse">
              <a:avLst/>
            </a:prstGeom>
            <a:solidFill>
              <a:srgbClr val="070154"/>
            </a:solidFill>
            <a:ln>
              <a:noFill/>
            </a:ln>
          </p:spPr>
        </p:sp>
        <p:sp>
          <p:nvSpPr>
            <p:cNvPr id="11" name="node01.arrow-1.cap-2"/>
            <p:cNvSpPr/>
            <p:nvPr/>
          </p:nvSpPr>
          <p:spPr>
            <a:xfrm>
              <a:off x="11400473" y="1814602"/>
              <a:ext cx="31750" cy="31750"/>
            </a:xfrm>
            <a:prstGeom prst="ellipse">
              <a:avLst/>
            </a:prstGeom>
            <a:solidFill>
              <a:srgbClr val="070154"/>
            </a:solidFill>
            <a:ln>
              <a:noFill/>
            </a:ln>
          </p:spPr>
        </p:sp>
        <p:sp>
          <p:nvSpPr>
            <p:cNvPr id="12" name="node01.arrow-2"/>
            <p:cNvSpPr/>
            <p:nvPr/>
          </p:nvSpPr>
          <p:spPr>
            <a:xfrm>
              <a:off x="11342547" y="1714500"/>
              <a:ext cx="125553" cy="19115"/>
            </a:xfrm>
            <a:custGeom>
              <a:avLst/>
              <a:gdLst/>
              <a:ahLst/>
              <a:cxnLst/>
              <a:rect l="l" t="t" r="r" b="b"/>
              <a:pathLst>
                <a:path w="125553" h="19115">
                  <a:moveTo>
                    <a:pt x="125553" y="0"/>
                  </a:moveTo>
                  <a:lnTo>
                    <a:pt x="0" y="19115"/>
                  </a:lnTo>
                </a:path>
              </a:pathLst>
            </a:custGeom>
            <a:ln w="31750">
              <a:solidFill>
                <a:srgbClr val="070154"/>
              </a:solidFill>
              <a:prstDash val="solid"/>
            </a:ln>
          </p:spPr>
        </p:sp>
        <p:sp>
          <p:nvSpPr>
            <p:cNvPr id="13" name="node01.arrow-2.cap-1"/>
            <p:cNvSpPr/>
            <p:nvPr/>
          </p:nvSpPr>
          <p:spPr>
            <a:xfrm>
              <a:off x="11452225" y="1698625"/>
              <a:ext cx="31750" cy="31750"/>
            </a:xfrm>
            <a:prstGeom prst="ellipse">
              <a:avLst/>
            </a:prstGeom>
            <a:solidFill>
              <a:srgbClr val="070154"/>
            </a:solidFill>
            <a:ln>
              <a:noFill/>
            </a:ln>
          </p:spPr>
        </p:sp>
        <p:sp>
          <p:nvSpPr>
            <p:cNvPr id="14" name="node01.arrow-2.cap-2"/>
            <p:cNvSpPr/>
            <p:nvPr/>
          </p:nvSpPr>
          <p:spPr>
            <a:xfrm>
              <a:off x="11326672" y="1717740"/>
              <a:ext cx="31750" cy="31750"/>
            </a:xfrm>
            <a:prstGeom prst="ellipse">
              <a:avLst/>
            </a:prstGeom>
            <a:solidFill>
              <a:srgbClr val="070154"/>
            </a:solidFill>
            <a:ln>
              <a:noFill/>
            </a:ln>
          </p:spPr>
        </p:sp>
        <p:sp>
          <p:nvSpPr>
            <p:cNvPr id="15" name="node01.stages.source-001.circle"/>
            <p:cNvSpPr/>
            <p:nvPr/>
          </p:nvSpPr>
          <p:spPr>
            <a:xfrm>
              <a:off x="1443736" y="3619692"/>
              <a:ext cx="279400" cy="279400"/>
            </a:xfrm>
            <a:prstGeom prst="ellipse">
              <a:avLst/>
            </a:prstGeom>
            <a:solidFill>
              <a:srgbClr val="FFFFFF"/>
            </a:solidFill>
            <a:ln w="25400">
              <a:solidFill>
                <a:srgbClr val="070154"/>
              </a:solidFill>
              <a:prstDash val="solid"/>
            </a:ln>
          </p:spPr>
        </p:sp>
        <p:sp>
          <p:nvSpPr>
            <p:cNvPr id="16" name="node01.stages.source-001.number"/>
            <p:cNvSpPr/>
            <p:nvPr/>
          </p:nvSpPr>
          <p:spPr>
            <a:xfrm>
              <a:off x="1456436" y="360699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7" name="node01.stages.source-001.tick"/>
            <p:cNvSpPr/>
            <p:nvPr/>
          </p:nvSpPr>
          <p:spPr>
            <a:xfrm>
              <a:off x="1577086" y="3378392"/>
              <a:ext cx="12700" cy="228600"/>
            </a:xfrm>
            <a:prstGeom prst="rect">
              <a:avLst/>
            </a:prstGeom>
            <a:solidFill>
              <a:srgbClr val="070154"/>
            </a:solidFill>
            <a:ln>
              <a:noFill/>
            </a:ln>
          </p:spPr>
        </p:sp>
        <p:sp>
          <p:nvSpPr>
            <p:cNvPr id="18" name="node01.stages.source-001.label"/>
            <p:cNvSpPr/>
            <p:nvPr/>
          </p:nvSpPr>
          <p:spPr>
            <a:xfrm>
              <a:off x="1431036" y="3175192"/>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AD HOC</a:t>
              </a:r>
              <a:endParaRPr lang="en-US" sz="900" spc="54" kern="0" b="0" i="0" dirty="0">
                <a:solidFill>
                  <a:srgbClr val="0047FF"/>
                </a:solidFill>
                <a:latin typeface="IBM Plex Mono SemiBold"/>
                <a:ea typeface="IBM Plex Mono SemiBold"/>
                <a:cs typeface="IBM Plex Mono SemiBold"/>
              </a:endParaRPr>
            </a:p>
          </p:txBody>
        </p:sp>
        <p:sp>
          <p:nvSpPr>
            <p:cNvPr id="19" name="node01.stages.source-002.circle"/>
            <p:cNvSpPr/>
            <p:nvPr/>
          </p:nvSpPr>
          <p:spPr>
            <a:xfrm>
              <a:off x="4022344" y="3543424"/>
              <a:ext cx="279400" cy="279400"/>
            </a:xfrm>
            <a:prstGeom prst="ellipse">
              <a:avLst/>
            </a:prstGeom>
            <a:solidFill>
              <a:srgbClr val="FFFFFF"/>
            </a:solidFill>
            <a:ln w="25400">
              <a:solidFill>
                <a:srgbClr val="070154"/>
              </a:solidFill>
              <a:prstDash val="solid"/>
            </a:ln>
          </p:spPr>
        </p:sp>
        <p:sp>
          <p:nvSpPr>
            <p:cNvPr id="20" name="node01.stages.source-002.number"/>
            <p:cNvSpPr/>
            <p:nvPr/>
          </p:nvSpPr>
          <p:spPr>
            <a:xfrm>
              <a:off x="4035044" y="3530724"/>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2.tick"/>
            <p:cNvSpPr/>
            <p:nvPr/>
          </p:nvSpPr>
          <p:spPr>
            <a:xfrm>
              <a:off x="4155694" y="3302124"/>
              <a:ext cx="12700" cy="228600"/>
            </a:xfrm>
            <a:prstGeom prst="rect">
              <a:avLst/>
            </a:prstGeom>
            <a:solidFill>
              <a:srgbClr val="070154"/>
            </a:solidFill>
            <a:ln>
              <a:noFill/>
            </a:ln>
          </p:spPr>
        </p:sp>
        <p:sp>
          <p:nvSpPr>
            <p:cNvPr id="22" name="node01.stages.source-002.label"/>
            <p:cNvSpPr/>
            <p:nvPr/>
          </p:nvSpPr>
          <p:spPr>
            <a:xfrm>
              <a:off x="4009644" y="3098924"/>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3.circle"/>
            <p:cNvSpPr/>
            <p:nvPr/>
          </p:nvSpPr>
          <p:spPr>
            <a:xfrm>
              <a:off x="6600952" y="3334439"/>
              <a:ext cx="279400" cy="279400"/>
            </a:xfrm>
            <a:prstGeom prst="ellipse">
              <a:avLst/>
            </a:prstGeom>
            <a:solidFill>
              <a:srgbClr val="FFFFFF"/>
            </a:solidFill>
            <a:ln w="25400">
              <a:solidFill>
                <a:srgbClr val="070154"/>
              </a:solidFill>
              <a:prstDash val="solid"/>
            </a:ln>
          </p:spPr>
        </p:sp>
        <p:sp>
          <p:nvSpPr>
            <p:cNvPr id="24" name="node01.stages.source-003.number"/>
            <p:cNvSpPr/>
            <p:nvPr/>
          </p:nvSpPr>
          <p:spPr>
            <a:xfrm>
              <a:off x="6613652" y="3321739"/>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5" name="node01.stages.source-003.tick"/>
            <p:cNvSpPr/>
            <p:nvPr/>
          </p:nvSpPr>
          <p:spPr>
            <a:xfrm>
              <a:off x="6734302" y="2585139"/>
              <a:ext cx="12700" cy="736600"/>
            </a:xfrm>
            <a:prstGeom prst="rect">
              <a:avLst/>
            </a:prstGeom>
            <a:solidFill>
              <a:srgbClr val="070154"/>
            </a:solidFill>
            <a:ln>
              <a:noFill/>
            </a:ln>
          </p:spPr>
        </p:sp>
        <p:sp>
          <p:nvSpPr>
            <p:cNvPr id="26" name="node01.stages.source-003.label"/>
            <p:cNvSpPr/>
            <p:nvPr/>
          </p:nvSpPr>
          <p:spPr>
            <a:xfrm>
              <a:off x="5648452" y="2381939"/>
              <a:ext cx="16002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27" name="node01.stages.source-004.circle"/>
            <p:cNvSpPr/>
            <p:nvPr/>
          </p:nvSpPr>
          <p:spPr>
            <a:xfrm>
              <a:off x="8749792" y="2901247"/>
              <a:ext cx="279400" cy="279400"/>
            </a:xfrm>
            <a:prstGeom prst="ellipse">
              <a:avLst/>
            </a:prstGeom>
            <a:solidFill>
              <a:srgbClr val="FFFFFF"/>
            </a:solidFill>
            <a:ln w="25400">
              <a:solidFill>
                <a:srgbClr val="070154"/>
              </a:solidFill>
              <a:prstDash val="solid"/>
            </a:ln>
          </p:spPr>
        </p:sp>
        <p:sp>
          <p:nvSpPr>
            <p:cNvPr id="28" name="node01.stages.source-004.number"/>
            <p:cNvSpPr/>
            <p:nvPr/>
          </p:nvSpPr>
          <p:spPr>
            <a:xfrm>
              <a:off x="8762492" y="2888547"/>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29" name="node01.stages.source-004.tick"/>
            <p:cNvSpPr/>
            <p:nvPr/>
          </p:nvSpPr>
          <p:spPr>
            <a:xfrm>
              <a:off x="8883142" y="2151947"/>
              <a:ext cx="12700" cy="736600"/>
            </a:xfrm>
            <a:prstGeom prst="rect">
              <a:avLst/>
            </a:prstGeom>
            <a:solidFill>
              <a:srgbClr val="070154"/>
            </a:solidFill>
            <a:ln>
              <a:noFill/>
            </a:ln>
          </p:spPr>
        </p:sp>
        <p:sp>
          <p:nvSpPr>
            <p:cNvPr id="30" name="node01.stages.source-004.label"/>
            <p:cNvSpPr/>
            <p:nvPr/>
          </p:nvSpPr>
          <p:spPr>
            <a:xfrm>
              <a:off x="7797292" y="1948747"/>
              <a:ext cx="16002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OPTIMIZED</a:t>
              </a:r>
              <a:endParaRPr lang="en-US" sz="900" spc="54" kern="0" b="0" i="0" dirty="0">
                <a:solidFill>
                  <a:srgbClr val="0047FF"/>
                </a:solidFill>
                <a:latin typeface="IBM Plex Mono SemiBold"/>
                <a:ea typeface="IBM Plex Mono SemiBold"/>
                <a:cs typeface="IBM Plex Mono SemiBold"/>
              </a:endParaRPr>
            </a:p>
          </p:txBody>
        </p:sp>
      </p:grpSp>
      <p:grpSp>
        <p:nvGrpSpPr>
          <p:cNvPr id="33" name="node02"/>
          <p:cNvGrpSpPr/>
          <p:nvPr/>
        </p:nvGrpSpPr>
        <p:grpSpPr>
          <a:xfrm>
            <a:off x="723900" y="4114800"/>
            <a:ext cx="10744200" cy="1422400"/>
            <a:chOff x="723900" y="4114800"/>
            <a:chExt cx="10744200" cy="1422400"/>
          </a:xfrm>
        </p:grpSpPr>
        <p:graphicFrame>
          <p:nvGraphicFramePr>
            <p:cNvPr id="31" name="node02.native"/>
            <p:cNvGraphicFramePr>
              <a:graphicFrameLocks noGrp="1"/>
            </p:cNvGraphicFramePr>
            <p:nvPr>
              <p:extLst>
                <p:ext uri="{D42A27DB-BD31-4B8C-83A1-F6EECF244321}">
                  <p14:modId xmlns:p14="http://schemas.microsoft.com/office/powerpoint/2010/main" val="1579011935"/>
                </p:ext>
              </p:extLst>
            </p:nvPr>
          </p:nvGraphicFramePr>
          <p:xfrm>
            <a:off x="723900" y="4114800"/>
            <a:ext cx="10744200" cy="1422400"/>
          </p:xfrm>
          <a:graphic>
            <a:graphicData uri="http://schemas.openxmlformats.org/drawingml/2006/table">
              <a:tbl>
                <a:tblPr/>
                <a:tblGrid>
                  <a:gridCol w="1600200"/>
                  <a:gridCol w="2286000"/>
                  <a:gridCol w="2286000"/>
                  <a:gridCol w="2286000"/>
                  <a:gridCol w="2286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AD HOC</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DEFINED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MANAGED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OPTIMIZED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People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Individual heroics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Trained practitioners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Named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Communities of practice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Improvised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Documented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Measured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Self-correcting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Tools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Personal choice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Approved list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Integrated stack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Automated and observed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ource-29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AI-NATIVE PDLC</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Delivery matures in five stages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58</a:t>
            </a:fld>
            <a:endParaRPr lang="en-US" sz="700" spc="0" kern="0" b="0" i="0" dirty="0">
              <a:solidFill>
                <a:srgbClr val="070154"/>
              </a:solidFill>
              <a:latin typeface="IBM Plex Mono SemiBold"/>
              <a:ea typeface="IBM Plex Mono SemiBold"/>
              <a:cs typeface="IBM Plex Mono SemiBold"/>
            </a:endParaRPr>
          </a:p>
        </p:txBody>
      </p:sp>
      <p:grpSp>
        <p:nvGrpSpPr>
          <p:cNvPr id="44" name="node01"/>
          <p:cNvGrpSpPr/>
          <p:nvPr/>
        </p:nvGrpSpPr>
        <p:grpSpPr>
          <a:xfrm>
            <a:off x="708025" y="1600200"/>
            <a:ext cx="10775950" cy="4343400"/>
            <a:chOff x="708025" y="1600200"/>
            <a:chExt cx="10775950" cy="4343400"/>
          </a:xfrm>
        </p:grpSpPr>
        <p:sp>
          <p:nvSpPr>
            <p:cNvPr id="6" name="node01.curve"/>
            <p:cNvSpPr/>
            <p:nvPr/>
          </p:nvSpPr>
          <p:spPr>
            <a:xfrm>
              <a:off x="723900" y="1794510"/>
              <a:ext cx="10744200" cy="3497580"/>
            </a:xfrm>
            <a:custGeom>
              <a:avLst/>
              <a:gdLst/>
              <a:ahLst/>
              <a:cxnLst/>
              <a:rect l="l" t="t" r="r" b="b"/>
              <a:pathLst>
                <a:path w="10744200" h="3497580">
                  <a:moveTo>
                    <a:pt x="0" y="3497580"/>
                  </a:moveTo>
                  <a:lnTo>
                    <a:pt x="179070" y="3493719"/>
                  </a:lnTo>
                  <a:lnTo>
                    <a:pt x="358140" y="3489578"/>
                  </a:lnTo>
                  <a:lnTo>
                    <a:pt x="537210" y="3485137"/>
                  </a:lnTo>
                  <a:lnTo>
                    <a:pt x="716280" y="3480374"/>
                  </a:lnTo>
                  <a:lnTo>
                    <a:pt x="895350" y="3475266"/>
                  </a:lnTo>
                  <a:lnTo>
                    <a:pt x="1074420" y="3469787"/>
                  </a:lnTo>
                  <a:lnTo>
                    <a:pt x="1253490" y="3463911"/>
                  </a:lnTo>
                  <a:lnTo>
                    <a:pt x="1432560" y="3457609"/>
                  </a:lnTo>
                  <a:lnTo>
                    <a:pt x="1611630" y="3450850"/>
                  </a:lnTo>
                  <a:lnTo>
                    <a:pt x="1790700" y="3443601"/>
                  </a:lnTo>
                  <a:lnTo>
                    <a:pt x="1969770" y="3435826"/>
                  </a:lnTo>
                  <a:lnTo>
                    <a:pt x="2148840" y="3427488"/>
                  </a:lnTo>
                  <a:lnTo>
                    <a:pt x="2327910" y="3418545"/>
                  </a:lnTo>
                  <a:lnTo>
                    <a:pt x="2506980" y="3408953"/>
                  </a:lnTo>
                  <a:lnTo>
                    <a:pt x="2686050" y="3398666"/>
                  </a:lnTo>
                  <a:lnTo>
                    <a:pt x="2865120" y="3387633"/>
                  </a:lnTo>
                  <a:lnTo>
                    <a:pt x="3044190" y="3375800"/>
                  </a:lnTo>
                  <a:lnTo>
                    <a:pt x="3223260" y="3363110"/>
                  </a:lnTo>
                  <a:lnTo>
                    <a:pt x="3402330" y="3349499"/>
                  </a:lnTo>
                  <a:lnTo>
                    <a:pt x="3581400" y="3334901"/>
                  </a:lnTo>
                  <a:lnTo>
                    <a:pt x="3760470" y="3319244"/>
                  </a:lnTo>
                  <a:lnTo>
                    <a:pt x="3939540" y="3302453"/>
                  </a:lnTo>
                  <a:lnTo>
                    <a:pt x="4118610" y="3284444"/>
                  </a:lnTo>
                  <a:lnTo>
                    <a:pt x="4297680" y="3265129"/>
                  </a:lnTo>
                  <a:lnTo>
                    <a:pt x="4476750" y="3244413"/>
                  </a:lnTo>
                  <a:lnTo>
                    <a:pt x="4655820" y="3222196"/>
                  </a:lnTo>
                  <a:lnTo>
                    <a:pt x="4834890" y="3198367"/>
                  </a:lnTo>
                  <a:lnTo>
                    <a:pt x="5013960" y="3172811"/>
                  </a:lnTo>
                  <a:lnTo>
                    <a:pt x="5193030" y="3145402"/>
                  </a:lnTo>
                  <a:lnTo>
                    <a:pt x="5372100" y="3116005"/>
                  </a:lnTo>
                  <a:lnTo>
                    <a:pt x="5551170" y="3084477"/>
                  </a:lnTo>
                  <a:lnTo>
                    <a:pt x="5730240" y="3050663"/>
                  </a:lnTo>
                  <a:lnTo>
                    <a:pt x="5909310" y="3014397"/>
                  </a:lnTo>
                  <a:lnTo>
                    <a:pt x="6088380" y="2975501"/>
                  </a:lnTo>
                  <a:lnTo>
                    <a:pt x="6267450" y="2933786"/>
                  </a:lnTo>
                  <a:lnTo>
                    <a:pt x="6446520" y="2889045"/>
                  </a:lnTo>
                  <a:lnTo>
                    <a:pt x="6625590" y="2841060"/>
                  </a:lnTo>
                  <a:lnTo>
                    <a:pt x="6804660" y="2789597"/>
                  </a:lnTo>
                  <a:lnTo>
                    <a:pt x="6983730" y="2734401"/>
                  </a:lnTo>
                  <a:lnTo>
                    <a:pt x="7162800" y="2675204"/>
                  </a:lnTo>
                  <a:lnTo>
                    <a:pt x="7341870" y="2611714"/>
                  </a:lnTo>
                  <a:lnTo>
                    <a:pt x="7520940" y="2543620"/>
                  </a:lnTo>
                  <a:lnTo>
                    <a:pt x="7700010" y="2470590"/>
                  </a:lnTo>
                  <a:lnTo>
                    <a:pt x="7879080" y="2392264"/>
                  </a:lnTo>
                  <a:lnTo>
                    <a:pt x="8058150" y="2308258"/>
                  </a:lnTo>
                  <a:lnTo>
                    <a:pt x="8237220" y="2218162"/>
                  </a:lnTo>
                  <a:lnTo>
                    <a:pt x="8416290" y="2121533"/>
                  </a:lnTo>
                  <a:lnTo>
                    <a:pt x="8595360" y="2017897"/>
                  </a:lnTo>
                  <a:lnTo>
                    <a:pt x="8774430" y="1906748"/>
                  </a:lnTo>
                  <a:lnTo>
                    <a:pt x="8953500" y="1787538"/>
                  </a:lnTo>
                  <a:lnTo>
                    <a:pt x="9132570" y="1659686"/>
                  </a:lnTo>
                  <a:lnTo>
                    <a:pt x="9311640" y="1522562"/>
                  </a:lnTo>
                  <a:lnTo>
                    <a:pt x="9490710" y="1375497"/>
                  </a:lnTo>
                  <a:lnTo>
                    <a:pt x="9669780" y="1217767"/>
                  </a:lnTo>
                  <a:lnTo>
                    <a:pt x="9848850" y="1048601"/>
                  </a:lnTo>
                  <a:lnTo>
                    <a:pt x="10027920" y="867170"/>
                  </a:lnTo>
                  <a:lnTo>
                    <a:pt x="10206990" y="672583"/>
                  </a:lnTo>
                  <a:lnTo>
                    <a:pt x="10386060" y="463886"/>
                  </a:lnTo>
                  <a:lnTo>
                    <a:pt x="10565130" y="240058"/>
                  </a:lnTo>
                  <a:lnTo>
                    <a:pt x="10744200" y="0"/>
                  </a:lnTo>
                </a:path>
              </a:pathLst>
            </a:custGeom>
            <a:ln w="31750">
              <a:solidFill>
                <a:srgbClr val="070154"/>
              </a:solidFill>
              <a:prstDash val="solid"/>
            </a:ln>
          </p:spPr>
        </p:sp>
        <p:sp>
          <p:nvSpPr>
            <p:cNvPr id="7" name="node01.curve.cap-1"/>
            <p:cNvSpPr/>
            <p:nvPr/>
          </p:nvSpPr>
          <p:spPr>
            <a:xfrm>
              <a:off x="708025" y="5276215"/>
              <a:ext cx="31750" cy="31750"/>
            </a:xfrm>
            <a:prstGeom prst="ellipse">
              <a:avLst/>
            </a:prstGeom>
            <a:solidFill>
              <a:srgbClr val="070154"/>
            </a:solidFill>
            <a:ln>
              <a:noFill/>
            </a:ln>
          </p:spPr>
        </p:sp>
        <p:sp>
          <p:nvSpPr>
            <p:cNvPr id="8" name="node01.curve.cap-2"/>
            <p:cNvSpPr/>
            <p:nvPr/>
          </p:nvSpPr>
          <p:spPr>
            <a:xfrm>
              <a:off x="11452225" y="1778635"/>
              <a:ext cx="31750" cy="31750"/>
            </a:xfrm>
            <a:prstGeom prst="ellipse">
              <a:avLst/>
            </a:prstGeom>
            <a:solidFill>
              <a:srgbClr val="070154"/>
            </a:solidFill>
            <a:ln>
              <a:noFill/>
            </a:ln>
          </p:spPr>
        </p:sp>
        <p:sp>
          <p:nvSpPr>
            <p:cNvPr id="9" name="node01.arrow-1"/>
            <p:cNvSpPr/>
            <p:nvPr/>
          </p:nvSpPr>
          <p:spPr>
            <a:xfrm>
              <a:off x="11448185" y="1794510"/>
              <a:ext cx="19915" cy="125429"/>
            </a:xfrm>
            <a:custGeom>
              <a:avLst/>
              <a:gdLst/>
              <a:ahLst/>
              <a:cxnLst/>
              <a:rect l="l" t="t" r="r" b="b"/>
              <a:pathLst>
                <a:path w="19915" h="125429">
                  <a:moveTo>
                    <a:pt x="19915" y="0"/>
                  </a:moveTo>
                  <a:lnTo>
                    <a:pt x="0" y="125429"/>
                  </a:lnTo>
                </a:path>
              </a:pathLst>
            </a:custGeom>
            <a:ln w="31750">
              <a:solidFill>
                <a:srgbClr val="070154"/>
              </a:solidFill>
              <a:prstDash val="solid"/>
            </a:ln>
          </p:spPr>
        </p:sp>
        <p:sp>
          <p:nvSpPr>
            <p:cNvPr id="10" name="node01.arrow-1.cap-1"/>
            <p:cNvSpPr/>
            <p:nvPr/>
          </p:nvSpPr>
          <p:spPr>
            <a:xfrm>
              <a:off x="11452225" y="1778635"/>
              <a:ext cx="31750" cy="31750"/>
            </a:xfrm>
            <a:prstGeom prst="ellipse">
              <a:avLst/>
            </a:prstGeom>
            <a:solidFill>
              <a:srgbClr val="070154"/>
            </a:solidFill>
            <a:ln>
              <a:noFill/>
            </a:ln>
          </p:spPr>
        </p:sp>
        <p:sp>
          <p:nvSpPr>
            <p:cNvPr id="11" name="node01.arrow-1.cap-2"/>
            <p:cNvSpPr/>
            <p:nvPr/>
          </p:nvSpPr>
          <p:spPr>
            <a:xfrm>
              <a:off x="11432310" y="1904064"/>
              <a:ext cx="31750" cy="31750"/>
            </a:xfrm>
            <a:prstGeom prst="ellipse">
              <a:avLst/>
            </a:prstGeom>
            <a:solidFill>
              <a:srgbClr val="070154"/>
            </a:solidFill>
            <a:ln>
              <a:noFill/>
            </a:ln>
          </p:spPr>
        </p:sp>
        <p:sp>
          <p:nvSpPr>
            <p:cNvPr id="12" name="node01.arrow-2"/>
            <p:cNvSpPr/>
            <p:nvPr/>
          </p:nvSpPr>
          <p:spPr>
            <a:xfrm>
              <a:off x="11351795" y="1794510"/>
              <a:ext cx="116305" cy="51012"/>
            </a:xfrm>
            <a:custGeom>
              <a:avLst/>
              <a:gdLst/>
              <a:ahLst/>
              <a:cxnLst/>
              <a:rect l="l" t="t" r="r" b="b"/>
              <a:pathLst>
                <a:path w="116305" h="51012">
                  <a:moveTo>
                    <a:pt x="116305" y="0"/>
                  </a:moveTo>
                  <a:lnTo>
                    <a:pt x="0" y="51012"/>
                  </a:lnTo>
                </a:path>
              </a:pathLst>
            </a:custGeom>
            <a:ln w="31750">
              <a:solidFill>
                <a:srgbClr val="070154"/>
              </a:solidFill>
              <a:prstDash val="solid"/>
            </a:ln>
          </p:spPr>
        </p:sp>
        <p:sp>
          <p:nvSpPr>
            <p:cNvPr id="13" name="node01.arrow-2.cap-1"/>
            <p:cNvSpPr/>
            <p:nvPr/>
          </p:nvSpPr>
          <p:spPr>
            <a:xfrm>
              <a:off x="11452225" y="1778635"/>
              <a:ext cx="31750" cy="31750"/>
            </a:xfrm>
            <a:prstGeom prst="ellipse">
              <a:avLst/>
            </a:prstGeom>
            <a:solidFill>
              <a:srgbClr val="070154"/>
            </a:solidFill>
            <a:ln>
              <a:noFill/>
            </a:ln>
          </p:spPr>
        </p:sp>
        <p:sp>
          <p:nvSpPr>
            <p:cNvPr id="14" name="node01.arrow-2.cap-2"/>
            <p:cNvSpPr/>
            <p:nvPr/>
          </p:nvSpPr>
          <p:spPr>
            <a:xfrm>
              <a:off x="11335920" y="1829647"/>
              <a:ext cx="31750" cy="31750"/>
            </a:xfrm>
            <a:prstGeom prst="ellipse">
              <a:avLst/>
            </a:prstGeom>
            <a:solidFill>
              <a:srgbClr val="070154"/>
            </a:solidFill>
            <a:ln>
              <a:noFill/>
            </a:ln>
          </p:spPr>
        </p:sp>
        <p:sp>
          <p:nvSpPr>
            <p:cNvPr id="15" name="node01.axis"/>
            <p:cNvSpPr/>
            <p:nvPr/>
          </p:nvSpPr>
          <p:spPr>
            <a:xfrm>
              <a:off x="723900" y="57912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6" name="node01.axis.arrow"/>
            <p:cNvSpPr/>
            <p:nvPr/>
          </p:nvSpPr>
          <p:spPr>
            <a:xfrm>
              <a:off x="11379200" y="57404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4953000" y="5715000"/>
              <a:ext cx="2286000" cy="152400"/>
            </a:xfrm>
            <a:prstGeom prst="rect">
              <a:avLst/>
            </a:prstGeom>
            <a:solidFill>
              <a:srgbClr val="FFFFFF"/>
            </a:solidFill>
            <a:ln>
              <a:noFill/>
            </a:ln>
          </p:spPr>
        </p:sp>
        <p:sp>
          <p:nvSpPr>
            <p:cNvPr id="18" name="node01.axis.label"/>
            <p:cNvSpPr/>
            <p:nvPr/>
          </p:nvSpPr>
          <p:spPr>
            <a:xfrm>
              <a:off x="4953000" y="5715000"/>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SCOPE</a:t>
              </a:r>
              <a:endParaRPr lang="en-US" sz="900" spc="54"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1121410" y="5139947"/>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1134110" y="5127247"/>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1254760" y="4898647"/>
              <a:ext cx="12700" cy="228600"/>
            </a:xfrm>
            <a:prstGeom prst="rect">
              <a:avLst/>
            </a:prstGeom>
            <a:solidFill>
              <a:srgbClr val="070154"/>
            </a:solidFill>
            <a:ln>
              <a:noFill/>
            </a:ln>
          </p:spPr>
        </p:sp>
        <p:sp>
          <p:nvSpPr>
            <p:cNvPr id="22" name="node01.stages.source-001.label"/>
            <p:cNvSpPr/>
            <p:nvPr/>
          </p:nvSpPr>
          <p:spPr>
            <a:xfrm>
              <a:off x="1108710" y="4187447"/>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MANUAL</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1108710" y="4390647"/>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People do the work end to end; knowledge stays fragmented.</a:t>
              </a:r>
              <a:endParaRPr lang="en-US" sz="1200" spc="0" kern="0" b="0" i="0" dirty="0">
                <a:solidFill>
                  <a:srgbClr val="070154"/>
                </a:solidFill>
                <a:latin typeface="IBM Plex Sans"/>
                <a:ea typeface="IBM Plex Sans"/>
                <a:cs typeface="IBM Plex Sans"/>
              </a:endParaRPr>
            </a:p>
          </p:txBody>
        </p:sp>
        <p:sp>
          <p:nvSpPr>
            <p:cNvPr id="24" name="node01.stages.source-002.circle"/>
            <p:cNvSpPr/>
            <p:nvPr/>
          </p:nvSpPr>
          <p:spPr>
            <a:xfrm>
              <a:off x="3377692" y="5046949"/>
              <a:ext cx="279400" cy="279400"/>
            </a:xfrm>
            <a:prstGeom prst="ellipse">
              <a:avLst/>
            </a:prstGeom>
            <a:solidFill>
              <a:srgbClr val="FFFFFF"/>
            </a:solidFill>
            <a:ln w="25400">
              <a:solidFill>
                <a:srgbClr val="070154"/>
              </a:solidFill>
              <a:prstDash val="solid"/>
            </a:ln>
          </p:spPr>
        </p:sp>
        <p:sp>
          <p:nvSpPr>
            <p:cNvPr id="25" name="node01.stages.source-002.number"/>
            <p:cNvSpPr/>
            <p:nvPr/>
          </p:nvSpPr>
          <p:spPr>
            <a:xfrm>
              <a:off x="3390392" y="5034249"/>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6" name="node01.stages.source-002.tick"/>
            <p:cNvSpPr/>
            <p:nvPr/>
          </p:nvSpPr>
          <p:spPr>
            <a:xfrm>
              <a:off x="3511042" y="4805649"/>
              <a:ext cx="12700" cy="228600"/>
            </a:xfrm>
            <a:prstGeom prst="rect">
              <a:avLst/>
            </a:prstGeom>
            <a:solidFill>
              <a:srgbClr val="070154"/>
            </a:solidFill>
            <a:ln>
              <a:noFill/>
            </a:ln>
          </p:spPr>
        </p:sp>
        <p:sp>
          <p:nvSpPr>
            <p:cNvPr id="27" name="node01.stages.source-002.label"/>
            <p:cNvSpPr/>
            <p:nvPr/>
          </p:nvSpPr>
          <p:spPr>
            <a:xfrm>
              <a:off x="3364992" y="4094449"/>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INDIVIDUALLY AI-ASSISTED</a:t>
              </a:r>
              <a:endParaRPr lang="en-US" sz="900" spc="54"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3364992" y="4297649"/>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AI helps with bounded tasks; workflows stay unchanged.</a:t>
              </a:r>
              <a:endParaRPr lang="en-US" sz="1200" spc="0" kern="0" b="0" i="0" dirty="0">
                <a:solidFill>
                  <a:srgbClr val="070154"/>
                </a:solidFill>
                <a:latin typeface="IBM Plex Sans"/>
                <a:ea typeface="IBM Plex Sans"/>
                <a:cs typeface="IBM Plex Sans"/>
              </a:endParaRPr>
            </a:p>
          </p:txBody>
        </p:sp>
        <p:sp>
          <p:nvSpPr>
            <p:cNvPr id="29" name="node01.stages.source-003.circle"/>
            <p:cNvSpPr/>
            <p:nvPr/>
          </p:nvSpPr>
          <p:spPr>
            <a:xfrm>
              <a:off x="5741416" y="4805848"/>
              <a:ext cx="279400" cy="279400"/>
            </a:xfrm>
            <a:prstGeom prst="ellipse">
              <a:avLst/>
            </a:prstGeom>
            <a:solidFill>
              <a:srgbClr val="FFFFFF"/>
            </a:solidFill>
            <a:ln w="25400">
              <a:solidFill>
                <a:srgbClr val="070154"/>
              </a:solidFill>
              <a:prstDash val="solid"/>
            </a:ln>
          </p:spPr>
        </p:sp>
        <p:sp>
          <p:nvSpPr>
            <p:cNvPr id="30" name="node01.stages.source-003.number"/>
            <p:cNvSpPr/>
            <p:nvPr/>
          </p:nvSpPr>
          <p:spPr>
            <a:xfrm>
              <a:off x="5754116" y="4793148"/>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1" name="node01.stages.source-003.tick"/>
            <p:cNvSpPr/>
            <p:nvPr/>
          </p:nvSpPr>
          <p:spPr>
            <a:xfrm>
              <a:off x="5874766" y="4564548"/>
              <a:ext cx="12700" cy="228600"/>
            </a:xfrm>
            <a:prstGeom prst="rect">
              <a:avLst/>
            </a:prstGeom>
            <a:solidFill>
              <a:srgbClr val="070154"/>
            </a:solidFill>
            <a:ln>
              <a:noFill/>
            </a:ln>
          </p:spPr>
        </p:sp>
        <p:sp>
          <p:nvSpPr>
            <p:cNvPr id="32" name="node01.stages.source-003.label"/>
            <p:cNvSpPr/>
            <p:nvPr/>
          </p:nvSpPr>
          <p:spPr>
            <a:xfrm>
              <a:off x="5728716" y="3624748"/>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REPEATABLE TEAM PRACTICE</a:t>
              </a:r>
              <a:endParaRPr lang="en-US" sz="900" spc="54"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5728716" y="3827948"/>
              <a:ext cx="2286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Teams reuse shared workflows with clear owners and defined review.</a:t>
              </a:r>
              <a:endParaRPr lang="en-US" sz="1200" spc="0" kern="0" b="0" i="0" dirty="0">
                <a:solidFill>
                  <a:srgbClr val="070154"/>
                </a:solidFill>
                <a:latin typeface="IBM Plex Sans"/>
                <a:ea typeface="IBM Plex Sans"/>
                <a:cs typeface="IBM Plex Sans"/>
              </a:endParaRPr>
            </a:p>
          </p:txBody>
        </p:sp>
        <p:sp>
          <p:nvSpPr>
            <p:cNvPr id="34" name="node01.stages.source-004.circle"/>
            <p:cNvSpPr/>
            <p:nvPr/>
          </p:nvSpPr>
          <p:spPr>
            <a:xfrm>
              <a:off x="7782814" y="4317669"/>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7795514" y="4304969"/>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7916164" y="3568369"/>
              <a:ext cx="12700" cy="736600"/>
            </a:xfrm>
            <a:prstGeom prst="rect">
              <a:avLst/>
            </a:prstGeom>
            <a:solidFill>
              <a:srgbClr val="070154"/>
            </a:solidFill>
            <a:ln>
              <a:noFill/>
            </a:ln>
          </p:spPr>
        </p:sp>
        <p:sp>
          <p:nvSpPr>
            <p:cNvPr id="37" name="node01.stages.source-004.label"/>
            <p:cNvSpPr/>
            <p:nvPr/>
          </p:nvSpPr>
          <p:spPr>
            <a:xfrm>
              <a:off x="6144514" y="2628569"/>
              <a:ext cx="2286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INTEGRATED AI-NATIVE FLOW</a:t>
              </a:r>
              <a:endParaRPr lang="en-US" sz="900" spc="54"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6144514" y="2831769"/>
              <a:ext cx="2286000" cy="6858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People and agents coordinate across the lifecycle with clear handoffs.</a:t>
              </a:r>
              <a:endParaRPr lang="en-US" sz="1200" spc="0" kern="0" b="0" i="0" dirty="0">
                <a:solidFill>
                  <a:srgbClr val="070154"/>
                </a:solidFill>
                <a:latin typeface="IBM Plex Sans"/>
                <a:ea typeface="IBM Plex Sans"/>
                <a:cs typeface="IBM Plex Sans"/>
              </a:endParaRPr>
            </a:p>
          </p:txBody>
        </p:sp>
        <p:sp>
          <p:nvSpPr>
            <p:cNvPr id="39" name="node01.stages.source-005.circle"/>
            <p:cNvSpPr/>
            <p:nvPr/>
          </p:nvSpPr>
          <p:spPr>
            <a:xfrm>
              <a:off x="9609328" y="3392279"/>
              <a:ext cx="279400" cy="279400"/>
            </a:xfrm>
            <a:prstGeom prst="ellipse">
              <a:avLst/>
            </a:prstGeom>
            <a:solidFill>
              <a:srgbClr val="FFFFFF"/>
            </a:solidFill>
            <a:ln w="25400">
              <a:solidFill>
                <a:srgbClr val="070154"/>
              </a:solidFill>
              <a:prstDash val="solid"/>
            </a:ln>
          </p:spPr>
        </p:sp>
        <p:sp>
          <p:nvSpPr>
            <p:cNvPr id="40" name="node01.stages.source-005.number"/>
            <p:cNvSpPr/>
            <p:nvPr/>
          </p:nvSpPr>
          <p:spPr>
            <a:xfrm>
              <a:off x="9622028" y="3379579"/>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41" name="node01.stages.source-005.tick"/>
            <p:cNvSpPr/>
            <p:nvPr/>
          </p:nvSpPr>
          <p:spPr>
            <a:xfrm>
              <a:off x="9742678" y="2642979"/>
              <a:ext cx="12700" cy="736600"/>
            </a:xfrm>
            <a:prstGeom prst="rect">
              <a:avLst/>
            </a:prstGeom>
            <a:solidFill>
              <a:srgbClr val="070154"/>
            </a:solidFill>
            <a:ln>
              <a:noFill/>
            </a:ln>
          </p:spPr>
        </p:sp>
        <p:sp>
          <p:nvSpPr>
            <p:cNvPr id="42" name="node01.stages.source-005.label"/>
            <p:cNvSpPr/>
            <p:nvPr/>
          </p:nvSpPr>
          <p:spPr>
            <a:xfrm>
              <a:off x="7971028" y="1703179"/>
              <a:ext cx="2286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SELF-IMPROVING DELIVERY SYSTEM</a:t>
              </a:r>
              <a:endParaRPr lang="en-US" sz="900" spc="54" kern="0" b="0" i="0" dirty="0">
                <a:solidFill>
                  <a:srgbClr val="0047FF"/>
                </a:solidFill>
                <a:latin typeface="IBM Plex Mono SemiBold"/>
                <a:ea typeface="IBM Plex Mono SemiBold"/>
                <a:cs typeface="IBM Plex Mono SemiBold"/>
              </a:endParaRPr>
            </a:p>
          </p:txBody>
        </p:sp>
        <p:sp>
          <p:nvSpPr>
            <p:cNvPr id="43" name="node01.stages.source-005.text"/>
            <p:cNvSpPr/>
            <p:nvPr/>
          </p:nvSpPr>
          <p:spPr>
            <a:xfrm>
              <a:off x="7971028" y="1906379"/>
              <a:ext cx="2286000" cy="6858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Telemetry feeds agents that refine shared skills, so delivery improves on its own.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ource-28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AI-NATIVE PDLC</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stage adds capabilities the last one lacked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59</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08025" y="1600200"/>
            <a:ext cx="10775950" cy="2531396"/>
            <a:chOff x="708025" y="1600200"/>
            <a:chExt cx="10775950" cy="2531396"/>
          </a:xfrm>
        </p:grpSpPr>
        <p:sp>
          <p:nvSpPr>
            <p:cNvPr id="6" name="node01.curve"/>
            <p:cNvSpPr/>
            <p:nvPr/>
          </p:nvSpPr>
          <p:spPr>
            <a:xfrm>
              <a:off x="723900" y="1725930"/>
              <a:ext cx="10744200" cy="2263140"/>
            </a:xfrm>
            <a:custGeom>
              <a:avLst/>
              <a:gdLst/>
              <a:ahLst/>
              <a:cxnLst/>
              <a:rect l="l" t="t" r="r" b="b"/>
              <a:pathLst>
                <a:path w="10744200" h="2263140">
                  <a:moveTo>
                    <a:pt x="0" y="2263140"/>
                  </a:moveTo>
                  <a:lnTo>
                    <a:pt x="179070" y="2260642"/>
                  </a:lnTo>
                  <a:lnTo>
                    <a:pt x="358140" y="2257963"/>
                  </a:lnTo>
                  <a:lnTo>
                    <a:pt x="537210" y="2255089"/>
                  </a:lnTo>
                  <a:lnTo>
                    <a:pt x="716280" y="2252007"/>
                  </a:lnTo>
                  <a:lnTo>
                    <a:pt x="895350" y="2248702"/>
                  </a:lnTo>
                  <a:lnTo>
                    <a:pt x="1074420" y="2245156"/>
                  </a:lnTo>
                  <a:lnTo>
                    <a:pt x="1253490" y="2241354"/>
                  </a:lnTo>
                  <a:lnTo>
                    <a:pt x="1432560" y="2237277"/>
                  </a:lnTo>
                  <a:lnTo>
                    <a:pt x="1611630" y="2232903"/>
                  </a:lnTo>
                  <a:lnTo>
                    <a:pt x="1790700" y="2228212"/>
                  </a:lnTo>
                  <a:lnTo>
                    <a:pt x="1969770" y="2223182"/>
                  </a:lnTo>
                  <a:lnTo>
                    <a:pt x="2148840" y="2217786"/>
                  </a:lnTo>
                  <a:lnTo>
                    <a:pt x="2327910" y="2212000"/>
                  </a:lnTo>
                  <a:lnTo>
                    <a:pt x="2506980" y="2205793"/>
                  </a:lnTo>
                  <a:lnTo>
                    <a:pt x="2686050" y="2199137"/>
                  </a:lnTo>
                  <a:lnTo>
                    <a:pt x="2865120" y="2191998"/>
                  </a:lnTo>
                  <a:lnTo>
                    <a:pt x="3044190" y="2184341"/>
                  </a:lnTo>
                  <a:lnTo>
                    <a:pt x="3223260" y="2176130"/>
                  </a:lnTo>
                  <a:lnTo>
                    <a:pt x="3402330" y="2167323"/>
                  </a:lnTo>
                  <a:lnTo>
                    <a:pt x="3581400" y="2157877"/>
                  </a:lnTo>
                  <a:lnTo>
                    <a:pt x="3760470" y="2147746"/>
                  </a:lnTo>
                  <a:lnTo>
                    <a:pt x="3939540" y="2136881"/>
                  </a:lnTo>
                  <a:lnTo>
                    <a:pt x="4118610" y="2125228"/>
                  </a:lnTo>
                  <a:lnTo>
                    <a:pt x="4297680" y="2112730"/>
                  </a:lnTo>
                  <a:lnTo>
                    <a:pt x="4476750" y="2099326"/>
                  </a:lnTo>
                  <a:lnTo>
                    <a:pt x="4655820" y="2084950"/>
                  </a:lnTo>
                  <a:lnTo>
                    <a:pt x="4834890" y="2069532"/>
                  </a:lnTo>
                  <a:lnTo>
                    <a:pt x="5013960" y="2052995"/>
                  </a:lnTo>
                  <a:lnTo>
                    <a:pt x="5193030" y="2035260"/>
                  </a:lnTo>
                  <a:lnTo>
                    <a:pt x="5372100" y="2016239"/>
                  </a:lnTo>
                  <a:lnTo>
                    <a:pt x="5551170" y="1995838"/>
                  </a:lnTo>
                  <a:lnTo>
                    <a:pt x="5730240" y="1973958"/>
                  </a:lnTo>
                  <a:lnTo>
                    <a:pt x="5909310" y="1950492"/>
                  </a:lnTo>
                  <a:lnTo>
                    <a:pt x="6088380" y="1925324"/>
                  </a:lnTo>
                  <a:lnTo>
                    <a:pt x="6267450" y="1898332"/>
                  </a:lnTo>
                  <a:lnTo>
                    <a:pt x="6446520" y="1869382"/>
                  </a:lnTo>
                  <a:lnTo>
                    <a:pt x="6625590" y="1838333"/>
                  </a:lnTo>
                  <a:lnTo>
                    <a:pt x="6804660" y="1805033"/>
                  </a:lnTo>
                  <a:lnTo>
                    <a:pt x="6983730" y="1769318"/>
                  </a:lnTo>
                  <a:lnTo>
                    <a:pt x="7162800" y="1731014"/>
                  </a:lnTo>
                  <a:lnTo>
                    <a:pt x="7341870" y="1689932"/>
                  </a:lnTo>
                  <a:lnTo>
                    <a:pt x="7520940" y="1645872"/>
                  </a:lnTo>
                  <a:lnTo>
                    <a:pt x="7700010" y="1598617"/>
                  </a:lnTo>
                  <a:lnTo>
                    <a:pt x="7879080" y="1547935"/>
                  </a:lnTo>
                  <a:lnTo>
                    <a:pt x="8058150" y="1493579"/>
                  </a:lnTo>
                  <a:lnTo>
                    <a:pt x="8237220" y="1435281"/>
                  </a:lnTo>
                  <a:lnTo>
                    <a:pt x="8416290" y="1372757"/>
                  </a:lnTo>
                  <a:lnTo>
                    <a:pt x="8595360" y="1305698"/>
                  </a:lnTo>
                  <a:lnTo>
                    <a:pt x="8774430" y="1233778"/>
                  </a:lnTo>
                  <a:lnTo>
                    <a:pt x="8953500" y="1156642"/>
                  </a:lnTo>
                  <a:lnTo>
                    <a:pt x="9132570" y="1073914"/>
                  </a:lnTo>
                  <a:lnTo>
                    <a:pt x="9311640" y="985187"/>
                  </a:lnTo>
                  <a:lnTo>
                    <a:pt x="9490710" y="890027"/>
                  </a:lnTo>
                  <a:lnTo>
                    <a:pt x="9669780" y="787967"/>
                  </a:lnTo>
                  <a:lnTo>
                    <a:pt x="9848850" y="678507"/>
                  </a:lnTo>
                  <a:lnTo>
                    <a:pt x="10027920" y="561110"/>
                  </a:lnTo>
                  <a:lnTo>
                    <a:pt x="10206990" y="435200"/>
                  </a:lnTo>
                  <a:lnTo>
                    <a:pt x="10386060" y="300162"/>
                  </a:lnTo>
                  <a:lnTo>
                    <a:pt x="10565130" y="155332"/>
                  </a:lnTo>
                  <a:lnTo>
                    <a:pt x="10744200" y="0"/>
                  </a:lnTo>
                </a:path>
              </a:pathLst>
            </a:custGeom>
            <a:ln w="31750">
              <a:solidFill>
                <a:srgbClr val="070154"/>
              </a:solidFill>
              <a:prstDash val="solid"/>
            </a:ln>
          </p:spPr>
        </p:sp>
        <p:sp>
          <p:nvSpPr>
            <p:cNvPr id="7" name="node01.curve.cap-1"/>
            <p:cNvSpPr/>
            <p:nvPr/>
          </p:nvSpPr>
          <p:spPr>
            <a:xfrm>
              <a:off x="708025" y="3973195"/>
              <a:ext cx="31750" cy="31750"/>
            </a:xfrm>
            <a:prstGeom prst="ellipse">
              <a:avLst/>
            </a:prstGeom>
            <a:solidFill>
              <a:srgbClr val="070154"/>
            </a:solidFill>
            <a:ln>
              <a:noFill/>
            </a:ln>
          </p:spPr>
        </p:sp>
        <p:sp>
          <p:nvSpPr>
            <p:cNvPr id="8" name="node01.curve.cap-2"/>
            <p:cNvSpPr/>
            <p:nvPr/>
          </p:nvSpPr>
          <p:spPr>
            <a:xfrm>
              <a:off x="11452225" y="1710055"/>
              <a:ext cx="31750" cy="31750"/>
            </a:xfrm>
            <a:prstGeom prst="ellipse">
              <a:avLst/>
            </a:prstGeom>
            <a:solidFill>
              <a:srgbClr val="070154"/>
            </a:solidFill>
            <a:ln>
              <a:noFill/>
            </a:ln>
          </p:spPr>
        </p:sp>
        <p:sp>
          <p:nvSpPr>
            <p:cNvPr id="9" name="node01.arrow-1"/>
            <p:cNvSpPr/>
            <p:nvPr/>
          </p:nvSpPr>
          <p:spPr>
            <a:xfrm>
              <a:off x="11421791" y="1725930"/>
              <a:ext cx="46309" cy="118256"/>
            </a:xfrm>
            <a:custGeom>
              <a:avLst/>
              <a:gdLst/>
              <a:ahLst/>
              <a:cxnLst/>
              <a:rect l="l" t="t" r="r" b="b"/>
              <a:pathLst>
                <a:path w="46309" h="118256">
                  <a:moveTo>
                    <a:pt x="46309" y="0"/>
                  </a:moveTo>
                  <a:lnTo>
                    <a:pt x="0" y="118256"/>
                  </a:lnTo>
                </a:path>
              </a:pathLst>
            </a:custGeom>
            <a:ln w="31750">
              <a:solidFill>
                <a:srgbClr val="070154"/>
              </a:solidFill>
              <a:prstDash val="solid"/>
            </a:ln>
          </p:spPr>
        </p:sp>
        <p:sp>
          <p:nvSpPr>
            <p:cNvPr id="10" name="node01.arrow-1.cap-1"/>
            <p:cNvSpPr/>
            <p:nvPr/>
          </p:nvSpPr>
          <p:spPr>
            <a:xfrm>
              <a:off x="11452225" y="1710055"/>
              <a:ext cx="31750" cy="31750"/>
            </a:xfrm>
            <a:prstGeom prst="ellipse">
              <a:avLst/>
            </a:prstGeom>
            <a:solidFill>
              <a:srgbClr val="070154"/>
            </a:solidFill>
            <a:ln>
              <a:noFill/>
            </a:ln>
          </p:spPr>
        </p:sp>
        <p:sp>
          <p:nvSpPr>
            <p:cNvPr id="11" name="node01.arrow-1.cap-2"/>
            <p:cNvSpPr/>
            <p:nvPr/>
          </p:nvSpPr>
          <p:spPr>
            <a:xfrm>
              <a:off x="11405916" y="1828311"/>
              <a:ext cx="31750" cy="31750"/>
            </a:xfrm>
            <a:prstGeom prst="ellipse">
              <a:avLst/>
            </a:prstGeom>
            <a:solidFill>
              <a:srgbClr val="070154"/>
            </a:solidFill>
            <a:ln>
              <a:noFill/>
            </a:ln>
          </p:spPr>
        </p:sp>
        <p:sp>
          <p:nvSpPr>
            <p:cNvPr id="12" name="node01.arrow-2"/>
            <p:cNvSpPr/>
            <p:nvPr/>
          </p:nvSpPr>
          <p:spPr>
            <a:xfrm>
              <a:off x="11343570" y="1725930"/>
              <a:ext cx="124530" cy="24926"/>
            </a:xfrm>
            <a:custGeom>
              <a:avLst/>
              <a:gdLst/>
              <a:ahLst/>
              <a:cxnLst/>
              <a:rect l="l" t="t" r="r" b="b"/>
              <a:pathLst>
                <a:path w="124530" h="24926">
                  <a:moveTo>
                    <a:pt x="124530" y="0"/>
                  </a:moveTo>
                  <a:lnTo>
                    <a:pt x="0" y="24926"/>
                  </a:lnTo>
                </a:path>
              </a:pathLst>
            </a:custGeom>
            <a:ln w="31750">
              <a:solidFill>
                <a:srgbClr val="070154"/>
              </a:solidFill>
              <a:prstDash val="solid"/>
            </a:ln>
          </p:spPr>
        </p:sp>
        <p:sp>
          <p:nvSpPr>
            <p:cNvPr id="13" name="node01.arrow-2.cap-1"/>
            <p:cNvSpPr/>
            <p:nvPr/>
          </p:nvSpPr>
          <p:spPr>
            <a:xfrm>
              <a:off x="11452225" y="1710055"/>
              <a:ext cx="31750" cy="31750"/>
            </a:xfrm>
            <a:prstGeom prst="ellipse">
              <a:avLst/>
            </a:prstGeom>
            <a:solidFill>
              <a:srgbClr val="070154"/>
            </a:solidFill>
            <a:ln>
              <a:noFill/>
            </a:ln>
          </p:spPr>
        </p:sp>
        <p:sp>
          <p:nvSpPr>
            <p:cNvPr id="14" name="node01.arrow-2.cap-2"/>
            <p:cNvSpPr/>
            <p:nvPr/>
          </p:nvSpPr>
          <p:spPr>
            <a:xfrm>
              <a:off x="11327695" y="1734981"/>
              <a:ext cx="31750" cy="31750"/>
            </a:xfrm>
            <a:prstGeom prst="ellipse">
              <a:avLst/>
            </a:prstGeom>
            <a:solidFill>
              <a:srgbClr val="070154"/>
            </a:solidFill>
            <a:ln>
              <a:noFill/>
            </a:ln>
          </p:spPr>
        </p:sp>
        <p:sp>
          <p:nvSpPr>
            <p:cNvPr id="15" name="node01.stages.source-001.circle"/>
            <p:cNvSpPr/>
            <p:nvPr/>
          </p:nvSpPr>
          <p:spPr>
            <a:xfrm>
              <a:off x="1228852" y="3839496"/>
              <a:ext cx="279400" cy="279400"/>
            </a:xfrm>
            <a:prstGeom prst="ellipse">
              <a:avLst/>
            </a:prstGeom>
            <a:solidFill>
              <a:srgbClr val="FFFFFF"/>
            </a:solidFill>
            <a:ln w="25400">
              <a:solidFill>
                <a:srgbClr val="070154"/>
              </a:solidFill>
              <a:prstDash val="solid"/>
            </a:ln>
          </p:spPr>
        </p:sp>
        <p:sp>
          <p:nvSpPr>
            <p:cNvPr id="16" name="node01.stages.source-001.number"/>
            <p:cNvSpPr/>
            <p:nvPr/>
          </p:nvSpPr>
          <p:spPr>
            <a:xfrm>
              <a:off x="1241552" y="3826796"/>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7" name="node01.stages.source-001.tick"/>
            <p:cNvSpPr/>
            <p:nvPr/>
          </p:nvSpPr>
          <p:spPr>
            <a:xfrm>
              <a:off x="1362202" y="3598196"/>
              <a:ext cx="12700" cy="228600"/>
            </a:xfrm>
            <a:prstGeom prst="rect">
              <a:avLst/>
            </a:prstGeom>
            <a:solidFill>
              <a:srgbClr val="070154"/>
            </a:solidFill>
            <a:ln>
              <a:noFill/>
            </a:ln>
          </p:spPr>
        </p:sp>
        <p:sp>
          <p:nvSpPr>
            <p:cNvPr id="18" name="node01.stages.source-001.label"/>
            <p:cNvSpPr/>
            <p:nvPr/>
          </p:nvSpPr>
          <p:spPr>
            <a:xfrm>
              <a:off x="1216152" y="3394996"/>
              <a:ext cx="241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MANUAL</a:t>
              </a:r>
              <a:endParaRPr lang="en-US" sz="900" spc="54" kern="0" b="0" i="0" dirty="0">
                <a:solidFill>
                  <a:srgbClr val="0047FF"/>
                </a:solidFill>
                <a:latin typeface="IBM Plex Mono SemiBold"/>
                <a:ea typeface="IBM Plex Mono SemiBold"/>
                <a:cs typeface="IBM Plex Mono SemiBold"/>
              </a:endParaRPr>
            </a:p>
          </p:txBody>
        </p:sp>
        <p:sp>
          <p:nvSpPr>
            <p:cNvPr id="19" name="node01.stages.source-002.circle"/>
            <p:cNvSpPr/>
            <p:nvPr/>
          </p:nvSpPr>
          <p:spPr>
            <a:xfrm>
              <a:off x="3592576" y="3772146"/>
              <a:ext cx="279400" cy="279400"/>
            </a:xfrm>
            <a:prstGeom prst="ellipse">
              <a:avLst/>
            </a:prstGeom>
            <a:solidFill>
              <a:srgbClr val="FFFFFF"/>
            </a:solidFill>
            <a:ln w="25400">
              <a:solidFill>
                <a:srgbClr val="070154"/>
              </a:solidFill>
              <a:prstDash val="solid"/>
            </a:ln>
          </p:spPr>
        </p:sp>
        <p:sp>
          <p:nvSpPr>
            <p:cNvPr id="20" name="node01.stages.source-002.number"/>
            <p:cNvSpPr/>
            <p:nvPr/>
          </p:nvSpPr>
          <p:spPr>
            <a:xfrm>
              <a:off x="3605276" y="3759446"/>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2.tick"/>
            <p:cNvSpPr/>
            <p:nvPr/>
          </p:nvSpPr>
          <p:spPr>
            <a:xfrm>
              <a:off x="3725926" y="3530846"/>
              <a:ext cx="12700" cy="228600"/>
            </a:xfrm>
            <a:prstGeom prst="rect">
              <a:avLst/>
            </a:prstGeom>
            <a:solidFill>
              <a:srgbClr val="070154"/>
            </a:solidFill>
            <a:ln>
              <a:noFill/>
            </a:ln>
          </p:spPr>
        </p:sp>
        <p:sp>
          <p:nvSpPr>
            <p:cNvPr id="22" name="node01.stages.source-002.label"/>
            <p:cNvSpPr/>
            <p:nvPr/>
          </p:nvSpPr>
          <p:spPr>
            <a:xfrm>
              <a:off x="3579876" y="3327646"/>
              <a:ext cx="241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INDIVIDUALLY AI-ASSISTED</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3.circle"/>
            <p:cNvSpPr/>
            <p:nvPr/>
          </p:nvSpPr>
          <p:spPr>
            <a:xfrm>
              <a:off x="5741416" y="3625137"/>
              <a:ext cx="279400" cy="279400"/>
            </a:xfrm>
            <a:prstGeom prst="ellipse">
              <a:avLst/>
            </a:prstGeom>
            <a:solidFill>
              <a:srgbClr val="FFFFFF"/>
            </a:solidFill>
            <a:ln w="25400">
              <a:solidFill>
                <a:srgbClr val="070154"/>
              </a:solidFill>
              <a:prstDash val="solid"/>
            </a:ln>
          </p:spPr>
        </p:sp>
        <p:sp>
          <p:nvSpPr>
            <p:cNvPr id="24" name="node01.stages.source-003.number"/>
            <p:cNvSpPr/>
            <p:nvPr/>
          </p:nvSpPr>
          <p:spPr>
            <a:xfrm>
              <a:off x="5754116" y="3612437"/>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5" name="node01.stages.source-003.tick"/>
            <p:cNvSpPr/>
            <p:nvPr/>
          </p:nvSpPr>
          <p:spPr>
            <a:xfrm>
              <a:off x="5874766" y="3383837"/>
              <a:ext cx="12700" cy="228600"/>
            </a:xfrm>
            <a:prstGeom prst="rect">
              <a:avLst/>
            </a:prstGeom>
            <a:solidFill>
              <a:srgbClr val="070154"/>
            </a:solidFill>
            <a:ln>
              <a:noFill/>
            </a:ln>
          </p:spPr>
        </p:sp>
        <p:sp>
          <p:nvSpPr>
            <p:cNvPr id="26" name="node01.stages.source-003.label"/>
            <p:cNvSpPr/>
            <p:nvPr/>
          </p:nvSpPr>
          <p:spPr>
            <a:xfrm>
              <a:off x="5728716" y="3180637"/>
              <a:ext cx="241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REPEATABLE TEAM PRACTICE</a:t>
              </a:r>
              <a:endParaRPr lang="en-US" sz="900" spc="54" kern="0" b="0" i="0" dirty="0">
                <a:solidFill>
                  <a:srgbClr val="0047FF"/>
                </a:solidFill>
                <a:latin typeface="IBM Plex Mono SemiBold"/>
                <a:ea typeface="IBM Plex Mono SemiBold"/>
                <a:cs typeface="IBM Plex Mono SemiBold"/>
              </a:endParaRPr>
            </a:p>
          </p:txBody>
        </p:sp>
        <p:sp>
          <p:nvSpPr>
            <p:cNvPr id="27" name="node01.stages.source-004.circle"/>
            <p:cNvSpPr/>
            <p:nvPr/>
          </p:nvSpPr>
          <p:spPr>
            <a:xfrm>
              <a:off x="7675372" y="3332888"/>
              <a:ext cx="279400" cy="279400"/>
            </a:xfrm>
            <a:prstGeom prst="ellipse">
              <a:avLst/>
            </a:prstGeom>
            <a:solidFill>
              <a:srgbClr val="FFFFFF"/>
            </a:solidFill>
            <a:ln w="25400">
              <a:solidFill>
                <a:srgbClr val="070154"/>
              </a:solidFill>
              <a:prstDash val="solid"/>
            </a:ln>
          </p:spPr>
        </p:sp>
        <p:sp>
          <p:nvSpPr>
            <p:cNvPr id="28" name="node01.stages.source-004.number"/>
            <p:cNvSpPr/>
            <p:nvPr/>
          </p:nvSpPr>
          <p:spPr>
            <a:xfrm>
              <a:off x="7688072" y="3320188"/>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29" name="node01.stages.source-004.tick"/>
            <p:cNvSpPr/>
            <p:nvPr/>
          </p:nvSpPr>
          <p:spPr>
            <a:xfrm>
              <a:off x="7808722" y="2583588"/>
              <a:ext cx="12700" cy="736600"/>
            </a:xfrm>
            <a:prstGeom prst="rect">
              <a:avLst/>
            </a:prstGeom>
            <a:solidFill>
              <a:srgbClr val="070154"/>
            </a:solidFill>
            <a:ln>
              <a:noFill/>
            </a:ln>
          </p:spPr>
        </p:sp>
        <p:sp>
          <p:nvSpPr>
            <p:cNvPr id="30" name="node01.stages.source-004.label"/>
            <p:cNvSpPr/>
            <p:nvPr/>
          </p:nvSpPr>
          <p:spPr>
            <a:xfrm>
              <a:off x="5910072" y="2380388"/>
              <a:ext cx="2413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INTEGRATED AI-NATIVE FLOW</a:t>
              </a:r>
              <a:endParaRPr lang="en-US" sz="900" spc="54" kern="0" b="0" i="0" dirty="0">
                <a:solidFill>
                  <a:srgbClr val="0047FF"/>
                </a:solidFill>
                <a:latin typeface="IBM Plex Mono SemiBold"/>
                <a:ea typeface="IBM Plex Mono SemiBold"/>
                <a:cs typeface="IBM Plex Mono SemiBold"/>
              </a:endParaRPr>
            </a:p>
          </p:txBody>
        </p:sp>
        <p:sp>
          <p:nvSpPr>
            <p:cNvPr id="31" name="node01.stages.source-005.circle"/>
            <p:cNvSpPr/>
            <p:nvPr/>
          </p:nvSpPr>
          <p:spPr>
            <a:xfrm>
              <a:off x="8964676" y="2971844"/>
              <a:ext cx="279400" cy="279400"/>
            </a:xfrm>
            <a:prstGeom prst="ellipse">
              <a:avLst/>
            </a:prstGeom>
            <a:solidFill>
              <a:srgbClr val="FFFFFF"/>
            </a:solidFill>
            <a:ln w="25400">
              <a:solidFill>
                <a:srgbClr val="070154"/>
              </a:solidFill>
              <a:prstDash val="solid"/>
            </a:ln>
          </p:spPr>
        </p:sp>
        <p:sp>
          <p:nvSpPr>
            <p:cNvPr id="32" name="node01.stages.source-005.number"/>
            <p:cNvSpPr/>
            <p:nvPr/>
          </p:nvSpPr>
          <p:spPr>
            <a:xfrm>
              <a:off x="8977376" y="2959144"/>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33" name="node01.stages.source-005.tick"/>
            <p:cNvSpPr/>
            <p:nvPr/>
          </p:nvSpPr>
          <p:spPr>
            <a:xfrm>
              <a:off x="9098026" y="2222544"/>
              <a:ext cx="12700" cy="736600"/>
            </a:xfrm>
            <a:prstGeom prst="rect">
              <a:avLst/>
            </a:prstGeom>
            <a:solidFill>
              <a:srgbClr val="070154"/>
            </a:solidFill>
            <a:ln>
              <a:noFill/>
            </a:ln>
          </p:spPr>
        </p:sp>
        <p:sp>
          <p:nvSpPr>
            <p:cNvPr id="34" name="node01.stages.source-005.label"/>
            <p:cNvSpPr/>
            <p:nvPr/>
          </p:nvSpPr>
          <p:spPr>
            <a:xfrm>
              <a:off x="7199376" y="2019344"/>
              <a:ext cx="2413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SELF-IMPROVING DELIVERY SYSTEM</a:t>
              </a:r>
              <a:endParaRPr lang="en-US" sz="900" spc="54" kern="0" b="0" i="0" dirty="0">
                <a:solidFill>
                  <a:srgbClr val="0047FF"/>
                </a:solidFill>
                <a:latin typeface="IBM Plex Mono SemiBold"/>
                <a:ea typeface="IBM Plex Mono SemiBold"/>
                <a:cs typeface="IBM Plex Mono SemiBold"/>
              </a:endParaRPr>
            </a:p>
          </p:txBody>
        </p:sp>
      </p:grpSp>
      <p:grpSp>
        <p:nvGrpSpPr>
          <p:cNvPr id="37" name="node02"/>
          <p:cNvGrpSpPr/>
          <p:nvPr/>
        </p:nvGrpSpPr>
        <p:grpSpPr>
          <a:xfrm>
            <a:off x="723900" y="4343400"/>
            <a:ext cx="10744200" cy="1270000"/>
            <a:chOff x="723900" y="4343400"/>
            <a:chExt cx="10744200" cy="1270000"/>
          </a:xfrm>
        </p:grpSpPr>
        <p:graphicFrame>
          <p:nvGraphicFramePr>
            <p:cNvPr id="35" name="node02.native"/>
            <p:cNvGraphicFramePr>
              <a:graphicFrameLocks noGrp="1"/>
            </p:cNvGraphicFramePr>
            <p:nvPr>
              <p:extLst>
                <p:ext uri="{D42A27DB-BD31-4B8C-83A1-F6EECF244321}">
                  <p14:modId xmlns:p14="http://schemas.microsoft.com/office/powerpoint/2010/main" val="1579011935"/>
                </p:ext>
              </p:extLst>
            </p:nvPr>
          </p:nvGraphicFramePr>
          <p:xfrm>
            <a:off x="723900" y="4343400"/>
            <a:ext cx="10744200" cy="1270000"/>
          </p:xfrm>
          <a:graphic>
            <a:graphicData uri="http://schemas.openxmlformats.org/drawingml/2006/table">
              <a:tbl>
                <a:tblPr/>
                <a:tblGrid>
                  <a:gridCol w="2159000"/>
                  <a:gridCol w="2159000"/>
                  <a:gridCol w="2159000"/>
                  <a:gridCol w="2133600"/>
                  <a:gridCol w="2133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  MANUAL</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2  AI-ASSISTED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3  TEAM PRACTICE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4  INTEGRATED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5  SELF-IMPROVING</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Hand-written specs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Meetings for handoffs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Chat assistants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Personal prompts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Shared prompt library</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Named workflow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Agents in every stage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Approval gates by risk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Telemetry-driven skills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Agents tune runbooks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ource-30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stages take a practice from habit to advantage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60</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08025" y="1600200"/>
            <a:ext cx="10775950" cy="4191000"/>
            <a:chOff x="708025" y="1600200"/>
            <a:chExt cx="10775950" cy="4191000"/>
          </a:xfrm>
        </p:grpSpPr>
        <p:sp>
          <p:nvSpPr>
            <p:cNvPr id="6" name="node01.curve"/>
            <p:cNvSpPr/>
            <p:nvPr/>
          </p:nvSpPr>
          <p:spPr>
            <a:xfrm>
              <a:off x="723900" y="1786890"/>
              <a:ext cx="10744200" cy="3360420"/>
            </a:xfrm>
            <a:custGeom>
              <a:avLst/>
              <a:gdLst/>
              <a:ahLst/>
              <a:cxnLst/>
              <a:rect l="l" t="t" r="r" b="b"/>
              <a:pathLst>
                <a:path w="10744200" h="3360420">
                  <a:moveTo>
                    <a:pt x="0" y="3360420"/>
                  </a:moveTo>
                  <a:lnTo>
                    <a:pt x="179070" y="3356711"/>
                  </a:lnTo>
                  <a:lnTo>
                    <a:pt x="358140" y="3352732"/>
                  </a:lnTo>
                  <a:lnTo>
                    <a:pt x="537210" y="3348465"/>
                  </a:lnTo>
                  <a:lnTo>
                    <a:pt x="716280" y="3343889"/>
                  </a:lnTo>
                  <a:lnTo>
                    <a:pt x="895350" y="3338981"/>
                  </a:lnTo>
                  <a:lnTo>
                    <a:pt x="1074420" y="3333717"/>
                  </a:lnTo>
                  <a:lnTo>
                    <a:pt x="1253490" y="3328072"/>
                  </a:lnTo>
                  <a:lnTo>
                    <a:pt x="1432560" y="3322017"/>
                  </a:lnTo>
                  <a:lnTo>
                    <a:pt x="1611630" y="3315523"/>
                  </a:lnTo>
                  <a:lnTo>
                    <a:pt x="1790700" y="3308558"/>
                  </a:lnTo>
                  <a:lnTo>
                    <a:pt x="1969770" y="3301088"/>
                  </a:lnTo>
                  <a:lnTo>
                    <a:pt x="2148840" y="3293077"/>
                  </a:lnTo>
                  <a:lnTo>
                    <a:pt x="2327910" y="3284484"/>
                  </a:lnTo>
                  <a:lnTo>
                    <a:pt x="2506980" y="3275269"/>
                  </a:lnTo>
                  <a:lnTo>
                    <a:pt x="2686050" y="3265385"/>
                  </a:lnTo>
                  <a:lnTo>
                    <a:pt x="2865120" y="3254785"/>
                  </a:lnTo>
                  <a:lnTo>
                    <a:pt x="3044190" y="3243416"/>
                  </a:lnTo>
                  <a:lnTo>
                    <a:pt x="3223260" y="3231223"/>
                  </a:lnTo>
                  <a:lnTo>
                    <a:pt x="3402330" y="3218146"/>
                  </a:lnTo>
                  <a:lnTo>
                    <a:pt x="3581400" y="3204120"/>
                  </a:lnTo>
                  <a:lnTo>
                    <a:pt x="3760470" y="3189078"/>
                  </a:lnTo>
                  <a:lnTo>
                    <a:pt x="3939540" y="3172945"/>
                  </a:lnTo>
                  <a:lnTo>
                    <a:pt x="4118610" y="3155642"/>
                  </a:lnTo>
                  <a:lnTo>
                    <a:pt x="4297680" y="3137084"/>
                  </a:lnTo>
                  <a:lnTo>
                    <a:pt x="4476750" y="3117181"/>
                  </a:lnTo>
                  <a:lnTo>
                    <a:pt x="4655820" y="3095835"/>
                  </a:lnTo>
                  <a:lnTo>
                    <a:pt x="4834890" y="3072941"/>
                  </a:lnTo>
                  <a:lnTo>
                    <a:pt x="5013960" y="3048387"/>
                  </a:lnTo>
                  <a:lnTo>
                    <a:pt x="5193030" y="3022053"/>
                  </a:lnTo>
                  <a:lnTo>
                    <a:pt x="5372100" y="2993809"/>
                  </a:lnTo>
                  <a:lnTo>
                    <a:pt x="5551170" y="2963517"/>
                  </a:lnTo>
                  <a:lnTo>
                    <a:pt x="5730240" y="2931029"/>
                  </a:lnTo>
                  <a:lnTo>
                    <a:pt x="5909310" y="2896185"/>
                  </a:lnTo>
                  <a:lnTo>
                    <a:pt x="6088380" y="2858815"/>
                  </a:lnTo>
                  <a:lnTo>
                    <a:pt x="6267450" y="2818735"/>
                  </a:lnTo>
                  <a:lnTo>
                    <a:pt x="6446520" y="2775749"/>
                  </a:lnTo>
                  <a:lnTo>
                    <a:pt x="6625590" y="2729646"/>
                  </a:lnTo>
                  <a:lnTo>
                    <a:pt x="6804660" y="2680201"/>
                  </a:lnTo>
                  <a:lnTo>
                    <a:pt x="6983730" y="2627170"/>
                  </a:lnTo>
                  <a:lnTo>
                    <a:pt x="7162800" y="2570294"/>
                  </a:lnTo>
                  <a:lnTo>
                    <a:pt x="7341870" y="2509294"/>
                  </a:lnTo>
                  <a:lnTo>
                    <a:pt x="7520940" y="2443871"/>
                  </a:lnTo>
                  <a:lnTo>
                    <a:pt x="7700010" y="2373704"/>
                  </a:lnTo>
                  <a:lnTo>
                    <a:pt x="7879080" y="2298449"/>
                  </a:lnTo>
                  <a:lnTo>
                    <a:pt x="8058150" y="2217738"/>
                  </a:lnTo>
                  <a:lnTo>
                    <a:pt x="8237220" y="2131175"/>
                  </a:lnTo>
                  <a:lnTo>
                    <a:pt x="8416290" y="2038336"/>
                  </a:lnTo>
                  <a:lnTo>
                    <a:pt x="8595360" y="1938764"/>
                  </a:lnTo>
                  <a:lnTo>
                    <a:pt x="8774430" y="1831973"/>
                  </a:lnTo>
                  <a:lnTo>
                    <a:pt x="8953500" y="1717439"/>
                  </a:lnTo>
                  <a:lnTo>
                    <a:pt x="9132570" y="1594600"/>
                  </a:lnTo>
                  <a:lnTo>
                    <a:pt x="9311640" y="1462854"/>
                  </a:lnTo>
                  <a:lnTo>
                    <a:pt x="9490710" y="1321555"/>
                  </a:lnTo>
                  <a:lnTo>
                    <a:pt x="9669780" y="1170012"/>
                  </a:lnTo>
                  <a:lnTo>
                    <a:pt x="9848850" y="1007480"/>
                  </a:lnTo>
                  <a:lnTo>
                    <a:pt x="10027920" y="833163"/>
                  </a:lnTo>
                  <a:lnTo>
                    <a:pt x="10206990" y="646207"/>
                  </a:lnTo>
                  <a:lnTo>
                    <a:pt x="10386060" y="445695"/>
                  </a:lnTo>
                  <a:lnTo>
                    <a:pt x="10565130" y="230644"/>
                  </a:lnTo>
                  <a:lnTo>
                    <a:pt x="10744200" y="0"/>
                  </a:lnTo>
                </a:path>
              </a:pathLst>
            </a:custGeom>
            <a:ln w="31750">
              <a:solidFill>
                <a:srgbClr val="070154"/>
              </a:solidFill>
              <a:prstDash val="solid"/>
            </a:ln>
          </p:spPr>
        </p:sp>
        <p:sp>
          <p:nvSpPr>
            <p:cNvPr id="7" name="node01.curve.cap-1"/>
            <p:cNvSpPr/>
            <p:nvPr/>
          </p:nvSpPr>
          <p:spPr>
            <a:xfrm>
              <a:off x="708025" y="5131435"/>
              <a:ext cx="31750" cy="31750"/>
            </a:xfrm>
            <a:prstGeom prst="ellipse">
              <a:avLst/>
            </a:prstGeom>
            <a:solidFill>
              <a:srgbClr val="070154"/>
            </a:solidFill>
            <a:ln>
              <a:noFill/>
            </a:ln>
          </p:spPr>
        </p:sp>
        <p:sp>
          <p:nvSpPr>
            <p:cNvPr id="8" name="node01.curve.cap-2"/>
            <p:cNvSpPr/>
            <p:nvPr/>
          </p:nvSpPr>
          <p:spPr>
            <a:xfrm>
              <a:off x="11452225" y="1771015"/>
              <a:ext cx="31750" cy="31750"/>
            </a:xfrm>
            <a:prstGeom prst="ellipse">
              <a:avLst/>
            </a:prstGeom>
            <a:solidFill>
              <a:srgbClr val="070154"/>
            </a:solidFill>
            <a:ln>
              <a:noFill/>
            </a:ln>
          </p:spPr>
        </p:sp>
        <p:sp>
          <p:nvSpPr>
            <p:cNvPr id="9" name="node01.arrow-1"/>
            <p:cNvSpPr/>
            <p:nvPr/>
          </p:nvSpPr>
          <p:spPr>
            <a:xfrm>
              <a:off x="11445750" y="1786890"/>
              <a:ext cx="22350" cy="125018"/>
            </a:xfrm>
            <a:custGeom>
              <a:avLst/>
              <a:gdLst/>
              <a:ahLst/>
              <a:cxnLst/>
              <a:rect l="l" t="t" r="r" b="b"/>
              <a:pathLst>
                <a:path w="22350" h="125018">
                  <a:moveTo>
                    <a:pt x="22350" y="0"/>
                  </a:moveTo>
                  <a:lnTo>
                    <a:pt x="0" y="125018"/>
                  </a:lnTo>
                </a:path>
              </a:pathLst>
            </a:custGeom>
            <a:ln w="31750">
              <a:solidFill>
                <a:srgbClr val="070154"/>
              </a:solidFill>
              <a:prstDash val="solid"/>
            </a:ln>
          </p:spPr>
        </p:sp>
        <p:sp>
          <p:nvSpPr>
            <p:cNvPr id="10" name="node01.arrow-1.cap-1"/>
            <p:cNvSpPr/>
            <p:nvPr/>
          </p:nvSpPr>
          <p:spPr>
            <a:xfrm>
              <a:off x="11452225" y="1771015"/>
              <a:ext cx="31750" cy="31750"/>
            </a:xfrm>
            <a:prstGeom prst="ellipse">
              <a:avLst/>
            </a:prstGeom>
            <a:solidFill>
              <a:srgbClr val="070154"/>
            </a:solidFill>
            <a:ln>
              <a:noFill/>
            </a:ln>
          </p:spPr>
        </p:sp>
        <p:sp>
          <p:nvSpPr>
            <p:cNvPr id="11" name="node01.arrow-1.cap-2"/>
            <p:cNvSpPr/>
            <p:nvPr/>
          </p:nvSpPr>
          <p:spPr>
            <a:xfrm>
              <a:off x="11429875" y="1896033"/>
              <a:ext cx="31750" cy="31750"/>
            </a:xfrm>
            <a:prstGeom prst="ellipse">
              <a:avLst/>
            </a:prstGeom>
            <a:solidFill>
              <a:srgbClr val="070154"/>
            </a:solidFill>
            <a:ln>
              <a:noFill/>
            </a:ln>
          </p:spPr>
        </p:sp>
        <p:sp>
          <p:nvSpPr>
            <p:cNvPr id="12" name="node01.arrow-2"/>
            <p:cNvSpPr/>
            <p:nvPr/>
          </p:nvSpPr>
          <p:spPr>
            <a:xfrm>
              <a:off x="11350825" y="1786890"/>
              <a:ext cx="117275" cy="48741"/>
            </a:xfrm>
            <a:custGeom>
              <a:avLst/>
              <a:gdLst/>
              <a:ahLst/>
              <a:cxnLst/>
              <a:rect l="l" t="t" r="r" b="b"/>
              <a:pathLst>
                <a:path w="117275" h="48741">
                  <a:moveTo>
                    <a:pt x="117275" y="0"/>
                  </a:moveTo>
                  <a:lnTo>
                    <a:pt x="0" y="48741"/>
                  </a:lnTo>
                </a:path>
              </a:pathLst>
            </a:custGeom>
            <a:ln w="31750">
              <a:solidFill>
                <a:srgbClr val="070154"/>
              </a:solidFill>
              <a:prstDash val="solid"/>
            </a:ln>
          </p:spPr>
        </p:sp>
        <p:sp>
          <p:nvSpPr>
            <p:cNvPr id="13" name="node01.arrow-2.cap-1"/>
            <p:cNvSpPr/>
            <p:nvPr/>
          </p:nvSpPr>
          <p:spPr>
            <a:xfrm>
              <a:off x="11452225" y="1771015"/>
              <a:ext cx="31750" cy="31750"/>
            </a:xfrm>
            <a:prstGeom prst="ellipse">
              <a:avLst/>
            </a:prstGeom>
            <a:solidFill>
              <a:srgbClr val="070154"/>
            </a:solidFill>
            <a:ln>
              <a:noFill/>
            </a:ln>
          </p:spPr>
        </p:sp>
        <p:sp>
          <p:nvSpPr>
            <p:cNvPr id="14" name="node01.arrow-2.cap-2"/>
            <p:cNvSpPr/>
            <p:nvPr/>
          </p:nvSpPr>
          <p:spPr>
            <a:xfrm>
              <a:off x="11334950" y="1819756"/>
              <a:ext cx="31750" cy="31750"/>
            </a:xfrm>
            <a:prstGeom prst="ellipse">
              <a:avLst/>
            </a:prstGeom>
            <a:solidFill>
              <a:srgbClr val="070154"/>
            </a:solidFill>
            <a:ln>
              <a:noFill/>
            </a:ln>
          </p:spPr>
        </p:sp>
        <p:sp>
          <p:nvSpPr>
            <p:cNvPr id="15" name="node01.axis"/>
            <p:cNvSpPr/>
            <p:nvPr/>
          </p:nvSpPr>
          <p:spPr>
            <a:xfrm>
              <a:off x="723900" y="56388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6" name="node01.axis.arrow"/>
            <p:cNvSpPr/>
            <p:nvPr/>
          </p:nvSpPr>
          <p:spPr>
            <a:xfrm>
              <a:off x="11379200" y="55880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4953000" y="5562600"/>
              <a:ext cx="2286000" cy="152400"/>
            </a:xfrm>
            <a:prstGeom prst="rect">
              <a:avLst/>
            </a:prstGeom>
            <a:solidFill>
              <a:srgbClr val="FFFFFF"/>
            </a:solidFill>
            <a:ln>
              <a:noFill/>
            </a:ln>
          </p:spPr>
        </p:sp>
        <p:sp>
          <p:nvSpPr>
            <p:cNvPr id="18" name="node01.axis.label"/>
            <p:cNvSpPr/>
            <p:nvPr/>
          </p:nvSpPr>
          <p:spPr>
            <a:xfrm>
              <a:off x="4953000" y="5562600"/>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MATURITY</a:t>
              </a:r>
              <a:endParaRPr lang="en-US" sz="900" spc="54"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1443736" y="4987180"/>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1456436" y="497448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1577086" y="4745880"/>
              <a:ext cx="12700" cy="228600"/>
            </a:xfrm>
            <a:prstGeom prst="rect">
              <a:avLst/>
            </a:prstGeom>
            <a:solidFill>
              <a:srgbClr val="070154"/>
            </a:solidFill>
            <a:ln>
              <a:noFill/>
            </a:ln>
          </p:spPr>
        </p:sp>
        <p:sp>
          <p:nvSpPr>
            <p:cNvPr id="22" name="node01.stages.source-001.label"/>
            <p:cNvSpPr/>
            <p:nvPr/>
          </p:nvSpPr>
          <p:spPr>
            <a:xfrm>
              <a:off x="1431036" y="403468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FOUNDATIONAL</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1431036" y="423788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 is done by individuals and results depend on who is available.</a:t>
              </a:r>
              <a:endParaRPr lang="en-US" sz="1200" spc="0" kern="0" b="0" i="0" dirty="0">
                <a:solidFill>
                  <a:srgbClr val="070154"/>
                </a:solidFill>
                <a:latin typeface="IBM Plex Sans"/>
                <a:ea typeface="IBM Plex Sans"/>
                <a:cs typeface="IBM Plex Sans"/>
              </a:endParaRPr>
            </a:p>
          </p:txBody>
        </p:sp>
        <p:sp>
          <p:nvSpPr>
            <p:cNvPr id="24" name="node01.stages.source-002.circle"/>
            <p:cNvSpPr/>
            <p:nvPr/>
          </p:nvSpPr>
          <p:spPr>
            <a:xfrm>
              <a:off x="5526532" y="4705605"/>
              <a:ext cx="279400" cy="279400"/>
            </a:xfrm>
            <a:prstGeom prst="ellipse">
              <a:avLst/>
            </a:prstGeom>
            <a:solidFill>
              <a:srgbClr val="FFFFFF"/>
            </a:solidFill>
            <a:ln w="25400">
              <a:solidFill>
                <a:srgbClr val="070154"/>
              </a:solidFill>
              <a:prstDash val="solid"/>
            </a:ln>
          </p:spPr>
        </p:sp>
        <p:sp>
          <p:nvSpPr>
            <p:cNvPr id="25" name="node01.stages.source-002.number"/>
            <p:cNvSpPr/>
            <p:nvPr/>
          </p:nvSpPr>
          <p:spPr>
            <a:xfrm>
              <a:off x="5539232" y="469290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6" name="node01.stages.source-002.tick"/>
            <p:cNvSpPr/>
            <p:nvPr/>
          </p:nvSpPr>
          <p:spPr>
            <a:xfrm>
              <a:off x="5659882" y="3956305"/>
              <a:ext cx="12700" cy="736600"/>
            </a:xfrm>
            <a:prstGeom prst="rect">
              <a:avLst/>
            </a:prstGeom>
            <a:solidFill>
              <a:srgbClr val="070154"/>
            </a:solidFill>
            <a:ln>
              <a:noFill/>
            </a:ln>
          </p:spPr>
        </p:sp>
        <p:sp>
          <p:nvSpPr>
            <p:cNvPr id="27" name="node01.stages.source-002.label"/>
            <p:cNvSpPr/>
            <p:nvPr/>
          </p:nvSpPr>
          <p:spPr>
            <a:xfrm>
              <a:off x="3431032" y="3245105"/>
              <a:ext cx="27432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ESTABLISHED</a:t>
              </a:r>
              <a:endParaRPr lang="en-US" sz="900" spc="54"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3431032" y="3448305"/>
              <a:ext cx="27432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Teams share one method with named owners and regular review.</a:t>
              </a:r>
              <a:endParaRPr lang="en-US" sz="1200" spc="0" kern="0" b="0" i="0" dirty="0">
                <a:solidFill>
                  <a:srgbClr val="070154"/>
                </a:solidFill>
                <a:latin typeface="IBM Plex Sans"/>
                <a:ea typeface="IBM Plex Sans"/>
                <a:cs typeface="IBM Plex Sans"/>
              </a:endParaRPr>
            </a:p>
          </p:txBody>
        </p:sp>
        <p:sp>
          <p:nvSpPr>
            <p:cNvPr id="29" name="node01.stages.source-003.circle"/>
            <p:cNvSpPr/>
            <p:nvPr/>
          </p:nvSpPr>
          <p:spPr>
            <a:xfrm>
              <a:off x="9394444" y="3456893"/>
              <a:ext cx="279400" cy="279400"/>
            </a:xfrm>
            <a:prstGeom prst="ellipse">
              <a:avLst/>
            </a:prstGeom>
            <a:solidFill>
              <a:srgbClr val="FFFFFF"/>
            </a:solidFill>
            <a:ln w="25400">
              <a:solidFill>
                <a:srgbClr val="070154"/>
              </a:solidFill>
              <a:prstDash val="solid"/>
            </a:ln>
          </p:spPr>
        </p:sp>
        <p:sp>
          <p:nvSpPr>
            <p:cNvPr id="30" name="node01.stages.source-003.number"/>
            <p:cNvSpPr/>
            <p:nvPr/>
          </p:nvSpPr>
          <p:spPr>
            <a:xfrm>
              <a:off x="9407144" y="3444193"/>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1" name="node01.stages.source-003.tick"/>
            <p:cNvSpPr/>
            <p:nvPr/>
          </p:nvSpPr>
          <p:spPr>
            <a:xfrm>
              <a:off x="9527794" y="2707593"/>
              <a:ext cx="12700" cy="736600"/>
            </a:xfrm>
            <a:prstGeom prst="rect">
              <a:avLst/>
            </a:prstGeom>
            <a:solidFill>
              <a:srgbClr val="070154"/>
            </a:solidFill>
            <a:ln>
              <a:noFill/>
            </a:ln>
          </p:spPr>
        </p:sp>
        <p:sp>
          <p:nvSpPr>
            <p:cNvPr id="32" name="node01.stages.source-003.label"/>
            <p:cNvSpPr/>
            <p:nvPr/>
          </p:nvSpPr>
          <p:spPr>
            <a:xfrm>
              <a:off x="7298944" y="1996393"/>
              <a:ext cx="27432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LEADING</a:t>
              </a:r>
              <a:endParaRPr lang="en-US" sz="900" spc="54"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7298944" y="2199593"/>
              <a:ext cx="27432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Measures feed back into the method, so the practice improves on its own.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ource-30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stages describe the full climb</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61</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08025" y="1600200"/>
            <a:ext cx="10775950" cy="4343400"/>
            <a:chOff x="708025" y="1600200"/>
            <a:chExt cx="10775950" cy="4343400"/>
          </a:xfrm>
        </p:grpSpPr>
        <p:sp>
          <p:nvSpPr>
            <p:cNvPr id="6" name="node01.curve"/>
            <p:cNvSpPr/>
            <p:nvPr/>
          </p:nvSpPr>
          <p:spPr>
            <a:xfrm>
              <a:off x="723900" y="2084070"/>
              <a:ext cx="10744200" cy="3223260"/>
            </a:xfrm>
            <a:custGeom>
              <a:avLst/>
              <a:gdLst/>
              <a:ahLst/>
              <a:cxnLst/>
              <a:rect l="l" t="t" r="r" b="b"/>
              <a:pathLst>
                <a:path w="10744200" h="3223260">
                  <a:moveTo>
                    <a:pt x="0" y="3223260"/>
                  </a:moveTo>
                  <a:lnTo>
                    <a:pt x="179070" y="3219702"/>
                  </a:lnTo>
                  <a:lnTo>
                    <a:pt x="358140" y="3215886"/>
                  </a:lnTo>
                  <a:lnTo>
                    <a:pt x="537210" y="3211793"/>
                  </a:lnTo>
                  <a:lnTo>
                    <a:pt x="716280" y="3207404"/>
                  </a:lnTo>
                  <a:lnTo>
                    <a:pt x="895350" y="3202696"/>
                  </a:lnTo>
                  <a:lnTo>
                    <a:pt x="1074420" y="3197647"/>
                  </a:lnTo>
                  <a:lnTo>
                    <a:pt x="1253490" y="3192232"/>
                  </a:lnTo>
                  <a:lnTo>
                    <a:pt x="1432560" y="3186424"/>
                  </a:lnTo>
                  <a:lnTo>
                    <a:pt x="1611630" y="3180195"/>
                  </a:lnTo>
                  <a:lnTo>
                    <a:pt x="1790700" y="3173515"/>
                  </a:lnTo>
                  <a:lnTo>
                    <a:pt x="1969770" y="3166350"/>
                  </a:lnTo>
                  <a:lnTo>
                    <a:pt x="2148840" y="3158665"/>
                  </a:lnTo>
                  <a:lnTo>
                    <a:pt x="2327910" y="3150424"/>
                  </a:lnTo>
                  <a:lnTo>
                    <a:pt x="2506980" y="3141584"/>
                  </a:lnTo>
                  <a:lnTo>
                    <a:pt x="2686050" y="3132104"/>
                  </a:lnTo>
                  <a:lnTo>
                    <a:pt x="2865120" y="3121937"/>
                  </a:lnTo>
                  <a:lnTo>
                    <a:pt x="3044190" y="3111032"/>
                  </a:lnTo>
                  <a:lnTo>
                    <a:pt x="3223260" y="3099336"/>
                  </a:lnTo>
                  <a:lnTo>
                    <a:pt x="3402330" y="3086793"/>
                  </a:lnTo>
                  <a:lnTo>
                    <a:pt x="3581400" y="3073340"/>
                  </a:lnTo>
                  <a:lnTo>
                    <a:pt x="3760470" y="3058911"/>
                  </a:lnTo>
                  <a:lnTo>
                    <a:pt x="3939540" y="3043437"/>
                  </a:lnTo>
                  <a:lnTo>
                    <a:pt x="4118610" y="3026840"/>
                  </a:lnTo>
                  <a:lnTo>
                    <a:pt x="4297680" y="3009040"/>
                  </a:lnTo>
                  <a:lnTo>
                    <a:pt x="4476750" y="2989949"/>
                  </a:lnTo>
                  <a:lnTo>
                    <a:pt x="4655820" y="2969474"/>
                  </a:lnTo>
                  <a:lnTo>
                    <a:pt x="4834890" y="2947515"/>
                  </a:lnTo>
                  <a:lnTo>
                    <a:pt x="5013960" y="2923963"/>
                  </a:lnTo>
                  <a:lnTo>
                    <a:pt x="5193030" y="2898704"/>
                  </a:lnTo>
                  <a:lnTo>
                    <a:pt x="5372100" y="2871613"/>
                  </a:lnTo>
                  <a:lnTo>
                    <a:pt x="5551170" y="2842557"/>
                  </a:lnTo>
                  <a:lnTo>
                    <a:pt x="5730240" y="2811395"/>
                  </a:lnTo>
                  <a:lnTo>
                    <a:pt x="5909310" y="2777974"/>
                  </a:lnTo>
                  <a:lnTo>
                    <a:pt x="6088380" y="2742129"/>
                  </a:lnTo>
                  <a:lnTo>
                    <a:pt x="6267450" y="2703685"/>
                  </a:lnTo>
                  <a:lnTo>
                    <a:pt x="6446520" y="2662453"/>
                  </a:lnTo>
                  <a:lnTo>
                    <a:pt x="6625590" y="2618232"/>
                  </a:lnTo>
                  <a:lnTo>
                    <a:pt x="6804660" y="2570805"/>
                  </a:lnTo>
                  <a:lnTo>
                    <a:pt x="6983730" y="2519938"/>
                  </a:lnTo>
                  <a:lnTo>
                    <a:pt x="7162800" y="2465384"/>
                  </a:lnTo>
                  <a:lnTo>
                    <a:pt x="7341870" y="2406873"/>
                  </a:lnTo>
                  <a:lnTo>
                    <a:pt x="7520940" y="2344121"/>
                  </a:lnTo>
                  <a:lnTo>
                    <a:pt x="7700010" y="2276818"/>
                  </a:lnTo>
                  <a:lnTo>
                    <a:pt x="7879080" y="2204635"/>
                  </a:lnTo>
                  <a:lnTo>
                    <a:pt x="8058150" y="2127219"/>
                  </a:lnTo>
                  <a:lnTo>
                    <a:pt x="8237220" y="2044189"/>
                  </a:lnTo>
                  <a:lnTo>
                    <a:pt x="8416290" y="1955138"/>
                  </a:lnTo>
                  <a:lnTo>
                    <a:pt x="8595360" y="1859631"/>
                  </a:lnTo>
                  <a:lnTo>
                    <a:pt x="8774430" y="1757199"/>
                  </a:lnTo>
                  <a:lnTo>
                    <a:pt x="8953500" y="1647339"/>
                  </a:lnTo>
                  <a:lnTo>
                    <a:pt x="9132570" y="1529514"/>
                  </a:lnTo>
                  <a:lnTo>
                    <a:pt x="9311640" y="1403146"/>
                  </a:lnTo>
                  <a:lnTo>
                    <a:pt x="9490710" y="1267614"/>
                  </a:lnTo>
                  <a:lnTo>
                    <a:pt x="9669780" y="1122256"/>
                  </a:lnTo>
                  <a:lnTo>
                    <a:pt x="9848850" y="966358"/>
                  </a:lnTo>
                  <a:lnTo>
                    <a:pt x="10027920" y="799156"/>
                  </a:lnTo>
                  <a:lnTo>
                    <a:pt x="10206990" y="619831"/>
                  </a:lnTo>
                  <a:lnTo>
                    <a:pt x="10386060" y="427503"/>
                  </a:lnTo>
                  <a:lnTo>
                    <a:pt x="10565130" y="221230"/>
                  </a:lnTo>
                  <a:lnTo>
                    <a:pt x="10744200" y="0"/>
                  </a:lnTo>
                </a:path>
              </a:pathLst>
            </a:custGeom>
            <a:ln w="31750">
              <a:solidFill>
                <a:srgbClr val="070154"/>
              </a:solidFill>
              <a:prstDash val="solid"/>
            </a:ln>
          </p:spPr>
        </p:sp>
        <p:sp>
          <p:nvSpPr>
            <p:cNvPr id="7" name="node01.curve.cap-1"/>
            <p:cNvSpPr/>
            <p:nvPr/>
          </p:nvSpPr>
          <p:spPr>
            <a:xfrm>
              <a:off x="708025" y="5291455"/>
              <a:ext cx="31750" cy="31750"/>
            </a:xfrm>
            <a:prstGeom prst="ellipse">
              <a:avLst/>
            </a:prstGeom>
            <a:solidFill>
              <a:srgbClr val="070154"/>
            </a:solidFill>
            <a:ln>
              <a:noFill/>
            </a:ln>
          </p:spPr>
        </p:sp>
        <p:sp>
          <p:nvSpPr>
            <p:cNvPr id="8" name="node01.curve.cap-2"/>
            <p:cNvSpPr/>
            <p:nvPr/>
          </p:nvSpPr>
          <p:spPr>
            <a:xfrm>
              <a:off x="11452225" y="2068195"/>
              <a:ext cx="31750" cy="31750"/>
            </a:xfrm>
            <a:prstGeom prst="ellipse">
              <a:avLst/>
            </a:prstGeom>
            <a:solidFill>
              <a:srgbClr val="070154"/>
            </a:solidFill>
            <a:ln>
              <a:noFill/>
            </a:ln>
          </p:spPr>
        </p:sp>
        <p:sp>
          <p:nvSpPr>
            <p:cNvPr id="9" name="node01.arrow-1"/>
            <p:cNvSpPr/>
            <p:nvPr/>
          </p:nvSpPr>
          <p:spPr>
            <a:xfrm>
              <a:off x="11443200" y="2084070"/>
              <a:ext cx="24900" cy="124535"/>
            </a:xfrm>
            <a:custGeom>
              <a:avLst/>
              <a:gdLst/>
              <a:ahLst/>
              <a:cxnLst/>
              <a:rect l="l" t="t" r="r" b="b"/>
              <a:pathLst>
                <a:path w="24900" h="124535">
                  <a:moveTo>
                    <a:pt x="24900" y="0"/>
                  </a:moveTo>
                  <a:lnTo>
                    <a:pt x="0" y="124535"/>
                  </a:lnTo>
                </a:path>
              </a:pathLst>
            </a:custGeom>
            <a:ln w="31750">
              <a:solidFill>
                <a:srgbClr val="070154"/>
              </a:solidFill>
              <a:prstDash val="solid"/>
            </a:ln>
          </p:spPr>
        </p:sp>
        <p:sp>
          <p:nvSpPr>
            <p:cNvPr id="10" name="node01.arrow-1.cap-1"/>
            <p:cNvSpPr/>
            <p:nvPr/>
          </p:nvSpPr>
          <p:spPr>
            <a:xfrm>
              <a:off x="11452225" y="2068195"/>
              <a:ext cx="31750" cy="31750"/>
            </a:xfrm>
            <a:prstGeom prst="ellipse">
              <a:avLst/>
            </a:prstGeom>
            <a:solidFill>
              <a:srgbClr val="070154"/>
            </a:solidFill>
            <a:ln>
              <a:noFill/>
            </a:ln>
          </p:spPr>
        </p:sp>
        <p:sp>
          <p:nvSpPr>
            <p:cNvPr id="11" name="node01.arrow-1.cap-2"/>
            <p:cNvSpPr/>
            <p:nvPr/>
          </p:nvSpPr>
          <p:spPr>
            <a:xfrm>
              <a:off x="11427325" y="2192730"/>
              <a:ext cx="31750" cy="31750"/>
            </a:xfrm>
            <a:prstGeom prst="ellipse">
              <a:avLst/>
            </a:prstGeom>
            <a:solidFill>
              <a:srgbClr val="070154"/>
            </a:solidFill>
            <a:ln>
              <a:noFill/>
            </a:ln>
          </p:spPr>
        </p:sp>
        <p:sp>
          <p:nvSpPr>
            <p:cNvPr id="12" name="node01.arrow-2"/>
            <p:cNvSpPr/>
            <p:nvPr/>
          </p:nvSpPr>
          <p:spPr>
            <a:xfrm>
              <a:off x="11349854" y="2084070"/>
              <a:ext cx="118246" cy="46334"/>
            </a:xfrm>
            <a:custGeom>
              <a:avLst/>
              <a:gdLst/>
              <a:ahLst/>
              <a:cxnLst/>
              <a:rect l="l" t="t" r="r" b="b"/>
              <a:pathLst>
                <a:path w="118246" h="46334">
                  <a:moveTo>
                    <a:pt x="118246" y="0"/>
                  </a:moveTo>
                  <a:lnTo>
                    <a:pt x="0" y="46334"/>
                  </a:lnTo>
                </a:path>
              </a:pathLst>
            </a:custGeom>
            <a:ln w="31750">
              <a:solidFill>
                <a:srgbClr val="070154"/>
              </a:solidFill>
              <a:prstDash val="solid"/>
            </a:ln>
          </p:spPr>
        </p:sp>
        <p:sp>
          <p:nvSpPr>
            <p:cNvPr id="13" name="node01.arrow-2.cap-1"/>
            <p:cNvSpPr/>
            <p:nvPr/>
          </p:nvSpPr>
          <p:spPr>
            <a:xfrm>
              <a:off x="11452225" y="2068195"/>
              <a:ext cx="31750" cy="31750"/>
            </a:xfrm>
            <a:prstGeom prst="ellipse">
              <a:avLst/>
            </a:prstGeom>
            <a:solidFill>
              <a:srgbClr val="070154"/>
            </a:solidFill>
            <a:ln>
              <a:noFill/>
            </a:ln>
          </p:spPr>
        </p:sp>
        <p:sp>
          <p:nvSpPr>
            <p:cNvPr id="14" name="node01.arrow-2.cap-2"/>
            <p:cNvSpPr/>
            <p:nvPr/>
          </p:nvSpPr>
          <p:spPr>
            <a:xfrm>
              <a:off x="11333979" y="2114529"/>
              <a:ext cx="31750" cy="31750"/>
            </a:xfrm>
            <a:prstGeom prst="ellipse">
              <a:avLst/>
            </a:prstGeom>
            <a:solidFill>
              <a:srgbClr val="070154"/>
            </a:solidFill>
            <a:ln>
              <a:noFill/>
            </a:ln>
          </p:spPr>
        </p:sp>
        <p:sp>
          <p:nvSpPr>
            <p:cNvPr id="15" name="node01.axis"/>
            <p:cNvSpPr/>
            <p:nvPr/>
          </p:nvSpPr>
          <p:spPr>
            <a:xfrm>
              <a:off x="723900" y="57912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6" name="node01.axis.arrow"/>
            <p:cNvSpPr/>
            <p:nvPr/>
          </p:nvSpPr>
          <p:spPr>
            <a:xfrm>
              <a:off x="11379200" y="57404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4953000" y="5715000"/>
              <a:ext cx="2286000" cy="152400"/>
            </a:xfrm>
            <a:prstGeom prst="rect">
              <a:avLst/>
            </a:prstGeom>
            <a:solidFill>
              <a:srgbClr val="FFFFFF"/>
            </a:solidFill>
            <a:ln>
              <a:noFill/>
            </a:ln>
          </p:spPr>
        </p:sp>
        <p:sp>
          <p:nvSpPr>
            <p:cNvPr id="18" name="node01.axis.label"/>
            <p:cNvSpPr/>
            <p:nvPr/>
          </p:nvSpPr>
          <p:spPr>
            <a:xfrm>
              <a:off x="4953000" y="5715000"/>
              <a:ext cx="2286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MATURITY</a:t>
              </a:r>
              <a:endParaRPr lang="en-US" sz="900" spc="54"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1013968" y="5158653"/>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1026668" y="5145953"/>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1147318" y="4917353"/>
              <a:ext cx="12700" cy="228600"/>
            </a:xfrm>
            <a:prstGeom prst="rect">
              <a:avLst/>
            </a:prstGeom>
            <a:solidFill>
              <a:srgbClr val="070154"/>
            </a:solidFill>
            <a:ln>
              <a:noFill/>
            </a:ln>
          </p:spPr>
        </p:sp>
        <p:sp>
          <p:nvSpPr>
            <p:cNvPr id="22" name="node01.stages.source-001.label"/>
            <p:cNvSpPr/>
            <p:nvPr/>
          </p:nvSpPr>
          <p:spPr>
            <a:xfrm>
              <a:off x="1001268" y="4434753"/>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INITIAL</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1001268" y="4637953"/>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Effort is improvised.</a:t>
              </a:r>
              <a:endParaRPr lang="en-US" sz="1200" spc="0" kern="0" b="0" i="0" dirty="0">
                <a:solidFill>
                  <a:srgbClr val="070154"/>
                </a:solidFill>
                <a:latin typeface="IBM Plex Sans"/>
                <a:ea typeface="IBM Plex Sans"/>
                <a:cs typeface="IBM Plex Sans"/>
              </a:endParaRPr>
            </a:p>
          </p:txBody>
        </p:sp>
        <p:sp>
          <p:nvSpPr>
            <p:cNvPr id="24" name="node01.stages.source-002.circle"/>
            <p:cNvSpPr/>
            <p:nvPr/>
          </p:nvSpPr>
          <p:spPr>
            <a:xfrm>
              <a:off x="2625598" y="5107710"/>
              <a:ext cx="279400" cy="279400"/>
            </a:xfrm>
            <a:prstGeom prst="ellipse">
              <a:avLst/>
            </a:prstGeom>
            <a:solidFill>
              <a:srgbClr val="FFFFFF"/>
            </a:solidFill>
            <a:ln w="25400">
              <a:solidFill>
                <a:srgbClr val="070154"/>
              </a:solidFill>
              <a:prstDash val="solid"/>
            </a:ln>
          </p:spPr>
        </p:sp>
        <p:sp>
          <p:nvSpPr>
            <p:cNvPr id="25" name="node01.stages.source-002.number"/>
            <p:cNvSpPr/>
            <p:nvPr/>
          </p:nvSpPr>
          <p:spPr>
            <a:xfrm>
              <a:off x="2638298" y="509501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6" name="node01.stages.source-002.tick"/>
            <p:cNvSpPr/>
            <p:nvPr/>
          </p:nvSpPr>
          <p:spPr>
            <a:xfrm>
              <a:off x="2758948" y="4866410"/>
              <a:ext cx="12700" cy="228600"/>
            </a:xfrm>
            <a:prstGeom prst="rect">
              <a:avLst/>
            </a:prstGeom>
            <a:solidFill>
              <a:srgbClr val="070154"/>
            </a:solidFill>
            <a:ln>
              <a:noFill/>
            </a:ln>
          </p:spPr>
        </p:sp>
        <p:sp>
          <p:nvSpPr>
            <p:cNvPr id="27" name="node01.stages.source-002.label"/>
            <p:cNvSpPr/>
            <p:nvPr/>
          </p:nvSpPr>
          <p:spPr>
            <a:xfrm>
              <a:off x="2612898" y="438381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REPEATABLE</a:t>
              </a:r>
              <a:endParaRPr lang="en-US" sz="900" spc="54"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2612898" y="458701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Teams follow steps.</a:t>
              </a:r>
              <a:endParaRPr lang="en-US" sz="1200" spc="0" kern="0" b="0" i="0" dirty="0">
                <a:solidFill>
                  <a:srgbClr val="070154"/>
                </a:solidFill>
                <a:latin typeface="IBM Plex Sans"/>
                <a:ea typeface="IBM Plex Sans"/>
                <a:cs typeface="IBM Plex Sans"/>
              </a:endParaRPr>
            </a:p>
          </p:txBody>
        </p:sp>
        <p:sp>
          <p:nvSpPr>
            <p:cNvPr id="29" name="node01.stages.source-003.circle"/>
            <p:cNvSpPr/>
            <p:nvPr/>
          </p:nvSpPr>
          <p:spPr>
            <a:xfrm>
              <a:off x="4237228" y="5012059"/>
              <a:ext cx="279400" cy="279400"/>
            </a:xfrm>
            <a:prstGeom prst="ellipse">
              <a:avLst/>
            </a:prstGeom>
            <a:solidFill>
              <a:srgbClr val="FFFFFF"/>
            </a:solidFill>
            <a:ln w="25400">
              <a:solidFill>
                <a:srgbClr val="070154"/>
              </a:solidFill>
              <a:prstDash val="solid"/>
            </a:ln>
          </p:spPr>
        </p:sp>
        <p:sp>
          <p:nvSpPr>
            <p:cNvPr id="30" name="node01.stages.source-003.number"/>
            <p:cNvSpPr/>
            <p:nvPr/>
          </p:nvSpPr>
          <p:spPr>
            <a:xfrm>
              <a:off x="4249928" y="4999359"/>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1" name="node01.stages.source-003.tick"/>
            <p:cNvSpPr/>
            <p:nvPr/>
          </p:nvSpPr>
          <p:spPr>
            <a:xfrm>
              <a:off x="4370578" y="4770759"/>
              <a:ext cx="12700" cy="228600"/>
            </a:xfrm>
            <a:prstGeom prst="rect">
              <a:avLst/>
            </a:prstGeom>
            <a:solidFill>
              <a:srgbClr val="070154"/>
            </a:solidFill>
            <a:ln>
              <a:noFill/>
            </a:ln>
          </p:spPr>
        </p:sp>
        <p:sp>
          <p:nvSpPr>
            <p:cNvPr id="32" name="node01.stages.source-003.label"/>
            <p:cNvSpPr/>
            <p:nvPr/>
          </p:nvSpPr>
          <p:spPr>
            <a:xfrm>
              <a:off x="4224528" y="4059559"/>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4224528" y="4262759"/>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method across teams.</a:t>
              </a:r>
              <a:endParaRPr lang="en-US" sz="1200" spc="0" kern="0" b="0" i="0" dirty="0">
                <a:solidFill>
                  <a:srgbClr val="070154"/>
                </a:solidFill>
                <a:latin typeface="IBM Plex Sans"/>
                <a:ea typeface="IBM Plex Sans"/>
                <a:cs typeface="IBM Plex Sans"/>
              </a:endParaRPr>
            </a:p>
          </p:txBody>
        </p:sp>
        <p:sp>
          <p:nvSpPr>
            <p:cNvPr id="34" name="node01.stages.source-004.circle"/>
            <p:cNvSpPr/>
            <p:nvPr/>
          </p:nvSpPr>
          <p:spPr>
            <a:xfrm>
              <a:off x="5956300" y="4815983"/>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5969000" y="4803283"/>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6089650" y="4066683"/>
              <a:ext cx="12700" cy="736600"/>
            </a:xfrm>
            <a:prstGeom prst="rect">
              <a:avLst/>
            </a:prstGeom>
            <a:solidFill>
              <a:srgbClr val="070154"/>
            </a:solidFill>
            <a:ln>
              <a:noFill/>
            </a:ln>
          </p:spPr>
        </p:sp>
        <p:sp>
          <p:nvSpPr>
            <p:cNvPr id="37" name="node01.stages.source-004.label"/>
            <p:cNvSpPr/>
            <p:nvPr/>
          </p:nvSpPr>
          <p:spPr>
            <a:xfrm>
              <a:off x="5003800" y="3355483"/>
              <a:ext cx="16002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5003800" y="3558683"/>
              <a:ext cx="16002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Measures guide decisions.</a:t>
              </a:r>
              <a:endParaRPr lang="en-US" sz="1200" spc="0" kern="0" b="0" i="0" dirty="0">
                <a:solidFill>
                  <a:srgbClr val="070154"/>
                </a:solidFill>
                <a:latin typeface="IBM Plex Sans"/>
                <a:ea typeface="IBM Plex Sans"/>
                <a:cs typeface="IBM Plex Sans"/>
              </a:endParaRPr>
            </a:p>
          </p:txBody>
        </p:sp>
        <p:sp>
          <p:nvSpPr>
            <p:cNvPr id="39" name="node01.stages.source-005.circle"/>
            <p:cNvSpPr/>
            <p:nvPr/>
          </p:nvSpPr>
          <p:spPr>
            <a:xfrm>
              <a:off x="7890256" y="4363275"/>
              <a:ext cx="279400" cy="279400"/>
            </a:xfrm>
            <a:prstGeom prst="ellipse">
              <a:avLst/>
            </a:prstGeom>
            <a:solidFill>
              <a:srgbClr val="FFFFFF"/>
            </a:solidFill>
            <a:ln w="25400">
              <a:solidFill>
                <a:srgbClr val="070154"/>
              </a:solidFill>
              <a:prstDash val="solid"/>
            </a:ln>
          </p:spPr>
        </p:sp>
        <p:sp>
          <p:nvSpPr>
            <p:cNvPr id="40" name="node01.stages.source-005.number"/>
            <p:cNvSpPr/>
            <p:nvPr/>
          </p:nvSpPr>
          <p:spPr>
            <a:xfrm>
              <a:off x="7902956" y="435057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41" name="node01.stages.source-005.tick"/>
            <p:cNvSpPr/>
            <p:nvPr/>
          </p:nvSpPr>
          <p:spPr>
            <a:xfrm>
              <a:off x="8023606" y="3613975"/>
              <a:ext cx="12700" cy="736600"/>
            </a:xfrm>
            <a:prstGeom prst="rect">
              <a:avLst/>
            </a:prstGeom>
            <a:solidFill>
              <a:srgbClr val="070154"/>
            </a:solidFill>
            <a:ln>
              <a:noFill/>
            </a:ln>
          </p:spPr>
        </p:sp>
        <p:sp>
          <p:nvSpPr>
            <p:cNvPr id="42" name="node01.stages.source-005.label"/>
            <p:cNvSpPr/>
            <p:nvPr/>
          </p:nvSpPr>
          <p:spPr>
            <a:xfrm>
              <a:off x="6937756" y="2902775"/>
              <a:ext cx="16002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OPTIMIZING</a:t>
              </a:r>
              <a:endParaRPr lang="en-US" sz="900" spc="54" kern="0" b="0" i="0" dirty="0">
                <a:solidFill>
                  <a:srgbClr val="0047FF"/>
                </a:solidFill>
                <a:latin typeface="IBM Plex Mono SemiBold"/>
                <a:ea typeface="IBM Plex Mono SemiBold"/>
                <a:cs typeface="IBM Plex Mono SemiBold"/>
              </a:endParaRPr>
            </a:p>
          </p:txBody>
        </p:sp>
        <p:sp>
          <p:nvSpPr>
            <p:cNvPr id="43" name="node01.stages.source-005.text"/>
            <p:cNvSpPr/>
            <p:nvPr/>
          </p:nvSpPr>
          <p:spPr>
            <a:xfrm>
              <a:off x="6937756" y="3105975"/>
              <a:ext cx="16002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Learning improves the method.</a:t>
              </a:r>
              <a:endParaRPr lang="en-US" sz="1200" spc="0" kern="0" b="0" i="0" dirty="0">
                <a:solidFill>
                  <a:srgbClr val="070154"/>
                </a:solidFill>
                <a:latin typeface="IBM Plex Sans"/>
                <a:ea typeface="IBM Plex Sans"/>
                <a:cs typeface="IBM Plex Sans"/>
              </a:endParaRPr>
            </a:p>
          </p:txBody>
        </p:sp>
        <p:sp>
          <p:nvSpPr>
            <p:cNvPr id="44" name="node01.stages.source-006.circle"/>
            <p:cNvSpPr/>
            <p:nvPr/>
          </p:nvSpPr>
          <p:spPr>
            <a:xfrm>
              <a:off x="9824212" y="3399127"/>
              <a:ext cx="279400" cy="279400"/>
            </a:xfrm>
            <a:prstGeom prst="ellipse">
              <a:avLst/>
            </a:prstGeom>
            <a:solidFill>
              <a:srgbClr val="FFFFFF"/>
            </a:solidFill>
            <a:ln w="25400">
              <a:solidFill>
                <a:srgbClr val="070154"/>
              </a:solidFill>
              <a:prstDash val="solid"/>
            </a:ln>
          </p:spPr>
        </p:sp>
        <p:sp>
          <p:nvSpPr>
            <p:cNvPr id="45" name="node01.stages.source-006.number"/>
            <p:cNvSpPr/>
            <p:nvPr/>
          </p:nvSpPr>
          <p:spPr>
            <a:xfrm>
              <a:off x="9836912" y="3386427"/>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6</a:t>
              </a:r>
              <a:endParaRPr lang="en-US" sz="1100" spc="0" kern="0" b="0" i="0" dirty="0">
                <a:solidFill>
                  <a:srgbClr val="070154"/>
                </a:solidFill>
                <a:latin typeface="IBM Plex Mono SemiBold"/>
                <a:ea typeface="IBM Plex Mono SemiBold"/>
                <a:cs typeface="IBM Plex Mono SemiBold"/>
              </a:endParaRPr>
            </a:p>
          </p:txBody>
        </p:sp>
        <p:sp>
          <p:nvSpPr>
            <p:cNvPr id="46" name="node01.stages.source-006.tick"/>
            <p:cNvSpPr/>
            <p:nvPr/>
          </p:nvSpPr>
          <p:spPr>
            <a:xfrm>
              <a:off x="9957562" y="2649827"/>
              <a:ext cx="12700" cy="736600"/>
            </a:xfrm>
            <a:prstGeom prst="rect">
              <a:avLst/>
            </a:prstGeom>
            <a:solidFill>
              <a:srgbClr val="070154"/>
            </a:solidFill>
            <a:ln>
              <a:noFill/>
            </a:ln>
          </p:spPr>
        </p:sp>
        <p:sp>
          <p:nvSpPr>
            <p:cNvPr id="47" name="node01.stages.source-006.label"/>
            <p:cNvSpPr/>
            <p:nvPr/>
          </p:nvSpPr>
          <p:spPr>
            <a:xfrm>
              <a:off x="8871712" y="1938627"/>
              <a:ext cx="16002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LEADING</a:t>
              </a:r>
              <a:endParaRPr lang="en-US" sz="900" spc="54" kern="0" b="0" i="0" dirty="0">
                <a:solidFill>
                  <a:srgbClr val="0047FF"/>
                </a:solidFill>
                <a:latin typeface="IBM Plex Mono SemiBold"/>
                <a:ea typeface="IBM Plex Mono SemiBold"/>
                <a:cs typeface="IBM Plex Mono SemiBold"/>
              </a:endParaRPr>
            </a:p>
          </p:txBody>
        </p:sp>
        <p:sp>
          <p:nvSpPr>
            <p:cNvPr id="48" name="node01.stages.source-006.text"/>
            <p:cNvSpPr/>
            <p:nvPr/>
          </p:nvSpPr>
          <p:spPr>
            <a:xfrm>
              <a:off x="8871712" y="2141827"/>
              <a:ext cx="16002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The practice sets the market standard.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ource-30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What people, process and tools look like at each stage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62</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708025" y="1600200"/>
            <a:ext cx="3869084" cy="4114800"/>
            <a:chOff x="708025" y="1600200"/>
            <a:chExt cx="3869084" cy="4114800"/>
          </a:xfrm>
        </p:grpSpPr>
        <p:sp>
          <p:nvSpPr>
            <p:cNvPr id="6" name="node01.curve"/>
            <p:cNvSpPr/>
            <p:nvPr/>
          </p:nvSpPr>
          <p:spPr>
            <a:xfrm>
              <a:off x="723900" y="2240280"/>
              <a:ext cx="3810000" cy="3291840"/>
            </a:xfrm>
            <a:custGeom>
              <a:avLst/>
              <a:gdLst/>
              <a:ahLst/>
              <a:cxnLst/>
              <a:rect l="l" t="t" r="r" b="b"/>
              <a:pathLst>
                <a:path w="3810000" h="3291840">
                  <a:moveTo>
                    <a:pt x="0" y="3291840"/>
                  </a:moveTo>
                  <a:lnTo>
                    <a:pt x="63500" y="3288206"/>
                  </a:lnTo>
                  <a:lnTo>
                    <a:pt x="127000" y="3284309"/>
                  </a:lnTo>
                  <a:lnTo>
                    <a:pt x="190500" y="3280129"/>
                  </a:lnTo>
                  <a:lnTo>
                    <a:pt x="254000" y="3275646"/>
                  </a:lnTo>
                  <a:lnTo>
                    <a:pt x="317500" y="3270839"/>
                  </a:lnTo>
                  <a:lnTo>
                    <a:pt x="381000" y="3265682"/>
                  </a:lnTo>
                  <a:lnTo>
                    <a:pt x="444500" y="3260152"/>
                  </a:lnTo>
                  <a:lnTo>
                    <a:pt x="508000" y="3254220"/>
                  </a:lnTo>
                  <a:lnTo>
                    <a:pt x="571500" y="3247859"/>
                  </a:lnTo>
                  <a:lnTo>
                    <a:pt x="635000" y="3241036"/>
                  </a:lnTo>
                  <a:lnTo>
                    <a:pt x="698500" y="3233719"/>
                  </a:lnTo>
                  <a:lnTo>
                    <a:pt x="762000" y="3225871"/>
                  </a:lnTo>
                  <a:lnTo>
                    <a:pt x="825500" y="3217454"/>
                  </a:lnTo>
                  <a:lnTo>
                    <a:pt x="889000" y="3208427"/>
                  </a:lnTo>
                  <a:lnTo>
                    <a:pt x="952500" y="3198745"/>
                  </a:lnTo>
                  <a:lnTo>
                    <a:pt x="1016000" y="3188361"/>
                  </a:lnTo>
                  <a:lnTo>
                    <a:pt x="1079500" y="3177224"/>
                  </a:lnTo>
                  <a:lnTo>
                    <a:pt x="1143000" y="3165280"/>
                  </a:lnTo>
                  <a:lnTo>
                    <a:pt x="1206500" y="3152469"/>
                  </a:lnTo>
                  <a:lnTo>
                    <a:pt x="1270000" y="3138730"/>
                  </a:lnTo>
                  <a:lnTo>
                    <a:pt x="1333500" y="3123995"/>
                  </a:lnTo>
                  <a:lnTo>
                    <a:pt x="1397000" y="3108191"/>
                  </a:lnTo>
                  <a:lnTo>
                    <a:pt x="1460500" y="3091241"/>
                  </a:lnTo>
                  <a:lnTo>
                    <a:pt x="1524000" y="3073062"/>
                  </a:lnTo>
                  <a:lnTo>
                    <a:pt x="1587500" y="3053565"/>
                  </a:lnTo>
                  <a:lnTo>
                    <a:pt x="1651000" y="3032655"/>
                  </a:lnTo>
                  <a:lnTo>
                    <a:pt x="1714500" y="3010228"/>
                  </a:lnTo>
                  <a:lnTo>
                    <a:pt x="1778000" y="2986175"/>
                  </a:lnTo>
                  <a:lnTo>
                    <a:pt x="1841500" y="2960378"/>
                  </a:lnTo>
                  <a:lnTo>
                    <a:pt x="1905000" y="2932711"/>
                  </a:lnTo>
                  <a:lnTo>
                    <a:pt x="1968500" y="2903037"/>
                  </a:lnTo>
                  <a:lnTo>
                    <a:pt x="2032000" y="2871212"/>
                  </a:lnTo>
                  <a:lnTo>
                    <a:pt x="2095500" y="2837079"/>
                  </a:lnTo>
                  <a:lnTo>
                    <a:pt x="2159000" y="2800472"/>
                  </a:lnTo>
                  <a:lnTo>
                    <a:pt x="2222500" y="2761210"/>
                  </a:lnTo>
                  <a:lnTo>
                    <a:pt x="2286000" y="2719101"/>
                  </a:lnTo>
                  <a:lnTo>
                    <a:pt x="2349500" y="2673939"/>
                  </a:lnTo>
                  <a:lnTo>
                    <a:pt x="2413000" y="2625503"/>
                  </a:lnTo>
                  <a:lnTo>
                    <a:pt x="2476500" y="2573554"/>
                  </a:lnTo>
                  <a:lnTo>
                    <a:pt x="2540000" y="2517839"/>
                  </a:lnTo>
                  <a:lnTo>
                    <a:pt x="2603500" y="2458084"/>
                  </a:lnTo>
                  <a:lnTo>
                    <a:pt x="2667000" y="2393996"/>
                  </a:lnTo>
                  <a:lnTo>
                    <a:pt x="2730500" y="2325261"/>
                  </a:lnTo>
                  <a:lnTo>
                    <a:pt x="2794000" y="2251542"/>
                  </a:lnTo>
                  <a:lnTo>
                    <a:pt x="2857500" y="2172478"/>
                  </a:lnTo>
                  <a:lnTo>
                    <a:pt x="2921000" y="2087682"/>
                  </a:lnTo>
                  <a:lnTo>
                    <a:pt x="2984500" y="1996737"/>
                  </a:lnTo>
                  <a:lnTo>
                    <a:pt x="3048000" y="1899198"/>
                  </a:lnTo>
                  <a:lnTo>
                    <a:pt x="3111500" y="1794586"/>
                  </a:lnTo>
                  <a:lnTo>
                    <a:pt x="3175000" y="1682389"/>
                  </a:lnTo>
                  <a:lnTo>
                    <a:pt x="3238500" y="1562057"/>
                  </a:lnTo>
                  <a:lnTo>
                    <a:pt x="3302000" y="1433000"/>
                  </a:lnTo>
                  <a:lnTo>
                    <a:pt x="3365500" y="1294585"/>
                  </a:lnTo>
                  <a:lnTo>
                    <a:pt x="3429000" y="1146134"/>
                  </a:lnTo>
                  <a:lnTo>
                    <a:pt x="3492500" y="986919"/>
                  </a:lnTo>
                  <a:lnTo>
                    <a:pt x="3556000" y="816160"/>
                  </a:lnTo>
                  <a:lnTo>
                    <a:pt x="3619500" y="633019"/>
                  </a:lnTo>
                  <a:lnTo>
                    <a:pt x="3683000" y="436599"/>
                  </a:lnTo>
                  <a:lnTo>
                    <a:pt x="3746500" y="225937"/>
                  </a:lnTo>
                  <a:lnTo>
                    <a:pt x="3810000" y="0"/>
                  </a:lnTo>
                </a:path>
              </a:pathLst>
            </a:custGeom>
            <a:ln w="31750">
              <a:solidFill>
                <a:srgbClr val="070154"/>
              </a:solidFill>
              <a:prstDash val="solid"/>
            </a:ln>
          </p:spPr>
        </p:sp>
        <p:sp>
          <p:nvSpPr>
            <p:cNvPr id="7" name="node01.curve.cap-1"/>
            <p:cNvSpPr/>
            <p:nvPr/>
          </p:nvSpPr>
          <p:spPr>
            <a:xfrm>
              <a:off x="708025" y="5516245"/>
              <a:ext cx="31750" cy="31750"/>
            </a:xfrm>
            <a:prstGeom prst="ellipse">
              <a:avLst/>
            </a:prstGeom>
            <a:solidFill>
              <a:srgbClr val="070154"/>
            </a:solidFill>
            <a:ln>
              <a:noFill/>
            </a:ln>
          </p:spPr>
        </p:sp>
        <p:sp>
          <p:nvSpPr>
            <p:cNvPr id="8" name="node01.curve.cap-2"/>
            <p:cNvSpPr/>
            <p:nvPr/>
          </p:nvSpPr>
          <p:spPr>
            <a:xfrm>
              <a:off x="4518025" y="2224405"/>
              <a:ext cx="31750" cy="31750"/>
            </a:xfrm>
            <a:prstGeom prst="ellipse">
              <a:avLst/>
            </a:prstGeom>
            <a:solidFill>
              <a:srgbClr val="070154"/>
            </a:solidFill>
            <a:ln>
              <a:noFill/>
            </a:ln>
          </p:spPr>
        </p:sp>
        <p:sp>
          <p:nvSpPr>
            <p:cNvPr id="9" name="node01.arrow-1"/>
            <p:cNvSpPr/>
            <p:nvPr/>
          </p:nvSpPr>
          <p:spPr>
            <a:xfrm>
              <a:off x="4533900" y="2240280"/>
              <a:ext cx="27334" cy="124024"/>
            </a:xfrm>
            <a:custGeom>
              <a:avLst/>
              <a:gdLst/>
              <a:ahLst/>
              <a:cxnLst/>
              <a:rect l="l" t="t" r="r" b="b"/>
              <a:pathLst>
                <a:path w="27334" h="124024">
                  <a:moveTo>
                    <a:pt x="0" y="0"/>
                  </a:moveTo>
                  <a:lnTo>
                    <a:pt x="27334" y="124024"/>
                  </a:lnTo>
                </a:path>
              </a:pathLst>
            </a:custGeom>
            <a:ln w="31750">
              <a:solidFill>
                <a:srgbClr val="070154"/>
              </a:solidFill>
              <a:prstDash val="solid"/>
            </a:ln>
          </p:spPr>
        </p:sp>
        <p:sp>
          <p:nvSpPr>
            <p:cNvPr id="10" name="node01.arrow-1.cap-1"/>
            <p:cNvSpPr/>
            <p:nvPr/>
          </p:nvSpPr>
          <p:spPr>
            <a:xfrm>
              <a:off x="4518025" y="2224405"/>
              <a:ext cx="31750" cy="31750"/>
            </a:xfrm>
            <a:prstGeom prst="ellipse">
              <a:avLst/>
            </a:prstGeom>
            <a:solidFill>
              <a:srgbClr val="070154"/>
            </a:solidFill>
            <a:ln>
              <a:noFill/>
            </a:ln>
          </p:spPr>
        </p:sp>
        <p:sp>
          <p:nvSpPr>
            <p:cNvPr id="11" name="node01.arrow-1.cap-2"/>
            <p:cNvSpPr/>
            <p:nvPr/>
          </p:nvSpPr>
          <p:spPr>
            <a:xfrm>
              <a:off x="4545359" y="2348429"/>
              <a:ext cx="31750" cy="31750"/>
            </a:xfrm>
            <a:prstGeom prst="ellipse">
              <a:avLst/>
            </a:prstGeom>
            <a:solidFill>
              <a:srgbClr val="070154"/>
            </a:solidFill>
            <a:ln>
              <a:noFill/>
            </a:ln>
          </p:spPr>
        </p:sp>
        <p:sp>
          <p:nvSpPr>
            <p:cNvPr id="12" name="node01.arrow-2"/>
            <p:cNvSpPr/>
            <p:nvPr/>
          </p:nvSpPr>
          <p:spPr>
            <a:xfrm>
              <a:off x="4444306" y="2240280"/>
              <a:ext cx="89594" cy="90011"/>
            </a:xfrm>
            <a:custGeom>
              <a:avLst/>
              <a:gdLst/>
              <a:ahLst/>
              <a:cxnLst/>
              <a:rect l="l" t="t" r="r" b="b"/>
              <a:pathLst>
                <a:path w="89594" h="90011">
                  <a:moveTo>
                    <a:pt x="89594" y="0"/>
                  </a:moveTo>
                  <a:lnTo>
                    <a:pt x="0" y="90011"/>
                  </a:lnTo>
                </a:path>
              </a:pathLst>
            </a:custGeom>
            <a:ln w="31750">
              <a:solidFill>
                <a:srgbClr val="070154"/>
              </a:solidFill>
              <a:prstDash val="solid"/>
            </a:ln>
          </p:spPr>
        </p:sp>
        <p:sp>
          <p:nvSpPr>
            <p:cNvPr id="13" name="node01.arrow-2.cap-1"/>
            <p:cNvSpPr/>
            <p:nvPr/>
          </p:nvSpPr>
          <p:spPr>
            <a:xfrm>
              <a:off x="4518025" y="2224405"/>
              <a:ext cx="31750" cy="31750"/>
            </a:xfrm>
            <a:prstGeom prst="ellipse">
              <a:avLst/>
            </a:prstGeom>
            <a:solidFill>
              <a:srgbClr val="070154"/>
            </a:solidFill>
            <a:ln>
              <a:noFill/>
            </a:ln>
          </p:spPr>
        </p:sp>
        <p:sp>
          <p:nvSpPr>
            <p:cNvPr id="14" name="node01.arrow-2.cap-2"/>
            <p:cNvSpPr/>
            <p:nvPr/>
          </p:nvSpPr>
          <p:spPr>
            <a:xfrm>
              <a:off x="4428431" y="2314416"/>
              <a:ext cx="31750" cy="31750"/>
            </a:xfrm>
            <a:prstGeom prst="ellipse">
              <a:avLst/>
            </a:prstGeom>
            <a:solidFill>
              <a:srgbClr val="070154"/>
            </a:solidFill>
            <a:ln>
              <a:noFill/>
            </a:ln>
          </p:spPr>
        </p:sp>
        <p:sp>
          <p:nvSpPr>
            <p:cNvPr id="15" name="node01.stages.source-001.circle"/>
            <p:cNvSpPr/>
            <p:nvPr/>
          </p:nvSpPr>
          <p:spPr>
            <a:xfrm>
              <a:off x="889000" y="5372407"/>
              <a:ext cx="279400" cy="279400"/>
            </a:xfrm>
            <a:prstGeom prst="ellipse">
              <a:avLst/>
            </a:prstGeom>
            <a:solidFill>
              <a:srgbClr val="FFFFFF"/>
            </a:solidFill>
            <a:ln w="25400">
              <a:solidFill>
                <a:srgbClr val="070154"/>
              </a:solidFill>
              <a:prstDash val="solid"/>
            </a:ln>
          </p:spPr>
        </p:sp>
        <p:sp>
          <p:nvSpPr>
            <p:cNvPr id="16" name="node01.stages.source-001.number"/>
            <p:cNvSpPr/>
            <p:nvPr/>
          </p:nvSpPr>
          <p:spPr>
            <a:xfrm>
              <a:off x="901700" y="5359707"/>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7" name="node01.stages.source-001.tick"/>
            <p:cNvSpPr/>
            <p:nvPr/>
          </p:nvSpPr>
          <p:spPr>
            <a:xfrm>
              <a:off x="1022350" y="5131107"/>
              <a:ext cx="12700" cy="228600"/>
            </a:xfrm>
            <a:prstGeom prst="rect">
              <a:avLst/>
            </a:prstGeom>
            <a:solidFill>
              <a:srgbClr val="070154"/>
            </a:solidFill>
            <a:ln>
              <a:noFill/>
            </a:ln>
          </p:spPr>
        </p:sp>
        <p:sp>
          <p:nvSpPr>
            <p:cNvPr id="18" name="node01.stages.source-001.label"/>
            <p:cNvSpPr/>
            <p:nvPr/>
          </p:nvSpPr>
          <p:spPr>
            <a:xfrm>
              <a:off x="876300" y="4927907"/>
              <a:ext cx="1066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AD HOC</a:t>
              </a:r>
              <a:endParaRPr lang="en-US" sz="900" spc="54" kern="0" b="0" i="0" dirty="0">
                <a:solidFill>
                  <a:srgbClr val="0047FF"/>
                </a:solidFill>
                <a:latin typeface="IBM Plex Mono SemiBold"/>
                <a:ea typeface="IBM Plex Mono SemiBold"/>
                <a:cs typeface="IBM Plex Mono SemiBold"/>
              </a:endParaRPr>
            </a:p>
          </p:txBody>
        </p:sp>
        <p:sp>
          <p:nvSpPr>
            <p:cNvPr id="19" name="node01.stages.source-002.circle"/>
            <p:cNvSpPr/>
            <p:nvPr/>
          </p:nvSpPr>
          <p:spPr>
            <a:xfrm>
              <a:off x="1727200" y="5265860"/>
              <a:ext cx="279400" cy="279400"/>
            </a:xfrm>
            <a:prstGeom prst="ellipse">
              <a:avLst/>
            </a:prstGeom>
            <a:solidFill>
              <a:srgbClr val="FFFFFF"/>
            </a:solidFill>
            <a:ln w="25400">
              <a:solidFill>
                <a:srgbClr val="070154"/>
              </a:solidFill>
              <a:prstDash val="solid"/>
            </a:ln>
          </p:spPr>
        </p:sp>
        <p:sp>
          <p:nvSpPr>
            <p:cNvPr id="20" name="node01.stages.source-002.number"/>
            <p:cNvSpPr/>
            <p:nvPr/>
          </p:nvSpPr>
          <p:spPr>
            <a:xfrm>
              <a:off x="1739900" y="525316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2.tick"/>
            <p:cNvSpPr/>
            <p:nvPr/>
          </p:nvSpPr>
          <p:spPr>
            <a:xfrm>
              <a:off x="1860550" y="5024560"/>
              <a:ext cx="12700" cy="228600"/>
            </a:xfrm>
            <a:prstGeom prst="rect">
              <a:avLst/>
            </a:prstGeom>
            <a:solidFill>
              <a:srgbClr val="070154"/>
            </a:solidFill>
            <a:ln>
              <a:noFill/>
            </a:ln>
          </p:spPr>
        </p:sp>
        <p:sp>
          <p:nvSpPr>
            <p:cNvPr id="22" name="node01.stages.source-002.label"/>
            <p:cNvSpPr/>
            <p:nvPr/>
          </p:nvSpPr>
          <p:spPr>
            <a:xfrm>
              <a:off x="1714500" y="4821360"/>
              <a:ext cx="1066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3.circle"/>
            <p:cNvSpPr/>
            <p:nvPr/>
          </p:nvSpPr>
          <p:spPr>
            <a:xfrm>
              <a:off x="2489200" y="5033291"/>
              <a:ext cx="279400" cy="279400"/>
            </a:xfrm>
            <a:prstGeom prst="ellipse">
              <a:avLst/>
            </a:prstGeom>
            <a:solidFill>
              <a:srgbClr val="FFFFFF"/>
            </a:solidFill>
            <a:ln w="25400">
              <a:solidFill>
                <a:srgbClr val="070154"/>
              </a:solidFill>
              <a:prstDash val="solid"/>
            </a:ln>
          </p:spPr>
        </p:sp>
        <p:sp>
          <p:nvSpPr>
            <p:cNvPr id="24" name="node01.stages.source-003.number"/>
            <p:cNvSpPr/>
            <p:nvPr/>
          </p:nvSpPr>
          <p:spPr>
            <a:xfrm>
              <a:off x="2501900" y="5020591"/>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5" name="node01.stages.source-003.tick"/>
            <p:cNvSpPr/>
            <p:nvPr/>
          </p:nvSpPr>
          <p:spPr>
            <a:xfrm>
              <a:off x="2622550" y="4283991"/>
              <a:ext cx="12700" cy="736600"/>
            </a:xfrm>
            <a:prstGeom prst="rect">
              <a:avLst/>
            </a:prstGeom>
            <a:solidFill>
              <a:srgbClr val="070154"/>
            </a:solidFill>
            <a:ln>
              <a:noFill/>
            </a:ln>
          </p:spPr>
        </p:sp>
        <p:sp>
          <p:nvSpPr>
            <p:cNvPr id="26" name="node01.stages.source-003.label"/>
            <p:cNvSpPr/>
            <p:nvPr/>
          </p:nvSpPr>
          <p:spPr>
            <a:xfrm>
              <a:off x="2070100" y="4080791"/>
              <a:ext cx="1066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27" name="node01.stages.source-004.circle"/>
            <p:cNvSpPr/>
            <p:nvPr/>
          </p:nvSpPr>
          <p:spPr>
            <a:xfrm>
              <a:off x="3098800" y="4641174"/>
              <a:ext cx="279400" cy="279400"/>
            </a:xfrm>
            <a:prstGeom prst="ellipse">
              <a:avLst/>
            </a:prstGeom>
            <a:solidFill>
              <a:srgbClr val="FFFFFF"/>
            </a:solidFill>
            <a:ln w="25400">
              <a:solidFill>
                <a:srgbClr val="070154"/>
              </a:solidFill>
              <a:prstDash val="solid"/>
            </a:ln>
          </p:spPr>
        </p:sp>
        <p:sp>
          <p:nvSpPr>
            <p:cNvPr id="28" name="node01.stages.source-004.number"/>
            <p:cNvSpPr/>
            <p:nvPr/>
          </p:nvSpPr>
          <p:spPr>
            <a:xfrm>
              <a:off x="3111500" y="4628474"/>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29" name="node01.stages.source-004.tick"/>
            <p:cNvSpPr/>
            <p:nvPr/>
          </p:nvSpPr>
          <p:spPr>
            <a:xfrm>
              <a:off x="3232150" y="3891874"/>
              <a:ext cx="12700" cy="736600"/>
            </a:xfrm>
            <a:prstGeom prst="rect">
              <a:avLst/>
            </a:prstGeom>
            <a:solidFill>
              <a:srgbClr val="070154"/>
            </a:solidFill>
            <a:ln>
              <a:noFill/>
            </a:ln>
          </p:spPr>
        </p:sp>
        <p:sp>
          <p:nvSpPr>
            <p:cNvPr id="30" name="node01.stages.source-004.label"/>
            <p:cNvSpPr/>
            <p:nvPr/>
          </p:nvSpPr>
          <p:spPr>
            <a:xfrm>
              <a:off x="2679700" y="3688674"/>
              <a:ext cx="1066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OPTIMIZED</a:t>
              </a:r>
              <a:endParaRPr lang="en-US" sz="900" spc="54" kern="0" b="0" i="0" dirty="0">
                <a:solidFill>
                  <a:srgbClr val="0047FF"/>
                </a:solidFill>
                <a:latin typeface="IBM Plex Mono SemiBold"/>
                <a:ea typeface="IBM Plex Mono SemiBold"/>
                <a:cs typeface="IBM Plex Mono SemiBold"/>
              </a:endParaRPr>
            </a:p>
          </p:txBody>
        </p:sp>
      </p:grpSp>
      <p:grpSp>
        <p:nvGrpSpPr>
          <p:cNvPr id="33" name="node02"/>
          <p:cNvGrpSpPr/>
          <p:nvPr/>
        </p:nvGrpSpPr>
        <p:grpSpPr>
          <a:xfrm>
            <a:off x="4991100" y="1600200"/>
            <a:ext cx="6477000" cy="4114800"/>
            <a:chOff x="4991100" y="1600200"/>
            <a:chExt cx="6477000" cy="4114800"/>
          </a:xfrm>
        </p:grpSpPr>
        <p:graphicFrame>
          <p:nvGraphicFramePr>
            <p:cNvPr id="31" name="node02.native"/>
            <p:cNvGraphicFramePr>
              <a:graphicFrameLocks noGrp="1"/>
            </p:cNvGraphicFramePr>
            <p:nvPr>
              <p:extLst>
                <p:ext uri="{D42A27DB-BD31-4B8C-83A1-F6EECF244321}">
                  <p14:modId xmlns:p14="http://schemas.microsoft.com/office/powerpoint/2010/main" val="1579011935"/>
                </p:ext>
              </p:extLst>
            </p:nvPr>
          </p:nvGraphicFramePr>
          <p:xfrm>
            <a:off x="4991100" y="1600200"/>
            <a:ext cx="6477000" cy="4114800"/>
          </p:xfrm>
          <a:graphic>
            <a:graphicData uri="http://schemas.openxmlformats.org/drawingml/2006/table">
              <a:tbl>
                <a:tblPr/>
                <a:tblGrid>
                  <a:gridCol w="1371600"/>
                  <a:gridCol w="1701800"/>
                  <a:gridCol w="1701800"/>
                  <a:gridCol w="17018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TOOLS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Ad hoc</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Individual heroics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Improvised</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Personal choice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Defined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Trained practitioners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Documented steps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Approved list</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Managed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Named owners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Measured results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Integrated stack</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Optimized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Communities of practice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Self-correcting</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Automated and observed</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ource-304">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What people, process and tools look like at each stage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63</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822325" y="2286000"/>
            <a:ext cx="3260036" cy="3429000"/>
            <a:chOff x="822325" y="2286000"/>
            <a:chExt cx="3260036" cy="3429000"/>
          </a:xfrm>
        </p:grpSpPr>
        <p:sp>
          <p:nvSpPr>
            <p:cNvPr id="6" name="node01.curve"/>
            <p:cNvSpPr/>
            <p:nvPr/>
          </p:nvSpPr>
          <p:spPr>
            <a:xfrm>
              <a:off x="838200" y="2747010"/>
              <a:ext cx="3200400" cy="2811780"/>
            </a:xfrm>
            <a:custGeom>
              <a:avLst/>
              <a:gdLst/>
              <a:ahLst/>
              <a:cxnLst/>
              <a:rect l="l" t="t" r="r" b="b"/>
              <a:pathLst>
                <a:path w="3200400" h="2811780">
                  <a:moveTo>
                    <a:pt x="0" y="2811780"/>
                  </a:moveTo>
                  <a:lnTo>
                    <a:pt x="53340" y="2808676"/>
                  </a:lnTo>
                  <a:lnTo>
                    <a:pt x="106680" y="2805347"/>
                  </a:lnTo>
                  <a:lnTo>
                    <a:pt x="160020" y="2801777"/>
                  </a:lnTo>
                  <a:lnTo>
                    <a:pt x="213360" y="2797948"/>
                  </a:lnTo>
                  <a:lnTo>
                    <a:pt x="266700" y="2793841"/>
                  </a:lnTo>
                  <a:lnTo>
                    <a:pt x="320040" y="2789437"/>
                  </a:lnTo>
                  <a:lnTo>
                    <a:pt x="373380" y="2784713"/>
                  </a:lnTo>
                  <a:lnTo>
                    <a:pt x="426720" y="2779647"/>
                  </a:lnTo>
                  <a:lnTo>
                    <a:pt x="480060" y="2774213"/>
                  </a:lnTo>
                  <a:lnTo>
                    <a:pt x="533400" y="2768385"/>
                  </a:lnTo>
                  <a:lnTo>
                    <a:pt x="586740" y="2762135"/>
                  </a:lnTo>
                  <a:lnTo>
                    <a:pt x="640080" y="2755431"/>
                  </a:lnTo>
                  <a:lnTo>
                    <a:pt x="693420" y="2748242"/>
                  </a:lnTo>
                  <a:lnTo>
                    <a:pt x="746760" y="2740531"/>
                  </a:lnTo>
                  <a:lnTo>
                    <a:pt x="800100" y="2732261"/>
                  </a:lnTo>
                  <a:lnTo>
                    <a:pt x="853440" y="2723392"/>
                  </a:lnTo>
                  <a:lnTo>
                    <a:pt x="906780" y="2713879"/>
                  </a:lnTo>
                  <a:lnTo>
                    <a:pt x="960120" y="2703676"/>
                  </a:lnTo>
                  <a:lnTo>
                    <a:pt x="1013460" y="2692734"/>
                  </a:lnTo>
                  <a:lnTo>
                    <a:pt x="1066800" y="2680999"/>
                  </a:lnTo>
                  <a:lnTo>
                    <a:pt x="1120140" y="2668412"/>
                  </a:lnTo>
                  <a:lnTo>
                    <a:pt x="1173480" y="2654913"/>
                  </a:lnTo>
                  <a:lnTo>
                    <a:pt x="1226820" y="2640435"/>
                  </a:lnTo>
                  <a:lnTo>
                    <a:pt x="1280160" y="2624907"/>
                  </a:lnTo>
                  <a:lnTo>
                    <a:pt x="1333500" y="2608254"/>
                  </a:lnTo>
                  <a:lnTo>
                    <a:pt x="1386840" y="2590393"/>
                  </a:lnTo>
                  <a:lnTo>
                    <a:pt x="1440180" y="2571236"/>
                  </a:lnTo>
                  <a:lnTo>
                    <a:pt x="1493520" y="2550691"/>
                  </a:lnTo>
                  <a:lnTo>
                    <a:pt x="1546860" y="2528656"/>
                  </a:lnTo>
                  <a:lnTo>
                    <a:pt x="1600200" y="2505024"/>
                  </a:lnTo>
                  <a:lnTo>
                    <a:pt x="1653540" y="2479678"/>
                  </a:lnTo>
                  <a:lnTo>
                    <a:pt x="1706880" y="2452494"/>
                  </a:lnTo>
                  <a:lnTo>
                    <a:pt x="1760220" y="2423339"/>
                  </a:lnTo>
                  <a:lnTo>
                    <a:pt x="1813560" y="2392070"/>
                  </a:lnTo>
                  <a:lnTo>
                    <a:pt x="1866900" y="2358533"/>
                  </a:lnTo>
                  <a:lnTo>
                    <a:pt x="1920240" y="2322566"/>
                  </a:lnTo>
                  <a:lnTo>
                    <a:pt x="1973580" y="2283990"/>
                  </a:lnTo>
                  <a:lnTo>
                    <a:pt x="2026920" y="2242617"/>
                  </a:lnTo>
                  <a:lnTo>
                    <a:pt x="2080260" y="2198244"/>
                  </a:lnTo>
                  <a:lnTo>
                    <a:pt x="2133600" y="2150654"/>
                  </a:lnTo>
                  <a:lnTo>
                    <a:pt x="2186940" y="2099613"/>
                  </a:lnTo>
                  <a:lnTo>
                    <a:pt x="2240280" y="2044871"/>
                  </a:lnTo>
                  <a:lnTo>
                    <a:pt x="2293620" y="1986160"/>
                  </a:lnTo>
                  <a:lnTo>
                    <a:pt x="2346960" y="1923192"/>
                  </a:lnTo>
                  <a:lnTo>
                    <a:pt x="2400300" y="1855659"/>
                  </a:lnTo>
                  <a:lnTo>
                    <a:pt x="2453640" y="1783228"/>
                  </a:lnTo>
                  <a:lnTo>
                    <a:pt x="2506980" y="1705546"/>
                  </a:lnTo>
                  <a:lnTo>
                    <a:pt x="2560320" y="1622231"/>
                  </a:lnTo>
                  <a:lnTo>
                    <a:pt x="2613660" y="1532875"/>
                  </a:lnTo>
                  <a:lnTo>
                    <a:pt x="2667000" y="1437041"/>
                  </a:lnTo>
                  <a:lnTo>
                    <a:pt x="2720340" y="1334257"/>
                  </a:lnTo>
                  <a:lnTo>
                    <a:pt x="2773680" y="1224021"/>
                  </a:lnTo>
                  <a:lnTo>
                    <a:pt x="2827020" y="1105791"/>
                  </a:lnTo>
                  <a:lnTo>
                    <a:pt x="2880360" y="978989"/>
                  </a:lnTo>
                  <a:lnTo>
                    <a:pt x="2933700" y="842993"/>
                  </a:lnTo>
                  <a:lnTo>
                    <a:pt x="2987040" y="697136"/>
                  </a:lnTo>
                  <a:lnTo>
                    <a:pt x="3040380" y="540704"/>
                  </a:lnTo>
                  <a:lnTo>
                    <a:pt x="3093720" y="372928"/>
                  </a:lnTo>
                  <a:lnTo>
                    <a:pt x="3147060" y="192988"/>
                  </a:lnTo>
                  <a:lnTo>
                    <a:pt x="3200400" y="0"/>
                  </a:lnTo>
                </a:path>
              </a:pathLst>
            </a:custGeom>
            <a:ln w="31750">
              <a:solidFill>
                <a:srgbClr val="070154"/>
              </a:solidFill>
              <a:prstDash val="solid"/>
            </a:ln>
          </p:spPr>
        </p:sp>
        <p:sp>
          <p:nvSpPr>
            <p:cNvPr id="7" name="node01.curve.cap-1"/>
            <p:cNvSpPr/>
            <p:nvPr/>
          </p:nvSpPr>
          <p:spPr>
            <a:xfrm>
              <a:off x="822325" y="5542915"/>
              <a:ext cx="31750" cy="31750"/>
            </a:xfrm>
            <a:prstGeom prst="ellipse">
              <a:avLst/>
            </a:prstGeom>
            <a:solidFill>
              <a:srgbClr val="070154"/>
            </a:solidFill>
            <a:ln>
              <a:noFill/>
            </a:ln>
          </p:spPr>
        </p:sp>
        <p:sp>
          <p:nvSpPr>
            <p:cNvPr id="8" name="node01.curve.cap-2"/>
            <p:cNvSpPr/>
            <p:nvPr/>
          </p:nvSpPr>
          <p:spPr>
            <a:xfrm>
              <a:off x="4022725" y="2731135"/>
              <a:ext cx="31750" cy="31750"/>
            </a:xfrm>
            <a:prstGeom prst="ellipse">
              <a:avLst/>
            </a:prstGeom>
            <a:solidFill>
              <a:srgbClr val="070154"/>
            </a:solidFill>
            <a:ln>
              <a:noFill/>
            </a:ln>
          </p:spPr>
        </p:sp>
        <p:sp>
          <p:nvSpPr>
            <p:cNvPr id="9" name="node01.arrow-1"/>
            <p:cNvSpPr/>
            <p:nvPr/>
          </p:nvSpPr>
          <p:spPr>
            <a:xfrm>
              <a:off x="4038600" y="2747010"/>
              <a:ext cx="27886" cy="123901"/>
            </a:xfrm>
            <a:custGeom>
              <a:avLst/>
              <a:gdLst/>
              <a:ahLst/>
              <a:cxnLst/>
              <a:rect l="l" t="t" r="r" b="b"/>
              <a:pathLst>
                <a:path w="27886" h="123901">
                  <a:moveTo>
                    <a:pt x="0" y="0"/>
                  </a:moveTo>
                  <a:lnTo>
                    <a:pt x="27886" y="123901"/>
                  </a:lnTo>
                </a:path>
              </a:pathLst>
            </a:custGeom>
            <a:ln w="31750">
              <a:solidFill>
                <a:srgbClr val="070154"/>
              </a:solidFill>
              <a:prstDash val="solid"/>
            </a:ln>
          </p:spPr>
        </p:sp>
        <p:sp>
          <p:nvSpPr>
            <p:cNvPr id="10" name="node01.arrow-1.cap-1"/>
            <p:cNvSpPr/>
            <p:nvPr/>
          </p:nvSpPr>
          <p:spPr>
            <a:xfrm>
              <a:off x="4022725" y="2731135"/>
              <a:ext cx="31750" cy="31750"/>
            </a:xfrm>
            <a:prstGeom prst="ellipse">
              <a:avLst/>
            </a:prstGeom>
            <a:solidFill>
              <a:srgbClr val="070154"/>
            </a:solidFill>
            <a:ln>
              <a:noFill/>
            </a:ln>
          </p:spPr>
        </p:sp>
        <p:sp>
          <p:nvSpPr>
            <p:cNvPr id="11" name="node01.arrow-1.cap-2"/>
            <p:cNvSpPr/>
            <p:nvPr/>
          </p:nvSpPr>
          <p:spPr>
            <a:xfrm>
              <a:off x="4050611" y="2855036"/>
              <a:ext cx="31750" cy="31750"/>
            </a:xfrm>
            <a:prstGeom prst="ellipse">
              <a:avLst/>
            </a:prstGeom>
            <a:solidFill>
              <a:srgbClr val="070154"/>
            </a:solidFill>
            <a:ln>
              <a:noFill/>
            </a:ln>
          </p:spPr>
        </p:sp>
        <p:sp>
          <p:nvSpPr>
            <p:cNvPr id="12" name="node01.arrow-2"/>
            <p:cNvSpPr/>
            <p:nvPr/>
          </p:nvSpPr>
          <p:spPr>
            <a:xfrm>
              <a:off x="3949408" y="2747010"/>
              <a:ext cx="89192" cy="90409"/>
            </a:xfrm>
            <a:custGeom>
              <a:avLst/>
              <a:gdLst/>
              <a:ahLst/>
              <a:cxnLst/>
              <a:rect l="l" t="t" r="r" b="b"/>
              <a:pathLst>
                <a:path w="89192" h="90409">
                  <a:moveTo>
                    <a:pt x="89192" y="0"/>
                  </a:moveTo>
                  <a:lnTo>
                    <a:pt x="0" y="90409"/>
                  </a:lnTo>
                </a:path>
              </a:pathLst>
            </a:custGeom>
            <a:ln w="31750">
              <a:solidFill>
                <a:srgbClr val="070154"/>
              </a:solidFill>
              <a:prstDash val="solid"/>
            </a:ln>
          </p:spPr>
        </p:sp>
        <p:sp>
          <p:nvSpPr>
            <p:cNvPr id="13" name="node01.arrow-2.cap-1"/>
            <p:cNvSpPr/>
            <p:nvPr/>
          </p:nvSpPr>
          <p:spPr>
            <a:xfrm>
              <a:off x="4022725" y="2731135"/>
              <a:ext cx="31750" cy="31750"/>
            </a:xfrm>
            <a:prstGeom prst="ellipse">
              <a:avLst/>
            </a:prstGeom>
            <a:solidFill>
              <a:srgbClr val="070154"/>
            </a:solidFill>
            <a:ln>
              <a:noFill/>
            </a:ln>
          </p:spPr>
        </p:sp>
        <p:sp>
          <p:nvSpPr>
            <p:cNvPr id="14" name="node01.arrow-2.cap-2"/>
            <p:cNvSpPr/>
            <p:nvPr/>
          </p:nvSpPr>
          <p:spPr>
            <a:xfrm>
              <a:off x="3933533" y="2821544"/>
              <a:ext cx="31750" cy="31750"/>
            </a:xfrm>
            <a:prstGeom prst="ellipse">
              <a:avLst/>
            </a:prstGeom>
            <a:solidFill>
              <a:srgbClr val="070154"/>
            </a:solidFill>
            <a:ln>
              <a:noFill/>
            </a:ln>
          </p:spPr>
        </p:sp>
        <p:sp>
          <p:nvSpPr>
            <p:cNvPr id="15" name="node01.stages.source-001.circle"/>
            <p:cNvSpPr/>
            <p:nvPr/>
          </p:nvSpPr>
          <p:spPr>
            <a:xfrm>
              <a:off x="954532" y="5401996"/>
              <a:ext cx="279400" cy="279400"/>
            </a:xfrm>
            <a:prstGeom prst="ellipse">
              <a:avLst/>
            </a:prstGeom>
            <a:solidFill>
              <a:srgbClr val="FFFFFF"/>
            </a:solidFill>
            <a:ln w="25400">
              <a:solidFill>
                <a:srgbClr val="070154"/>
              </a:solidFill>
              <a:prstDash val="solid"/>
            </a:ln>
          </p:spPr>
        </p:sp>
        <p:sp>
          <p:nvSpPr>
            <p:cNvPr id="16" name="node01.stages.source-001.number"/>
            <p:cNvSpPr/>
            <p:nvPr/>
          </p:nvSpPr>
          <p:spPr>
            <a:xfrm>
              <a:off x="967232" y="5389296"/>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7" name="node01.stages.source-001.tick"/>
            <p:cNvSpPr/>
            <p:nvPr/>
          </p:nvSpPr>
          <p:spPr>
            <a:xfrm>
              <a:off x="1087882" y="5160696"/>
              <a:ext cx="12700" cy="228600"/>
            </a:xfrm>
            <a:prstGeom prst="rect">
              <a:avLst/>
            </a:prstGeom>
            <a:solidFill>
              <a:srgbClr val="070154"/>
            </a:solidFill>
            <a:ln>
              <a:noFill/>
            </a:ln>
          </p:spPr>
        </p:sp>
        <p:sp>
          <p:nvSpPr>
            <p:cNvPr id="18" name="node01.stages.source-001.label"/>
            <p:cNvSpPr/>
            <p:nvPr/>
          </p:nvSpPr>
          <p:spPr>
            <a:xfrm>
              <a:off x="941832" y="4957496"/>
              <a:ext cx="914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AD HOC</a:t>
              </a:r>
              <a:endParaRPr lang="en-US" sz="900" spc="54" kern="0" b="0" i="0" dirty="0">
                <a:solidFill>
                  <a:srgbClr val="0047FF"/>
                </a:solidFill>
                <a:latin typeface="IBM Plex Mono SemiBold"/>
                <a:ea typeface="IBM Plex Mono SemiBold"/>
                <a:cs typeface="IBM Plex Mono SemiBold"/>
              </a:endParaRPr>
            </a:p>
          </p:txBody>
        </p:sp>
        <p:sp>
          <p:nvSpPr>
            <p:cNvPr id="19" name="node01.stages.source-002.circle"/>
            <p:cNvSpPr/>
            <p:nvPr/>
          </p:nvSpPr>
          <p:spPr>
            <a:xfrm>
              <a:off x="1658620" y="5310986"/>
              <a:ext cx="279400" cy="279400"/>
            </a:xfrm>
            <a:prstGeom prst="ellipse">
              <a:avLst/>
            </a:prstGeom>
            <a:solidFill>
              <a:srgbClr val="FFFFFF"/>
            </a:solidFill>
            <a:ln w="25400">
              <a:solidFill>
                <a:srgbClr val="070154"/>
              </a:solidFill>
              <a:prstDash val="solid"/>
            </a:ln>
          </p:spPr>
        </p:sp>
        <p:sp>
          <p:nvSpPr>
            <p:cNvPr id="20" name="node01.stages.source-002.number"/>
            <p:cNvSpPr/>
            <p:nvPr/>
          </p:nvSpPr>
          <p:spPr>
            <a:xfrm>
              <a:off x="1671320" y="5298286"/>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2.tick"/>
            <p:cNvSpPr/>
            <p:nvPr/>
          </p:nvSpPr>
          <p:spPr>
            <a:xfrm>
              <a:off x="1791970" y="5069686"/>
              <a:ext cx="12700" cy="228600"/>
            </a:xfrm>
            <a:prstGeom prst="rect">
              <a:avLst/>
            </a:prstGeom>
            <a:solidFill>
              <a:srgbClr val="070154"/>
            </a:solidFill>
            <a:ln>
              <a:noFill/>
            </a:ln>
          </p:spPr>
        </p:sp>
        <p:sp>
          <p:nvSpPr>
            <p:cNvPr id="22" name="node01.stages.source-002.label"/>
            <p:cNvSpPr/>
            <p:nvPr/>
          </p:nvSpPr>
          <p:spPr>
            <a:xfrm>
              <a:off x="1645920" y="4866486"/>
              <a:ext cx="914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3.circle"/>
            <p:cNvSpPr/>
            <p:nvPr/>
          </p:nvSpPr>
          <p:spPr>
            <a:xfrm>
              <a:off x="2298700" y="5112334"/>
              <a:ext cx="279400" cy="279400"/>
            </a:xfrm>
            <a:prstGeom prst="ellipse">
              <a:avLst/>
            </a:prstGeom>
            <a:solidFill>
              <a:srgbClr val="FFFFFF"/>
            </a:solidFill>
            <a:ln w="25400">
              <a:solidFill>
                <a:srgbClr val="070154"/>
              </a:solidFill>
              <a:prstDash val="solid"/>
            </a:ln>
          </p:spPr>
        </p:sp>
        <p:sp>
          <p:nvSpPr>
            <p:cNvPr id="24" name="node01.stages.source-003.number"/>
            <p:cNvSpPr/>
            <p:nvPr/>
          </p:nvSpPr>
          <p:spPr>
            <a:xfrm>
              <a:off x="2311400" y="5099634"/>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5" name="node01.stages.source-003.tick"/>
            <p:cNvSpPr/>
            <p:nvPr/>
          </p:nvSpPr>
          <p:spPr>
            <a:xfrm>
              <a:off x="2432050" y="4363034"/>
              <a:ext cx="12700" cy="736600"/>
            </a:xfrm>
            <a:prstGeom prst="rect">
              <a:avLst/>
            </a:prstGeom>
            <a:solidFill>
              <a:srgbClr val="070154"/>
            </a:solidFill>
            <a:ln>
              <a:noFill/>
            </a:ln>
          </p:spPr>
        </p:sp>
        <p:sp>
          <p:nvSpPr>
            <p:cNvPr id="26" name="node01.stages.source-003.label"/>
            <p:cNvSpPr/>
            <p:nvPr/>
          </p:nvSpPr>
          <p:spPr>
            <a:xfrm>
              <a:off x="1921256" y="4159834"/>
              <a:ext cx="9144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27" name="node01.stages.source-004.circle"/>
            <p:cNvSpPr/>
            <p:nvPr/>
          </p:nvSpPr>
          <p:spPr>
            <a:xfrm>
              <a:off x="2746756" y="4832550"/>
              <a:ext cx="279400" cy="279400"/>
            </a:xfrm>
            <a:prstGeom prst="ellipse">
              <a:avLst/>
            </a:prstGeom>
            <a:solidFill>
              <a:srgbClr val="FFFFFF"/>
            </a:solidFill>
            <a:ln w="25400">
              <a:solidFill>
                <a:srgbClr val="070154"/>
              </a:solidFill>
              <a:prstDash val="solid"/>
            </a:ln>
          </p:spPr>
        </p:sp>
        <p:sp>
          <p:nvSpPr>
            <p:cNvPr id="28" name="node01.stages.source-004.number"/>
            <p:cNvSpPr/>
            <p:nvPr/>
          </p:nvSpPr>
          <p:spPr>
            <a:xfrm>
              <a:off x="2759456" y="481985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29" name="node01.stages.source-004.tick"/>
            <p:cNvSpPr/>
            <p:nvPr/>
          </p:nvSpPr>
          <p:spPr>
            <a:xfrm>
              <a:off x="2880106" y="4083250"/>
              <a:ext cx="12700" cy="736600"/>
            </a:xfrm>
            <a:prstGeom prst="rect">
              <a:avLst/>
            </a:prstGeom>
            <a:solidFill>
              <a:srgbClr val="070154"/>
            </a:solidFill>
            <a:ln>
              <a:noFill/>
            </a:ln>
          </p:spPr>
        </p:sp>
        <p:sp>
          <p:nvSpPr>
            <p:cNvPr id="30" name="node01.stages.source-004.label"/>
            <p:cNvSpPr/>
            <p:nvPr/>
          </p:nvSpPr>
          <p:spPr>
            <a:xfrm>
              <a:off x="2480056" y="3880050"/>
              <a:ext cx="9144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OPTIMIZED</a:t>
              </a:r>
              <a:endParaRPr lang="en-US" sz="900" spc="54" kern="0" b="0" i="0" dirty="0">
                <a:solidFill>
                  <a:srgbClr val="0047FF"/>
                </a:solidFill>
                <a:latin typeface="IBM Plex Mono SemiBold"/>
                <a:ea typeface="IBM Plex Mono SemiBold"/>
                <a:cs typeface="IBM Plex Mono SemiBold"/>
              </a:endParaRPr>
            </a:p>
          </p:txBody>
        </p:sp>
      </p:grpSp>
      <p:grpSp>
        <p:nvGrpSpPr>
          <p:cNvPr id="33" name="node02"/>
          <p:cNvGrpSpPr/>
          <p:nvPr/>
        </p:nvGrpSpPr>
        <p:grpSpPr>
          <a:xfrm>
            <a:off x="4381500" y="457200"/>
            <a:ext cx="7086600" cy="5029200"/>
            <a:chOff x="4381500" y="457200"/>
            <a:chExt cx="7086600" cy="5029200"/>
          </a:xfrm>
        </p:grpSpPr>
        <p:graphicFrame>
          <p:nvGraphicFramePr>
            <p:cNvPr id="31" name="node02.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5029200"/>
          </p:xfrm>
          <a:graphic>
            <a:graphicData uri="http://schemas.openxmlformats.org/drawingml/2006/table">
              <a:tbl>
                <a:tblPr/>
                <a:tblGrid>
                  <a:gridCol w="1295400"/>
                  <a:gridCol w="1905000"/>
                  <a:gridCol w="1905000"/>
                  <a:gridCol w="19812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TOOLS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1143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Ad hoc</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Individual heroics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Improvised, varies by person</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Personal choice of tools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43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Defined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Trained practitioners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Documented, repeatable steps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Approved list of tools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43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Managed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Named owners per practice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Measured against targets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Integrated, shared stack</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43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Optimized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Communities of practice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Self-correcting through review</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Automated and observed</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ource-37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4572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Eight weeks from kickoff to a signed-off roadmap</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64</a:t>
            </a:fld>
            <a:endParaRPr lang="en-US" sz="700" spc="0" kern="0" b="0" i="0" dirty="0">
              <a:solidFill>
                <a:srgbClr val="070154"/>
              </a:solidFill>
              <a:latin typeface="IBM Plex Mono SemiBold"/>
              <a:ea typeface="IBM Plex Mono SemiBold"/>
              <a:cs typeface="IBM Plex Mono SemiBold"/>
            </a:endParaRPr>
          </a:p>
        </p:txBody>
      </p:sp>
      <p:grpSp>
        <p:nvGrpSpPr>
          <p:cNvPr id="161" name="node01"/>
          <p:cNvGrpSpPr/>
          <p:nvPr/>
        </p:nvGrpSpPr>
        <p:grpSpPr>
          <a:xfrm>
            <a:off x="723900" y="1371600"/>
            <a:ext cx="10744200" cy="4538133"/>
            <a:chOff x="723900" y="1371600"/>
            <a:chExt cx="10744200" cy="4538133"/>
          </a:xfrm>
        </p:grpSpPr>
        <p:sp>
          <p:nvSpPr>
            <p:cNvPr id="6" name="node01.period-header"/>
            <p:cNvSpPr/>
            <p:nvPr/>
          </p:nvSpPr>
          <p:spPr>
            <a:xfrm>
              <a:off x="723900" y="2057400"/>
              <a:ext cx="10744200" cy="457200"/>
            </a:xfrm>
            <a:prstGeom prst="rect">
              <a:avLst/>
            </a:prstGeom>
            <a:solidFill>
              <a:srgbClr val="E8EEF8"/>
            </a:solidFill>
            <a:ln>
              <a:noFill/>
            </a:ln>
          </p:spPr>
        </p:sp>
        <p:sp>
          <p:nvSpPr>
            <p:cNvPr id="7" name="node01.sidebar-heading"/>
            <p:cNvSpPr/>
            <p:nvPr/>
          </p:nvSpPr>
          <p:spPr>
            <a:xfrm>
              <a:off x="800100" y="2209800"/>
              <a:ext cx="281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WORKSTREAM · ACTIVITY</a:t>
              </a:r>
              <a:endParaRPr lang="en-US" sz="900" spc="54" kern="0" b="0" i="0" dirty="0">
                <a:solidFill>
                  <a:srgbClr val="50658E"/>
                </a:solidFill>
                <a:latin typeface="IBM Plex Mono SemiBold"/>
                <a:ea typeface="IBM Plex Mono SemiBold"/>
                <a:cs typeface="IBM Plex Mono SemiBold"/>
              </a:endParaRPr>
            </a:p>
          </p:txBody>
        </p:sp>
        <p:sp>
          <p:nvSpPr>
            <p:cNvPr id="8" name="node01.periods.slot-001.label"/>
            <p:cNvSpPr/>
            <p:nvPr/>
          </p:nvSpPr>
          <p:spPr>
            <a:xfrm>
              <a:off x="3695700" y="2171700"/>
              <a:ext cx="9715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W1</a:t>
              </a:r>
              <a:endParaRPr lang="en-US" sz="900" spc="54" kern="0" b="0" i="0" dirty="0">
                <a:solidFill>
                  <a:srgbClr val="070154"/>
                </a:solidFill>
                <a:latin typeface="IBM Plex Mono SemiBold"/>
                <a:ea typeface="IBM Plex Mono SemiBold"/>
                <a:cs typeface="IBM Plex Mono SemiBold"/>
              </a:endParaRPr>
            </a:p>
          </p:txBody>
        </p:sp>
        <p:sp>
          <p:nvSpPr>
            <p:cNvPr id="9" name="node01.periods.slot-001.sub"/>
            <p:cNvSpPr/>
            <p:nvPr/>
          </p:nvSpPr>
          <p:spPr>
            <a:xfrm>
              <a:off x="3695700" y="2324100"/>
              <a:ext cx="971550" cy="190500"/>
            </a:xfrm>
            <a:prstGeom prst="rect">
              <a:avLst/>
            </a:prstGeom>
            <a:noFill/>
            <a:ln/>
          </p:spPr>
          <p:txBody>
            <a:bodyPr wrap="square" lIns="0" tIns="0" rIns="0" bIns="0" rtlCol="0" anchor="t"/>
            <a:lstStyle/>
            <a:p>
              <a:pPr algn="ctr" indent="0" marL="0">
                <a:lnSpc>
                  <a:spcPts val="1200"/>
                </a:lnSpc>
                <a:buNone/>
              </a:pPr>
              <a:r>
                <a:rPr lang="en-US" sz="750" spc="45" kern="0" b="0" i="0" dirty="0">
                  <a:solidFill>
                    <a:srgbClr val="50658E"/>
                  </a:solidFill>
                  <a:latin typeface="IBM Plex Mono Medium"/>
                  <a:ea typeface="IBM Plex Mono Medium"/>
                  <a:cs typeface="IBM Plex Mono Medium"/>
                </a:rPr>
                <a:t>OCT 5</a:t>
              </a:r>
              <a:endParaRPr lang="en-US" sz="750" spc="45" kern="0" b="0" i="0" dirty="0">
                <a:solidFill>
                  <a:srgbClr val="50658E"/>
                </a:solidFill>
                <a:latin typeface="IBM Plex Mono Medium"/>
                <a:ea typeface="IBM Plex Mono Medium"/>
                <a:cs typeface="IBM Plex Mono Medium"/>
              </a:endParaRPr>
            </a:p>
          </p:txBody>
        </p:sp>
        <p:sp>
          <p:nvSpPr>
            <p:cNvPr id="10" name="node01.periods.slot-002.label"/>
            <p:cNvSpPr/>
            <p:nvPr/>
          </p:nvSpPr>
          <p:spPr>
            <a:xfrm>
              <a:off x="4667250" y="2171700"/>
              <a:ext cx="9715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W2</a:t>
              </a:r>
              <a:endParaRPr lang="en-US" sz="900" spc="54" kern="0" b="0" i="0" dirty="0">
                <a:solidFill>
                  <a:srgbClr val="070154"/>
                </a:solidFill>
                <a:latin typeface="IBM Plex Mono SemiBold"/>
                <a:ea typeface="IBM Plex Mono SemiBold"/>
                <a:cs typeface="IBM Plex Mono SemiBold"/>
              </a:endParaRPr>
            </a:p>
          </p:txBody>
        </p:sp>
        <p:sp>
          <p:nvSpPr>
            <p:cNvPr id="11" name="node01.periods.slot-002.sub"/>
            <p:cNvSpPr/>
            <p:nvPr/>
          </p:nvSpPr>
          <p:spPr>
            <a:xfrm>
              <a:off x="4667250" y="2324100"/>
              <a:ext cx="971550" cy="190500"/>
            </a:xfrm>
            <a:prstGeom prst="rect">
              <a:avLst/>
            </a:prstGeom>
            <a:noFill/>
            <a:ln/>
          </p:spPr>
          <p:txBody>
            <a:bodyPr wrap="square" lIns="0" tIns="0" rIns="0" bIns="0" rtlCol="0" anchor="t"/>
            <a:lstStyle/>
            <a:p>
              <a:pPr algn="ctr" indent="0" marL="0">
                <a:lnSpc>
                  <a:spcPts val="1200"/>
                </a:lnSpc>
                <a:buNone/>
              </a:pPr>
              <a:r>
                <a:rPr lang="en-US" sz="750" spc="45" kern="0" b="0" i="0" dirty="0">
                  <a:solidFill>
                    <a:srgbClr val="50658E"/>
                  </a:solidFill>
                  <a:latin typeface="IBM Plex Mono Medium"/>
                  <a:ea typeface="IBM Plex Mono Medium"/>
                  <a:cs typeface="IBM Plex Mono Medium"/>
                </a:rPr>
                <a:t>OCT 12</a:t>
              </a:r>
              <a:endParaRPr lang="en-US" sz="750" spc="45" kern="0" b="0" i="0" dirty="0">
                <a:solidFill>
                  <a:srgbClr val="50658E"/>
                </a:solidFill>
                <a:latin typeface="IBM Plex Mono Medium"/>
                <a:ea typeface="IBM Plex Mono Medium"/>
                <a:cs typeface="IBM Plex Mono Medium"/>
              </a:endParaRPr>
            </a:p>
          </p:txBody>
        </p:sp>
        <p:sp>
          <p:nvSpPr>
            <p:cNvPr id="12" name="node01.periods.slot-003.label"/>
            <p:cNvSpPr/>
            <p:nvPr/>
          </p:nvSpPr>
          <p:spPr>
            <a:xfrm>
              <a:off x="5638800" y="2171700"/>
              <a:ext cx="9715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W3</a:t>
              </a:r>
              <a:endParaRPr lang="en-US" sz="900" spc="54" kern="0" b="0" i="0" dirty="0">
                <a:solidFill>
                  <a:srgbClr val="070154"/>
                </a:solidFill>
                <a:latin typeface="IBM Plex Mono SemiBold"/>
                <a:ea typeface="IBM Plex Mono SemiBold"/>
                <a:cs typeface="IBM Plex Mono SemiBold"/>
              </a:endParaRPr>
            </a:p>
          </p:txBody>
        </p:sp>
        <p:sp>
          <p:nvSpPr>
            <p:cNvPr id="13" name="node01.periods.slot-003.sub"/>
            <p:cNvSpPr/>
            <p:nvPr/>
          </p:nvSpPr>
          <p:spPr>
            <a:xfrm>
              <a:off x="5638800" y="2324100"/>
              <a:ext cx="971550" cy="190500"/>
            </a:xfrm>
            <a:prstGeom prst="rect">
              <a:avLst/>
            </a:prstGeom>
            <a:noFill/>
            <a:ln/>
          </p:spPr>
          <p:txBody>
            <a:bodyPr wrap="square" lIns="0" tIns="0" rIns="0" bIns="0" rtlCol="0" anchor="t"/>
            <a:lstStyle/>
            <a:p>
              <a:pPr algn="ctr" indent="0" marL="0">
                <a:lnSpc>
                  <a:spcPts val="1200"/>
                </a:lnSpc>
                <a:buNone/>
              </a:pPr>
              <a:r>
                <a:rPr lang="en-US" sz="750" spc="45" kern="0" b="0" i="0" dirty="0">
                  <a:solidFill>
                    <a:srgbClr val="50658E"/>
                  </a:solidFill>
                  <a:latin typeface="IBM Plex Mono Medium"/>
                  <a:ea typeface="IBM Plex Mono Medium"/>
                  <a:cs typeface="IBM Plex Mono Medium"/>
                </a:rPr>
                <a:t>OCT 19</a:t>
              </a:r>
              <a:endParaRPr lang="en-US" sz="750" spc="45" kern="0" b="0" i="0" dirty="0">
                <a:solidFill>
                  <a:srgbClr val="50658E"/>
                </a:solidFill>
                <a:latin typeface="IBM Plex Mono Medium"/>
                <a:ea typeface="IBM Plex Mono Medium"/>
                <a:cs typeface="IBM Plex Mono Medium"/>
              </a:endParaRPr>
            </a:p>
          </p:txBody>
        </p:sp>
        <p:sp>
          <p:nvSpPr>
            <p:cNvPr id="14" name="node01.periods.slot-004.label"/>
            <p:cNvSpPr/>
            <p:nvPr/>
          </p:nvSpPr>
          <p:spPr>
            <a:xfrm>
              <a:off x="6610350" y="2171700"/>
              <a:ext cx="9715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W4</a:t>
              </a:r>
              <a:endParaRPr lang="en-US" sz="900" spc="54" kern="0" b="0" i="0" dirty="0">
                <a:solidFill>
                  <a:srgbClr val="070154"/>
                </a:solidFill>
                <a:latin typeface="IBM Plex Mono SemiBold"/>
                <a:ea typeface="IBM Plex Mono SemiBold"/>
                <a:cs typeface="IBM Plex Mono SemiBold"/>
              </a:endParaRPr>
            </a:p>
          </p:txBody>
        </p:sp>
        <p:sp>
          <p:nvSpPr>
            <p:cNvPr id="15" name="node01.periods.slot-004.sub"/>
            <p:cNvSpPr/>
            <p:nvPr/>
          </p:nvSpPr>
          <p:spPr>
            <a:xfrm>
              <a:off x="6610350" y="2324100"/>
              <a:ext cx="971550" cy="190500"/>
            </a:xfrm>
            <a:prstGeom prst="rect">
              <a:avLst/>
            </a:prstGeom>
            <a:noFill/>
            <a:ln/>
          </p:spPr>
          <p:txBody>
            <a:bodyPr wrap="square" lIns="0" tIns="0" rIns="0" bIns="0" rtlCol="0" anchor="t"/>
            <a:lstStyle/>
            <a:p>
              <a:pPr algn="ctr" indent="0" marL="0">
                <a:lnSpc>
                  <a:spcPts val="1200"/>
                </a:lnSpc>
                <a:buNone/>
              </a:pPr>
              <a:r>
                <a:rPr lang="en-US" sz="750" spc="45" kern="0" b="0" i="0" dirty="0">
                  <a:solidFill>
                    <a:srgbClr val="50658E"/>
                  </a:solidFill>
                  <a:latin typeface="IBM Plex Mono Medium"/>
                  <a:ea typeface="IBM Plex Mono Medium"/>
                  <a:cs typeface="IBM Plex Mono Medium"/>
                </a:rPr>
                <a:t>OCT 26</a:t>
              </a:r>
              <a:endParaRPr lang="en-US" sz="750" spc="45" kern="0" b="0" i="0" dirty="0">
                <a:solidFill>
                  <a:srgbClr val="50658E"/>
                </a:solidFill>
                <a:latin typeface="IBM Plex Mono Medium"/>
                <a:ea typeface="IBM Plex Mono Medium"/>
                <a:cs typeface="IBM Plex Mono Medium"/>
              </a:endParaRPr>
            </a:p>
          </p:txBody>
        </p:sp>
        <p:sp>
          <p:nvSpPr>
            <p:cNvPr id="16" name="node01.periods.slot-005.label"/>
            <p:cNvSpPr/>
            <p:nvPr/>
          </p:nvSpPr>
          <p:spPr>
            <a:xfrm>
              <a:off x="7581900" y="2171700"/>
              <a:ext cx="9715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W5</a:t>
              </a:r>
              <a:endParaRPr lang="en-US" sz="900" spc="54" kern="0" b="0" i="0" dirty="0">
                <a:solidFill>
                  <a:srgbClr val="070154"/>
                </a:solidFill>
                <a:latin typeface="IBM Plex Mono SemiBold"/>
                <a:ea typeface="IBM Plex Mono SemiBold"/>
                <a:cs typeface="IBM Plex Mono SemiBold"/>
              </a:endParaRPr>
            </a:p>
          </p:txBody>
        </p:sp>
        <p:sp>
          <p:nvSpPr>
            <p:cNvPr id="17" name="node01.periods.slot-005.sub"/>
            <p:cNvSpPr/>
            <p:nvPr/>
          </p:nvSpPr>
          <p:spPr>
            <a:xfrm>
              <a:off x="7581900" y="2324100"/>
              <a:ext cx="971550" cy="190500"/>
            </a:xfrm>
            <a:prstGeom prst="rect">
              <a:avLst/>
            </a:prstGeom>
            <a:noFill/>
            <a:ln/>
          </p:spPr>
          <p:txBody>
            <a:bodyPr wrap="square" lIns="0" tIns="0" rIns="0" bIns="0" rtlCol="0" anchor="t"/>
            <a:lstStyle/>
            <a:p>
              <a:pPr algn="ctr" indent="0" marL="0">
                <a:lnSpc>
                  <a:spcPts val="1200"/>
                </a:lnSpc>
                <a:buNone/>
              </a:pPr>
              <a:r>
                <a:rPr lang="en-US" sz="750" spc="45" kern="0" b="0" i="0" dirty="0">
                  <a:solidFill>
                    <a:srgbClr val="50658E"/>
                  </a:solidFill>
                  <a:latin typeface="IBM Plex Mono Medium"/>
                  <a:ea typeface="IBM Plex Mono Medium"/>
                  <a:cs typeface="IBM Plex Mono Medium"/>
                </a:rPr>
                <a:t>NOV 2</a:t>
              </a:r>
              <a:endParaRPr lang="en-US" sz="750" spc="45" kern="0" b="0" i="0" dirty="0">
                <a:solidFill>
                  <a:srgbClr val="50658E"/>
                </a:solidFill>
                <a:latin typeface="IBM Plex Mono Medium"/>
                <a:ea typeface="IBM Plex Mono Medium"/>
                <a:cs typeface="IBM Plex Mono Medium"/>
              </a:endParaRPr>
            </a:p>
          </p:txBody>
        </p:sp>
        <p:sp>
          <p:nvSpPr>
            <p:cNvPr id="18" name="node01.periods.slot-006.label"/>
            <p:cNvSpPr/>
            <p:nvPr/>
          </p:nvSpPr>
          <p:spPr>
            <a:xfrm>
              <a:off x="8553450" y="2171700"/>
              <a:ext cx="9715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W6</a:t>
              </a:r>
              <a:endParaRPr lang="en-US" sz="900" spc="54" kern="0" b="0" i="0" dirty="0">
                <a:solidFill>
                  <a:srgbClr val="070154"/>
                </a:solidFill>
                <a:latin typeface="IBM Plex Mono SemiBold"/>
                <a:ea typeface="IBM Plex Mono SemiBold"/>
                <a:cs typeface="IBM Plex Mono SemiBold"/>
              </a:endParaRPr>
            </a:p>
          </p:txBody>
        </p:sp>
        <p:sp>
          <p:nvSpPr>
            <p:cNvPr id="19" name="node01.periods.slot-006.sub"/>
            <p:cNvSpPr/>
            <p:nvPr/>
          </p:nvSpPr>
          <p:spPr>
            <a:xfrm>
              <a:off x="8553450" y="2324100"/>
              <a:ext cx="971550" cy="190500"/>
            </a:xfrm>
            <a:prstGeom prst="rect">
              <a:avLst/>
            </a:prstGeom>
            <a:noFill/>
            <a:ln/>
          </p:spPr>
          <p:txBody>
            <a:bodyPr wrap="square" lIns="0" tIns="0" rIns="0" bIns="0" rtlCol="0" anchor="t"/>
            <a:lstStyle/>
            <a:p>
              <a:pPr algn="ctr" indent="0" marL="0">
                <a:lnSpc>
                  <a:spcPts val="1200"/>
                </a:lnSpc>
                <a:buNone/>
              </a:pPr>
              <a:r>
                <a:rPr lang="en-US" sz="750" spc="45" kern="0" b="0" i="0" dirty="0">
                  <a:solidFill>
                    <a:srgbClr val="50658E"/>
                  </a:solidFill>
                  <a:latin typeface="IBM Plex Mono Medium"/>
                  <a:ea typeface="IBM Plex Mono Medium"/>
                  <a:cs typeface="IBM Plex Mono Medium"/>
                </a:rPr>
                <a:t>NOV 9</a:t>
              </a:r>
              <a:endParaRPr lang="en-US" sz="750" spc="45" kern="0" b="0" i="0" dirty="0">
                <a:solidFill>
                  <a:srgbClr val="50658E"/>
                </a:solidFill>
                <a:latin typeface="IBM Plex Mono Medium"/>
                <a:ea typeface="IBM Plex Mono Medium"/>
                <a:cs typeface="IBM Plex Mono Medium"/>
              </a:endParaRPr>
            </a:p>
          </p:txBody>
        </p:sp>
        <p:sp>
          <p:nvSpPr>
            <p:cNvPr id="20" name="node01.periods.slot-007.label"/>
            <p:cNvSpPr/>
            <p:nvPr/>
          </p:nvSpPr>
          <p:spPr>
            <a:xfrm>
              <a:off x="9525000" y="2171700"/>
              <a:ext cx="9715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W7</a:t>
              </a:r>
              <a:endParaRPr lang="en-US" sz="900" spc="54" kern="0" b="0" i="0" dirty="0">
                <a:solidFill>
                  <a:srgbClr val="070154"/>
                </a:solidFill>
                <a:latin typeface="IBM Plex Mono SemiBold"/>
                <a:ea typeface="IBM Plex Mono SemiBold"/>
                <a:cs typeface="IBM Plex Mono SemiBold"/>
              </a:endParaRPr>
            </a:p>
          </p:txBody>
        </p:sp>
        <p:sp>
          <p:nvSpPr>
            <p:cNvPr id="21" name="node01.periods.slot-007.sub"/>
            <p:cNvSpPr/>
            <p:nvPr/>
          </p:nvSpPr>
          <p:spPr>
            <a:xfrm>
              <a:off x="9525000" y="2324100"/>
              <a:ext cx="971550" cy="190500"/>
            </a:xfrm>
            <a:prstGeom prst="rect">
              <a:avLst/>
            </a:prstGeom>
            <a:noFill/>
            <a:ln/>
          </p:spPr>
          <p:txBody>
            <a:bodyPr wrap="square" lIns="0" tIns="0" rIns="0" bIns="0" rtlCol="0" anchor="t"/>
            <a:lstStyle/>
            <a:p>
              <a:pPr algn="ctr" indent="0" marL="0">
                <a:lnSpc>
                  <a:spcPts val="1200"/>
                </a:lnSpc>
                <a:buNone/>
              </a:pPr>
              <a:r>
                <a:rPr lang="en-US" sz="750" spc="45" kern="0" b="0" i="0" dirty="0">
                  <a:solidFill>
                    <a:srgbClr val="50658E"/>
                  </a:solidFill>
                  <a:latin typeface="IBM Plex Mono Medium"/>
                  <a:ea typeface="IBM Plex Mono Medium"/>
                  <a:cs typeface="IBM Plex Mono Medium"/>
                </a:rPr>
                <a:t>NOV 16</a:t>
              </a:r>
              <a:endParaRPr lang="en-US" sz="750" spc="45" kern="0" b="0" i="0" dirty="0">
                <a:solidFill>
                  <a:srgbClr val="50658E"/>
                </a:solidFill>
                <a:latin typeface="IBM Plex Mono Medium"/>
                <a:ea typeface="IBM Plex Mono Medium"/>
                <a:cs typeface="IBM Plex Mono Medium"/>
              </a:endParaRPr>
            </a:p>
          </p:txBody>
        </p:sp>
        <p:sp>
          <p:nvSpPr>
            <p:cNvPr id="22" name="node01.periods.slot-008.label"/>
            <p:cNvSpPr/>
            <p:nvPr/>
          </p:nvSpPr>
          <p:spPr>
            <a:xfrm>
              <a:off x="10496550" y="2171700"/>
              <a:ext cx="9715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W8</a:t>
              </a:r>
              <a:endParaRPr lang="en-US" sz="900" spc="54" kern="0" b="0" i="0" dirty="0">
                <a:solidFill>
                  <a:srgbClr val="070154"/>
                </a:solidFill>
                <a:latin typeface="IBM Plex Mono SemiBold"/>
                <a:ea typeface="IBM Plex Mono SemiBold"/>
                <a:cs typeface="IBM Plex Mono SemiBold"/>
              </a:endParaRPr>
            </a:p>
          </p:txBody>
        </p:sp>
        <p:sp>
          <p:nvSpPr>
            <p:cNvPr id="23" name="node01.periods.slot-008.sub"/>
            <p:cNvSpPr/>
            <p:nvPr/>
          </p:nvSpPr>
          <p:spPr>
            <a:xfrm>
              <a:off x="10496550" y="2324100"/>
              <a:ext cx="971550" cy="190500"/>
            </a:xfrm>
            <a:prstGeom prst="rect">
              <a:avLst/>
            </a:prstGeom>
            <a:noFill/>
            <a:ln/>
          </p:spPr>
          <p:txBody>
            <a:bodyPr wrap="square" lIns="0" tIns="0" rIns="0" bIns="0" rtlCol="0" anchor="t"/>
            <a:lstStyle/>
            <a:p>
              <a:pPr algn="ctr" indent="0" marL="0">
                <a:lnSpc>
                  <a:spcPts val="1200"/>
                </a:lnSpc>
                <a:buNone/>
              </a:pPr>
              <a:r>
                <a:rPr lang="en-US" sz="750" spc="45" kern="0" b="0" i="0" dirty="0">
                  <a:solidFill>
                    <a:srgbClr val="50658E"/>
                  </a:solidFill>
                  <a:latin typeface="IBM Plex Mono Medium"/>
                  <a:ea typeface="IBM Plex Mono Medium"/>
                  <a:cs typeface="IBM Plex Mono Medium"/>
                </a:rPr>
                <a:t>NOV 23</a:t>
              </a:r>
              <a:endParaRPr lang="en-US" sz="750" spc="45" kern="0" b="0" i="0" dirty="0">
                <a:solidFill>
                  <a:srgbClr val="50658E"/>
                </a:solidFill>
                <a:latin typeface="IBM Plex Mono Medium"/>
                <a:ea typeface="IBM Plex Mono Medium"/>
                <a:cs typeface="IBM Plex Mono Medium"/>
              </a:endParaRPr>
            </a:p>
          </p:txBody>
        </p:sp>
        <p:sp>
          <p:nvSpPr>
            <p:cNvPr id="24" name="node01.phases.slot-001.rule"/>
            <p:cNvSpPr/>
            <p:nvPr/>
          </p:nvSpPr>
          <p:spPr>
            <a:xfrm>
              <a:off x="3708400" y="1752600"/>
              <a:ext cx="946150" cy="38100"/>
            </a:xfrm>
            <a:prstGeom prst="rect">
              <a:avLst/>
            </a:prstGeom>
            <a:solidFill>
              <a:srgbClr val="CED7E6"/>
            </a:solidFill>
            <a:ln>
              <a:noFill/>
            </a:ln>
          </p:spPr>
        </p:sp>
        <p:sp>
          <p:nvSpPr>
            <p:cNvPr id="25" name="node01.phases.slot-001.label"/>
            <p:cNvSpPr/>
            <p:nvPr/>
          </p:nvSpPr>
          <p:spPr>
            <a:xfrm>
              <a:off x="3771900" y="1790700"/>
              <a:ext cx="86995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MOBILIZE</a:t>
              </a:r>
              <a:endParaRPr lang="en-US" sz="900" spc="54" kern="0" b="0" i="0" dirty="0">
                <a:solidFill>
                  <a:srgbClr val="070154"/>
                </a:solidFill>
                <a:latin typeface="IBM Plex Mono SemiBold"/>
                <a:ea typeface="IBM Plex Mono SemiBold"/>
                <a:cs typeface="IBM Plex Mono SemiBold"/>
              </a:endParaRPr>
            </a:p>
          </p:txBody>
        </p:sp>
        <p:sp>
          <p:nvSpPr>
            <p:cNvPr id="26" name="node01.phases.slot-002.rule"/>
            <p:cNvSpPr/>
            <p:nvPr/>
          </p:nvSpPr>
          <p:spPr>
            <a:xfrm>
              <a:off x="4679950" y="1752600"/>
              <a:ext cx="2889250" cy="38100"/>
            </a:xfrm>
            <a:prstGeom prst="rect">
              <a:avLst/>
            </a:prstGeom>
            <a:solidFill>
              <a:srgbClr val="070154"/>
            </a:solidFill>
            <a:ln>
              <a:noFill/>
            </a:ln>
          </p:spPr>
        </p:sp>
        <p:sp>
          <p:nvSpPr>
            <p:cNvPr id="27" name="node01.phases.slot-002.label"/>
            <p:cNvSpPr/>
            <p:nvPr/>
          </p:nvSpPr>
          <p:spPr>
            <a:xfrm>
              <a:off x="4743450" y="1790700"/>
              <a:ext cx="281305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DIAGNOSE</a:t>
              </a:r>
              <a:endParaRPr lang="en-US" sz="900" spc="54" kern="0" b="0" i="0" dirty="0">
                <a:solidFill>
                  <a:srgbClr val="070154"/>
                </a:solidFill>
                <a:latin typeface="IBM Plex Mono SemiBold"/>
                <a:ea typeface="IBM Plex Mono SemiBold"/>
                <a:cs typeface="IBM Plex Mono SemiBold"/>
              </a:endParaRPr>
            </a:p>
          </p:txBody>
        </p:sp>
        <p:sp>
          <p:nvSpPr>
            <p:cNvPr id="28" name="node01.phases.slot-003.rule"/>
            <p:cNvSpPr/>
            <p:nvPr/>
          </p:nvSpPr>
          <p:spPr>
            <a:xfrm>
              <a:off x="7594600" y="1752600"/>
              <a:ext cx="2889250" cy="38100"/>
            </a:xfrm>
            <a:prstGeom prst="rect">
              <a:avLst/>
            </a:prstGeom>
            <a:solidFill>
              <a:srgbClr val="0047FF"/>
            </a:solidFill>
            <a:ln>
              <a:noFill/>
            </a:ln>
          </p:spPr>
        </p:sp>
        <p:sp>
          <p:nvSpPr>
            <p:cNvPr id="29" name="node01.phases.slot-003.label"/>
            <p:cNvSpPr/>
            <p:nvPr/>
          </p:nvSpPr>
          <p:spPr>
            <a:xfrm>
              <a:off x="7658100" y="1790700"/>
              <a:ext cx="281305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DESIGN</a:t>
              </a:r>
              <a:endParaRPr lang="en-US" sz="900" spc="54" kern="0" b="0" i="0" dirty="0">
                <a:solidFill>
                  <a:srgbClr val="070154"/>
                </a:solidFill>
                <a:latin typeface="IBM Plex Mono SemiBold"/>
                <a:ea typeface="IBM Plex Mono SemiBold"/>
                <a:cs typeface="IBM Plex Mono SemiBold"/>
              </a:endParaRPr>
            </a:p>
          </p:txBody>
        </p:sp>
        <p:sp>
          <p:nvSpPr>
            <p:cNvPr id="30" name="node01.phases.slot-004.rule"/>
            <p:cNvSpPr/>
            <p:nvPr/>
          </p:nvSpPr>
          <p:spPr>
            <a:xfrm>
              <a:off x="10509250" y="1752600"/>
              <a:ext cx="946150" cy="38100"/>
            </a:xfrm>
            <a:prstGeom prst="rect">
              <a:avLst/>
            </a:prstGeom>
            <a:solidFill>
              <a:srgbClr val="F900D3"/>
            </a:solidFill>
            <a:ln>
              <a:noFill/>
            </a:ln>
          </p:spPr>
        </p:sp>
        <p:sp>
          <p:nvSpPr>
            <p:cNvPr id="31" name="node01.phases.slot-004.label"/>
            <p:cNvSpPr/>
            <p:nvPr/>
          </p:nvSpPr>
          <p:spPr>
            <a:xfrm>
              <a:off x="10572750" y="1790700"/>
              <a:ext cx="86995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ROADMAP</a:t>
              </a:r>
              <a:endParaRPr lang="en-US" sz="900" spc="54" kern="0" b="0" i="0" dirty="0">
                <a:solidFill>
                  <a:srgbClr val="070154"/>
                </a:solidFill>
                <a:latin typeface="IBM Plex Mono SemiBold"/>
                <a:ea typeface="IBM Plex Mono SemiBold"/>
                <a:cs typeface="IBM Plex Mono SemiBold"/>
              </a:endParaRPr>
            </a:p>
          </p:txBody>
        </p:sp>
        <p:sp>
          <p:nvSpPr>
            <p:cNvPr id="32" name="node01.grid-1"/>
            <p:cNvSpPr/>
            <p:nvPr/>
          </p:nvSpPr>
          <p:spPr>
            <a:xfrm>
              <a:off x="4667250" y="2514600"/>
              <a:ext cx="0" cy="3124200"/>
            </a:xfrm>
            <a:custGeom>
              <a:avLst/>
              <a:gdLst/>
              <a:ahLst/>
              <a:cxnLst/>
              <a:rect l="l" t="t" r="r" b="b"/>
              <a:pathLst>
                <a:path h="3124200">
                  <a:moveTo>
                    <a:pt x="0" y="0"/>
                  </a:moveTo>
                  <a:lnTo>
                    <a:pt x="0" y="3124200"/>
                  </a:lnTo>
                </a:path>
              </a:pathLst>
            </a:custGeom>
            <a:ln w="9525">
              <a:solidFill>
                <a:srgbClr val="CED7E6"/>
              </a:solidFill>
              <a:prstDash val="solid"/>
            </a:ln>
          </p:spPr>
        </p:sp>
        <p:sp>
          <p:nvSpPr>
            <p:cNvPr id="33" name="node01.grid-2"/>
            <p:cNvSpPr/>
            <p:nvPr/>
          </p:nvSpPr>
          <p:spPr>
            <a:xfrm>
              <a:off x="5638800" y="2514600"/>
              <a:ext cx="0" cy="3124200"/>
            </a:xfrm>
            <a:custGeom>
              <a:avLst/>
              <a:gdLst/>
              <a:ahLst/>
              <a:cxnLst/>
              <a:rect l="l" t="t" r="r" b="b"/>
              <a:pathLst>
                <a:path h="3124200">
                  <a:moveTo>
                    <a:pt x="0" y="0"/>
                  </a:moveTo>
                  <a:lnTo>
                    <a:pt x="0" y="3124200"/>
                  </a:lnTo>
                </a:path>
              </a:pathLst>
            </a:custGeom>
            <a:ln w="9525">
              <a:solidFill>
                <a:srgbClr val="CED7E6"/>
              </a:solidFill>
              <a:prstDash val="solid"/>
            </a:ln>
          </p:spPr>
        </p:sp>
        <p:sp>
          <p:nvSpPr>
            <p:cNvPr id="34" name="node01.grid-3"/>
            <p:cNvSpPr/>
            <p:nvPr/>
          </p:nvSpPr>
          <p:spPr>
            <a:xfrm>
              <a:off x="6610350" y="2514600"/>
              <a:ext cx="0" cy="3124200"/>
            </a:xfrm>
            <a:custGeom>
              <a:avLst/>
              <a:gdLst/>
              <a:ahLst/>
              <a:cxnLst/>
              <a:rect l="l" t="t" r="r" b="b"/>
              <a:pathLst>
                <a:path h="3124200">
                  <a:moveTo>
                    <a:pt x="0" y="0"/>
                  </a:moveTo>
                  <a:lnTo>
                    <a:pt x="0" y="3124200"/>
                  </a:lnTo>
                </a:path>
              </a:pathLst>
            </a:custGeom>
            <a:ln w="9525">
              <a:solidFill>
                <a:srgbClr val="CED7E6"/>
              </a:solidFill>
              <a:prstDash val="solid"/>
            </a:ln>
          </p:spPr>
        </p:sp>
        <p:sp>
          <p:nvSpPr>
            <p:cNvPr id="35" name="node01.grid-4"/>
            <p:cNvSpPr/>
            <p:nvPr/>
          </p:nvSpPr>
          <p:spPr>
            <a:xfrm>
              <a:off x="7581900" y="2514600"/>
              <a:ext cx="0" cy="3124200"/>
            </a:xfrm>
            <a:custGeom>
              <a:avLst/>
              <a:gdLst/>
              <a:ahLst/>
              <a:cxnLst/>
              <a:rect l="l" t="t" r="r" b="b"/>
              <a:pathLst>
                <a:path h="3124200">
                  <a:moveTo>
                    <a:pt x="0" y="0"/>
                  </a:moveTo>
                  <a:lnTo>
                    <a:pt x="0" y="3124200"/>
                  </a:lnTo>
                </a:path>
              </a:pathLst>
            </a:custGeom>
            <a:ln w="9525">
              <a:solidFill>
                <a:srgbClr val="CED7E6"/>
              </a:solidFill>
              <a:prstDash val="solid"/>
            </a:ln>
          </p:spPr>
        </p:sp>
        <p:sp>
          <p:nvSpPr>
            <p:cNvPr id="36" name="node01.grid-5"/>
            <p:cNvSpPr/>
            <p:nvPr/>
          </p:nvSpPr>
          <p:spPr>
            <a:xfrm>
              <a:off x="8553450" y="2514600"/>
              <a:ext cx="0" cy="3124200"/>
            </a:xfrm>
            <a:custGeom>
              <a:avLst/>
              <a:gdLst/>
              <a:ahLst/>
              <a:cxnLst/>
              <a:rect l="l" t="t" r="r" b="b"/>
              <a:pathLst>
                <a:path h="3124200">
                  <a:moveTo>
                    <a:pt x="0" y="0"/>
                  </a:moveTo>
                  <a:lnTo>
                    <a:pt x="0" y="3124200"/>
                  </a:lnTo>
                </a:path>
              </a:pathLst>
            </a:custGeom>
            <a:ln w="9525">
              <a:solidFill>
                <a:srgbClr val="CED7E6"/>
              </a:solidFill>
              <a:prstDash val="solid"/>
            </a:ln>
          </p:spPr>
        </p:sp>
        <p:sp>
          <p:nvSpPr>
            <p:cNvPr id="37" name="node01.grid-6"/>
            <p:cNvSpPr/>
            <p:nvPr/>
          </p:nvSpPr>
          <p:spPr>
            <a:xfrm>
              <a:off x="9525000" y="2514600"/>
              <a:ext cx="0" cy="3124200"/>
            </a:xfrm>
            <a:custGeom>
              <a:avLst/>
              <a:gdLst/>
              <a:ahLst/>
              <a:cxnLst/>
              <a:rect l="l" t="t" r="r" b="b"/>
              <a:pathLst>
                <a:path h="3124200">
                  <a:moveTo>
                    <a:pt x="0" y="0"/>
                  </a:moveTo>
                  <a:lnTo>
                    <a:pt x="0" y="3124200"/>
                  </a:lnTo>
                </a:path>
              </a:pathLst>
            </a:custGeom>
            <a:ln w="9525">
              <a:solidFill>
                <a:srgbClr val="CED7E6"/>
              </a:solidFill>
              <a:prstDash val="solid"/>
            </a:ln>
          </p:spPr>
        </p:sp>
        <p:sp>
          <p:nvSpPr>
            <p:cNvPr id="38" name="node01.grid-7"/>
            <p:cNvSpPr/>
            <p:nvPr/>
          </p:nvSpPr>
          <p:spPr>
            <a:xfrm>
              <a:off x="10496550" y="2514600"/>
              <a:ext cx="0" cy="3124200"/>
            </a:xfrm>
            <a:custGeom>
              <a:avLst/>
              <a:gdLst/>
              <a:ahLst/>
              <a:cxnLst/>
              <a:rect l="l" t="t" r="r" b="b"/>
              <a:pathLst>
                <a:path h="3124200">
                  <a:moveTo>
                    <a:pt x="0" y="0"/>
                  </a:moveTo>
                  <a:lnTo>
                    <a:pt x="0" y="3124200"/>
                  </a:lnTo>
                </a:path>
              </a:pathLst>
            </a:custGeom>
            <a:ln w="9525">
              <a:solidFill>
                <a:srgbClr val="CED7E6"/>
              </a:solidFill>
              <a:prstDash val="solid"/>
            </a:ln>
          </p:spPr>
        </p:sp>
        <p:sp>
          <p:nvSpPr>
            <p:cNvPr id="39" name="node01.timeline-left"/>
            <p:cNvSpPr/>
            <p:nvPr/>
          </p:nvSpPr>
          <p:spPr>
            <a:xfrm>
              <a:off x="3695700" y="1676400"/>
              <a:ext cx="0" cy="3962400"/>
            </a:xfrm>
            <a:custGeom>
              <a:avLst/>
              <a:gdLst/>
              <a:ahLst/>
              <a:cxnLst/>
              <a:rect l="l" t="t" r="r" b="b"/>
              <a:pathLst>
                <a:path h="3962400">
                  <a:moveTo>
                    <a:pt x="0" y="0"/>
                  </a:moveTo>
                  <a:lnTo>
                    <a:pt x="0" y="3962400"/>
                  </a:lnTo>
                </a:path>
              </a:pathLst>
            </a:custGeom>
            <a:ln w="12700">
              <a:solidFill>
                <a:srgbClr val="CED7E6"/>
              </a:solidFill>
              <a:prstDash val="solid"/>
            </a:ln>
          </p:spPr>
        </p:sp>
        <p:sp>
          <p:nvSpPr>
            <p:cNvPr id="40" name="node01.gates.slot-001.line"/>
            <p:cNvSpPr/>
            <p:nvPr/>
          </p:nvSpPr>
          <p:spPr>
            <a:xfrm>
              <a:off x="4667250" y="1600200"/>
              <a:ext cx="0" cy="4038600"/>
            </a:xfrm>
            <a:custGeom>
              <a:avLst/>
              <a:gdLst/>
              <a:ahLst/>
              <a:cxnLst/>
              <a:rect l="l" t="t" r="r" b="b"/>
              <a:pathLst>
                <a:path h="4038600">
                  <a:moveTo>
                    <a:pt x="0" y="0"/>
                  </a:moveTo>
                  <a:lnTo>
                    <a:pt x="0" y="4038600"/>
                  </a:lnTo>
                </a:path>
              </a:pathLst>
            </a:custGeom>
            <a:ln w="19050">
              <a:solidFill>
                <a:srgbClr val="070154"/>
              </a:solidFill>
              <a:prstDash val="dash"/>
            </a:ln>
          </p:spPr>
        </p:sp>
        <p:sp>
          <p:nvSpPr>
            <p:cNvPr id="41" name="node01.gates.slot-001.chip"/>
            <p:cNvSpPr/>
            <p:nvPr/>
          </p:nvSpPr>
          <p:spPr>
            <a:xfrm>
              <a:off x="4667250" y="1371600"/>
              <a:ext cx="1331094" cy="228600"/>
            </a:xfrm>
            <a:prstGeom prst="rect">
              <a:avLst/>
            </a:prstGeom>
            <a:solidFill>
              <a:srgbClr val="070154"/>
            </a:solidFill>
            <a:ln>
              <a:noFill/>
            </a:ln>
          </p:spPr>
        </p:sp>
        <p:sp>
          <p:nvSpPr>
            <p:cNvPr id="42" name="node01.gates.slot-001.label"/>
            <p:cNvSpPr/>
            <p:nvPr/>
          </p:nvSpPr>
          <p:spPr>
            <a:xfrm>
              <a:off x="4794250" y="1409700"/>
              <a:ext cx="1077094"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G1 · MOBILIZED</a:t>
              </a:r>
              <a:endParaRPr lang="en-US" sz="900" spc="54" kern="0" b="0" i="0" dirty="0">
                <a:solidFill>
                  <a:srgbClr val="FFFFFF"/>
                </a:solidFill>
                <a:latin typeface="IBM Plex Mono SemiBold"/>
                <a:ea typeface="IBM Plex Mono SemiBold"/>
                <a:cs typeface="IBM Plex Mono SemiBold"/>
              </a:endParaRPr>
            </a:p>
          </p:txBody>
        </p:sp>
        <p:sp>
          <p:nvSpPr>
            <p:cNvPr id="43" name="node01.gates.slot-002.line"/>
            <p:cNvSpPr/>
            <p:nvPr/>
          </p:nvSpPr>
          <p:spPr>
            <a:xfrm>
              <a:off x="7581900" y="1600200"/>
              <a:ext cx="0" cy="4038600"/>
            </a:xfrm>
            <a:custGeom>
              <a:avLst/>
              <a:gdLst/>
              <a:ahLst/>
              <a:cxnLst/>
              <a:rect l="l" t="t" r="r" b="b"/>
              <a:pathLst>
                <a:path h="4038600">
                  <a:moveTo>
                    <a:pt x="0" y="0"/>
                  </a:moveTo>
                  <a:lnTo>
                    <a:pt x="0" y="4038600"/>
                  </a:lnTo>
                </a:path>
              </a:pathLst>
            </a:custGeom>
            <a:ln w="19050">
              <a:solidFill>
                <a:srgbClr val="F900D3"/>
              </a:solidFill>
              <a:prstDash val="dash"/>
            </a:ln>
          </p:spPr>
        </p:sp>
        <p:sp>
          <p:nvSpPr>
            <p:cNvPr id="44" name="node01.gates.slot-002.chip"/>
            <p:cNvSpPr/>
            <p:nvPr/>
          </p:nvSpPr>
          <p:spPr>
            <a:xfrm>
              <a:off x="7581900" y="1371600"/>
              <a:ext cx="1180852" cy="228600"/>
            </a:xfrm>
            <a:prstGeom prst="rect">
              <a:avLst/>
            </a:prstGeom>
            <a:solidFill>
              <a:srgbClr val="F900D3"/>
            </a:solidFill>
            <a:ln>
              <a:noFill/>
            </a:ln>
          </p:spPr>
        </p:sp>
        <p:sp>
          <p:nvSpPr>
            <p:cNvPr id="45" name="node01.gates.slot-002.label"/>
            <p:cNvSpPr/>
            <p:nvPr/>
          </p:nvSpPr>
          <p:spPr>
            <a:xfrm>
              <a:off x="7708900" y="1409700"/>
              <a:ext cx="926852"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G2 · READOUT</a:t>
              </a:r>
              <a:endParaRPr lang="en-US" sz="900" spc="54" kern="0" b="0" i="0" dirty="0">
                <a:solidFill>
                  <a:srgbClr val="070154"/>
                </a:solidFill>
                <a:latin typeface="IBM Plex Mono SemiBold"/>
                <a:ea typeface="IBM Plex Mono SemiBold"/>
                <a:cs typeface="IBM Plex Mono SemiBold"/>
              </a:endParaRPr>
            </a:p>
          </p:txBody>
        </p:sp>
        <p:sp>
          <p:nvSpPr>
            <p:cNvPr id="46" name="node01.gates.slot-003.line"/>
            <p:cNvSpPr/>
            <p:nvPr/>
          </p:nvSpPr>
          <p:spPr>
            <a:xfrm>
              <a:off x="11468100" y="1600200"/>
              <a:ext cx="0" cy="4038600"/>
            </a:xfrm>
            <a:custGeom>
              <a:avLst/>
              <a:gdLst/>
              <a:ahLst/>
              <a:cxnLst/>
              <a:rect l="l" t="t" r="r" b="b"/>
              <a:pathLst>
                <a:path h="4038600">
                  <a:moveTo>
                    <a:pt x="0" y="0"/>
                  </a:moveTo>
                  <a:lnTo>
                    <a:pt x="0" y="4038600"/>
                  </a:lnTo>
                </a:path>
              </a:pathLst>
            </a:custGeom>
            <a:ln w="19050">
              <a:solidFill>
                <a:srgbClr val="070154"/>
              </a:solidFill>
              <a:prstDash val="dash"/>
            </a:ln>
          </p:spPr>
        </p:sp>
        <p:sp>
          <p:nvSpPr>
            <p:cNvPr id="47" name="node01.gates.slot-003.chip"/>
            <p:cNvSpPr/>
            <p:nvPr/>
          </p:nvSpPr>
          <p:spPr>
            <a:xfrm>
              <a:off x="10437490" y="1371600"/>
              <a:ext cx="1030610" cy="228600"/>
            </a:xfrm>
            <a:prstGeom prst="rect">
              <a:avLst/>
            </a:prstGeom>
            <a:solidFill>
              <a:srgbClr val="070154"/>
            </a:solidFill>
            <a:ln>
              <a:noFill/>
            </a:ln>
          </p:spPr>
        </p:sp>
        <p:sp>
          <p:nvSpPr>
            <p:cNvPr id="48" name="node01.gates.slot-003.label"/>
            <p:cNvSpPr/>
            <p:nvPr/>
          </p:nvSpPr>
          <p:spPr>
            <a:xfrm>
              <a:off x="10564490" y="1409700"/>
              <a:ext cx="77661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G3 · FINAL</a:t>
              </a:r>
              <a:endParaRPr lang="en-US" sz="900" spc="54" kern="0" b="0" i="0" dirty="0">
                <a:solidFill>
                  <a:srgbClr val="FFFFFF"/>
                </a:solidFill>
                <a:latin typeface="IBM Plex Mono SemiBold"/>
                <a:ea typeface="IBM Plex Mono SemiBold"/>
                <a:cs typeface="IBM Plex Mono SemiBold"/>
              </a:endParaRPr>
            </a:p>
          </p:txBody>
        </p:sp>
        <p:sp>
          <p:nvSpPr>
            <p:cNvPr id="49" name="node01.groups.slot-001.tab"/>
            <p:cNvSpPr/>
            <p:nvPr/>
          </p:nvSpPr>
          <p:spPr>
            <a:xfrm>
              <a:off x="723900" y="2552700"/>
              <a:ext cx="304800" cy="1524000"/>
            </a:xfrm>
            <a:prstGeom prst="rect">
              <a:avLst/>
            </a:prstGeom>
            <a:solidFill>
              <a:srgbClr val="070154"/>
            </a:solidFill>
            <a:ln>
              <a:noFill/>
            </a:ln>
          </p:spPr>
        </p:sp>
        <p:sp>
          <p:nvSpPr>
            <p:cNvPr id="50" name="node01.groups.slot-001.label"/>
            <p:cNvSpPr/>
            <p:nvPr/>
          </p:nvSpPr>
          <p:spPr>
            <a:xfrm rot="-5400000">
              <a:off x="152400" y="3238500"/>
              <a:ext cx="14478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FINANCE</a:t>
              </a:r>
              <a:endParaRPr lang="en-US" sz="800" spc="80" kern="0" b="0" i="0" dirty="0">
                <a:solidFill>
                  <a:srgbClr val="FFFFFF"/>
                </a:solidFill>
                <a:latin typeface="IBM Plex Mono SemiBold"/>
                <a:ea typeface="IBM Plex Mono SemiBold"/>
                <a:cs typeface="IBM Plex Mono SemiBold"/>
              </a:endParaRPr>
            </a:p>
          </p:txBody>
        </p:sp>
        <p:grpSp>
          <p:nvGrpSpPr>
            <p:cNvPr id="155" name="node01.groups.slot-001.lanes.slot-001.icon"/>
            <p:cNvGrpSpPr/>
            <p:nvPr/>
          </p:nvGrpSpPr>
          <p:grpSpPr>
            <a:xfrm>
              <a:off x="1143000" y="2667000"/>
              <a:ext cx="228600" cy="228600"/>
              <a:chOff x="1143000" y="2667000"/>
              <a:chExt cx="228600" cy="228600"/>
            </a:xfrm>
          </p:grpSpPr>
          <p:pic>
            <p:nvPicPr>
              <p:cNvPr id="51" name="node01.groups.slot-001.lanes.slot-001.icon.image" descr="icon/people-group/navy; canonical SHA256=93749ca3a1865c70fa8ef4e6af25b5b5e5690db6c432899be8d639643f40d1d7">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2667000"/>
                <a:ext cx="228600" cy="228600"/>
              </a:xfrm>
              <a:prstGeom prst="rect">
                <a:avLst/>
              </a:prstGeom>
            </p:spPr>
          </p:pic>
        </p:grpSp>
        <p:sp>
          <p:nvSpPr>
            <p:cNvPr id="52" name="node01.groups.slot-001.lanes.slot-001.title"/>
            <p:cNvSpPr/>
            <p:nvPr/>
          </p:nvSpPr>
          <p:spPr>
            <a:xfrm>
              <a:off x="1485900" y="2552700"/>
              <a:ext cx="20955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Current-state diagnostic</a:t>
              </a:r>
              <a:endParaRPr lang="en-US" sz="1250" spc="0" kern="0" b="0" i="0" dirty="0">
                <a:solidFill>
                  <a:srgbClr val="070154"/>
                </a:solidFill>
                <a:latin typeface="IBM Plex Sans SemiBold"/>
                <a:ea typeface="IBM Plex Sans SemiBold"/>
                <a:cs typeface="IBM Plex Sans SemiBold"/>
              </a:endParaRPr>
            </a:p>
          </p:txBody>
        </p:sp>
        <p:sp>
          <p:nvSpPr>
            <p:cNvPr id="53" name="node01.groups.slot-001.lanes.slot-001.sub"/>
            <p:cNvSpPr/>
            <p:nvPr/>
          </p:nvSpPr>
          <p:spPr>
            <a:xfrm>
              <a:off x="1485900" y="2781300"/>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Interviews, close calendar</a:t>
              </a:r>
              <a:endParaRPr lang="en-US" sz="1200" spc="0" kern="0" b="0" i="0" dirty="0">
                <a:solidFill>
                  <a:srgbClr val="50658E"/>
                </a:solidFill>
                <a:latin typeface="IBM Plex Sans"/>
                <a:ea typeface="IBM Plex Sans"/>
                <a:cs typeface="IBM Plex Sans"/>
              </a:endParaRPr>
            </a:p>
          </p:txBody>
        </p:sp>
        <p:sp>
          <p:nvSpPr>
            <p:cNvPr id="54" name="node01.groups.slot-001.lanes.slot-001.separator"/>
            <p:cNvSpPr/>
            <p:nvPr/>
          </p:nvSpPr>
          <p:spPr>
            <a:xfrm>
              <a:off x="1028700" y="30432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55" name="node01.groups.slot-001.lanes.slot-001.items.slot-001.segment-0"/>
            <p:cNvSpPr/>
            <p:nvPr/>
          </p:nvSpPr>
          <p:spPr>
            <a:xfrm>
              <a:off x="4667250" y="2679700"/>
              <a:ext cx="2428875" cy="279400"/>
            </a:xfrm>
            <a:prstGeom prst="rect">
              <a:avLst/>
            </a:prstGeom>
            <a:solidFill>
              <a:srgbClr val="070154"/>
            </a:solidFill>
            <a:ln w="9525">
              <a:solidFill>
                <a:srgbClr val="070154"/>
              </a:solidFill>
              <a:prstDash val="solid"/>
            </a:ln>
          </p:spPr>
        </p:sp>
        <p:sp>
          <p:nvSpPr>
            <p:cNvPr id="56" name="node01.groups.slot-001.lanes.slot-001.items.slot-001.segment-1.fill"/>
            <p:cNvSpPr/>
            <p:nvPr/>
          </p:nvSpPr>
          <p:spPr>
            <a:xfrm>
              <a:off x="7096125" y="2679700"/>
              <a:ext cx="485775" cy="279400"/>
            </a:xfrm>
            <a:prstGeom prst="rect">
              <a:avLst/>
            </a:prstGeom>
            <a:solidFill>
              <a:srgbClr val="070154"/>
            </a:solidFill>
            <a:ln w="9525">
              <a:solidFill>
                <a:srgbClr val="070154"/>
              </a:solidFill>
              <a:prstDash val="solid"/>
            </a:ln>
          </p:spPr>
        </p:sp>
        <p:sp>
          <p:nvSpPr>
            <p:cNvPr id="57" name="node01.groups.slot-001.lanes.slot-001.items.slot-001.segment-1.hatch-1"/>
            <p:cNvSpPr/>
            <p:nvPr/>
          </p:nvSpPr>
          <p:spPr>
            <a:xfrm>
              <a:off x="7096125" y="26797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58" name="node01.groups.slot-001.lanes.slot-001.items.slot-001.segment-1.hatch-2"/>
            <p:cNvSpPr/>
            <p:nvPr/>
          </p:nvSpPr>
          <p:spPr>
            <a:xfrm>
              <a:off x="7096125" y="26797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59" name="node01.groups.slot-001.lanes.slot-001.items.slot-001.segment-1.hatch-3"/>
            <p:cNvSpPr/>
            <p:nvPr/>
          </p:nvSpPr>
          <p:spPr>
            <a:xfrm>
              <a:off x="7096125" y="26797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60" name="node01.groups.slot-001.lanes.slot-001.items.slot-001.segment-1.hatch-4"/>
            <p:cNvSpPr/>
            <p:nvPr/>
          </p:nvSpPr>
          <p:spPr>
            <a:xfrm>
              <a:off x="7121525" y="26797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61" name="node01.groups.slot-001.lanes.slot-001.items.slot-001.segment-1.hatch-5"/>
            <p:cNvSpPr/>
            <p:nvPr/>
          </p:nvSpPr>
          <p:spPr>
            <a:xfrm>
              <a:off x="7197725" y="26797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62" name="node01.groups.slot-001.lanes.slot-001.items.slot-001.segment-1.hatch-6"/>
            <p:cNvSpPr/>
            <p:nvPr/>
          </p:nvSpPr>
          <p:spPr>
            <a:xfrm>
              <a:off x="7273925" y="26797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63" name="node01.groups.slot-001.lanes.slot-001.items.slot-001.segment-1.hatch-7"/>
            <p:cNvSpPr/>
            <p:nvPr/>
          </p:nvSpPr>
          <p:spPr>
            <a:xfrm>
              <a:off x="7350125" y="2727325"/>
              <a:ext cx="231775" cy="231775"/>
            </a:xfrm>
            <a:custGeom>
              <a:avLst/>
              <a:gdLst/>
              <a:ahLst/>
              <a:cxnLst/>
              <a:rect l="l" t="t" r="r" b="b"/>
              <a:pathLst>
                <a:path w="231775" h="231775">
                  <a:moveTo>
                    <a:pt x="0" y="231775"/>
                  </a:moveTo>
                  <a:lnTo>
                    <a:pt x="231775" y="0"/>
                  </a:lnTo>
                </a:path>
              </a:pathLst>
            </a:custGeom>
            <a:ln w="6350">
              <a:solidFill>
                <a:srgbClr val="070154"/>
              </a:solidFill>
              <a:prstDash val="solid"/>
            </a:ln>
          </p:spPr>
        </p:sp>
        <p:sp>
          <p:nvSpPr>
            <p:cNvPr id="64" name="node01.groups.slot-001.lanes.slot-001.items.slot-001.segment-1.hatch-8"/>
            <p:cNvSpPr/>
            <p:nvPr/>
          </p:nvSpPr>
          <p:spPr>
            <a:xfrm>
              <a:off x="7426325" y="2803525"/>
              <a:ext cx="155575" cy="155575"/>
            </a:xfrm>
            <a:custGeom>
              <a:avLst/>
              <a:gdLst/>
              <a:ahLst/>
              <a:cxnLst/>
              <a:rect l="l" t="t" r="r" b="b"/>
              <a:pathLst>
                <a:path w="155575" h="155575">
                  <a:moveTo>
                    <a:pt x="0" y="155575"/>
                  </a:moveTo>
                  <a:lnTo>
                    <a:pt x="155575" y="0"/>
                  </a:lnTo>
                </a:path>
              </a:pathLst>
            </a:custGeom>
            <a:ln w="6350">
              <a:solidFill>
                <a:srgbClr val="070154"/>
              </a:solidFill>
              <a:prstDash val="solid"/>
            </a:ln>
          </p:spPr>
        </p:sp>
        <p:sp>
          <p:nvSpPr>
            <p:cNvPr id="65" name="node01.groups.slot-001.lanes.slot-001.items.slot-001.segment-1.hatch-9"/>
            <p:cNvSpPr/>
            <p:nvPr/>
          </p:nvSpPr>
          <p:spPr>
            <a:xfrm>
              <a:off x="7502525" y="2879725"/>
              <a:ext cx="79375" cy="79375"/>
            </a:xfrm>
            <a:custGeom>
              <a:avLst/>
              <a:gdLst/>
              <a:ahLst/>
              <a:cxnLst/>
              <a:rect l="l" t="t" r="r" b="b"/>
              <a:pathLst>
                <a:path w="79375" h="79375">
                  <a:moveTo>
                    <a:pt x="0" y="79375"/>
                  </a:moveTo>
                  <a:lnTo>
                    <a:pt x="79375" y="0"/>
                  </a:lnTo>
                </a:path>
              </a:pathLst>
            </a:custGeom>
            <a:ln w="6350">
              <a:solidFill>
                <a:srgbClr val="070154"/>
              </a:solidFill>
              <a:prstDash val="solid"/>
            </a:ln>
          </p:spPr>
        </p:sp>
        <p:sp>
          <p:nvSpPr>
            <p:cNvPr id="66" name="node01.groups.slot-001.lanes.slot-001.items.slot-001.segment-1.hatch-10"/>
            <p:cNvSpPr/>
            <p:nvPr/>
          </p:nvSpPr>
          <p:spPr>
            <a:xfrm>
              <a:off x="7578725" y="2955925"/>
              <a:ext cx="3175" cy="3175"/>
            </a:xfrm>
            <a:custGeom>
              <a:avLst/>
              <a:gdLst/>
              <a:ahLst/>
              <a:cxnLst/>
              <a:rect l="l" t="t" r="r" b="b"/>
              <a:pathLst>
                <a:path w="3175" h="3175">
                  <a:moveTo>
                    <a:pt x="0" y="3175"/>
                  </a:moveTo>
                  <a:lnTo>
                    <a:pt x="3175" y="0"/>
                  </a:lnTo>
                </a:path>
              </a:pathLst>
            </a:custGeom>
            <a:ln w="6350">
              <a:solidFill>
                <a:srgbClr val="070154"/>
              </a:solidFill>
              <a:prstDash val="solid"/>
            </a:ln>
          </p:spPr>
        </p:sp>
        <p:sp>
          <p:nvSpPr>
            <p:cNvPr id="67" name="node01.groups.slot-001.lanes.slot-001.items.slot-001.label"/>
            <p:cNvSpPr/>
            <p:nvPr/>
          </p:nvSpPr>
          <p:spPr>
            <a:xfrm>
              <a:off x="4756150" y="2705100"/>
              <a:ext cx="21796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Interviews and close mapping</a:t>
              </a:r>
              <a:endParaRPr lang="en-US" sz="1200" spc="0" kern="0" b="0" i="0" dirty="0">
                <a:solidFill>
                  <a:srgbClr val="FFFFFF"/>
                </a:solidFill>
                <a:latin typeface="IBM Plex Sans SemiBold"/>
                <a:ea typeface="IBM Plex Sans SemiBold"/>
                <a:cs typeface="IBM Plex Sans SemiBold"/>
              </a:endParaRPr>
            </a:p>
          </p:txBody>
        </p:sp>
        <p:sp>
          <p:nvSpPr>
            <p:cNvPr id="68" name="node01.groups.slot-001.lanes.slot-001.items.slot-002.marker"/>
            <p:cNvSpPr/>
            <p:nvPr/>
          </p:nvSpPr>
          <p:spPr>
            <a:xfrm>
              <a:off x="7784465" y="2730500"/>
              <a:ext cx="177800" cy="177800"/>
            </a:xfrm>
            <a:prstGeom prst="star5">
              <a:avLst/>
            </a:prstGeom>
            <a:solidFill>
              <a:srgbClr val="F900D3"/>
            </a:solidFill>
            <a:ln>
              <a:noFill/>
            </a:ln>
          </p:spPr>
        </p:sp>
        <p:sp>
          <p:nvSpPr>
            <p:cNvPr id="69" name="node01.groups.slot-001.lanes.slot-001.items.slot-002.label"/>
            <p:cNvSpPr/>
            <p:nvPr/>
          </p:nvSpPr>
          <p:spPr>
            <a:xfrm>
              <a:off x="8013065" y="2705100"/>
              <a:ext cx="149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Controller workshop</a:t>
              </a:r>
              <a:endParaRPr lang="en-US" sz="1200" spc="0" kern="0" b="0" i="0" dirty="0">
                <a:solidFill>
                  <a:srgbClr val="070154"/>
                </a:solidFill>
                <a:latin typeface="IBM Plex Sans SemiBold"/>
                <a:ea typeface="IBM Plex Sans SemiBold"/>
                <a:cs typeface="IBM Plex Sans SemiBold"/>
              </a:endParaRPr>
            </a:p>
          </p:txBody>
        </p:sp>
        <p:grpSp>
          <p:nvGrpSpPr>
            <p:cNvPr id="156" name="node01.groups.slot-001.lanes.slot-002.icon"/>
            <p:cNvGrpSpPr/>
            <p:nvPr/>
          </p:nvGrpSpPr>
          <p:grpSpPr>
            <a:xfrm>
              <a:off x="1143000" y="3200400"/>
              <a:ext cx="228600" cy="228600"/>
              <a:chOff x="1143000" y="3200400"/>
              <a:chExt cx="228600" cy="228600"/>
            </a:xfrm>
          </p:grpSpPr>
          <p:pic>
            <p:nvPicPr>
              <p:cNvPr id="70" name="node01.groups.slot-001.lanes.slot-002.icon.image" descr="icon/layered-documents/navy; canonical SHA256=db84d00de5e459ac3c9d0cccae790edc7cc7245ecc7202e2555053b853b340f8">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3200400"/>
                <a:ext cx="228600" cy="228600"/>
              </a:xfrm>
              <a:prstGeom prst="rect">
                <a:avLst/>
              </a:prstGeom>
            </p:spPr>
          </p:pic>
        </p:grpSp>
        <p:sp>
          <p:nvSpPr>
            <p:cNvPr id="71" name="node01.groups.slot-001.lanes.slot-002.title"/>
            <p:cNvSpPr/>
            <p:nvPr/>
          </p:nvSpPr>
          <p:spPr>
            <a:xfrm>
              <a:off x="1485900" y="3086100"/>
              <a:ext cx="20955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Future-state design</a:t>
              </a:r>
              <a:endParaRPr lang="en-US" sz="1250" spc="0" kern="0" b="0" i="0" dirty="0">
                <a:solidFill>
                  <a:srgbClr val="070154"/>
                </a:solidFill>
                <a:latin typeface="IBM Plex Sans SemiBold"/>
                <a:ea typeface="IBM Plex Sans SemiBold"/>
                <a:cs typeface="IBM Plex Sans SemiBold"/>
              </a:endParaRPr>
            </a:p>
          </p:txBody>
        </p:sp>
        <p:sp>
          <p:nvSpPr>
            <p:cNvPr id="72" name="node01.groups.slot-001.lanes.slot-002.sub"/>
            <p:cNvSpPr/>
            <p:nvPr/>
          </p:nvSpPr>
          <p:spPr>
            <a:xfrm>
              <a:off x="1485900" y="3314700"/>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Operating model</a:t>
              </a:r>
              <a:endParaRPr lang="en-US" sz="1200" spc="0" kern="0" b="0" i="0" dirty="0">
                <a:solidFill>
                  <a:srgbClr val="50658E"/>
                </a:solidFill>
                <a:latin typeface="IBM Plex Sans"/>
                <a:ea typeface="IBM Plex Sans"/>
                <a:cs typeface="IBM Plex Sans"/>
              </a:endParaRPr>
            </a:p>
          </p:txBody>
        </p:sp>
        <p:sp>
          <p:nvSpPr>
            <p:cNvPr id="73" name="node01.groups.slot-001.lanes.slot-002.separator"/>
            <p:cNvSpPr/>
            <p:nvPr/>
          </p:nvSpPr>
          <p:spPr>
            <a:xfrm>
              <a:off x="1028700" y="35766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74" name="node01.groups.slot-001.lanes.slot-002.items.slot-001.segment-0"/>
            <p:cNvSpPr/>
            <p:nvPr/>
          </p:nvSpPr>
          <p:spPr>
            <a:xfrm>
              <a:off x="7581900" y="3213100"/>
              <a:ext cx="1943100" cy="279400"/>
            </a:xfrm>
            <a:prstGeom prst="rect">
              <a:avLst/>
            </a:prstGeom>
            <a:solidFill>
              <a:srgbClr val="070154"/>
            </a:solidFill>
            <a:ln w="9525">
              <a:solidFill>
                <a:srgbClr val="070154"/>
              </a:solidFill>
              <a:prstDash val="solid"/>
            </a:ln>
          </p:spPr>
        </p:sp>
        <p:sp>
          <p:nvSpPr>
            <p:cNvPr id="75" name="node01.groups.slot-001.lanes.slot-002.items.slot-001.label"/>
            <p:cNvSpPr/>
            <p:nvPr/>
          </p:nvSpPr>
          <p:spPr>
            <a:xfrm>
              <a:off x="7670800" y="3238500"/>
              <a:ext cx="10588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Design sprints</a:t>
              </a:r>
              <a:endParaRPr lang="en-US" sz="1200" spc="0" kern="0" b="0" i="0" dirty="0">
                <a:solidFill>
                  <a:srgbClr val="FFFFFF"/>
                </a:solidFill>
                <a:latin typeface="IBM Plex Sans SemiBold"/>
                <a:ea typeface="IBM Plex Sans SemiBold"/>
                <a:cs typeface="IBM Plex Sans SemiBold"/>
              </a:endParaRPr>
            </a:p>
          </p:txBody>
        </p:sp>
        <p:sp>
          <p:nvSpPr>
            <p:cNvPr id="76" name="node01.groups.slot-001.lanes.slot-002.items.slot-002.marker"/>
            <p:cNvSpPr/>
            <p:nvPr/>
          </p:nvSpPr>
          <p:spPr>
            <a:xfrm>
              <a:off x="9727565" y="3263900"/>
              <a:ext cx="177800" cy="177800"/>
            </a:xfrm>
            <a:prstGeom prst="triangle">
              <a:avLst/>
            </a:prstGeom>
            <a:solidFill>
              <a:srgbClr val="0047FF"/>
            </a:solidFill>
            <a:ln>
              <a:noFill/>
            </a:ln>
          </p:spPr>
        </p:sp>
        <p:sp>
          <p:nvSpPr>
            <p:cNvPr id="77" name="node01.groups.slot-001.lanes.slot-002.items.slot-002.label"/>
            <p:cNvSpPr/>
            <p:nvPr/>
          </p:nvSpPr>
          <p:spPr>
            <a:xfrm>
              <a:off x="9956165" y="3238500"/>
              <a:ext cx="10445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Design review</a:t>
              </a:r>
              <a:endParaRPr lang="en-US" sz="1200" spc="0" kern="0" b="0" i="0" dirty="0">
                <a:solidFill>
                  <a:srgbClr val="070154"/>
                </a:solidFill>
                <a:latin typeface="IBM Plex Sans SemiBold"/>
                <a:ea typeface="IBM Plex Sans SemiBold"/>
                <a:cs typeface="IBM Plex Sans SemiBold"/>
              </a:endParaRPr>
            </a:p>
          </p:txBody>
        </p:sp>
        <p:grpSp>
          <p:nvGrpSpPr>
            <p:cNvPr id="157" name="node01.groups.slot-001.lanes.slot-003.icon"/>
            <p:cNvGrpSpPr/>
            <p:nvPr/>
          </p:nvGrpSpPr>
          <p:grpSpPr>
            <a:xfrm>
              <a:off x="1143000" y="3733800"/>
              <a:ext cx="228600" cy="228600"/>
              <a:chOff x="1143000" y="3733800"/>
              <a:chExt cx="228600" cy="228600"/>
            </a:xfrm>
          </p:grpSpPr>
          <p:pic>
            <p:nvPicPr>
              <p:cNvPr id="78" name="node01.groups.slot-001.lanes.slot-003.icon.image" descr="icon/bar-chart/navy; canonical SHA256=ef1f15eb38c1ba82ee6b782272a1e5c09e5bdbdd07b859ba9938db4f552022db">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3000" y="3733800"/>
                <a:ext cx="228600" cy="228600"/>
              </a:xfrm>
              <a:prstGeom prst="rect">
                <a:avLst/>
              </a:prstGeom>
            </p:spPr>
          </p:pic>
        </p:grpSp>
        <p:sp>
          <p:nvSpPr>
            <p:cNvPr id="79" name="node01.groups.slot-001.lanes.slot-003.title"/>
            <p:cNvSpPr/>
            <p:nvPr/>
          </p:nvSpPr>
          <p:spPr>
            <a:xfrm>
              <a:off x="1485900" y="3619500"/>
              <a:ext cx="20955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Roadmap and business case</a:t>
              </a:r>
              <a:endParaRPr lang="en-US" sz="1250" spc="0" kern="0" b="0" i="0" dirty="0">
                <a:solidFill>
                  <a:srgbClr val="070154"/>
                </a:solidFill>
                <a:latin typeface="IBM Plex Sans SemiBold"/>
                <a:ea typeface="IBM Plex Sans SemiBold"/>
                <a:cs typeface="IBM Plex Sans SemiBold"/>
              </a:endParaRPr>
            </a:p>
          </p:txBody>
        </p:sp>
        <p:sp>
          <p:nvSpPr>
            <p:cNvPr id="80" name="node01.groups.slot-001.lanes.slot-003.sub"/>
            <p:cNvSpPr/>
            <p:nvPr/>
          </p:nvSpPr>
          <p:spPr>
            <a:xfrm>
              <a:off x="1485900" y="3848100"/>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Waves, value, cost</a:t>
              </a:r>
              <a:endParaRPr lang="en-US" sz="1200" spc="0" kern="0" b="0" i="0" dirty="0">
                <a:solidFill>
                  <a:srgbClr val="50658E"/>
                </a:solidFill>
                <a:latin typeface="IBM Plex Sans"/>
                <a:ea typeface="IBM Plex Sans"/>
                <a:cs typeface="IBM Plex Sans"/>
              </a:endParaRPr>
            </a:p>
          </p:txBody>
        </p:sp>
        <p:sp>
          <p:nvSpPr>
            <p:cNvPr id="81" name="node01.groups.slot-001.lanes.slot-003.separator"/>
            <p:cNvSpPr/>
            <p:nvPr/>
          </p:nvSpPr>
          <p:spPr>
            <a:xfrm>
              <a:off x="723900" y="41084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82" name="node01.groups.slot-001.lanes.slot-003.items.slot-001.segment-0.fill"/>
            <p:cNvSpPr/>
            <p:nvPr/>
          </p:nvSpPr>
          <p:spPr>
            <a:xfrm>
              <a:off x="9525000" y="3746500"/>
              <a:ext cx="971550" cy="279400"/>
            </a:xfrm>
            <a:prstGeom prst="rect">
              <a:avLst/>
            </a:prstGeom>
            <a:solidFill>
              <a:srgbClr val="070154"/>
            </a:solidFill>
            <a:ln w="9525">
              <a:solidFill>
                <a:srgbClr val="070154"/>
              </a:solidFill>
              <a:prstDash val="solid"/>
            </a:ln>
          </p:spPr>
        </p:sp>
        <p:sp>
          <p:nvSpPr>
            <p:cNvPr id="83" name="node01.groups.slot-001.lanes.slot-003.items.slot-001.segment-0.hatch-1"/>
            <p:cNvSpPr/>
            <p:nvPr/>
          </p:nvSpPr>
          <p:spPr>
            <a:xfrm>
              <a:off x="9525000" y="37465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84" name="node01.groups.slot-001.lanes.slot-003.items.slot-001.segment-0.hatch-2"/>
            <p:cNvSpPr/>
            <p:nvPr/>
          </p:nvSpPr>
          <p:spPr>
            <a:xfrm>
              <a:off x="9525000" y="37465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85" name="node01.groups.slot-001.lanes.slot-003.items.slot-001.segment-0.hatch-3"/>
            <p:cNvSpPr/>
            <p:nvPr/>
          </p:nvSpPr>
          <p:spPr>
            <a:xfrm>
              <a:off x="9525000" y="37465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86" name="node01.groups.slot-001.lanes.slot-003.items.slot-001.segment-0.hatch-4"/>
            <p:cNvSpPr/>
            <p:nvPr/>
          </p:nvSpPr>
          <p:spPr>
            <a:xfrm>
              <a:off x="95504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87" name="node01.groups.slot-001.lanes.slot-003.items.slot-001.segment-0.hatch-5"/>
            <p:cNvSpPr/>
            <p:nvPr/>
          </p:nvSpPr>
          <p:spPr>
            <a:xfrm>
              <a:off x="96266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88" name="node01.groups.slot-001.lanes.slot-003.items.slot-001.segment-0.hatch-6"/>
            <p:cNvSpPr/>
            <p:nvPr/>
          </p:nvSpPr>
          <p:spPr>
            <a:xfrm>
              <a:off x="97028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89" name="node01.groups.slot-001.lanes.slot-003.items.slot-001.segment-0.hatch-7"/>
            <p:cNvSpPr/>
            <p:nvPr/>
          </p:nvSpPr>
          <p:spPr>
            <a:xfrm>
              <a:off x="97790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90" name="node01.groups.slot-001.lanes.slot-003.items.slot-001.segment-0.hatch-8"/>
            <p:cNvSpPr/>
            <p:nvPr/>
          </p:nvSpPr>
          <p:spPr>
            <a:xfrm>
              <a:off x="98552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91" name="node01.groups.slot-001.lanes.slot-003.items.slot-001.segment-0.hatch-9"/>
            <p:cNvSpPr/>
            <p:nvPr/>
          </p:nvSpPr>
          <p:spPr>
            <a:xfrm>
              <a:off x="99314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92" name="node01.groups.slot-001.lanes.slot-003.items.slot-001.segment-0.hatch-10"/>
            <p:cNvSpPr/>
            <p:nvPr/>
          </p:nvSpPr>
          <p:spPr>
            <a:xfrm>
              <a:off x="100076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93" name="node01.groups.slot-001.lanes.slot-003.items.slot-001.segment-0.hatch-11"/>
            <p:cNvSpPr/>
            <p:nvPr/>
          </p:nvSpPr>
          <p:spPr>
            <a:xfrm>
              <a:off x="100838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94" name="node01.groups.slot-001.lanes.slot-003.items.slot-001.segment-0.hatch-12"/>
            <p:cNvSpPr/>
            <p:nvPr/>
          </p:nvSpPr>
          <p:spPr>
            <a:xfrm>
              <a:off x="10160000" y="37465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95" name="node01.groups.slot-001.lanes.slot-003.items.slot-001.segment-0.hatch-13"/>
            <p:cNvSpPr/>
            <p:nvPr/>
          </p:nvSpPr>
          <p:spPr>
            <a:xfrm>
              <a:off x="10236200" y="3765550"/>
              <a:ext cx="260350" cy="260350"/>
            </a:xfrm>
            <a:custGeom>
              <a:avLst/>
              <a:gdLst/>
              <a:ahLst/>
              <a:cxnLst/>
              <a:rect l="l" t="t" r="r" b="b"/>
              <a:pathLst>
                <a:path w="260350" h="260350">
                  <a:moveTo>
                    <a:pt x="0" y="260350"/>
                  </a:moveTo>
                  <a:lnTo>
                    <a:pt x="260350" y="0"/>
                  </a:lnTo>
                </a:path>
              </a:pathLst>
            </a:custGeom>
            <a:ln w="6350">
              <a:solidFill>
                <a:srgbClr val="070154"/>
              </a:solidFill>
              <a:prstDash val="solid"/>
            </a:ln>
          </p:spPr>
        </p:sp>
        <p:sp>
          <p:nvSpPr>
            <p:cNvPr id="96" name="node01.groups.slot-001.lanes.slot-003.items.slot-001.segment-0.hatch-14"/>
            <p:cNvSpPr/>
            <p:nvPr/>
          </p:nvSpPr>
          <p:spPr>
            <a:xfrm>
              <a:off x="10312400" y="3841750"/>
              <a:ext cx="184150" cy="184150"/>
            </a:xfrm>
            <a:custGeom>
              <a:avLst/>
              <a:gdLst/>
              <a:ahLst/>
              <a:cxnLst/>
              <a:rect l="l" t="t" r="r" b="b"/>
              <a:pathLst>
                <a:path w="184150" h="184150">
                  <a:moveTo>
                    <a:pt x="0" y="184150"/>
                  </a:moveTo>
                  <a:lnTo>
                    <a:pt x="184150" y="0"/>
                  </a:lnTo>
                </a:path>
              </a:pathLst>
            </a:custGeom>
            <a:ln w="6350">
              <a:solidFill>
                <a:srgbClr val="070154"/>
              </a:solidFill>
              <a:prstDash val="solid"/>
            </a:ln>
          </p:spPr>
        </p:sp>
        <p:sp>
          <p:nvSpPr>
            <p:cNvPr id="97" name="node01.groups.slot-001.lanes.slot-003.items.slot-001.segment-0.hatch-15"/>
            <p:cNvSpPr/>
            <p:nvPr/>
          </p:nvSpPr>
          <p:spPr>
            <a:xfrm>
              <a:off x="10388600" y="3917950"/>
              <a:ext cx="107950" cy="107950"/>
            </a:xfrm>
            <a:custGeom>
              <a:avLst/>
              <a:gdLst/>
              <a:ahLst/>
              <a:cxnLst/>
              <a:rect l="l" t="t" r="r" b="b"/>
              <a:pathLst>
                <a:path w="107950" h="107950">
                  <a:moveTo>
                    <a:pt x="0" y="107950"/>
                  </a:moveTo>
                  <a:lnTo>
                    <a:pt x="107950" y="0"/>
                  </a:lnTo>
                </a:path>
              </a:pathLst>
            </a:custGeom>
            <a:ln w="6350">
              <a:solidFill>
                <a:srgbClr val="070154"/>
              </a:solidFill>
              <a:prstDash val="solid"/>
            </a:ln>
          </p:spPr>
        </p:sp>
        <p:sp>
          <p:nvSpPr>
            <p:cNvPr id="98" name="node01.groups.slot-001.lanes.slot-003.items.slot-001.segment-0.hatch-16"/>
            <p:cNvSpPr/>
            <p:nvPr/>
          </p:nvSpPr>
          <p:spPr>
            <a:xfrm>
              <a:off x="10464800" y="3994150"/>
              <a:ext cx="31750" cy="31750"/>
            </a:xfrm>
            <a:custGeom>
              <a:avLst/>
              <a:gdLst/>
              <a:ahLst/>
              <a:cxnLst/>
              <a:rect l="l" t="t" r="r" b="b"/>
              <a:pathLst>
                <a:path w="31750" h="31750">
                  <a:moveTo>
                    <a:pt x="0" y="31750"/>
                  </a:moveTo>
                  <a:lnTo>
                    <a:pt x="31750" y="0"/>
                  </a:lnTo>
                </a:path>
              </a:pathLst>
            </a:custGeom>
            <a:ln w="6350">
              <a:solidFill>
                <a:srgbClr val="070154"/>
              </a:solidFill>
              <a:prstDash val="solid"/>
            </a:ln>
          </p:spPr>
        </p:sp>
        <p:sp>
          <p:nvSpPr>
            <p:cNvPr id="99" name="node01.groups.slot-001.lanes.slot-003.items.slot-001.segment-1"/>
            <p:cNvSpPr/>
            <p:nvPr/>
          </p:nvSpPr>
          <p:spPr>
            <a:xfrm>
              <a:off x="10496550" y="3746500"/>
              <a:ext cx="971550" cy="279400"/>
            </a:xfrm>
            <a:prstGeom prst="rect">
              <a:avLst/>
            </a:prstGeom>
            <a:solidFill>
              <a:srgbClr val="070154"/>
            </a:solidFill>
            <a:ln w="9525">
              <a:solidFill>
                <a:srgbClr val="070154"/>
              </a:solidFill>
              <a:prstDash val="solid"/>
            </a:ln>
          </p:spPr>
        </p:sp>
        <p:sp>
          <p:nvSpPr>
            <p:cNvPr id="100" name="node01.groups.slot-001.lanes.slot-003.items.slot-001.label"/>
            <p:cNvSpPr/>
            <p:nvPr/>
          </p:nvSpPr>
          <p:spPr>
            <a:xfrm>
              <a:off x="10585450" y="3771900"/>
              <a:ext cx="7286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Roadmap</a:t>
              </a:r>
              <a:endParaRPr lang="en-US" sz="1200" spc="0" kern="0" b="0" i="0" dirty="0">
                <a:solidFill>
                  <a:srgbClr val="FFFFFF"/>
                </a:solidFill>
                <a:latin typeface="IBM Plex Sans SemiBold"/>
                <a:ea typeface="IBM Plex Sans SemiBold"/>
                <a:cs typeface="IBM Plex Sans SemiBold"/>
              </a:endParaRPr>
            </a:p>
          </p:txBody>
        </p:sp>
        <p:sp>
          <p:nvSpPr>
            <p:cNvPr id="101" name="node01.groups.slot-002.tab"/>
            <p:cNvSpPr/>
            <p:nvPr/>
          </p:nvSpPr>
          <p:spPr>
            <a:xfrm>
              <a:off x="723900" y="4152900"/>
              <a:ext cx="304800" cy="685800"/>
            </a:xfrm>
            <a:prstGeom prst="rect">
              <a:avLst/>
            </a:prstGeom>
            <a:solidFill>
              <a:srgbClr val="05013F"/>
            </a:solidFill>
            <a:ln>
              <a:noFill/>
            </a:ln>
          </p:spPr>
        </p:sp>
        <p:sp>
          <p:nvSpPr>
            <p:cNvPr id="102" name="node01.groups.slot-002.label"/>
            <p:cNvSpPr/>
            <p:nvPr/>
          </p:nvSpPr>
          <p:spPr>
            <a:xfrm rot="-5400000">
              <a:off x="571500" y="4419600"/>
              <a:ext cx="6096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DATA</a:t>
              </a:r>
              <a:endParaRPr lang="en-US" sz="800" spc="80" kern="0" b="0" i="0" dirty="0">
                <a:solidFill>
                  <a:srgbClr val="FFFFFF"/>
                </a:solidFill>
                <a:latin typeface="IBM Plex Mono SemiBold"/>
                <a:ea typeface="IBM Plex Mono SemiBold"/>
                <a:cs typeface="IBM Plex Mono SemiBold"/>
              </a:endParaRPr>
            </a:p>
          </p:txBody>
        </p:sp>
        <p:grpSp>
          <p:nvGrpSpPr>
            <p:cNvPr id="158" name="node01.groups.slot-002.lanes.slot-001.icon"/>
            <p:cNvGrpSpPr/>
            <p:nvPr/>
          </p:nvGrpSpPr>
          <p:grpSpPr>
            <a:xfrm>
              <a:off x="1143000" y="4381500"/>
              <a:ext cx="228600" cy="228600"/>
              <a:chOff x="1143000" y="4381500"/>
              <a:chExt cx="228600" cy="228600"/>
            </a:xfrm>
          </p:grpSpPr>
          <p:pic>
            <p:nvPicPr>
              <p:cNvPr id="103" name="node01.groups.slot-002.lanes.slot-001.icon.image" descr="icon/database/navy; canonical SHA256=2d90200e97698869a773eaca7ed4fcff2e1a2d564b97865c1556b4849ff5b917">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3000" y="4381500"/>
                <a:ext cx="228600" cy="228600"/>
              </a:xfrm>
              <a:prstGeom prst="rect">
                <a:avLst/>
              </a:prstGeom>
            </p:spPr>
          </p:pic>
        </p:grpSp>
        <p:sp>
          <p:nvSpPr>
            <p:cNvPr id="104" name="node01.groups.slot-002.lanes.slot-001.title"/>
            <p:cNvSpPr/>
            <p:nvPr/>
          </p:nvSpPr>
          <p:spPr>
            <a:xfrm>
              <a:off x="1485900" y="4267200"/>
              <a:ext cx="20955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Systems and architecture</a:t>
              </a:r>
              <a:endParaRPr lang="en-US" sz="1250" spc="0" kern="0" b="0" i="0" dirty="0">
                <a:solidFill>
                  <a:srgbClr val="070154"/>
                </a:solidFill>
                <a:latin typeface="IBM Plex Sans SemiBold"/>
                <a:ea typeface="IBM Plex Sans SemiBold"/>
                <a:cs typeface="IBM Plex Sans SemiBold"/>
              </a:endParaRPr>
            </a:p>
          </p:txBody>
        </p:sp>
        <p:sp>
          <p:nvSpPr>
            <p:cNvPr id="105" name="node01.groups.slot-002.lanes.slot-001.sub"/>
            <p:cNvSpPr/>
            <p:nvPr/>
          </p:nvSpPr>
          <p:spPr>
            <a:xfrm>
              <a:off x="1485900" y="4495800"/>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14 business units</a:t>
              </a:r>
              <a:endParaRPr lang="en-US" sz="1200" spc="0" kern="0" b="0" i="0" dirty="0">
                <a:solidFill>
                  <a:srgbClr val="50658E"/>
                </a:solidFill>
                <a:latin typeface="IBM Plex Sans"/>
                <a:ea typeface="IBM Plex Sans"/>
                <a:cs typeface="IBM Plex Sans"/>
              </a:endParaRPr>
            </a:p>
          </p:txBody>
        </p:sp>
        <p:sp>
          <p:nvSpPr>
            <p:cNvPr id="106" name="node01.groups.slot-002.lanes.slot-001.separator"/>
            <p:cNvSpPr/>
            <p:nvPr/>
          </p:nvSpPr>
          <p:spPr>
            <a:xfrm>
              <a:off x="723900" y="48704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07" name="node01.groups.slot-002.lanes.slot-001.items.slot-001.segment-0"/>
            <p:cNvSpPr/>
            <p:nvPr/>
          </p:nvSpPr>
          <p:spPr>
            <a:xfrm>
              <a:off x="4667250" y="4241800"/>
              <a:ext cx="1943100" cy="279400"/>
            </a:xfrm>
            <a:prstGeom prst="rect">
              <a:avLst/>
            </a:prstGeom>
            <a:solidFill>
              <a:srgbClr val="070154"/>
            </a:solidFill>
            <a:ln w="9525">
              <a:solidFill>
                <a:srgbClr val="070154"/>
              </a:solidFill>
              <a:prstDash val="solid"/>
            </a:ln>
          </p:spPr>
        </p:sp>
        <p:sp>
          <p:nvSpPr>
            <p:cNvPr id="108" name="node01.groups.slot-002.lanes.slot-001.items.slot-001.label"/>
            <p:cNvSpPr/>
            <p:nvPr/>
          </p:nvSpPr>
          <p:spPr>
            <a:xfrm>
              <a:off x="4756150" y="4267200"/>
              <a:ext cx="13573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Systems inventory</a:t>
              </a:r>
              <a:endParaRPr lang="en-US" sz="1200" spc="0" kern="0" b="0" i="0" dirty="0">
                <a:solidFill>
                  <a:srgbClr val="FFFFFF"/>
                </a:solidFill>
                <a:latin typeface="IBM Plex Sans SemiBold"/>
                <a:ea typeface="IBM Plex Sans SemiBold"/>
                <a:cs typeface="IBM Plex Sans SemiBold"/>
              </a:endParaRPr>
            </a:p>
          </p:txBody>
        </p:sp>
        <p:sp>
          <p:nvSpPr>
            <p:cNvPr id="109" name="node01.groups.slot-002.lanes.slot-001.items.slot-002.segment-0"/>
            <p:cNvSpPr/>
            <p:nvPr/>
          </p:nvSpPr>
          <p:spPr>
            <a:xfrm>
              <a:off x="6610350" y="4241800"/>
              <a:ext cx="971550" cy="279400"/>
            </a:xfrm>
            <a:prstGeom prst="rect">
              <a:avLst/>
            </a:prstGeom>
            <a:solidFill>
              <a:srgbClr val="CED7E6"/>
            </a:solidFill>
            <a:ln w="9525">
              <a:solidFill>
                <a:srgbClr val="070154"/>
              </a:solidFill>
              <a:prstDash val="solid"/>
            </a:ln>
          </p:spPr>
        </p:sp>
        <p:sp>
          <p:nvSpPr>
            <p:cNvPr id="110" name="node01.groups.slot-002.lanes.slot-001.items.slot-002.label"/>
            <p:cNvSpPr/>
            <p:nvPr/>
          </p:nvSpPr>
          <p:spPr>
            <a:xfrm>
              <a:off x="7658100" y="4267200"/>
              <a:ext cx="9207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Quality scan</a:t>
              </a:r>
              <a:endParaRPr lang="en-US" sz="1200" spc="0" kern="0" b="0" i="0" dirty="0">
                <a:solidFill>
                  <a:srgbClr val="070154"/>
                </a:solidFill>
                <a:latin typeface="IBM Plex Sans SemiBold"/>
                <a:ea typeface="IBM Plex Sans SemiBold"/>
                <a:cs typeface="IBM Plex Sans SemiBold"/>
              </a:endParaRPr>
            </a:p>
          </p:txBody>
        </p:sp>
        <p:sp>
          <p:nvSpPr>
            <p:cNvPr id="111" name="node01.groups.slot-002.lanes.slot-001.items.slot-003.segment-0.fill"/>
            <p:cNvSpPr/>
            <p:nvPr/>
          </p:nvSpPr>
          <p:spPr>
            <a:xfrm>
              <a:off x="7581900" y="4546600"/>
              <a:ext cx="971550" cy="279400"/>
            </a:xfrm>
            <a:prstGeom prst="rect">
              <a:avLst/>
            </a:prstGeom>
            <a:solidFill>
              <a:srgbClr val="070154"/>
            </a:solidFill>
            <a:ln w="9525">
              <a:solidFill>
                <a:srgbClr val="070154"/>
              </a:solidFill>
              <a:prstDash val="solid"/>
            </a:ln>
          </p:spPr>
        </p:sp>
        <p:sp>
          <p:nvSpPr>
            <p:cNvPr id="112" name="node01.groups.slot-002.lanes.slot-001.items.slot-003.segment-0.hatch-1"/>
            <p:cNvSpPr/>
            <p:nvPr/>
          </p:nvSpPr>
          <p:spPr>
            <a:xfrm>
              <a:off x="7581900" y="45466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113" name="node01.groups.slot-002.lanes.slot-001.items.slot-003.segment-0.hatch-2"/>
            <p:cNvSpPr/>
            <p:nvPr/>
          </p:nvSpPr>
          <p:spPr>
            <a:xfrm>
              <a:off x="7581900" y="45466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114" name="node01.groups.slot-002.lanes.slot-001.items.slot-003.segment-0.hatch-3"/>
            <p:cNvSpPr/>
            <p:nvPr/>
          </p:nvSpPr>
          <p:spPr>
            <a:xfrm>
              <a:off x="7581900" y="45466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115" name="node01.groups.slot-002.lanes.slot-001.items.slot-003.segment-0.hatch-4"/>
            <p:cNvSpPr/>
            <p:nvPr/>
          </p:nvSpPr>
          <p:spPr>
            <a:xfrm>
              <a:off x="76073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16" name="node01.groups.slot-002.lanes.slot-001.items.slot-003.segment-0.hatch-5"/>
            <p:cNvSpPr/>
            <p:nvPr/>
          </p:nvSpPr>
          <p:spPr>
            <a:xfrm>
              <a:off x="76835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17" name="node01.groups.slot-002.lanes.slot-001.items.slot-003.segment-0.hatch-6"/>
            <p:cNvSpPr/>
            <p:nvPr/>
          </p:nvSpPr>
          <p:spPr>
            <a:xfrm>
              <a:off x="77597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18" name="node01.groups.slot-002.lanes.slot-001.items.slot-003.segment-0.hatch-7"/>
            <p:cNvSpPr/>
            <p:nvPr/>
          </p:nvSpPr>
          <p:spPr>
            <a:xfrm>
              <a:off x="78359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19" name="node01.groups.slot-002.lanes.slot-001.items.slot-003.segment-0.hatch-8"/>
            <p:cNvSpPr/>
            <p:nvPr/>
          </p:nvSpPr>
          <p:spPr>
            <a:xfrm>
              <a:off x="79121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20" name="node01.groups.slot-002.lanes.slot-001.items.slot-003.segment-0.hatch-9"/>
            <p:cNvSpPr/>
            <p:nvPr/>
          </p:nvSpPr>
          <p:spPr>
            <a:xfrm>
              <a:off x="79883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21" name="node01.groups.slot-002.lanes.slot-001.items.slot-003.segment-0.hatch-10"/>
            <p:cNvSpPr/>
            <p:nvPr/>
          </p:nvSpPr>
          <p:spPr>
            <a:xfrm>
              <a:off x="80645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22" name="node01.groups.slot-002.lanes.slot-001.items.slot-003.segment-0.hatch-11"/>
            <p:cNvSpPr/>
            <p:nvPr/>
          </p:nvSpPr>
          <p:spPr>
            <a:xfrm>
              <a:off x="81407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23" name="node01.groups.slot-002.lanes.slot-001.items.slot-003.segment-0.hatch-12"/>
            <p:cNvSpPr/>
            <p:nvPr/>
          </p:nvSpPr>
          <p:spPr>
            <a:xfrm>
              <a:off x="8216900" y="45466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124" name="node01.groups.slot-002.lanes.slot-001.items.slot-003.segment-0.hatch-13"/>
            <p:cNvSpPr/>
            <p:nvPr/>
          </p:nvSpPr>
          <p:spPr>
            <a:xfrm>
              <a:off x="8293100" y="4565650"/>
              <a:ext cx="260350" cy="260350"/>
            </a:xfrm>
            <a:custGeom>
              <a:avLst/>
              <a:gdLst/>
              <a:ahLst/>
              <a:cxnLst/>
              <a:rect l="l" t="t" r="r" b="b"/>
              <a:pathLst>
                <a:path w="260350" h="260350">
                  <a:moveTo>
                    <a:pt x="0" y="260350"/>
                  </a:moveTo>
                  <a:lnTo>
                    <a:pt x="260350" y="0"/>
                  </a:lnTo>
                </a:path>
              </a:pathLst>
            </a:custGeom>
            <a:ln w="6350">
              <a:solidFill>
                <a:srgbClr val="070154"/>
              </a:solidFill>
              <a:prstDash val="solid"/>
            </a:ln>
          </p:spPr>
        </p:sp>
        <p:sp>
          <p:nvSpPr>
            <p:cNvPr id="125" name="node01.groups.slot-002.lanes.slot-001.items.slot-003.segment-0.hatch-14"/>
            <p:cNvSpPr/>
            <p:nvPr/>
          </p:nvSpPr>
          <p:spPr>
            <a:xfrm>
              <a:off x="8369300" y="4641850"/>
              <a:ext cx="184150" cy="184150"/>
            </a:xfrm>
            <a:custGeom>
              <a:avLst/>
              <a:gdLst/>
              <a:ahLst/>
              <a:cxnLst/>
              <a:rect l="l" t="t" r="r" b="b"/>
              <a:pathLst>
                <a:path w="184150" h="184150">
                  <a:moveTo>
                    <a:pt x="0" y="184150"/>
                  </a:moveTo>
                  <a:lnTo>
                    <a:pt x="184150" y="0"/>
                  </a:lnTo>
                </a:path>
              </a:pathLst>
            </a:custGeom>
            <a:ln w="6350">
              <a:solidFill>
                <a:srgbClr val="070154"/>
              </a:solidFill>
              <a:prstDash val="solid"/>
            </a:ln>
          </p:spPr>
        </p:sp>
        <p:sp>
          <p:nvSpPr>
            <p:cNvPr id="126" name="node01.groups.slot-002.lanes.slot-001.items.slot-003.segment-0.hatch-15"/>
            <p:cNvSpPr/>
            <p:nvPr/>
          </p:nvSpPr>
          <p:spPr>
            <a:xfrm>
              <a:off x="8445500" y="4718050"/>
              <a:ext cx="107950" cy="107950"/>
            </a:xfrm>
            <a:custGeom>
              <a:avLst/>
              <a:gdLst/>
              <a:ahLst/>
              <a:cxnLst/>
              <a:rect l="l" t="t" r="r" b="b"/>
              <a:pathLst>
                <a:path w="107950" h="107950">
                  <a:moveTo>
                    <a:pt x="0" y="107950"/>
                  </a:moveTo>
                  <a:lnTo>
                    <a:pt x="107950" y="0"/>
                  </a:lnTo>
                </a:path>
              </a:pathLst>
            </a:custGeom>
            <a:ln w="6350">
              <a:solidFill>
                <a:srgbClr val="070154"/>
              </a:solidFill>
              <a:prstDash val="solid"/>
            </a:ln>
          </p:spPr>
        </p:sp>
        <p:sp>
          <p:nvSpPr>
            <p:cNvPr id="127" name="node01.groups.slot-002.lanes.slot-001.items.slot-003.segment-0.hatch-16"/>
            <p:cNvSpPr/>
            <p:nvPr/>
          </p:nvSpPr>
          <p:spPr>
            <a:xfrm>
              <a:off x="8521700" y="4794250"/>
              <a:ext cx="31750" cy="31750"/>
            </a:xfrm>
            <a:custGeom>
              <a:avLst/>
              <a:gdLst/>
              <a:ahLst/>
              <a:cxnLst/>
              <a:rect l="l" t="t" r="r" b="b"/>
              <a:pathLst>
                <a:path w="31750" h="31750">
                  <a:moveTo>
                    <a:pt x="0" y="31750"/>
                  </a:moveTo>
                  <a:lnTo>
                    <a:pt x="31750" y="0"/>
                  </a:lnTo>
                </a:path>
              </a:pathLst>
            </a:custGeom>
            <a:ln w="6350">
              <a:solidFill>
                <a:srgbClr val="070154"/>
              </a:solidFill>
              <a:prstDash val="solid"/>
            </a:ln>
          </p:spPr>
        </p:sp>
        <p:sp>
          <p:nvSpPr>
            <p:cNvPr id="128" name="node01.groups.slot-002.lanes.slot-001.items.slot-003.segment-1"/>
            <p:cNvSpPr/>
            <p:nvPr/>
          </p:nvSpPr>
          <p:spPr>
            <a:xfrm>
              <a:off x="8553450" y="4546600"/>
              <a:ext cx="1943100" cy="279400"/>
            </a:xfrm>
            <a:prstGeom prst="rect">
              <a:avLst/>
            </a:prstGeom>
            <a:solidFill>
              <a:srgbClr val="070154"/>
            </a:solidFill>
            <a:ln w="9525">
              <a:solidFill>
                <a:srgbClr val="070154"/>
              </a:solidFill>
              <a:prstDash val="solid"/>
            </a:ln>
          </p:spPr>
        </p:sp>
        <p:sp>
          <p:nvSpPr>
            <p:cNvPr id="129" name="node01.groups.slot-002.lanes.slot-001.items.slot-003.label"/>
            <p:cNvSpPr/>
            <p:nvPr/>
          </p:nvSpPr>
          <p:spPr>
            <a:xfrm>
              <a:off x="8642350" y="4572000"/>
              <a:ext cx="1414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Target architecture</a:t>
              </a:r>
              <a:endParaRPr lang="en-US" sz="1200" spc="0" kern="0" b="0" i="0" dirty="0">
                <a:solidFill>
                  <a:srgbClr val="FFFFFF"/>
                </a:solidFill>
                <a:latin typeface="IBM Plex Sans SemiBold"/>
                <a:ea typeface="IBM Plex Sans SemiBold"/>
                <a:cs typeface="IBM Plex Sans SemiBold"/>
              </a:endParaRPr>
            </a:p>
          </p:txBody>
        </p:sp>
        <p:sp>
          <p:nvSpPr>
            <p:cNvPr id="130" name="node01.groups.slot-003.tab"/>
            <p:cNvSpPr/>
            <p:nvPr/>
          </p:nvSpPr>
          <p:spPr>
            <a:xfrm>
              <a:off x="723900" y="4914900"/>
              <a:ext cx="304800" cy="685800"/>
            </a:xfrm>
            <a:prstGeom prst="rect">
              <a:avLst/>
            </a:prstGeom>
            <a:solidFill>
              <a:srgbClr val="50658E"/>
            </a:solidFill>
            <a:ln>
              <a:noFill/>
            </a:ln>
          </p:spPr>
        </p:sp>
        <p:sp>
          <p:nvSpPr>
            <p:cNvPr id="131" name="node01.groups.slot-003.label"/>
            <p:cNvSpPr/>
            <p:nvPr/>
          </p:nvSpPr>
          <p:spPr>
            <a:xfrm rot="-5400000">
              <a:off x="571500" y="5181600"/>
              <a:ext cx="6096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CHANGE</a:t>
              </a:r>
              <a:endParaRPr lang="en-US" sz="800" spc="80" kern="0" b="0" i="0" dirty="0">
                <a:solidFill>
                  <a:srgbClr val="FFFFFF"/>
                </a:solidFill>
                <a:latin typeface="IBM Plex Mono SemiBold"/>
                <a:ea typeface="IBM Plex Mono SemiBold"/>
                <a:cs typeface="IBM Plex Mono SemiBold"/>
              </a:endParaRPr>
            </a:p>
          </p:txBody>
        </p:sp>
        <p:grpSp>
          <p:nvGrpSpPr>
            <p:cNvPr id="159" name="node01.groups.slot-003.lanes.slot-001.icon"/>
            <p:cNvGrpSpPr/>
            <p:nvPr/>
          </p:nvGrpSpPr>
          <p:grpSpPr>
            <a:xfrm>
              <a:off x="1143000" y="5143500"/>
              <a:ext cx="228600" cy="228600"/>
              <a:chOff x="1143000" y="5143500"/>
              <a:chExt cx="228600" cy="228600"/>
            </a:xfrm>
          </p:grpSpPr>
          <p:pic>
            <p:nvPicPr>
              <p:cNvPr id="132" name="node01.groups.slot-003.lanes.slot-001.icon.image" descr="icon/people-group/navy; canonical SHA256=93749ca3a1865c70fa8ef4e6af25b5b5e5690db6c432899be8d639643f40d1d7">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5143500"/>
                <a:ext cx="228600" cy="228600"/>
              </a:xfrm>
              <a:prstGeom prst="rect">
                <a:avLst/>
              </a:prstGeom>
            </p:spPr>
          </p:pic>
        </p:grpSp>
        <p:sp>
          <p:nvSpPr>
            <p:cNvPr id="133" name="node01.groups.slot-003.lanes.slot-001.title"/>
            <p:cNvSpPr/>
            <p:nvPr/>
          </p:nvSpPr>
          <p:spPr>
            <a:xfrm>
              <a:off x="1485900" y="5029200"/>
              <a:ext cx="20955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Stakeholder engagement</a:t>
              </a:r>
              <a:endParaRPr lang="en-US" sz="1250" spc="0" kern="0" b="0" i="0" dirty="0">
                <a:solidFill>
                  <a:srgbClr val="070154"/>
                </a:solidFill>
                <a:latin typeface="IBM Plex Sans SemiBold"/>
                <a:ea typeface="IBM Plex Sans SemiBold"/>
                <a:cs typeface="IBM Plex Sans SemiBold"/>
              </a:endParaRPr>
            </a:p>
          </p:txBody>
        </p:sp>
        <p:sp>
          <p:nvSpPr>
            <p:cNvPr id="134" name="node01.groups.slot-003.lanes.slot-001.sub"/>
            <p:cNvSpPr/>
            <p:nvPr/>
          </p:nvSpPr>
          <p:spPr>
            <a:xfrm>
              <a:off x="1485900" y="5257800"/>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Steering, working sessions</a:t>
              </a:r>
              <a:endParaRPr lang="en-US" sz="1200" spc="0" kern="0" b="0" i="0" dirty="0">
                <a:solidFill>
                  <a:srgbClr val="50658E"/>
                </a:solidFill>
                <a:latin typeface="IBM Plex Sans"/>
                <a:ea typeface="IBM Plex Sans"/>
                <a:cs typeface="IBM Plex Sans"/>
              </a:endParaRPr>
            </a:p>
          </p:txBody>
        </p:sp>
        <p:sp>
          <p:nvSpPr>
            <p:cNvPr id="135" name="node01.groups.slot-003.lanes.slot-001.separator"/>
            <p:cNvSpPr/>
            <p:nvPr/>
          </p:nvSpPr>
          <p:spPr>
            <a:xfrm>
              <a:off x="723900" y="56324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36" name="node01.groups.slot-003.lanes.slot-001.items.slot-001.marker"/>
            <p:cNvSpPr/>
            <p:nvPr/>
          </p:nvSpPr>
          <p:spPr>
            <a:xfrm>
              <a:off x="3898265" y="5054600"/>
              <a:ext cx="177800" cy="177800"/>
            </a:xfrm>
            <a:prstGeom prst="star5">
              <a:avLst/>
            </a:prstGeom>
            <a:solidFill>
              <a:srgbClr val="F900D3"/>
            </a:solidFill>
            <a:ln>
              <a:noFill/>
            </a:ln>
          </p:spPr>
        </p:sp>
        <p:sp>
          <p:nvSpPr>
            <p:cNvPr id="137" name="node01.groups.slot-003.lanes.slot-001.items.slot-001.label"/>
            <p:cNvSpPr/>
            <p:nvPr/>
          </p:nvSpPr>
          <p:spPr>
            <a:xfrm>
              <a:off x="4126865" y="5029200"/>
              <a:ext cx="552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Kickoff</a:t>
              </a:r>
              <a:endParaRPr lang="en-US" sz="1200" spc="0" kern="0" b="0" i="0" dirty="0">
                <a:solidFill>
                  <a:srgbClr val="070154"/>
                </a:solidFill>
                <a:latin typeface="IBM Plex Sans SemiBold"/>
                <a:ea typeface="IBM Plex Sans SemiBold"/>
                <a:cs typeface="IBM Plex Sans SemiBold"/>
              </a:endParaRPr>
            </a:p>
          </p:txBody>
        </p:sp>
        <p:sp>
          <p:nvSpPr>
            <p:cNvPr id="138" name="node01.groups.slot-003.lanes.slot-001.items.slot-002.segment-0"/>
            <p:cNvSpPr/>
            <p:nvPr/>
          </p:nvSpPr>
          <p:spPr>
            <a:xfrm>
              <a:off x="4667250" y="5308600"/>
              <a:ext cx="6800850" cy="279400"/>
            </a:xfrm>
            <a:prstGeom prst="rect">
              <a:avLst/>
            </a:prstGeom>
            <a:solidFill>
              <a:srgbClr val="CED7E6"/>
            </a:solidFill>
            <a:ln w="9525">
              <a:solidFill>
                <a:srgbClr val="070154"/>
              </a:solidFill>
              <a:prstDash val="solid"/>
            </a:ln>
          </p:spPr>
        </p:sp>
        <p:sp>
          <p:nvSpPr>
            <p:cNvPr id="139" name="node01.groups.slot-003.lanes.slot-001.items.slot-002.label"/>
            <p:cNvSpPr/>
            <p:nvPr/>
          </p:nvSpPr>
          <p:spPr>
            <a:xfrm>
              <a:off x="4756150" y="5334000"/>
              <a:ext cx="18256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Weekly working sessions</a:t>
              </a:r>
              <a:endParaRPr lang="en-US" sz="1200" spc="0" kern="0" b="0" i="0" dirty="0">
                <a:solidFill>
                  <a:srgbClr val="070154"/>
                </a:solidFill>
                <a:latin typeface="IBM Plex Sans SemiBold"/>
                <a:ea typeface="IBM Plex Sans SemiBold"/>
                <a:cs typeface="IBM Plex Sans SemiBold"/>
              </a:endParaRPr>
            </a:p>
          </p:txBody>
        </p:sp>
        <p:grpSp>
          <p:nvGrpSpPr>
            <p:cNvPr id="160" name="node01.legend"/>
            <p:cNvGrpSpPr/>
            <p:nvPr/>
          </p:nvGrpSpPr>
          <p:grpSpPr>
            <a:xfrm>
              <a:off x="723900" y="5757333"/>
              <a:ext cx="6555846" cy="152400"/>
              <a:chOff x="723900" y="5757333"/>
              <a:chExt cx="6555846" cy="152400"/>
            </a:xfrm>
          </p:grpSpPr>
          <p:sp>
            <p:nvSpPr>
              <p:cNvPr id="140" name="node01.legend.items.kind-core.swatch"/>
              <p:cNvSpPr/>
              <p:nvPr/>
            </p:nvSpPr>
            <p:spPr>
              <a:xfrm>
                <a:off x="723900" y="5791200"/>
                <a:ext cx="84667" cy="84667"/>
              </a:xfrm>
              <a:prstGeom prst="rect">
                <a:avLst/>
              </a:prstGeom>
              <a:solidFill>
                <a:srgbClr val="070154"/>
              </a:solidFill>
              <a:ln w="6350">
                <a:solidFill>
                  <a:srgbClr val="070154"/>
                </a:solidFill>
                <a:prstDash val="solid"/>
              </a:ln>
            </p:spPr>
          </p:sp>
          <p:sp>
            <p:nvSpPr>
              <p:cNvPr id="141" name="node01.legend.items.kind-core.text"/>
              <p:cNvSpPr/>
              <p:nvPr/>
            </p:nvSpPr>
            <p:spPr>
              <a:xfrm>
                <a:off x="884767" y="5757333"/>
                <a:ext cx="61277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Core activity</a:t>
                </a:r>
                <a:endParaRPr lang="en-US" sz="800" spc="0" kern="0" b="0" i="0" dirty="0">
                  <a:solidFill>
                    <a:srgbClr val="070154"/>
                  </a:solidFill>
                  <a:latin typeface="IBM Plex Sans"/>
                  <a:ea typeface="IBM Plex Sans"/>
                  <a:cs typeface="IBM Plex Sans"/>
                </a:endParaRPr>
              </a:p>
            </p:txBody>
          </p:sp>
          <p:sp>
            <p:nvSpPr>
              <p:cNvPr id="142" name="node01.legend.items.kind-support.swatch"/>
              <p:cNvSpPr/>
              <p:nvPr/>
            </p:nvSpPr>
            <p:spPr>
              <a:xfrm>
                <a:off x="1649942" y="5791200"/>
                <a:ext cx="84667" cy="84667"/>
              </a:xfrm>
              <a:prstGeom prst="rect">
                <a:avLst/>
              </a:prstGeom>
              <a:solidFill>
                <a:srgbClr val="CED7E6"/>
              </a:solidFill>
              <a:ln w="6350">
                <a:solidFill>
                  <a:srgbClr val="070154"/>
                </a:solidFill>
                <a:prstDash val="solid"/>
              </a:ln>
            </p:spPr>
          </p:sp>
          <p:sp>
            <p:nvSpPr>
              <p:cNvPr id="143" name="node01.legend.items.kind-support.text"/>
              <p:cNvSpPr/>
              <p:nvPr/>
            </p:nvSpPr>
            <p:spPr>
              <a:xfrm>
                <a:off x="1810808" y="5757333"/>
                <a:ext cx="89852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Supporting activity</a:t>
                </a:r>
                <a:endParaRPr lang="en-US" sz="800" spc="0" kern="0" b="0" i="0" dirty="0">
                  <a:solidFill>
                    <a:srgbClr val="070154"/>
                  </a:solidFill>
                  <a:latin typeface="IBM Plex Sans"/>
                  <a:ea typeface="IBM Plex Sans"/>
                  <a:cs typeface="IBM Plex Sans"/>
                </a:endParaRPr>
              </a:p>
            </p:txBody>
          </p:sp>
          <p:sp>
            <p:nvSpPr>
              <p:cNvPr id="144" name="node01.legend.items.hatch.swatch.fill"/>
              <p:cNvSpPr/>
              <p:nvPr/>
            </p:nvSpPr>
            <p:spPr>
              <a:xfrm>
                <a:off x="2861733" y="5791200"/>
                <a:ext cx="152400" cy="84667"/>
              </a:xfrm>
              <a:prstGeom prst="rect">
                <a:avLst/>
              </a:prstGeom>
              <a:solidFill>
                <a:srgbClr val="E8EEF8"/>
              </a:solidFill>
              <a:ln w="9525">
                <a:solidFill>
                  <a:srgbClr val="070154"/>
                </a:solidFill>
                <a:prstDash val="solid"/>
              </a:ln>
            </p:spPr>
          </p:sp>
          <p:sp>
            <p:nvSpPr>
              <p:cNvPr id="145" name="node01.legend.items.hatch.swatch.hatch-1"/>
              <p:cNvSpPr/>
              <p:nvPr/>
            </p:nvSpPr>
            <p:spPr>
              <a:xfrm>
                <a:off x="2861733" y="57912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146" name="node01.legend.items.hatch.swatch.hatch-2"/>
              <p:cNvSpPr/>
              <p:nvPr/>
            </p:nvSpPr>
            <p:spPr>
              <a:xfrm>
                <a:off x="2929467" y="5791200"/>
                <a:ext cx="84667" cy="84667"/>
              </a:xfrm>
              <a:custGeom>
                <a:avLst/>
                <a:gdLst/>
                <a:ahLst/>
                <a:cxnLst/>
                <a:rect l="l" t="t" r="r" b="b"/>
                <a:pathLst>
                  <a:path w="84667" h="84667">
                    <a:moveTo>
                      <a:pt x="0" y="84667"/>
                    </a:moveTo>
                    <a:lnTo>
                      <a:pt x="84667" y="0"/>
                    </a:lnTo>
                  </a:path>
                </a:pathLst>
              </a:custGeom>
              <a:ln w="6350">
                <a:solidFill>
                  <a:srgbClr val="070154"/>
                </a:solidFill>
                <a:prstDash val="solid"/>
              </a:ln>
            </p:spPr>
          </p:sp>
          <p:sp>
            <p:nvSpPr>
              <p:cNvPr id="147" name="node01.legend.items.hatch.swatch.hatch-3"/>
              <p:cNvSpPr/>
              <p:nvPr/>
            </p:nvSpPr>
            <p:spPr>
              <a:xfrm>
                <a:off x="3005667" y="5867400"/>
                <a:ext cx="8467" cy="8467"/>
              </a:xfrm>
              <a:custGeom>
                <a:avLst/>
                <a:gdLst/>
                <a:ahLst/>
                <a:cxnLst/>
                <a:rect l="l" t="t" r="r" b="b"/>
                <a:pathLst>
                  <a:path w="8467" h="8467">
                    <a:moveTo>
                      <a:pt x="0" y="8467"/>
                    </a:moveTo>
                    <a:lnTo>
                      <a:pt x="8467" y="0"/>
                    </a:lnTo>
                  </a:path>
                </a:pathLst>
              </a:custGeom>
              <a:ln w="6350">
                <a:solidFill>
                  <a:srgbClr val="070154"/>
                </a:solidFill>
                <a:prstDash val="solid"/>
              </a:ln>
            </p:spPr>
          </p:sp>
          <p:sp>
            <p:nvSpPr>
              <p:cNvPr id="148" name="node01.legend.items.hatch.text"/>
              <p:cNvSpPr/>
              <p:nvPr/>
            </p:nvSpPr>
            <p:spPr>
              <a:xfrm>
                <a:off x="3090333" y="5757333"/>
                <a:ext cx="199231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Hatched: in progress, soft start or tentative</a:t>
                </a:r>
                <a:endParaRPr lang="en-US" sz="800" spc="0" kern="0" b="0" i="0" dirty="0">
                  <a:solidFill>
                    <a:srgbClr val="070154"/>
                  </a:solidFill>
                  <a:latin typeface="IBM Plex Sans"/>
                  <a:ea typeface="IBM Plex Sans"/>
                  <a:cs typeface="IBM Plex Sans"/>
                </a:endParaRPr>
              </a:p>
            </p:txBody>
          </p:sp>
          <p:sp>
            <p:nvSpPr>
              <p:cNvPr id="149" name="node01.legend.items.event-star.swatch"/>
              <p:cNvSpPr/>
              <p:nvPr/>
            </p:nvSpPr>
            <p:spPr>
              <a:xfrm>
                <a:off x="5235046" y="5782733"/>
                <a:ext cx="101600" cy="101600"/>
              </a:xfrm>
              <a:prstGeom prst="star5">
                <a:avLst/>
              </a:prstGeom>
              <a:solidFill>
                <a:srgbClr val="F900D3"/>
              </a:solidFill>
              <a:ln w="6350">
                <a:solidFill>
                  <a:srgbClr val="070154"/>
                </a:solidFill>
                <a:prstDash val="solid"/>
              </a:ln>
            </p:spPr>
          </p:sp>
          <p:sp>
            <p:nvSpPr>
              <p:cNvPr id="150" name="node01.legend.items.event-star.text"/>
              <p:cNvSpPr/>
              <p:nvPr/>
            </p:nvSpPr>
            <p:spPr>
              <a:xfrm>
                <a:off x="5412846" y="5757333"/>
                <a:ext cx="51117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Workshop</a:t>
                </a:r>
                <a:endParaRPr lang="en-US" sz="800" spc="0" kern="0" b="0" i="0" dirty="0">
                  <a:solidFill>
                    <a:srgbClr val="070154"/>
                  </a:solidFill>
                  <a:latin typeface="IBM Plex Sans"/>
                  <a:ea typeface="IBM Plex Sans"/>
                  <a:cs typeface="IBM Plex Sans"/>
                </a:endParaRPr>
              </a:p>
            </p:txBody>
          </p:sp>
          <p:sp>
            <p:nvSpPr>
              <p:cNvPr id="151" name="node01.legend.items.event-triangle.swatch"/>
              <p:cNvSpPr/>
              <p:nvPr/>
            </p:nvSpPr>
            <p:spPr>
              <a:xfrm>
                <a:off x="6076421" y="5782733"/>
                <a:ext cx="101600" cy="101600"/>
              </a:xfrm>
              <a:prstGeom prst="triangle">
                <a:avLst/>
              </a:prstGeom>
              <a:solidFill>
                <a:srgbClr val="0047FF"/>
              </a:solidFill>
              <a:ln w="6350">
                <a:solidFill>
                  <a:srgbClr val="070154"/>
                </a:solidFill>
                <a:prstDash val="solid"/>
              </a:ln>
            </p:spPr>
          </p:sp>
          <p:sp>
            <p:nvSpPr>
              <p:cNvPr id="152" name="node01.legend.items.event-triangle.text"/>
              <p:cNvSpPr/>
              <p:nvPr/>
            </p:nvSpPr>
            <p:spPr>
              <a:xfrm>
                <a:off x="6254221" y="5757333"/>
                <a:ext cx="37941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Review</a:t>
                </a:r>
                <a:endParaRPr lang="en-US" sz="800" spc="0" kern="0" b="0" i="0" dirty="0">
                  <a:solidFill>
                    <a:srgbClr val="070154"/>
                  </a:solidFill>
                  <a:latin typeface="IBM Plex Sans"/>
                  <a:ea typeface="IBM Plex Sans"/>
                  <a:cs typeface="IBM Plex Sans"/>
                </a:endParaRPr>
              </a:p>
            </p:txBody>
          </p:sp>
          <p:sp>
            <p:nvSpPr>
              <p:cNvPr id="153" name="node01.legend.items.gate.swatch"/>
              <p:cNvSpPr/>
              <p:nvPr/>
            </p:nvSpPr>
            <p:spPr>
              <a:xfrm>
                <a:off x="6786033" y="5833533"/>
                <a:ext cx="152400" cy="0"/>
              </a:xfrm>
              <a:custGeom>
                <a:avLst/>
                <a:gdLst/>
                <a:ahLst/>
                <a:cxnLst/>
                <a:rect l="l" t="t" r="r" b="b"/>
                <a:pathLst>
                  <a:path w="152400">
                    <a:moveTo>
                      <a:pt x="0" y="0"/>
                    </a:moveTo>
                    <a:lnTo>
                      <a:pt x="152400" y="0"/>
                    </a:lnTo>
                  </a:path>
                </a:pathLst>
              </a:custGeom>
              <a:ln w="25400">
                <a:solidFill>
                  <a:srgbClr val="070154"/>
                </a:solidFill>
                <a:prstDash val="dash"/>
              </a:ln>
            </p:spPr>
          </p:sp>
          <p:sp>
            <p:nvSpPr>
              <p:cNvPr id="154" name="node01.legend.items.gate.text"/>
              <p:cNvSpPr/>
              <p:nvPr/>
            </p:nvSpPr>
            <p:spPr>
              <a:xfrm>
                <a:off x="7014633" y="5757333"/>
                <a:ext cx="26511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Gate</a:t>
                </a:r>
                <a:endParaRPr lang="en-US" sz="800" spc="0" kern="0" b="0" i="0" dirty="0">
                  <a:solidFill>
                    <a:srgbClr val="070154"/>
                  </a:solidFill>
                  <a:latin typeface="IBM Plex Sans"/>
                  <a:ea typeface="IBM Plex Sans"/>
                  <a:cs typeface="IBM Plex Sans"/>
                </a:endParaRPr>
              </a:p>
            </p:txBody>
          </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ource-36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6535083" y="733532"/>
            <a:ext cx="2291669"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Four phases take the close from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12 days to 5</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65</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1600200"/>
            <a:ext cx="10966260" cy="3962400"/>
            <a:chOff x="723900" y="1600200"/>
            <a:chExt cx="10966260" cy="3962400"/>
          </a:xfrm>
        </p:grpSpPr>
        <p:sp>
          <p:nvSpPr>
            <p:cNvPr id="7" name="node01.axis"/>
            <p:cNvSpPr/>
            <p:nvPr/>
          </p:nvSpPr>
          <p:spPr>
            <a:xfrm>
              <a:off x="723900" y="5257800"/>
              <a:ext cx="10744200" cy="0"/>
            </a:xfrm>
            <a:custGeom>
              <a:avLst/>
              <a:gdLst/>
              <a:ahLst/>
              <a:cxnLst/>
              <a:rect l="l" t="t" r="r" b="b"/>
              <a:pathLst>
                <a:path w="10744200">
                  <a:moveTo>
                    <a:pt x="0" y="0"/>
                  </a:moveTo>
                  <a:lnTo>
                    <a:pt x="10744200" y="0"/>
                  </a:lnTo>
                </a:path>
              </a:pathLst>
            </a:custGeom>
            <a:ln w="12700">
              <a:solidFill>
                <a:srgbClr val="CED7E6"/>
              </a:solidFill>
              <a:prstDash val="solid"/>
            </a:ln>
          </p:spPr>
        </p:sp>
        <p:sp>
          <p:nvSpPr>
            <p:cNvPr id="8" name="node01.phases.slot-001.surface"/>
            <p:cNvSpPr/>
            <p:nvPr/>
          </p:nvSpPr>
          <p:spPr>
            <a:xfrm>
              <a:off x="723900" y="1600200"/>
              <a:ext cx="2514600" cy="3429000"/>
            </a:xfrm>
            <a:prstGeom prst="rect">
              <a:avLst/>
            </a:prstGeom>
            <a:solidFill>
              <a:srgbClr val="FFFFFF"/>
            </a:solidFill>
            <a:ln>
              <a:noFill/>
            </a:ln>
          </p:spPr>
        </p:sp>
        <p:sp>
          <p:nvSpPr>
            <p:cNvPr id="9" name="node01.phases.slot-001.rule"/>
            <p:cNvSpPr/>
            <p:nvPr/>
          </p:nvSpPr>
          <p:spPr>
            <a:xfrm>
              <a:off x="723900" y="1600200"/>
              <a:ext cx="2514600" cy="76200"/>
            </a:xfrm>
            <a:prstGeom prst="rect">
              <a:avLst/>
            </a:prstGeom>
            <a:solidFill>
              <a:srgbClr val="070154"/>
            </a:solidFill>
            <a:ln>
              <a:noFill/>
            </a:ln>
          </p:spPr>
        </p:sp>
        <p:sp>
          <p:nvSpPr>
            <p:cNvPr id="10" name="node01.phases.slot-001.number"/>
            <p:cNvSpPr/>
            <p:nvPr/>
          </p:nvSpPr>
          <p:spPr>
            <a:xfrm>
              <a:off x="723900" y="18288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1</a:t>
              </a:r>
              <a:endParaRPr lang="en-US" sz="900" spc="54" kern="0" b="0" i="0" dirty="0">
                <a:solidFill>
                  <a:srgbClr val="0047FF"/>
                </a:solidFill>
                <a:latin typeface="IBM Plex Mono Medium"/>
                <a:ea typeface="IBM Plex Mono Medium"/>
                <a:cs typeface="IBM Plex Mono Medium"/>
              </a:endParaRPr>
            </a:p>
          </p:txBody>
        </p:sp>
        <p:sp>
          <p:nvSpPr>
            <p:cNvPr id="11" name="node01.phases.slot-001.duration"/>
            <p:cNvSpPr/>
            <p:nvPr/>
          </p:nvSpPr>
          <p:spPr>
            <a:xfrm>
              <a:off x="2912616" y="1828800"/>
              <a:ext cx="325884"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1 WK</a:t>
              </a:r>
              <a:endParaRPr lang="en-US" sz="900" spc="54" kern="0" b="0" i="0" dirty="0">
                <a:solidFill>
                  <a:srgbClr val="50658E"/>
                </a:solidFill>
                <a:latin typeface="IBM Plex Mono Medium"/>
                <a:ea typeface="IBM Plex Mono Medium"/>
                <a:cs typeface="IBM Plex Mono Medium"/>
              </a:endParaRPr>
            </a:p>
          </p:txBody>
        </p:sp>
        <p:sp>
          <p:nvSpPr>
            <p:cNvPr id="12" name="node01.phases.slot-001.copy.part-0"/>
            <p:cNvSpPr/>
            <p:nvPr/>
          </p:nvSpPr>
          <p:spPr>
            <a:xfrm>
              <a:off x="723900" y="2057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Mobilize</a:t>
              </a:r>
              <a:endParaRPr lang="en-US" sz="1800" spc="-18" kern="0" b="0" i="0" dirty="0">
                <a:solidFill>
                  <a:srgbClr val="070154"/>
                </a:solidFill>
                <a:latin typeface="IBM Plex Sans SemiBold"/>
                <a:ea typeface="IBM Plex Sans SemiBold"/>
                <a:cs typeface="IBM Plex Sans SemiBold"/>
              </a:endParaRPr>
            </a:p>
          </p:txBody>
        </p:sp>
        <p:sp>
          <p:nvSpPr>
            <p:cNvPr id="13" name="node01.phases.slot-001.copy.part-1"/>
            <p:cNvSpPr/>
            <p:nvPr/>
          </p:nvSpPr>
          <p:spPr>
            <a:xfrm>
              <a:off x="723900" y="2438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 data access and plan in place.</a:t>
              </a:r>
              <a:endParaRPr lang="en-US" sz="1200" spc="0" kern="0" b="0" i="0" dirty="0">
                <a:solidFill>
                  <a:srgbClr val="070154"/>
                </a:solidFill>
                <a:latin typeface="IBM Plex Sans"/>
                <a:ea typeface="IBM Plex Sans"/>
                <a:cs typeface="IBM Plex Sans"/>
              </a:endParaRPr>
            </a:p>
          </p:txBody>
        </p:sp>
        <p:sp>
          <p:nvSpPr>
            <p:cNvPr id="14" name="node01.phases.slot-001.section-0"/>
            <p:cNvSpPr/>
            <p:nvPr/>
          </p:nvSpPr>
          <p:spPr>
            <a:xfrm>
              <a:off x="723900" y="2857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2" name="node01.phases.slot-001.activities"/>
            <p:cNvGrpSpPr/>
            <p:nvPr/>
          </p:nvGrpSpPr>
          <p:grpSpPr>
            <a:xfrm>
              <a:off x="723900" y="3086100"/>
              <a:ext cx="2514600" cy="495300"/>
              <a:chOff x="723900" y="3086100"/>
              <a:chExt cx="2514600" cy="495300"/>
            </a:xfrm>
          </p:grpSpPr>
          <p:sp>
            <p:nvSpPr>
              <p:cNvPr id="15" name="node01.phases.slot-001.activities.source-001.bullet"/>
              <p:cNvSpPr/>
              <p:nvPr/>
            </p:nvSpPr>
            <p:spPr>
              <a:xfrm>
                <a:off x="723900" y="3175000"/>
                <a:ext cx="38100" cy="38100"/>
              </a:xfrm>
              <a:prstGeom prst="rect">
                <a:avLst/>
              </a:prstGeom>
              <a:solidFill>
                <a:srgbClr val="070154"/>
              </a:solidFill>
              <a:ln>
                <a:noFill/>
              </a:ln>
            </p:spPr>
          </p:sp>
          <p:sp>
            <p:nvSpPr>
              <p:cNvPr id="16" name="node01.phases.slot-001.activities.source-001.text"/>
              <p:cNvSpPr/>
              <p:nvPr/>
            </p:nvSpPr>
            <p:spPr>
              <a:xfrm>
                <a:off x="876300" y="3086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Kickoff and interviews</a:t>
                </a:r>
                <a:endParaRPr lang="en-US" sz="1200" spc="0" kern="0" b="0" i="0" dirty="0">
                  <a:solidFill>
                    <a:srgbClr val="070154"/>
                  </a:solidFill>
                  <a:latin typeface="IBM Plex Sans"/>
                  <a:ea typeface="IBM Plex Sans"/>
                  <a:cs typeface="IBM Plex Sans"/>
                </a:endParaRPr>
              </a:p>
            </p:txBody>
          </p:sp>
          <p:sp>
            <p:nvSpPr>
              <p:cNvPr id="17" name="node01.phases.slot-001.activities.source-002.bullet"/>
              <p:cNvSpPr/>
              <p:nvPr/>
            </p:nvSpPr>
            <p:spPr>
              <a:xfrm>
                <a:off x="723900" y="3441700"/>
                <a:ext cx="38100" cy="38100"/>
              </a:xfrm>
              <a:prstGeom prst="rect">
                <a:avLst/>
              </a:prstGeom>
              <a:solidFill>
                <a:srgbClr val="070154"/>
              </a:solidFill>
              <a:ln>
                <a:noFill/>
              </a:ln>
            </p:spPr>
          </p:sp>
          <p:sp>
            <p:nvSpPr>
              <p:cNvPr id="18" name="node01.phases.slot-001.activities.source-002.text"/>
              <p:cNvSpPr/>
              <p:nvPr/>
            </p:nvSpPr>
            <p:spPr>
              <a:xfrm>
                <a:off x="876300" y="3352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access</a:t>
                </a:r>
                <a:endParaRPr lang="en-US" sz="1200" spc="0" kern="0" b="0" i="0" dirty="0">
                  <a:solidFill>
                    <a:srgbClr val="070154"/>
                  </a:solidFill>
                  <a:latin typeface="IBM Plex Sans"/>
                  <a:ea typeface="IBM Plex Sans"/>
                  <a:cs typeface="IBM Plex Sans"/>
                </a:endParaRPr>
              </a:p>
            </p:txBody>
          </p:sp>
        </p:grpSp>
        <p:sp>
          <p:nvSpPr>
            <p:cNvPr id="19" name="node01.phases.slot-001.section-1"/>
            <p:cNvSpPr/>
            <p:nvPr/>
          </p:nvSpPr>
          <p:spPr>
            <a:xfrm>
              <a:off x="723900" y="3771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3" name="node01.phases.slot-001.deliverables"/>
            <p:cNvGrpSpPr/>
            <p:nvPr/>
          </p:nvGrpSpPr>
          <p:grpSpPr>
            <a:xfrm>
              <a:off x="723900" y="4000500"/>
              <a:ext cx="2514600" cy="228600"/>
              <a:chOff x="723900" y="4000500"/>
              <a:chExt cx="2514600" cy="228600"/>
            </a:xfrm>
          </p:grpSpPr>
          <p:sp>
            <p:nvSpPr>
              <p:cNvPr id="20" name="node01.phases.slot-001.deliverables.source-001.bullet"/>
              <p:cNvSpPr/>
              <p:nvPr/>
            </p:nvSpPr>
            <p:spPr>
              <a:xfrm>
                <a:off x="723900" y="4089400"/>
                <a:ext cx="38100" cy="38100"/>
              </a:xfrm>
              <a:prstGeom prst="rect">
                <a:avLst/>
              </a:prstGeom>
              <a:solidFill>
                <a:srgbClr val="070154"/>
              </a:solidFill>
              <a:ln>
                <a:noFill/>
              </a:ln>
            </p:spPr>
          </p:sp>
          <p:sp>
            <p:nvSpPr>
              <p:cNvPr id="21" name="node01.phases.slot-001.deliverables.source-001.text"/>
              <p:cNvSpPr/>
              <p:nvPr/>
            </p:nvSpPr>
            <p:spPr>
              <a:xfrm>
                <a:off x="876300" y="4000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Project plan</a:t>
                </a:r>
                <a:endParaRPr lang="en-US" sz="1200" spc="0" kern="0" b="0" i="0" dirty="0">
                  <a:solidFill>
                    <a:srgbClr val="070154"/>
                  </a:solidFill>
                  <a:latin typeface="IBM Plex Sans"/>
                  <a:ea typeface="IBM Plex Sans"/>
                  <a:cs typeface="IBM Plex Sans"/>
                </a:endParaRPr>
              </a:p>
            </p:txBody>
          </p:sp>
        </p:grpSp>
        <p:sp>
          <p:nvSpPr>
            <p:cNvPr id="22" name="node01.phases.slot-001.gate"/>
            <p:cNvSpPr/>
            <p:nvPr/>
          </p:nvSpPr>
          <p:spPr>
            <a:xfrm>
              <a:off x="3245041" y="5150041"/>
              <a:ext cx="215519" cy="215519"/>
            </a:xfrm>
            <a:prstGeom prst="diamond">
              <a:avLst/>
            </a:prstGeom>
            <a:solidFill>
              <a:srgbClr val="070154"/>
            </a:solidFill>
            <a:ln>
              <a:noFill/>
            </a:ln>
          </p:spPr>
        </p:sp>
        <p:sp>
          <p:nvSpPr>
            <p:cNvPr id="23" name="node01.phases.slot-001.gate-label"/>
            <p:cNvSpPr/>
            <p:nvPr/>
          </p:nvSpPr>
          <p:spPr>
            <a:xfrm>
              <a:off x="2590800" y="5410200"/>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G1 · MOBILIZED</a:t>
              </a:r>
              <a:endParaRPr lang="en-US" sz="900" spc="54" kern="0" b="0" i="0" dirty="0">
                <a:solidFill>
                  <a:srgbClr val="070154"/>
                </a:solidFill>
                <a:latin typeface="IBM Plex Mono SemiBold"/>
                <a:ea typeface="IBM Plex Mono SemiBold"/>
                <a:cs typeface="IBM Plex Mono SemiBold"/>
              </a:endParaRPr>
            </a:p>
          </p:txBody>
        </p:sp>
        <p:sp>
          <p:nvSpPr>
            <p:cNvPr id="24" name="node01.phases.slot-002.surface"/>
            <p:cNvSpPr/>
            <p:nvPr/>
          </p:nvSpPr>
          <p:spPr>
            <a:xfrm>
              <a:off x="3467100" y="1600200"/>
              <a:ext cx="2514600" cy="3429000"/>
            </a:xfrm>
            <a:prstGeom prst="rect">
              <a:avLst/>
            </a:prstGeom>
            <a:solidFill>
              <a:srgbClr val="FFFFFF"/>
            </a:solidFill>
            <a:ln>
              <a:noFill/>
            </a:ln>
          </p:spPr>
        </p:sp>
        <p:sp>
          <p:nvSpPr>
            <p:cNvPr id="25" name="node01.phases.slot-002.rule"/>
            <p:cNvSpPr/>
            <p:nvPr/>
          </p:nvSpPr>
          <p:spPr>
            <a:xfrm>
              <a:off x="3467100" y="1600200"/>
              <a:ext cx="2514600" cy="76200"/>
            </a:xfrm>
            <a:prstGeom prst="rect">
              <a:avLst/>
            </a:prstGeom>
            <a:solidFill>
              <a:srgbClr val="070154"/>
            </a:solidFill>
            <a:ln>
              <a:noFill/>
            </a:ln>
          </p:spPr>
        </p:sp>
        <p:sp>
          <p:nvSpPr>
            <p:cNvPr id="26" name="node01.phases.slot-002.number"/>
            <p:cNvSpPr/>
            <p:nvPr/>
          </p:nvSpPr>
          <p:spPr>
            <a:xfrm>
              <a:off x="3467100" y="18288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2</a:t>
              </a:r>
              <a:endParaRPr lang="en-US" sz="900" spc="54" kern="0" b="0" i="0" dirty="0">
                <a:solidFill>
                  <a:srgbClr val="0047FF"/>
                </a:solidFill>
                <a:latin typeface="IBM Plex Mono Medium"/>
                <a:ea typeface="IBM Plex Mono Medium"/>
                <a:cs typeface="IBM Plex Mono Medium"/>
              </a:endParaRPr>
            </a:p>
          </p:txBody>
        </p:sp>
        <p:sp>
          <p:nvSpPr>
            <p:cNvPr id="27" name="node01.phases.slot-002.duration"/>
            <p:cNvSpPr/>
            <p:nvPr/>
          </p:nvSpPr>
          <p:spPr>
            <a:xfrm>
              <a:off x="5580695" y="1828800"/>
              <a:ext cx="401005"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3 WKS</a:t>
              </a:r>
              <a:endParaRPr lang="en-US" sz="900" spc="54" kern="0" b="0" i="0" dirty="0">
                <a:solidFill>
                  <a:srgbClr val="50658E"/>
                </a:solidFill>
                <a:latin typeface="IBM Plex Mono Medium"/>
                <a:ea typeface="IBM Plex Mono Medium"/>
                <a:cs typeface="IBM Plex Mono Medium"/>
              </a:endParaRPr>
            </a:p>
          </p:txBody>
        </p:sp>
        <p:sp>
          <p:nvSpPr>
            <p:cNvPr id="28" name="node01.phases.slot-002.copy.part-0"/>
            <p:cNvSpPr/>
            <p:nvPr/>
          </p:nvSpPr>
          <p:spPr>
            <a:xfrm>
              <a:off x="3467100" y="2057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a:t>
              </a:r>
              <a:endParaRPr lang="en-US" sz="1800" spc="-18" kern="0" b="0" i="0" dirty="0">
                <a:solidFill>
                  <a:srgbClr val="070154"/>
                </a:solidFill>
                <a:latin typeface="IBM Plex Sans SemiBold"/>
                <a:ea typeface="IBM Plex Sans SemiBold"/>
                <a:cs typeface="IBM Plex Sans SemiBold"/>
              </a:endParaRPr>
            </a:p>
          </p:txBody>
        </p:sp>
        <p:sp>
          <p:nvSpPr>
            <p:cNvPr id="29" name="node01.phases.slot-002.copy.part-1"/>
            <p:cNvSpPr/>
            <p:nvPr/>
          </p:nvSpPr>
          <p:spPr>
            <a:xfrm>
              <a:off x="3467100" y="2438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Know where the 12 days go.</a:t>
              </a:r>
              <a:endParaRPr lang="en-US" sz="1200" spc="0" kern="0" b="0" i="0" dirty="0">
                <a:solidFill>
                  <a:srgbClr val="070154"/>
                </a:solidFill>
                <a:latin typeface="IBM Plex Sans"/>
                <a:ea typeface="IBM Plex Sans"/>
                <a:cs typeface="IBM Plex Sans"/>
              </a:endParaRPr>
            </a:p>
          </p:txBody>
        </p:sp>
        <p:sp>
          <p:nvSpPr>
            <p:cNvPr id="30" name="node01.phases.slot-002.section-0"/>
            <p:cNvSpPr/>
            <p:nvPr/>
          </p:nvSpPr>
          <p:spPr>
            <a:xfrm>
              <a:off x="3467100" y="2857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4" name="node01.phases.slot-002.activities"/>
            <p:cNvGrpSpPr/>
            <p:nvPr/>
          </p:nvGrpSpPr>
          <p:grpSpPr>
            <a:xfrm>
              <a:off x="3467100" y="3086100"/>
              <a:ext cx="2514600" cy="495300"/>
              <a:chOff x="3467100" y="3086100"/>
              <a:chExt cx="2514600" cy="495300"/>
            </a:xfrm>
          </p:grpSpPr>
          <p:sp>
            <p:nvSpPr>
              <p:cNvPr id="31" name="node01.phases.slot-002.activities.source-001.bullet"/>
              <p:cNvSpPr/>
              <p:nvPr/>
            </p:nvSpPr>
            <p:spPr>
              <a:xfrm>
                <a:off x="3467100" y="3175000"/>
                <a:ext cx="38100" cy="38100"/>
              </a:xfrm>
              <a:prstGeom prst="rect">
                <a:avLst/>
              </a:prstGeom>
              <a:solidFill>
                <a:srgbClr val="070154"/>
              </a:solidFill>
              <a:ln>
                <a:noFill/>
              </a:ln>
            </p:spPr>
          </p:sp>
          <p:sp>
            <p:nvSpPr>
              <p:cNvPr id="32" name="node01.phases.slot-002.activities.source-001.text"/>
              <p:cNvSpPr/>
              <p:nvPr/>
            </p:nvSpPr>
            <p:spPr>
              <a:xfrm>
                <a:off x="3619500" y="3086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calendar mapping</a:t>
                </a:r>
                <a:endParaRPr lang="en-US" sz="1200" spc="0" kern="0" b="0" i="0" dirty="0">
                  <a:solidFill>
                    <a:srgbClr val="070154"/>
                  </a:solidFill>
                  <a:latin typeface="IBM Plex Sans"/>
                  <a:ea typeface="IBM Plex Sans"/>
                  <a:cs typeface="IBM Plex Sans"/>
                </a:endParaRPr>
              </a:p>
            </p:txBody>
          </p:sp>
          <p:sp>
            <p:nvSpPr>
              <p:cNvPr id="33" name="node01.phases.slot-002.activities.source-002.bullet"/>
              <p:cNvSpPr/>
              <p:nvPr/>
            </p:nvSpPr>
            <p:spPr>
              <a:xfrm>
                <a:off x="3467100" y="3441700"/>
                <a:ext cx="38100" cy="38100"/>
              </a:xfrm>
              <a:prstGeom prst="rect">
                <a:avLst/>
              </a:prstGeom>
              <a:solidFill>
                <a:srgbClr val="070154"/>
              </a:solidFill>
              <a:ln>
                <a:noFill/>
              </a:ln>
            </p:spPr>
          </p:sp>
          <p:sp>
            <p:nvSpPr>
              <p:cNvPr id="34" name="node01.phases.slot-002.activities.source-002.text"/>
              <p:cNvSpPr/>
              <p:nvPr/>
            </p:nvSpPr>
            <p:spPr>
              <a:xfrm>
                <a:off x="3619500" y="3352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Delay ranking</a:t>
                </a:r>
                <a:endParaRPr lang="en-US" sz="1200" spc="0" kern="0" b="0" i="0" dirty="0">
                  <a:solidFill>
                    <a:srgbClr val="070154"/>
                  </a:solidFill>
                  <a:latin typeface="IBM Plex Sans"/>
                  <a:ea typeface="IBM Plex Sans"/>
                  <a:cs typeface="IBM Plex Sans"/>
                </a:endParaRPr>
              </a:p>
            </p:txBody>
          </p:sp>
        </p:grpSp>
        <p:sp>
          <p:nvSpPr>
            <p:cNvPr id="35" name="node01.phases.slot-002.section-1"/>
            <p:cNvSpPr/>
            <p:nvPr/>
          </p:nvSpPr>
          <p:spPr>
            <a:xfrm>
              <a:off x="3467100" y="3771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5" name="node01.phases.slot-002.deliverables"/>
            <p:cNvGrpSpPr/>
            <p:nvPr/>
          </p:nvGrpSpPr>
          <p:grpSpPr>
            <a:xfrm>
              <a:off x="3467100" y="4000500"/>
              <a:ext cx="2514600" cy="228600"/>
              <a:chOff x="3467100" y="4000500"/>
              <a:chExt cx="2514600" cy="228600"/>
            </a:xfrm>
          </p:grpSpPr>
          <p:sp>
            <p:nvSpPr>
              <p:cNvPr id="36" name="node01.phases.slot-002.deliverables.source-001.bullet"/>
              <p:cNvSpPr/>
              <p:nvPr/>
            </p:nvSpPr>
            <p:spPr>
              <a:xfrm>
                <a:off x="3467100" y="4089400"/>
                <a:ext cx="38100" cy="38100"/>
              </a:xfrm>
              <a:prstGeom prst="rect">
                <a:avLst/>
              </a:prstGeom>
              <a:solidFill>
                <a:srgbClr val="070154"/>
              </a:solidFill>
              <a:ln>
                <a:noFill/>
              </a:ln>
            </p:spPr>
          </p:sp>
          <p:sp>
            <p:nvSpPr>
              <p:cNvPr id="37" name="node01.phases.slot-002.deliverables.source-001.text"/>
              <p:cNvSpPr/>
              <p:nvPr/>
            </p:nvSpPr>
            <p:spPr>
              <a:xfrm>
                <a:off x="3619500" y="4000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Diagnostic readout</a:t>
                </a:r>
                <a:endParaRPr lang="en-US" sz="1200" spc="0" kern="0" b="0" i="0" dirty="0">
                  <a:solidFill>
                    <a:srgbClr val="070154"/>
                  </a:solidFill>
                  <a:latin typeface="IBM Plex Sans"/>
                  <a:ea typeface="IBM Plex Sans"/>
                  <a:cs typeface="IBM Plex Sans"/>
                </a:endParaRPr>
              </a:p>
            </p:txBody>
          </p:sp>
        </p:grpSp>
        <p:sp>
          <p:nvSpPr>
            <p:cNvPr id="38" name="node01.phases.slot-002.gate"/>
            <p:cNvSpPr/>
            <p:nvPr/>
          </p:nvSpPr>
          <p:spPr>
            <a:xfrm>
              <a:off x="5988240" y="5150041"/>
              <a:ext cx="215519" cy="215519"/>
            </a:xfrm>
            <a:prstGeom prst="diamond">
              <a:avLst/>
            </a:prstGeom>
            <a:solidFill>
              <a:srgbClr val="070154"/>
            </a:solidFill>
            <a:ln>
              <a:noFill/>
            </a:ln>
          </p:spPr>
        </p:sp>
        <p:sp>
          <p:nvSpPr>
            <p:cNvPr id="39" name="node01.phases.slot-002.gate-label"/>
            <p:cNvSpPr/>
            <p:nvPr/>
          </p:nvSpPr>
          <p:spPr>
            <a:xfrm>
              <a:off x="5334000" y="5410200"/>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G2 · READOUT</a:t>
              </a:r>
              <a:endParaRPr lang="en-US" sz="900" spc="54" kern="0" b="0" i="0" dirty="0">
                <a:solidFill>
                  <a:srgbClr val="070154"/>
                </a:solidFill>
                <a:latin typeface="IBM Plex Mono SemiBold"/>
                <a:ea typeface="IBM Plex Mono SemiBold"/>
                <a:cs typeface="IBM Plex Mono SemiBold"/>
              </a:endParaRPr>
            </a:p>
          </p:txBody>
        </p:sp>
        <p:sp>
          <p:nvSpPr>
            <p:cNvPr id="40" name="node01.phases.slot-003.surface"/>
            <p:cNvSpPr/>
            <p:nvPr/>
          </p:nvSpPr>
          <p:spPr>
            <a:xfrm>
              <a:off x="6210300" y="1600200"/>
              <a:ext cx="2514600" cy="3429000"/>
            </a:xfrm>
            <a:prstGeom prst="rect">
              <a:avLst/>
            </a:prstGeom>
            <a:solidFill>
              <a:srgbClr val="FFFFFF"/>
            </a:solidFill>
            <a:ln>
              <a:noFill/>
            </a:ln>
          </p:spPr>
        </p:sp>
        <p:sp>
          <p:nvSpPr>
            <p:cNvPr id="41" name="node01.phases.slot-003.rule"/>
            <p:cNvSpPr/>
            <p:nvPr/>
          </p:nvSpPr>
          <p:spPr>
            <a:xfrm>
              <a:off x="6210300" y="1600200"/>
              <a:ext cx="2514600" cy="76200"/>
            </a:xfrm>
            <a:prstGeom prst="rect">
              <a:avLst/>
            </a:prstGeom>
            <a:solidFill>
              <a:srgbClr val="070154"/>
            </a:solidFill>
            <a:ln>
              <a:noFill/>
            </a:ln>
          </p:spPr>
        </p:sp>
        <p:sp>
          <p:nvSpPr>
            <p:cNvPr id="42" name="node01.phases.slot-003.number"/>
            <p:cNvSpPr/>
            <p:nvPr/>
          </p:nvSpPr>
          <p:spPr>
            <a:xfrm>
              <a:off x="6210300" y="18288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3</a:t>
              </a:r>
              <a:endParaRPr lang="en-US" sz="900" spc="54" kern="0" b="0" i="0" dirty="0">
                <a:solidFill>
                  <a:srgbClr val="0047FF"/>
                </a:solidFill>
                <a:latin typeface="IBM Plex Mono Medium"/>
                <a:ea typeface="IBM Plex Mono Medium"/>
                <a:cs typeface="IBM Plex Mono Medium"/>
              </a:endParaRPr>
            </a:p>
          </p:txBody>
        </p:sp>
        <p:sp>
          <p:nvSpPr>
            <p:cNvPr id="43" name="node01.phases.slot-003.duration"/>
            <p:cNvSpPr/>
            <p:nvPr/>
          </p:nvSpPr>
          <p:spPr>
            <a:xfrm>
              <a:off x="8323895" y="1828800"/>
              <a:ext cx="401005"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3 WKS</a:t>
              </a:r>
              <a:endParaRPr lang="en-US" sz="900" spc="54" kern="0" b="0" i="0" dirty="0">
                <a:solidFill>
                  <a:srgbClr val="50658E"/>
                </a:solidFill>
                <a:latin typeface="IBM Plex Mono Medium"/>
                <a:ea typeface="IBM Plex Mono Medium"/>
                <a:cs typeface="IBM Plex Mono Medium"/>
              </a:endParaRPr>
            </a:p>
          </p:txBody>
        </p:sp>
        <p:sp>
          <p:nvSpPr>
            <p:cNvPr id="44" name="node01.phases.slot-003.copy.part-0"/>
            <p:cNvSpPr/>
            <p:nvPr/>
          </p:nvSpPr>
          <p:spPr>
            <a:xfrm>
              <a:off x="6210300" y="2057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Design</a:t>
              </a:r>
              <a:endParaRPr lang="en-US" sz="1800" spc="-18" kern="0" b="0" i="0" dirty="0">
                <a:solidFill>
                  <a:srgbClr val="070154"/>
                </a:solidFill>
                <a:latin typeface="IBM Plex Sans SemiBold"/>
                <a:ea typeface="IBM Plex Sans SemiBold"/>
                <a:cs typeface="IBM Plex Sans SemiBold"/>
              </a:endParaRPr>
            </a:p>
          </p:txBody>
        </p:sp>
        <p:sp>
          <p:nvSpPr>
            <p:cNvPr id="45" name="node01.phases.slot-003.copy.part-1"/>
            <p:cNvSpPr/>
            <p:nvPr/>
          </p:nvSpPr>
          <p:spPr>
            <a:xfrm>
              <a:off x="6210300" y="2438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five-day close, designed.</a:t>
              </a:r>
              <a:endParaRPr lang="en-US" sz="1200" spc="0" kern="0" b="0" i="0" dirty="0">
                <a:solidFill>
                  <a:srgbClr val="070154"/>
                </a:solidFill>
                <a:latin typeface="IBM Plex Sans"/>
                <a:ea typeface="IBM Plex Sans"/>
                <a:cs typeface="IBM Plex Sans"/>
              </a:endParaRPr>
            </a:p>
          </p:txBody>
        </p:sp>
        <p:sp>
          <p:nvSpPr>
            <p:cNvPr id="46" name="node01.phases.slot-003.section-0"/>
            <p:cNvSpPr/>
            <p:nvPr/>
          </p:nvSpPr>
          <p:spPr>
            <a:xfrm>
              <a:off x="6210300" y="2857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6" name="node01.phases.slot-003.activities"/>
            <p:cNvGrpSpPr/>
            <p:nvPr/>
          </p:nvGrpSpPr>
          <p:grpSpPr>
            <a:xfrm>
              <a:off x="6210300" y="3086100"/>
              <a:ext cx="2514600" cy="495300"/>
              <a:chOff x="6210300" y="3086100"/>
              <a:chExt cx="2514600" cy="495300"/>
            </a:xfrm>
          </p:grpSpPr>
          <p:sp>
            <p:nvSpPr>
              <p:cNvPr id="47" name="node01.phases.slot-003.activities.source-001.bullet"/>
              <p:cNvSpPr/>
              <p:nvPr/>
            </p:nvSpPr>
            <p:spPr>
              <a:xfrm>
                <a:off x="6210300" y="3175000"/>
                <a:ext cx="38100" cy="38100"/>
              </a:xfrm>
              <a:prstGeom prst="rect">
                <a:avLst/>
              </a:prstGeom>
              <a:solidFill>
                <a:srgbClr val="070154"/>
              </a:solidFill>
              <a:ln>
                <a:noFill/>
              </a:ln>
            </p:spPr>
          </p:sp>
          <p:sp>
            <p:nvSpPr>
              <p:cNvPr id="48" name="node01.phases.slot-003.activities.source-001.text"/>
              <p:cNvSpPr/>
              <p:nvPr/>
            </p:nvSpPr>
            <p:spPr>
              <a:xfrm>
                <a:off x="6362700" y="3086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Rules and routing</a:t>
                </a:r>
                <a:endParaRPr lang="en-US" sz="1200" spc="0" kern="0" b="0" i="0" dirty="0">
                  <a:solidFill>
                    <a:srgbClr val="070154"/>
                  </a:solidFill>
                  <a:latin typeface="IBM Plex Sans"/>
                  <a:ea typeface="IBM Plex Sans"/>
                  <a:cs typeface="IBM Plex Sans"/>
                </a:endParaRPr>
              </a:p>
            </p:txBody>
          </p:sp>
          <p:sp>
            <p:nvSpPr>
              <p:cNvPr id="49" name="node01.phases.slot-003.activities.source-002.bullet"/>
              <p:cNvSpPr/>
              <p:nvPr/>
            </p:nvSpPr>
            <p:spPr>
              <a:xfrm>
                <a:off x="6210300" y="3441700"/>
                <a:ext cx="38100" cy="38100"/>
              </a:xfrm>
              <a:prstGeom prst="rect">
                <a:avLst/>
              </a:prstGeom>
              <a:solidFill>
                <a:srgbClr val="070154"/>
              </a:solidFill>
              <a:ln>
                <a:noFill/>
              </a:ln>
            </p:spPr>
          </p:sp>
          <p:sp>
            <p:nvSpPr>
              <p:cNvPr id="50" name="node01.phases.slot-003.activities.source-002.text"/>
              <p:cNvSpPr/>
              <p:nvPr/>
            </p:nvSpPr>
            <p:spPr>
              <a:xfrm>
                <a:off x="6362700" y="3352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Operating model</a:t>
                </a:r>
                <a:endParaRPr lang="en-US" sz="1200" spc="0" kern="0" b="0" i="0" dirty="0">
                  <a:solidFill>
                    <a:srgbClr val="070154"/>
                  </a:solidFill>
                  <a:latin typeface="IBM Plex Sans"/>
                  <a:ea typeface="IBM Plex Sans"/>
                  <a:cs typeface="IBM Plex Sans"/>
                </a:endParaRPr>
              </a:p>
            </p:txBody>
          </p:sp>
        </p:grpSp>
        <p:sp>
          <p:nvSpPr>
            <p:cNvPr id="51" name="node01.phases.slot-003.section-1"/>
            <p:cNvSpPr/>
            <p:nvPr/>
          </p:nvSpPr>
          <p:spPr>
            <a:xfrm>
              <a:off x="6210300" y="3771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7" name="node01.phases.slot-003.deliverables"/>
            <p:cNvGrpSpPr/>
            <p:nvPr/>
          </p:nvGrpSpPr>
          <p:grpSpPr>
            <a:xfrm>
              <a:off x="6210300" y="4000500"/>
              <a:ext cx="2514600" cy="228600"/>
              <a:chOff x="6210300" y="4000500"/>
              <a:chExt cx="2514600" cy="228600"/>
            </a:xfrm>
          </p:grpSpPr>
          <p:sp>
            <p:nvSpPr>
              <p:cNvPr id="52" name="node01.phases.slot-003.deliverables.source-001.bullet"/>
              <p:cNvSpPr/>
              <p:nvPr/>
            </p:nvSpPr>
            <p:spPr>
              <a:xfrm>
                <a:off x="6210300" y="4089400"/>
                <a:ext cx="38100" cy="38100"/>
              </a:xfrm>
              <a:prstGeom prst="rect">
                <a:avLst/>
              </a:prstGeom>
              <a:solidFill>
                <a:srgbClr val="070154"/>
              </a:solidFill>
              <a:ln>
                <a:noFill/>
              </a:ln>
            </p:spPr>
          </p:sp>
          <p:sp>
            <p:nvSpPr>
              <p:cNvPr id="53" name="node01.phases.slot-003.deliverables.source-001.text"/>
              <p:cNvSpPr/>
              <p:nvPr/>
            </p:nvSpPr>
            <p:spPr>
              <a:xfrm>
                <a:off x="6362700" y="4000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Target design</a:t>
                </a:r>
                <a:endParaRPr lang="en-US" sz="1200" spc="0" kern="0" b="0" i="0" dirty="0">
                  <a:solidFill>
                    <a:srgbClr val="070154"/>
                  </a:solidFill>
                  <a:latin typeface="IBM Plex Sans"/>
                  <a:ea typeface="IBM Plex Sans"/>
                  <a:cs typeface="IBM Plex Sans"/>
                </a:endParaRPr>
              </a:p>
            </p:txBody>
          </p:sp>
        </p:grpSp>
        <p:sp>
          <p:nvSpPr>
            <p:cNvPr id="54" name="node01.phases.slot-003.gate"/>
            <p:cNvSpPr/>
            <p:nvPr/>
          </p:nvSpPr>
          <p:spPr>
            <a:xfrm>
              <a:off x="8731441" y="5150041"/>
              <a:ext cx="215519" cy="215519"/>
            </a:xfrm>
            <a:prstGeom prst="diamond">
              <a:avLst/>
            </a:prstGeom>
            <a:solidFill>
              <a:srgbClr val="070154"/>
            </a:solidFill>
            <a:ln>
              <a:noFill/>
            </a:ln>
          </p:spPr>
        </p:sp>
        <p:sp>
          <p:nvSpPr>
            <p:cNvPr id="55" name="node01.phases.slot-003.gate-label"/>
            <p:cNvSpPr/>
            <p:nvPr/>
          </p:nvSpPr>
          <p:spPr>
            <a:xfrm>
              <a:off x="8077200" y="5410200"/>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G3 · SIGN-OFF</a:t>
              </a:r>
              <a:endParaRPr lang="en-US" sz="900" spc="54" kern="0" b="0" i="0" dirty="0">
                <a:solidFill>
                  <a:srgbClr val="070154"/>
                </a:solidFill>
                <a:latin typeface="IBM Plex Mono SemiBold"/>
                <a:ea typeface="IBM Plex Mono SemiBold"/>
                <a:cs typeface="IBM Plex Mono SemiBold"/>
              </a:endParaRPr>
            </a:p>
          </p:txBody>
        </p:sp>
        <p:sp>
          <p:nvSpPr>
            <p:cNvPr id="56" name="node01.phases.slot-004.surface"/>
            <p:cNvSpPr/>
            <p:nvPr/>
          </p:nvSpPr>
          <p:spPr>
            <a:xfrm>
              <a:off x="8953500" y="1600200"/>
              <a:ext cx="2514600" cy="3429000"/>
            </a:xfrm>
            <a:prstGeom prst="rect">
              <a:avLst/>
            </a:prstGeom>
            <a:solidFill>
              <a:srgbClr val="FFFFFF"/>
            </a:solidFill>
            <a:ln>
              <a:noFill/>
            </a:ln>
          </p:spPr>
        </p:sp>
        <p:sp>
          <p:nvSpPr>
            <p:cNvPr id="57" name="node01.phases.slot-004.rule"/>
            <p:cNvSpPr/>
            <p:nvPr/>
          </p:nvSpPr>
          <p:spPr>
            <a:xfrm>
              <a:off x="8953500" y="1600200"/>
              <a:ext cx="2514600" cy="76200"/>
            </a:xfrm>
            <a:prstGeom prst="rect">
              <a:avLst/>
            </a:prstGeom>
            <a:solidFill>
              <a:srgbClr val="0047FF"/>
            </a:solidFill>
            <a:ln>
              <a:noFill/>
            </a:ln>
          </p:spPr>
        </p:sp>
        <p:sp>
          <p:nvSpPr>
            <p:cNvPr id="58" name="node01.phases.slot-004.number"/>
            <p:cNvSpPr/>
            <p:nvPr/>
          </p:nvSpPr>
          <p:spPr>
            <a:xfrm>
              <a:off x="8953500" y="18288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4</a:t>
              </a:r>
              <a:endParaRPr lang="en-US" sz="900" spc="54" kern="0" b="0" i="0" dirty="0">
                <a:solidFill>
                  <a:srgbClr val="0047FF"/>
                </a:solidFill>
                <a:latin typeface="IBM Plex Mono Medium"/>
                <a:ea typeface="IBM Plex Mono Medium"/>
                <a:cs typeface="IBM Plex Mono Medium"/>
              </a:endParaRPr>
            </a:p>
          </p:txBody>
        </p:sp>
        <p:sp>
          <p:nvSpPr>
            <p:cNvPr id="59" name="node01.phases.slot-004.duration"/>
            <p:cNvSpPr/>
            <p:nvPr/>
          </p:nvSpPr>
          <p:spPr>
            <a:xfrm>
              <a:off x="11142216" y="1828800"/>
              <a:ext cx="325884"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1 WK</a:t>
              </a:r>
              <a:endParaRPr lang="en-US" sz="900" spc="54" kern="0" b="0" i="0" dirty="0">
                <a:solidFill>
                  <a:srgbClr val="50658E"/>
                </a:solidFill>
                <a:latin typeface="IBM Plex Mono Medium"/>
                <a:ea typeface="IBM Plex Mono Medium"/>
                <a:cs typeface="IBM Plex Mono Medium"/>
              </a:endParaRPr>
            </a:p>
          </p:txBody>
        </p:sp>
        <p:sp>
          <p:nvSpPr>
            <p:cNvPr id="60" name="node01.phases.slot-004.copy.part-0"/>
            <p:cNvSpPr/>
            <p:nvPr/>
          </p:nvSpPr>
          <p:spPr>
            <a:xfrm>
              <a:off x="8953500" y="2057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Roadmap</a:t>
              </a:r>
              <a:endParaRPr lang="en-US" sz="1800" spc="-18" kern="0" b="0" i="0" dirty="0">
                <a:solidFill>
                  <a:srgbClr val="070154"/>
                </a:solidFill>
                <a:latin typeface="IBM Plex Sans SemiBold"/>
                <a:ea typeface="IBM Plex Sans SemiBold"/>
                <a:cs typeface="IBM Plex Sans SemiBold"/>
              </a:endParaRPr>
            </a:p>
          </p:txBody>
        </p:sp>
        <p:sp>
          <p:nvSpPr>
            <p:cNvPr id="61" name="node01.phases.slot-004.copy.part-1"/>
            <p:cNvSpPr/>
            <p:nvPr/>
          </p:nvSpPr>
          <p:spPr>
            <a:xfrm>
              <a:off x="8953500" y="2438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Waves 1–3 planned and funded.</a:t>
              </a:r>
              <a:endParaRPr lang="en-US" sz="1200" spc="0" kern="0" b="0" i="0" dirty="0">
                <a:solidFill>
                  <a:srgbClr val="070154"/>
                </a:solidFill>
                <a:latin typeface="IBM Plex Sans"/>
                <a:ea typeface="IBM Plex Sans"/>
                <a:cs typeface="IBM Plex Sans"/>
              </a:endParaRPr>
            </a:p>
          </p:txBody>
        </p:sp>
        <p:sp>
          <p:nvSpPr>
            <p:cNvPr id="62" name="node01.phases.slot-004.section-0"/>
            <p:cNvSpPr/>
            <p:nvPr/>
          </p:nvSpPr>
          <p:spPr>
            <a:xfrm>
              <a:off x="8953500" y="2857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8" name="node01.phases.slot-004.activities"/>
            <p:cNvGrpSpPr/>
            <p:nvPr/>
          </p:nvGrpSpPr>
          <p:grpSpPr>
            <a:xfrm>
              <a:off x="8953500" y="3086100"/>
              <a:ext cx="2514600" cy="495300"/>
              <a:chOff x="8953500" y="3086100"/>
              <a:chExt cx="2514600" cy="495300"/>
            </a:xfrm>
          </p:grpSpPr>
          <p:sp>
            <p:nvSpPr>
              <p:cNvPr id="63" name="node01.phases.slot-004.activities.source-001.bullet"/>
              <p:cNvSpPr/>
              <p:nvPr/>
            </p:nvSpPr>
            <p:spPr>
              <a:xfrm>
                <a:off x="8953500" y="3175000"/>
                <a:ext cx="38100" cy="38100"/>
              </a:xfrm>
              <a:prstGeom prst="rect">
                <a:avLst/>
              </a:prstGeom>
              <a:solidFill>
                <a:srgbClr val="070154"/>
              </a:solidFill>
              <a:ln>
                <a:noFill/>
              </a:ln>
            </p:spPr>
          </p:sp>
          <p:sp>
            <p:nvSpPr>
              <p:cNvPr id="64" name="node01.phases.slot-004.activities.source-001.text"/>
              <p:cNvSpPr/>
              <p:nvPr/>
            </p:nvSpPr>
            <p:spPr>
              <a:xfrm>
                <a:off x="9105900" y="3086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 sequencing</a:t>
                </a:r>
                <a:endParaRPr lang="en-US" sz="1200" spc="0" kern="0" b="0" i="0" dirty="0">
                  <a:solidFill>
                    <a:srgbClr val="070154"/>
                  </a:solidFill>
                  <a:latin typeface="IBM Plex Sans"/>
                  <a:ea typeface="IBM Plex Sans"/>
                  <a:cs typeface="IBM Plex Sans"/>
                </a:endParaRPr>
              </a:p>
            </p:txBody>
          </p:sp>
          <p:sp>
            <p:nvSpPr>
              <p:cNvPr id="65" name="node01.phases.slot-004.activities.source-002.bullet"/>
              <p:cNvSpPr/>
              <p:nvPr/>
            </p:nvSpPr>
            <p:spPr>
              <a:xfrm>
                <a:off x="8953500" y="3441700"/>
                <a:ext cx="38100" cy="38100"/>
              </a:xfrm>
              <a:prstGeom prst="rect">
                <a:avLst/>
              </a:prstGeom>
              <a:solidFill>
                <a:srgbClr val="070154"/>
              </a:solidFill>
              <a:ln>
                <a:noFill/>
              </a:ln>
            </p:spPr>
          </p:sp>
          <p:sp>
            <p:nvSpPr>
              <p:cNvPr id="66" name="node01.phases.slot-004.activities.source-002.text"/>
              <p:cNvSpPr/>
              <p:nvPr/>
            </p:nvSpPr>
            <p:spPr>
              <a:xfrm>
                <a:off x="9105900" y="3352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case</a:t>
                </a:r>
                <a:endParaRPr lang="en-US" sz="1200" spc="0" kern="0" b="0" i="0" dirty="0">
                  <a:solidFill>
                    <a:srgbClr val="070154"/>
                  </a:solidFill>
                  <a:latin typeface="IBM Plex Sans"/>
                  <a:ea typeface="IBM Plex Sans"/>
                  <a:cs typeface="IBM Plex Sans"/>
                </a:endParaRPr>
              </a:p>
            </p:txBody>
          </p:sp>
        </p:grpSp>
        <p:sp>
          <p:nvSpPr>
            <p:cNvPr id="67" name="node01.phases.slot-004.section-1"/>
            <p:cNvSpPr/>
            <p:nvPr/>
          </p:nvSpPr>
          <p:spPr>
            <a:xfrm>
              <a:off x="8953500" y="3771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9" name="node01.phases.slot-004.deliverables"/>
            <p:cNvGrpSpPr/>
            <p:nvPr/>
          </p:nvGrpSpPr>
          <p:grpSpPr>
            <a:xfrm>
              <a:off x="8953500" y="4000500"/>
              <a:ext cx="2514600" cy="228600"/>
              <a:chOff x="8953500" y="4000500"/>
              <a:chExt cx="2514600" cy="228600"/>
            </a:xfrm>
          </p:grpSpPr>
          <p:sp>
            <p:nvSpPr>
              <p:cNvPr id="68" name="node01.phases.slot-004.deliverables.source-001.bullet"/>
              <p:cNvSpPr/>
              <p:nvPr/>
            </p:nvSpPr>
            <p:spPr>
              <a:xfrm>
                <a:off x="8953500" y="4089400"/>
                <a:ext cx="38100" cy="38100"/>
              </a:xfrm>
              <a:prstGeom prst="rect">
                <a:avLst/>
              </a:prstGeom>
              <a:solidFill>
                <a:srgbClr val="070154"/>
              </a:solidFill>
              <a:ln>
                <a:noFill/>
              </a:ln>
            </p:spPr>
          </p:sp>
          <p:sp>
            <p:nvSpPr>
              <p:cNvPr id="69" name="node01.phases.slot-004.deliverables.source-001.text"/>
              <p:cNvSpPr/>
              <p:nvPr/>
            </p:nvSpPr>
            <p:spPr>
              <a:xfrm>
                <a:off x="9105900" y="4000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$4.2M business case</a:t>
                </a:r>
                <a:endParaRPr lang="en-US" sz="1200" spc="0" kern="0" b="0" i="0" dirty="0">
                  <a:solidFill>
                    <a:srgbClr val="070154"/>
                  </a:solidFill>
                  <a:latin typeface="IBM Plex Sans"/>
                  <a:ea typeface="IBM Plex Sans"/>
                  <a:cs typeface="IBM Plex Sans"/>
                </a:endParaRPr>
              </a:p>
            </p:txBody>
          </p:sp>
        </p:grpSp>
        <p:sp>
          <p:nvSpPr>
            <p:cNvPr id="70" name="node01.phases.slot-004.gate"/>
            <p:cNvSpPr/>
            <p:nvPr/>
          </p:nvSpPr>
          <p:spPr>
            <a:xfrm>
              <a:off x="11474641" y="5150041"/>
              <a:ext cx="215519" cy="215519"/>
            </a:xfrm>
            <a:prstGeom prst="diamond">
              <a:avLst/>
            </a:prstGeom>
            <a:solidFill>
              <a:srgbClr val="070154"/>
            </a:solidFill>
            <a:ln>
              <a:noFill/>
            </a:ln>
          </p:spPr>
        </p:sp>
        <p:sp>
          <p:nvSpPr>
            <p:cNvPr id="71" name="node01.phases.slot-004.gate-label"/>
            <p:cNvSpPr/>
            <p:nvPr/>
          </p:nvSpPr>
          <p:spPr>
            <a:xfrm>
              <a:off x="10058400" y="5410200"/>
              <a:ext cx="1524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70154"/>
                  </a:solidFill>
                  <a:latin typeface="IBM Plex Mono SemiBold"/>
                  <a:ea typeface="IBM Plex Mono SemiBold"/>
                  <a:cs typeface="IBM Plex Mono SemiBold"/>
                </a:rPr>
                <a:t>G4 · FINAL</a:t>
              </a:r>
              <a:endParaRPr lang="en-US" sz="900" spc="5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ource-15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PHASE 03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sequences each cutover wave and watches coexistence; people hold every go or no-go decision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Illustrative. The migration unit is a business-viable capability slice, not a single technical component.</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66</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2057400"/>
            <a:ext cx="3200400" cy="381000"/>
            <a:chOff x="723900" y="2057400"/>
            <a:chExt cx="3200400" cy="381000"/>
          </a:xfrm>
        </p:grpSpPr>
        <p:sp>
          <p:nvSpPr>
            <p:cNvPr id="7" name="node01.number"/>
            <p:cNvSpPr/>
            <p:nvPr/>
          </p:nvSpPr>
          <p:spPr>
            <a:xfrm>
              <a:off x="723900" y="21214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1</a:t>
              </a:r>
              <a:endParaRPr lang="en-US" sz="1800" spc="0" kern="0" b="0" i="0" dirty="0">
                <a:solidFill>
                  <a:srgbClr val="0047FF"/>
                </a:solidFill>
                <a:latin typeface="IBM Plex Mono SemiBold"/>
                <a:ea typeface="IBM Plex Mono SemiBold"/>
                <a:cs typeface="IBM Plex Mono SemiBold"/>
              </a:endParaRPr>
            </a:p>
          </p:txBody>
        </p:sp>
        <p:sp>
          <p:nvSpPr>
            <p:cNvPr id="8" name="node01.text"/>
            <p:cNvSpPr/>
            <p:nvPr/>
          </p:nvSpPr>
          <p:spPr>
            <a:xfrm>
              <a:off x="974725" y="2057400"/>
              <a:ext cx="29495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Sequence</a:t>
              </a:r>
              <a:endParaRPr lang="en-US" sz="2400" spc="-36" kern="0" b="0" i="0" dirty="0">
                <a:solidFill>
                  <a:srgbClr val="070154"/>
                </a:solidFill>
                <a:latin typeface="IBM Plex Sans SemiBold"/>
                <a:ea typeface="IBM Plex Sans SemiBold"/>
                <a:cs typeface="IBM Plex Sans SemiBold"/>
              </a:endParaRPr>
            </a:p>
          </p:txBody>
        </p:sp>
      </p:grpSp>
      <p:grpSp>
        <p:nvGrpSpPr>
          <p:cNvPr id="50" name="node02"/>
          <p:cNvGrpSpPr/>
          <p:nvPr/>
        </p:nvGrpSpPr>
        <p:grpSpPr>
          <a:xfrm>
            <a:off x="723900" y="2514600"/>
            <a:ext cx="3200400" cy="457200"/>
            <a:chOff x="723900" y="2514600"/>
            <a:chExt cx="3200400" cy="457200"/>
          </a:xfrm>
        </p:grpSpPr>
        <p:sp>
          <p:nvSpPr>
            <p:cNvPr id="9" name="node02.text"/>
            <p:cNvSpPr/>
            <p:nvPr/>
          </p:nvSpPr>
          <p:spPr>
            <a:xfrm>
              <a:off x="723900" y="25146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Find viable capability slices, expose hidden dependencies and simulate fallback paths.</a:t>
              </a:r>
              <a:endParaRPr lang="en-US" sz="1200" spc="0" kern="0" b="0" i="0" dirty="0">
                <a:solidFill>
                  <a:srgbClr val="070154"/>
                </a:solidFill>
                <a:latin typeface="IBM Plex Sans"/>
                <a:ea typeface="IBM Plex Sans"/>
                <a:cs typeface="IBM Plex Sans"/>
              </a:endParaRPr>
            </a:p>
          </p:txBody>
        </p:sp>
      </p:grpSp>
      <p:grpSp>
        <p:nvGrpSpPr>
          <p:cNvPr id="51" name="node03"/>
          <p:cNvGrpSpPr/>
          <p:nvPr/>
        </p:nvGrpSpPr>
        <p:grpSpPr>
          <a:xfrm>
            <a:off x="4381500" y="2057400"/>
            <a:ext cx="3200400" cy="381000"/>
            <a:chOff x="4381500" y="2057400"/>
            <a:chExt cx="3200400" cy="381000"/>
          </a:xfrm>
        </p:grpSpPr>
        <p:sp>
          <p:nvSpPr>
            <p:cNvPr id="10" name="node03.number"/>
            <p:cNvSpPr/>
            <p:nvPr/>
          </p:nvSpPr>
          <p:spPr>
            <a:xfrm>
              <a:off x="4381500" y="21214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2</a:t>
              </a:r>
              <a:endParaRPr lang="en-US" sz="1800" spc="0" kern="0" b="0" i="0" dirty="0">
                <a:solidFill>
                  <a:srgbClr val="0047FF"/>
                </a:solidFill>
                <a:latin typeface="IBM Plex Mono SemiBold"/>
                <a:ea typeface="IBM Plex Mono SemiBold"/>
                <a:cs typeface="IBM Plex Mono SemiBold"/>
              </a:endParaRPr>
            </a:p>
          </p:txBody>
        </p:sp>
        <p:sp>
          <p:nvSpPr>
            <p:cNvPr id="11" name="node03.text"/>
            <p:cNvSpPr/>
            <p:nvPr/>
          </p:nvSpPr>
          <p:spPr>
            <a:xfrm>
              <a:off x="4632325" y="2057400"/>
              <a:ext cx="29495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Prepare</a:t>
              </a:r>
              <a:endParaRPr lang="en-US" sz="2400" spc="-36" kern="0" b="0" i="0" dirty="0">
                <a:solidFill>
                  <a:srgbClr val="070154"/>
                </a:solidFill>
                <a:latin typeface="IBM Plex Sans SemiBold"/>
                <a:ea typeface="IBM Plex Sans SemiBold"/>
                <a:cs typeface="IBM Plex Sans SemiBold"/>
              </a:endParaRPr>
            </a:p>
          </p:txBody>
        </p:sp>
      </p:grpSp>
      <p:grpSp>
        <p:nvGrpSpPr>
          <p:cNvPr id="52" name="node04"/>
          <p:cNvGrpSpPr/>
          <p:nvPr/>
        </p:nvGrpSpPr>
        <p:grpSpPr>
          <a:xfrm>
            <a:off x="4381500" y="2514600"/>
            <a:ext cx="3200400" cy="457200"/>
            <a:chOff x="4381500" y="2514600"/>
            <a:chExt cx="3200400" cy="457200"/>
          </a:xfrm>
        </p:grpSpPr>
        <p:sp>
          <p:nvSpPr>
            <p:cNvPr id="12" name="node04.text"/>
            <p:cNvSpPr/>
            <p:nvPr/>
          </p:nvSpPr>
          <p:spPr>
            <a:xfrm>
              <a:off x="4381500" y="25146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Profile and map data; draft test scenarios, runbooks, communications and support.</a:t>
              </a:r>
              <a:endParaRPr lang="en-US" sz="1200" spc="0" kern="0" b="0" i="0" dirty="0">
                <a:solidFill>
                  <a:srgbClr val="070154"/>
                </a:solidFill>
                <a:latin typeface="IBM Plex Sans"/>
                <a:ea typeface="IBM Plex Sans"/>
                <a:cs typeface="IBM Plex Sans"/>
              </a:endParaRPr>
            </a:p>
          </p:txBody>
        </p:sp>
      </p:grpSp>
      <p:grpSp>
        <p:nvGrpSpPr>
          <p:cNvPr id="53" name="node05"/>
          <p:cNvGrpSpPr/>
          <p:nvPr/>
        </p:nvGrpSpPr>
        <p:grpSpPr>
          <a:xfrm>
            <a:off x="8039100" y="2057400"/>
            <a:ext cx="3200400" cy="381000"/>
            <a:chOff x="8039100" y="2057400"/>
            <a:chExt cx="3200400" cy="381000"/>
          </a:xfrm>
        </p:grpSpPr>
        <p:sp>
          <p:nvSpPr>
            <p:cNvPr id="13" name="node05.number"/>
            <p:cNvSpPr/>
            <p:nvPr/>
          </p:nvSpPr>
          <p:spPr>
            <a:xfrm>
              <a:off x="8039100" y="21214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3</a:t>
              </a:r>
              <a:endParaRPr lang="en-US" sz="1800" spc="0" kern="0" b="0" i="0" dirty="0">
                <a:solidFill>
                  <a:srgbClr val="0047FF"/>
                </a:solidFill>
                <a:latin typeface="IBM Plex Mono SemiBold"/>
                <a:ea typeface="IBM Plex Mono SemiBold"/>
                <a:cs typeface="IBM Plex Mono SemiBold"/>
              </a:endParaRPr>
            </a:p>
          </p:txBody>
        </p:sp>
        <p:sp>
          <p:nvSpPr>
            <p:cNvPr id="14" name="node05.text"/>
            <p:cNvSpPr/>
            <p:nvPr/>
          </p:nvSpPr>
          <p:spPr>
            <a:xfrm>
              <a:off x="8289925" y="2057400"/>
              <a:ext cx="29495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Monitor</a:t>
              </a:r>
              <a:endParaRPr lang="en-US" sz="2400" spc="-36" kern="0" b="0" i="0" dirty="0">
                <a:solidFill>
                  <a:srgbClr val="070154"/>
                </a:solidFill>
                <a:latin typeface="IBM Plex Sans SemiBold"/>
                <a:ea typeface="IBM Plex Sans SemiBold"/>
                <a:cs typeface="IBM Plex Sans SemiBold"/>
              </a:endParaRPr>
            </a:p>
          </p:txBody>
        </p:sp>
      </p:grpSp>
      <p:grpSp>
        <p:nvGrpSpPr>
          <p:cNvPr id="54" name="node06"/>
          <p:cNvGrpSpPr/>
          <p:nvPr/>
        </p:nvGrpSpPr>
        <p:grpSpPr>
          <a:xfrm>
            <a:off x="8039100" y="2514600"/>
            <a:ext cx="3200400" cy="685800"/>
            <a:chOff x="8039100" y="2514600"/>
            <a:chExt cx="3200400" cy="685800"/>
          </a:xfrm>
        </p:grpSpPr>
        <p:sp>
          <p:nvSpPr>
            <p:cNvPr id="15" name="node06.text"/>
            <p:cNvSpPr/>
            <p:nvPr/>
          </p:nvSpPr>
          <p:spPr>
            <a:xfrm>
              <a:off x="8039100" y="2514600"/>
              <a:ext cx="3200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Compare transactions and outcomes, flag exceptions and trace anomalies to dependencies.</a:t>
              </a:r>
              <a:endParaRPr lang="en-US" sz="1200" spc="0" kern="0" b="0" i="0" dirty="0">
                <a:solidFill>
                  <a:srgbClr val="070154"/>
                </a:solidFill>
                <a:latin typeface="IBM Plex Sans"/>
                <a:ea typeface="IBM Plex Sans"/>
                <a:cs typeface="IBM Plex Sans"/>
              </a:endParaRPr>
            </a:p>
          </p:txBody>
        </p:sp>
      </p:grpSp>
      <p:grpSp>
        <p:nvGrpSpPr>
          <p:cNvPr id="55" name="node07"/>
          <p:cNvGrpSpPr/>
          <p:nvPr/>
        </p:nvGrpSpPr>
        <p:grpSpPr>
          <a:xfrm>
            <a:off x="723900" y="3352800"/>
            <a:ext cx="10744200" cy="228600"/>
            <a:chOff x="723900" y="3352800"/>
            <a:chExt cx="10744200" cy="228600"/>
          </a:xfrm>
        </p:grpSpPr>
        <p:sp>
          <p:nvSpPr>
            <p:cNvPr id="16" name="node07.label"/>
            <p:cNvSpPr/>
            <p:nvPr/>
          </p:nvSpPr>
          <p:spPr>
            <a:xfrm>
              <a:off x="723900" y="3352800"/>
              <a:ext cx="205366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ILLUSTRATIVE PHASED CUTOVER</a:t>
              </a:r>
              <a:endParaRPr lang="en-US" sz="900" spc="54" kern="0" b="0" i="0" dirty="0">
                <a:solidFill>
                  <a:srgbClr val="50658E"/>
                </a:solidFill>
                <a:latin typeface="IBM Plex Mono Medium"/>
                <a:ea typeface="IBM Plex Mono Medium"/>
                <a:cs typeface="IBM Plex Mono Medium"/>
              </a:endParaRPr>
            </a:p>
          </p:txBody>
        </p:sp>
        <p:sp>
          <p:nvSpPr>
            <p:cNvPr id="17" name="node07.rule"/>
            <p:cNvSpPr/>
            <p:nvPr/>
          </p:nvSpPr>
          <p:spPr>
            <a:xfrm>
              <a:off x="2904567" y="3462338"/>
              <a:ext cx="8563533" cy="9525"/>
            </a:xfrm>
            <a:prstGeom prst="rect">
              <a:avLst/>
            </a:prstGeom>
            <a:solidFill>
              <a:srgbClr val="CED7E6"/>
            </a:solidFill>
            <a:ln>
              <a:noFill/>
            </a:ln>
          </p:spPr>
        </p:sp>
      </p:grpSp>
      <p:grpSp>
        <p:nvGrpSpPr>
          <p:cNvPr id="56" name="node08"/>
          <p:cNvGrpSpPr/>
          <p:nvPr/>
        </p:nvGrpSpPr>
        <p:grpSpPr>
          <a:xfrm>
            <a:off x="723900" y="3657600"/>
            <a:ext cx="10744200" cy="2057400"/>
            <a:chOff x="723900" y="3657600"/>
            <a:chExt cx="10744200" cy="2057400"/>
          </a:xfrm>
        </p:grpSpPr>
        <p:sp>
          <p:nvSpPr>
            <p:cNvPr id="18" name="node08.cols.slot-001"/>
            <p:cNvSpPr/>
            <p:nvPr/>
          </p:nvSpPr>
          <p:spPr>
            <a:xfrm>
              <a:off x="3467100" y="3657600"/>
              <a:ext cx="1828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CURRENT STATE</a:t>
              </a:r>
              <a:endParaRPr lang="en-US" sz="900" spc="54" kern="0" b="0" i="0" dirty="0">
                <a:solidFill>
                  <a:srgbClr val="50658E"/>
                </a:solidFill>
                <a:latin typeface="IBM Plex Mono SemiBold"/>
                <a:ea typeface="IBM Plex Mono SemiBold"/>
                <a:cs typeface="IBM Plex Mono SemiBold"/>
              </a:endParaRPr>
            </a:p>
          </p:txBody>
        </p:sp>
        <p:sp>
          <p:nvSpPr>
            <p:cNvPr id="19" name="node08.cols.slot-002"/>
            <p:cNvSpPr/>
            <p:nvPr/>
          </p:nvSpPr>
          <p:spPr>
            <a:xfrm>
              <a:off x="5524500" y="3657600"/>
              <a:ext cx="1828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WAVE 1</a:t>
              </a:r>
              <a:endParaRPr lang="en-US" sz="900" spc="54" kern="0" b="0" i="0" dirty="0">
                <a:solidFill>
                  <a:srgbClr val="50658E"/>
                </a:solidFill>
                <a:latin typeface="IBM Plex Mono SemiBold"/>
                <a:ea typeface="IBM Plex Mono SemiBold"/>
                <a:cs typeface="IBM Plex Mono SemiBold"/>
              </a:endParaRPr>
            </a:p>
          </p:txBody>
        </p:sp>
        <p:sp>
          <p:nvSpPr>
            <p:cNvPr id="20" name="node08.cols.slot-003"/>
            <p:cNvSpPr/>
            <p:nvPr/>
          </p:nvSpPr>
          <p:spPr>
            <a:xfrm>
              <a:off x="7581900" y="3657600"/>
              <a:ext cx="1828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WAVE 2</a:t>
              </a:r>
              <a:endParaRPr lang="en-US" sz="900" spc="54" kern="0" b="0" i="0" dirty="0">
                <a:solidFill>
                  <a:srgbClr val="50658E"/>
                </a:solidFill>
                <a:latin typeface="IBM Plex Mono SemiBold"/>
                <a:ea typeface="IBM Plex Mono SemiBold"/>
                <a:cs typeface="IBM Plex Mono SemiBold"/>
              </a:endParaRPr>
            </a:p>
          </p:txBody>
        </p:sp>
        <p:sp>
          <p:nvSpPr>
            <p:cNvPr id="21" name="node08.cols.slot-004"/>
            <p:cNvSpPr/>
            <p:nvPr/>
          </p:nvSpPr>
          <p:spPr>
            <a:xfrm>
              <a:off x="9639300" y="3657600"/>
              <a:ext cx="1828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WAVE 3</a:t>
              </a:r>
              <a:endParaRPr lang="en-US" sz="900" spc="54" kern="0" b="0" i="0" dirty="0">
                <a:solidFill>
                  <a:srgbClr val="50658E"/>
                </a:solidFill>
                <a:latin typeface="IBM Plex Mono SemiBold"/>
                <a:ea typeface="IBM Plex Mono SemiBold"/>
                <a:cs typeface="IBM Plex Mono SemiBold"/>
              </a:endParaRPr>
            </a:p>
          </p:txBody>
        </p:sp>
        <p:sp>
          <p:nvSpPr>
            <p:cNvPr id="22" name="node08.rows.slot-001.label"/>
            <p:cNvSpPr/>
            <p:nvPr/>
          </p:nvSpPr>
          <p:spPr>
            <a:xfrm>
              <a:off x="723900" y="4038600"/>
              <a:ext cx="2590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CLOSE AND CONSOLIDATION</a:t>
              </a:r>
              <a:endParaRPr lang="en-US" sz="900" spc="54" kern="0" b="0" i="0" dirty="0">
                <a:solidFill>
                  <a:srgbClr val="070154"/>
                </a:solidFill>
                <a:latin typeface="IBM Plex Mono SemiBold"/>
                <a:ea typeface="IBM Plex Mono SemiBold"/>
                <a:cs typeface="IBM Plex Mono SemiBold"/>
              </a:endParaRPr>
            </a:p>
          </p:txBody>
        </p:sp>
        <p:sp>
          <p:nvSpPr>
            <p:cNvPr id="23" name="node08.rows.slot-001.cells.slot-001.surface"/>
            <p:cNvSpPr/>
            <p:nvPr/>
          </p:nvSpPr>
          <p:spPr>
            <a:xfrm>
              <a:off x="3473450" y="3892550"/>
              <a:ext cx="1816100" cy="444500"/>
            </a:xfrm>
            <a:prstGeom prst="rect">
              <a:avLst/>
            </a:prstGeom>
            <a:solidFill>
              <a:srgbClr val="FFFFFF"/>
            </a:solidFill>
            <a:ln w="12700">
              <a:solidFill>
                <a:srgbClr val="CED7E6"/>
              </a:solidFill>
              <a:prstDash val="solid"/>
            </a:ln>
          </p:spPr>
        </p:sp>
        <p:sp>
          <p:nvSpPr>
            <p:cNvPr id="24" name="node08.rows.slot-001.cells.slot-001.text"/>
            <p:cNvSpPr/>
            <p:nvPr/>
          </p:nvSpPr>
          <p:spPr>
            <a:xfrm>
              <a:off x="3517900" y="40005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25" name="node08.rows.slot-001.cells.slot-002.surface"/>
            <p:cNvSpPr/>
            <p:nvPr/>
          </p:nvSpPr>
          <p:spPr>
            <a:xfrm>
              <a:off x="5524500" y="3886200"/>
              <a:ext cx="1828800" cy="457200"/>
            </a:xfrm>
            <a:prstGeom prst="rect">
              <a:avLst/>
            </a:prstGeom>
            <a:solidFill>
              <a:srgbClr val="F900D3"/>
            </a:solidFill>
            <a:ln>
              <a:noFill/>
            </a:ln>
          </p:spPr>
        </p:sp>
        <p:sp>
          <p:nvSpPr>
            <p:cNvPr id="26" name="node08.rows.slot-001.cells.slot-002.text"/>
            <p:cNvSpPr/>
            <p:nvPr/>
          </p:nvSpPr>
          <p:spPr>
            <a:xfrm>
              <a:off x="5575300" y="40005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Coexistence</a:t>
              </a:r>
              <a:endParaRPr lang="en-US" sz="1200" spc="0" kern="0" b="0" i="0" dirty="0">
                <a:solidFill>
                  <a:srgbClr val="070154"/>
                </a:solidFill>
                <a:latin typeface="IBM Plex Sans"/>
                <a:ea typeface="IBM Plex Sans"/>
                <a:cs typeface="IBM Plex Sans"/>
              </a:endParaRPr>
            </a:p>
          </p:txBody>
        </p:sp>
        <p:sp>
          <p:nvSpPr>
            <p:cNvPr id="27" name="node08.rows.slot-001.cells.slot-003.surface"/>
            <p:cNvSpPr/>
            <p:nvPr/>
          </p:nvSpPr>
          <p:spPr>
            <a:xfrm>
              <a:off x="7581900" y="3886200"/>
              <a:ext cx="1828800" cy="457200"/>
            </a:xfrm>
            <a:prstGeom prst="rect">
              <a:avLst/>
            </a:prstGeom>
            <a:solidFill>
              <a:srgbClr val="070154"/>
            </a:solidFill>
            <a:ln>
              <a:noFill/>
            </a:ln>
          </p:spPr>
        </p:sp>
        <p:sp>
          <p:nvSpPr>
            <p:cNvPr id="28" name="node08.rows.slot-001.cells.slot-003.text"/>
            <p:cNvSpPr/>
            <p:nvPr/>
          </p:nvSpPr>
          <p:spPr>
            <a:xfrm>
              <a:off x="7632700" y="40005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Modern</a:t>
              </a:r>
              <a:endParaRPr lang="en-US" sz="1200" spc="0" kern="0" b="0" i="0" dirty="0">
                <a:solidFill>
                  <a:srgbClr val="FFFFFF"/>
                </a:solidFill>
                <a:latin typeface="IBM Plex Sans"/>
                <a:ea typeface="IBM Plex Sans"/>
                <a:cs typeface="IBM Plex Sans"/>
              </a:endParaRPr>
            </a:p>
          </p:txBody>
        </p:sp>
        <p:sp>
          <p:nvSpPr>
            <p:cNvPr id="29" name="node08.rows.slot-001.cells.slot-004.surface"/>
            <p:cNvSpPr/>
            <p:nvPr/>
          </p:nvSpPr>
          <p:spPr>
            <a:xfrm>
              <a:off x="9639300" y="3886200"/>
              <a:ext cx="1828800" cy="457200"/>
            </a:xfrm>
            <a:prstGeom prst="rect">
              <a:avLst/>
            </a:prstGeom>
            <a:solidFill>
              <a:srgbClr val="070154"/>
            </a:solidFill>
            <a:ln>
              <a:noFill/>
            </a:ln>
          </p:spPr>
        </p:sp>
        <p:sp>
          <p:nvSpPr>
            <p:cNvPr id="30" name="node08.rows.slot-001.cells.slot-004.text"/>
            <p:cNvSpPr/>
            <p:nvPr/>
          </p:nvSpPr>
          <p:spPr>
            <a:xfrm>
              <a:off x="9690100" y="40005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Modern</a:t>
              </a:r>
              <a:endParaRPr lang="en-US" sz="1200" spc="0" kern="0" b="0" i="0" dirty="0">
                <a:solidFill>
                  <a:srgbClr val="FFFFFF"/>
                </a:solidFill>
                <a:latin typeface="IBM Plex Sans"/>
                <a:ea typeface="IBM Plex Sans"/>
                <a:cs typeface="IBM Plex Sans"/>
              </a:endParaRPr>
            </a:p>
          </p:txBody>
        </p:sp>
        <p:sp>
          <p:nvSpPr>
            <p:cNvPr id="31" name="node08.rows.slot-002.label"/>
            <p:cNvSpPr/>
            <p:nvPr/>
          </p:nvSpPr>
          <p:spPr>
            <a:xfrm>
              <a:off x="723900" y="4724400"/>
              <a:ext cx="2590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INTERCOMPANY AND PAYABLES</a:t>
              </a:r>
              <a:endParaRPr lang="en-US" sz="900" spc="54" kern="0" b="0" i="0" dirty="0">
                <a:solidFill>
                  <a:srgbClr val="070154"/>
                </a:solidFill>
                <a:latin typeface="IBM Plex Mono SemiBold"/>
                <a:ea typeface="IBM Plex Mono SemiBold"/>
                <a:cs typeface="IBM Plex Mono SemiBold"/>
              </a:endParaRPr>
            </a:p>
          </p:txBody>
        </p:sp>
        <p:sp>
          <p:nvSpPr>
            <p:cNvPr id="32" name="node08.rows.slot-002.cells.slot-001.surface"/>
            <p:cNvSpPr/>
            <p:nvPr/>
          </p:nvSpPr>
          <p:spPr>
            <a:xfrm>
              <a:off x="3473450" y="4578350"/>
              <a:ext cx="1816100" cy="444500"/>
            </a:xfrm>
            <a:prstGeom prst="rect">
              <a:avLst/>
            </a:prstGeom>
            <a:solidFill>
              <a:srgbClr val="FFFFFF"/>
            </a:solidFill>
            <a:ln w="12700">
              <a:solidFill>
                <a:srgbClr val="CED7E6"/>
              </a:solidFill>
              <a:prstDash val="solid"/>
            </a:ln>
          </p:spPr>
        </p:sp>
        <p:sp>
          <p:nvSpPr>
            <p:cNvPr id="33" name="node08.rows.slot-002.cells.slot-001.text"/>
            <p:cNvSpPr/>
            <p:nvPr/>
          </p:nvSpPr>
          <p:spPr>
            <a:xfrm>
              <a:off x="3517900" y="46863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34" name="node08.rows.slot-002.cells.slot-002.surface"/>
            <p:cNvSpPr/>
            <p:nvPr/>
          </p:nvSpPr>
          <p:spPr>
            <a:xfrm>
              <a:off x="5530850" y="4578350"/>
              <a:ext cx="1816100" cy="444500"/>
            </a:xfrm>
            <a:prstGeom prst="rect">
              <a:avLst/>
            </a:prstGeom>
            <a:solidFill>
              <a:srgbClr val="FFFFFF"/>
            </a:solidFill>
            <a:ln w="12700">
              <a:solidFill>
                <a:srgbClr val="CED7E6"/>
              </a:solidFill>
              <a:prstDash val="solid"/>
            </a:ln>
          </p:spPr>
        </p:sp>
        <p:sp>
          <p:nvSpPr>
            <p:cNvPr id="35" name="node08.rows.slot-002.cells.slot-002.text"/>
            <p:cNvSpPr/>
            <p:nvPr/>
          </p:nvSpPr>
          <p:spPr>
            <a:xfrm>
              <a:off x="5575300" y="46863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36" name="node08.rows.slot-002.cells.slot-003.surface"/>
            <p:cNvSpPr/>
            <p:nvPr/>
          </p:nvSpPr>
          <p:spPr>
            <a:xfrm>
              <a:off x="7581900" y="4572000"/>
              <a:ext cx="1828800" cy="457200"/>
            </a:xfrm>
            <a:prstGeom prst="rect">
              <a:avLst/>
            </a:prstGeom>
            <a:solidFill>
              <a:srgbClr val="F900D3"/>
            </a:solidFill>
            <a:ln>
              <a:noFill/>
            </a:ln>
          </p:spPr>
        </p:sp>
        <p:sp>
          <p:nvSpPr>
            <p:cNvPr id="37" name="node08.rows.slot-002.cells.slot-003.text"/>
            <p:cNvSpPr/>
            <p:nvPr/>
          </p:nvSpPr>
          <p:spPr>
            <a:xfrm>
              <a:off x="7632700" y="46863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Coexistence</a:t>
              </a:r>
              <a:endParaRPr lang="en-US" sz="1200" spc="0" kern="0" b="0" i="0" dirty="0">
                <a:solidFill>
                  <a:srgbClr val="070154"/>
                </a:solidFill>
                <a:latin typeface="IBM Plex Sans"/>
                <a:ea typeface="IBM Plex Sans"/>
                <a:cs typeface="IBM Plex Sans"/>
              </a:endParaRPr>
            </a:p>
          </p:txBody>
        </p:sp>
        <p:sp>
          <p:nvSpPr>
            <p:cNvPr id="38" name="node08.rows.slot-002.cells.slot-004.surface"/>
            <p:cNvSpPr/>
            <p:nvPr/>
          </p:nvSpPr>
          <p:spPr>
            <a:xfrm>
              <a:off x="9639300" y="4572000"/>
              <a:ext cx="1828800" cy="457200"/>
            </a:xfrm>
            <a:prstGeom prst="rect">
              <a:avLst/>
            </a:prstGeom>
            <a:solidFill>
              <a:srgbClr val="070154"/>
            </a:solidFill>
            <a:ln>
              <a:noFill/>
            </a:ln>
          </p:spPr>
        </p:sp>
        <p:sp>
          <p:nvSpPr>
            <p:cNvPr id="39" name="node08.rows.slot-002.cells.slot-004.text"/>
            <p:cNvSpPr/>
            <p:nvPr/>
          </p:nvSpPr>
          <p:spPr>
            <a:xfrm>
              <a:off x="9690100" y="46863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Modern</a:t>
              </a:r>
              <a:endParaRPr lang="en-US" sz="1200" spc="0" kern="0" b="0" i="0" dirty="0">
                <a:solidFill>
                  <a:srgbClr val="FFFFFF"/>
                </a:solidFill>
                <a:latin typeface="IBM Plex Sans"/>
                <a:ea typeface="IBM Plex Sans"/>
                <a:cs typeface="IBM Plex Sans"/>
              </a:endParaRPr>
            </a:p>
          </p:txBody>
        </p:sp>
        <p:sp>
          <p:nvSpPr>
            <p:cNvPr id="40" name="node08.rows.slot-003.label"/>
            <p:cNvSpPr/>
            <p:nvPr/>
          </p:nvSpPr>
          <p:spPr>
            <a:xfrm>
              <a:off x="723900" y="5410200"/>
              <a:ext cx="2590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PLANNING AND REPORTING</a:t>
              </a:r>
              <a:endParaRPr lang="en-US" sz="900" spc="54" kern="0" b="0" i="0" dirty="0">
                <a:solidFill>
                  <a:srgbClr val="070154"/>
                </a:solidFill>
                <a:latin typeface="IBM Plex Mono SemiBold"/>
                <a:ea typeface="IBM Plex Mono SemiBold"/>
                <a:cs typeface="IBM Plex Mono SemiBold"/>
              </a:endParaRPr>
            </a:p>
          </p:txBody>
        </p:sp>
        <p:sp>
          <p:nvSpPr>
            <p:cNvPr id="41" name="node08.rows.slot-003.cells.slot-001.surface"/>
            <p:cNvSpPr/>
            <p:nvPr/>
          </p:nvSpPr>
          <p:spPr>
            <a:xfrm>
              <a:off x="3473450" y="5264150"/>
              <a:ext cx="1816100" cy="444500"/>
            </a:xfrm>
            <a:prstGeom prst="rect">
              <a:avLst/>
            </a:prstGeom>
            <a:solidFill>
              <a:srgbClr val="FFFFFF"/>
            </a:solidFill>
            <a:ln w="12700">
              <a:solidFill>
                <a:srgbClr val="CED7E6"/>
              </a:solidFill>
              <a:prstDash val="solid"/>
            </a:ln>
          </p:spPr>
        </p:sp>
        <p:sp>
          <p:nvSpPr>
            <p:cNvPr id="42" name="node08.rows.slot-003.cells.slot-001.text"/>
            <p:cNvSpPr/>
            <p:nvPr/>
          </p:nvSpPr>
          <p:spPr>
            <a:xfrm>
              <a:off x="3517900" y="53721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43" name="node08.rows.slot-003.cells.slot-002.surface"/>
            <p:cNvSpPr/>
            <p:nvPr/>
          </p:nvSpPr>
          <p:spPr>
            <a:xfrm>
              <a:off x="5530850" y="5264150"/>
              <a:ext cx="1816100" cy="444500"/>
            </a:xfrm>
            <a:prstGeom prst="rect">
              <a:avLst/>
            </a:prstGeom>
            <a:solidFill>
              <a:srgbClr val="FFFFFF"/>
            </a:solidFill>
            <a:ln w="12700">
              <a:solidFill>
                <a:srgbClr val="CED7E6"/>
              </a:solidFill>
              <a:prstDash val="solid"/>
            </a:ln>
          </p:spPr>
        </p:sp>
        <p:sp>
          <p:nvSpPr>
            <p:cNvPr id="44" name="node08.rows.slot-003.cells.slot-002.text"/>
            <p:cNvSpPr/>
            <p:nvPr/>
          </p:nvSpPr>
          <p:spPr>
            <a:xfrm>
              <a:off x="5575300" y="53721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45" name="node08.rows.slot-003.cells.slot-003.surface"/>
            <p:cNvSpPr/>
            <p:nvPr/>
          </p:nvSpPr>
          <p:spPr>
            <a:xfrm>
              <a:off x="7588250" y="5264150"/>
              <a:ext cx="1816100" cy="444500"/>
            </a:xfrm>
            <a:prstGeom prst="rect">
              <a:avLst/>
            </a:prstGeom>
            <a:solidFill>
              <a:srgbClr val="FFFFFF"/>
            </a:solidFill>
            <a:ln w="12700">
              <a:solidFill>
                <a:srgbClr val="CED7E6"/>
              </a:solidFill>
              <a:prstDash val="solid"/>
            </a:ln>
          </p:spPr>
        </p:sp>
        <p:sp>
          <p:nvSpPr>
            <p:cNvPr id="46" name="node08.rows.slot-003.cells.slot-003.text"/>
            <p:cNvSpPr/>
            <p:nvPr/>
          </p:nvSpPr>
          <p:spPr>
            <a:xfrm>
              <a:off x="7632700" y="53721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47" name="node08.rows.slot-003.cells.slot-004.surface"/>
            <p:cNvSpPr/>
            <p:nvPr/>
          </p:nvSpPr>
          <p:spPr>
            <a:xfrm>
              <a:off x="9639300" y="5257800"/>
              <a:ext cx="1828800" cy="457200"/>
            </a:xfrm>
            <a:prstGeom prst="rect">
              <a:avLst/>
            </a:prstGeom>
            <a:solidFill>
              <a:srgbClr val="F900D3"/>
            </a:solidFill>
            <a:ln>
              <a:noFill/>
            </a:ln>
          </p:spPr>
        </p:sp>
        <p:sp>
          <p:nvSpPr>
            <p:cNvPr id="48" name="node08.rows.slot-003.cells.slot-004.text"/>
            <p:cNvSpPr/>
            <p:nvPr/>
          </p:nvSpPr>
          <p:spPr>
            <a:xfrm>
              <a:off x="9690100" y="53721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Coexistence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ource-363">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3742332" y="733532"/>
            <a:ext cx="2185496" cy="374904"/>
          </a:xfrm>
          <a:prstGeom prst="rect">
            <a:avLst/>
          </a:prstGeom>
        </p:spPr>
      </p:pic>
      <p:sp>
        <p:nvSpPr>
          <p:cNvPr id="5"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Four phases to a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5-day close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67</a:t>
            </a:fld>
            <a:endParaRPr lang="en-US" sz="700" spc="0" kern="0" b="0" i="0" dirty="0">
              <a:solidFill>
                <a:srgbClr val="FFFFFF"/>
              </a:solidFill>
              <a:latin typeface="IBM Plex Mono SemiBold"/>
              <a:ea typeface="IBM Plex Mono SemiBold"/>
              <a:cs typeface="IBM Plex Mono SemiBold"/>
            </a:endParaRPr>
          </a:p>
        </p:txBody>
      </p:sp>
      <p:grpSp>
        <p:nvGrpSpPr>
          <p:cNvPr id="86" name="node01"/>
          <p:cNvGrpSpPr/>
          <p:nvPr/>
        </p:nvGrpSpPr>
        <p:grpSpPr>
          <a:xfrm>
            <a:off x="723900" y="1600200"/>
            <a:ext cx="7308660" cy="3962400"/>
            <a:chOff x="723900" y="1600200"/>
            <a:chExt cx="7308660" cy="3962400"/>
          </a:xfrm>
        </p:grpSpPr>
        <p:sp>
          <p:nvSpPr>
            <p:cNvPr id="7" name="node01.axis"/>
            <p:cNvSpPr/>
            <p:nvPr/>
          </p:nvSpPr>
          <p:spPr>
            <a:xfrm>
              <a:off x="723900" y="5257800"/>
              <a:ext cx="7086600" cy="0"/>
            </a:xfrm>
            <a:custGeom>
              <a:avLst/>
              <a:gdLst/>
              <a:ahLst/>
              <a:cxnLst/>
              <a:rect l="l" t="t" r="r" b="b"/>
              <a:pathLst>
                <a:path w="7086600">
                  <a:moveTo>
                    <a:pt x="0" y="0"/>
                  </a:moveTo>
                  <a:lnTo>
                    <a:pt x="7086600" y="0"/>
                  </a:lnTo>
                </a:path>
              </a:pathLst>
            </a:custGeom>
            <a:ln w="12700">
              <a:solidFill>
                <a:srgbClr val="CED7E6"/>
              </a:solidFill>
              <a:prstDash val="solid"/>
            </a:ln>
          </p:spPr>
        </p:sp>
        <p:sp>
          <p:nvSpPr>
            <p:cNvPr id="8" name="node01.phases.slot-001.surface"/>
            <p:cNvSpPr/>
            <p:nvPr/>
          </p:nvSpPr>
          <p:spPr>
            <a:xfrm>
              <a:off x="723900" y="1600200"/>
              <a:ext cx="1600200" cy="3429000"/>
            </a:xfrm>
            <a:prstGeom prst="rect">
              <a:avLst/>
            </a:prstGeom>
            <a:solidFill>
              <a:srgbClr val="FFFFFF"/>
            </a:solidFill>
            <a:ln>
              <a:noFill/>
            </a:ln>
          </p:spPr>
        </p:sp>
        <p:sp>
          <p:nvSpPr>
            <p:cNvPr id="9" name="node01.phases.slot-001.rule"/>
            <p:cNvSpPr/>
            <p:nvPr/>
          </p:nvSpPr>
          <p:spPr>
            <a:xfrm>
              <a:off x="723900" y="1600200"/>
              <a:ext cx="1600200" cy="76200"/>
            </a:xfrm>
            <a:prstGeom prst="rect">
              <a:avLst/>
            </a:prstGeom>
            <a:solidFill>
              <a:srgbClr val="070154"/>
            </a:solidFill>
            <a:ln>
              <a:noFill/>
            </a:ln>
          </p:spPr>
        </p:sp>
        <p:sp>
          <p:nvSpPr>
            <p:cNvPr id="10" name="node01.phases.slot-001.number"/>
            <p:cNvSpPr/>
            <p:nvPr/>
          </p:nvSpPr>
          <p:spPr>
            <a:xfrm>
              <a:off x="723900" y="18288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1</a:t>
              </a:r>
              <a:endParaRPr lang="en-US" sz="900" spc="54" kern="0" b="0" i="0" dirty="0">
                <a:solidFill>
                  <a:srgbClr val="0047FF"/>
                </a:solidFill>
                <a:latin typeface="IBM Plex Mono Medium"/>
                <a:ea typeface="IBM Plex Mono Medium"/>
                <a:cs typeface="IBM Plex Mono Medium"/>
              </a:endParaRPr>
            </a:p>
          </p:txBody>
        </p:sp>
        <p:sp>
          <p:nvSpPr>
            <p:cNvPr id="11" name="node01.phases.slot-001.duration"/>
            <p:cNvSpPr/>
            <p:nvPr/>
          </p:nvSpPr>
          <p:spPr>
            <a:xfrm>
              <a:off x="1998216" y="1828800"/>
              <a:ext cx="325884"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1 WK</a:t>
              </a:r>
              <a:endParaRPr lang="en-US" sz="900" spc="54" kern="0" b="0" i="0" dirty="0">
                <a:solidFill>
                  <a:srgbClr val="50658E"/>
                </a:solidFill>
                <a:latin typeface="IBM Plex Mono Medium"/>
                <a:ea typeface="IBM Plex Mono Medium"/>
                <a:cs typeface="IBM Plex Mono Medium"/>
              </a:endParaRPr>
            </a:p>
          </p:txBody>
        </p:sp>
        <p:sp>
          <p:nvSpPr>
            <p:cNvPr id="12" name="node01.phases.slot-001.copy.part-0"/>
            <p:cNvSpPr/>
            <p:nvPr/>
          </p:nvSpPr>
          <p:spPr>
            <a:xfrm>
              <a:off x="723900" y="2057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Mobilize</a:t>
              </a:r>
              <a:endParaRPr lang="en-US" sz="1800" spc="-18" kern="0" b="0" i="0" dirty="0">
                <a:solidFill>
                  <a:srgbClr val="070154"/>
                </a:solidFill>
                <a:latin typeface="IBM Plex Sans SemiBold"/>
                <a:ea typeface="IBM Plex Sans SemiBold"/>
                <a:cs typeface="IBM Plex Sans SemiBold"/>
              </a:endParaRPr>
            </a:p>
          </p:txBody>
        </p:sp>
        <p:sp>
          <p:nvSpPr>
            <p:cNvPr id="13" name="node01.phases.slot-001.copy.part-1"/>
            <p:cNvSpPr/>
            <p:nvPr/>
          </p:nvSpPr>
          <p:spPr>
            <a:xfrm>
              <a:off x="723900" y="24384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 data access and plan in place.</a:t>
              </a:r>
              <a:endParaRPr lang="en-US" sz="1200" spc="0" kern="0" b="0" i="0" dirty="0">
                <a:solidFill>
                  <a:srgbClr val="070154"/>
                </a:solidFill>
                <a:latin typeface="IBM Plex Sans"/>
                <a:ea typeface="IBM Plex Sans"/>
                <a:cs typeface="IBM Plex Sans"/>
              </a:endParaRPr>
            </a:p>
          </p:txBody>
        </p:sp>
        <p:sp>
          <p:nvSpPr>
            <p:cNvPr id="14" name="node01.phases.slot-001.section-0"/>
            <p:cNvSpPr/>
            <p:nvPr/>
          </p:nvSpPr>
          <p:spPr>
            <a:xfrm>
              <a:off x="723900" y="30861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8" name="node01.phases.slot-001.activities"/>
            <p:cNvGrpSpPr/>
            <p:nvPr/>
          </p:nvGrpSpPr>
          <p:grpSpPr>
            <a:xfrm>
              <a:off x="723900" y="3314700"/>
              <a:ext cx="1600200" cy="723900"/>
              <a:chOff x="723900" y="3314700"/>
              <a:chExt cx="1600200" cy="723900"/>
            </a:xfrm>
          </p:grpSpPr>
          <p:sp>
            <p:nvSpPr>
              <p:cNvPr id="15" name="node01.phases.slot-001.activities.source-001.bullet"/>
              <p:cNvSpPr/>
              <p:nvPr/>
            </p:nvSpPr>
            <p:spPr>
              <a:xfrm>
                <a:off x="723900" y="3403600"/>
                <a:ext cx="38100" cy="38100"/>
              </a:xfrm>
              <a:prstGeom prst="rect">
                <a:avLst/>
              </a:prstGeom>
              <a:solidFill>
                <a:srgbClr val="070154"/>
              </a:solidFill>
              <a:ln>
                <a:noFill/>
              </a:ln>
            </p:spPr>
          </p:sp>
          <p:sp>
            <p:nvSpPr>
              <p:cNvPr id="16" name="node01.phases.slot-001.activities.source-001.text"/>
              <p:cNvSpPr/>
              <p:nvPr/>
            </p:nvSpPr>
            <p:spPr>
              <a:xfrm>
                <a:off x="876300" y="3314700"/>
                <a:ext cx="1447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Kickoff and interviews</a:t>
                </a:r>
                <a:endParaRPr lang="en-US" sz="1200" spc="0" kern="0" b="0" i="0" dirty="0">
                  <a:solidFill>
                    <a:srgbClr val="070154"/>
                  </a:solidFill>
                  <a:latin typeface="IBM Plex Sans"/>
                  <a:ea typeface="IBM Plex Sans"/>
                  <a:cs typeface="IBM Plex Sans"/>
                </a:endParaRPr>
              </a:p>
            </p:txBody>
          </p:sp>
          <p:sp>
            <p:nvSpPr>
              <p:cNvPr id="17" name="node01.phases.slot-001.activities.source-002.bullet"/>
              <p:cNvSpPr/>
              <p:nvPr/>
            </p:nvSpPr>
            <p:spPr>
              <a:xfrm>
                <a:off x="723900" y="3898900"/>
                <a:ext cx="38100" cy="38100"/>
              </a:xfrm>
              <a:prstGeom prst="rect">
                <a:avLst/>
              </a:prstGeom>
              <a:solidFill>
                <a:srgbClr val="070154"/>
              </a:solidFill>
              <a:ln>
                <a:noFill/>
              </a:ln>
            </p:spPr>
          </p:sp>
          <p:sp>
            <p:nvSpPr>
              <p:cNvPr id="18" name="node01.phases.slot-001.activities.source-002.text"/>
              <p:cNvSpPr/>
              <p:nvPr/>
            </p:nvSpPr>
            <p:spPr>
              <a:xfrm>
                <a:off x="876300" y="38100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access</a:t>
                </a:r>
                <a:endParaRPr lang="en-US" sz="1200" spc="0" kern="0" b="0" i="0" dirty="0">
                  <a:solidFill>
                    <a:srgbClr val="070154"/>
                  </a:solidFill>
                  <a:latin typeface="IBM Plex Sans"/>
                  <a:ea typeface="IBM Plex Sans"/>
                  <a:cs typeface="IBM Plex Sans"/>
                </a:endParaRPr>
              </a:p>
            </p:txBody>
          </p:sp>
        </p:grpSp>
        <p:sp>
          <p:nvSpPr>
            <p:cNvPr id="19" name="node01.phases.slot-001.section-1"/>
            <p:cNvSpPr/>
            <p:nvPr/>
          </p:nvSpPr>
          <p:spPr>
            <a:xfrm>
              <a:off x="723900" y="42291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9" name="node01.phases.slot-001.deliverables"/>
            <p:cNvGrpSpPr/>
            <p:nvPr/>
          </p:nvGrpSpPr>
          <p:grpSpPr>
            <a:xfrm>
              <a:off x="723900" y="4457700"/>
              <a:ext cx="1600200" cy="228600"/>
              <a:chOff x="723900" y="4457700"/>
              <a:chExt cx="1600200" cy="228600"/>
            </a:xfrm>
          </p:grpSpPr>
          <p:sp>
            <p:nvSpPr>
              <p:cNvPr id="20" name="node01.phases.slot-001.deliverables.source-001.bullet"/>
              <p:cNvSpPr/>
              <p:nvPr/>
            </p:nvSpPr>
            <p:spPr>
              <a:xfrm>
                <a:off x="723900" y="4546600"/>
                <a:ext cx="38100" cy="38100"/>
              </a:xfrm>
              <a:prstGeom prst="rect">
                <a:avLst/>
              </a:prstGeom>
              <a:solidFill>
                <a:srgbClr val="070154"/>
              </a:solidFill>
              <a:ln>
                <a:noFill/>
              </a:ln>
            </p:spPr>
          </p:sp>
          <p:sp>
            <p:nvSpPr>
              <p:cNvPr id="21" name="node01.phases.slot-001.deliverables.source-001.text"/>
              <p:cNvSpPr/>
              <p:nvPr/>
            </p:nvSpPr>
            <p:spPr>
              <a:xfrm>
                <a:off x="876300" y="44577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Project plan</a:t>
                </a:r>
                <a:endParaRPr lang="en-US" sz="1200" spc="0" kern="0" b="0" i="0" dirty="0">
                  <a:solidFill>
                    <a:srgbClr val="070154"/>
                  </a:solidFill>
                  <a:latin typeface="IBM Plex Sans"/>
                  <a:ea typeface="IBM Plex Sans"/>
                  <a:cs typeface="IBM Plex Sans"/>
                </a:endParaRPr>
              </a:p>
            </p:txBody>
          </p:sp>
        </p:grpSp>
        <p:sp>
          <p:nvSpPr>
            <p:cNvPr id="22" name="node01.phases.slot-001.gate"/>
            <p:cNvSpPr/>
            <p:nvPr/>
          </p:nvSpPr>
          <p:spPr>
            <a:xfrm>
              <a:off x="2330641" y="5150041"/>
              <a:ext cx="215519" cy="215519"/>
            </a:xfrm>
            <a:prstGeom prst="diamond">
              <a:avLst/>
            </a:prstGeom>
            <a:solidFill>
              <a:srgbClr val="070154"/>
            </a:solidFill>
            <a:ln>
              <a:noFill/>
            </a:ln>
          </p:spPr>
        </p:sp>
        <p:sp>
          <p:nvSpPr>
            <p:cNvPr id="23" name="node01.phases.slot-001.gate-label"/>
            <p:cNvSpPr/>
            <p:nvPr/>
          </p:nvSpPr>
          <p:spPr>
            <a:xfrm>
              <a:off x="1676400" y="5410200"/>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G1 · MOBILIZED</a:t>
              </a:r>
              <a:endParaRPr lang="en-US" sz="900" spc="54" kern="0" b="0" i="0" dirty="0">
                <a:solidFill>
                  <a:srgbClr val="070154"/>
                </a:solidFill>
                <a:latin typeface="IBM Plex Mono SemiBold"/>
                <a:ea typeface="IBM Plex Mono SemiBold"/>
                <a:cs typeface="IBM Plex Mono SemiBold"/>
              </a:endParaRPr>
            </a:p>
          </p:txBody>
        </p:sp>
        <p:sp>
          <p:nvSpPr>
            <p:cNvPr id="24" name="node01.phases.slot-002.surface"/>
            <p:cNvSpPr/>
            <p:nvPr/>
          </p:nvSpPr>
          <p:spPr>
            <a:xfrm>
              <a:off x="2552700" y="1600200"/>
              <a:ext cx="1600200" cy="3429000"/>
            </a:xfrm>
            <a:prstGeom prst="rect">
              <a:avLst/>
            </a:prstGeom>
            <a:solidFill>
              <a:srgbClr val="FFFFFF"/>
            </a:solidFill>
            <a:ln>
              <a:noFill/>
            </a:ln>
          </p:spPr>
        </p:sp>
        <p:sp>
          <p:nvSpPr>
            <p:cNvPr id="25" name="node01.phases.slot-002.rule"/>
            <p:cNvSpPr/>
            <p:nvPr/>
          </p:nvSpPr>
          <p:spPr>
            <a:xfrm>
              <a:off x="2552700" y="1600200"/>
              <a:ext cx="1600200" cy="76200"/>
            </a:xfrm>
            <a:prstGeom prst="rect">
              <a:avLst/>
            </a:prstGeom>
            <a:solidFill>
              <a:srgbClr val="070154"/>
            </a:solidFill>
            <a:ln>
              <a:noFill/>
            </a:ln>
          </p:spPr>
        </p:sp>
        <p:sp>
          <p:nvSpPr>
            <p:cNvPr id="26" name="node01.phases.slot-002.number"/>
            <p:cNvSpPr/>
            <p:nvPr/>
          </p:nvSpPr>
          <p:spPr>
            <a:xfrm>
              <a:off x="2552700" y="18288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2</a:t>
              </a:r>
              <a:endParaRPr lang="en-US" sz="900" spc="54" kern="0" b="0" i="0" dirty="0">
                <a:solidFill>
                  <a:srgbClr val="0047FF"/>
                </a:solidFill>
                <a:latin typeface="IBM Plex Mono Medium"/>
                <a:ea typeface="IBM Plex Mono Medium"/>
                <a:cs typeface="IBM Plex Mono Medium"/>
              </a:endParaRPr>
            </a:p>
          </p:txBody>
        </p:sp>
        <p:sp>
          <p:nvSpPr>
            <p:cNvPr id="27" name="node01.phases.slot-002.duration"/>
            <p:cNvSpPr/>
            <p:nvPr/>
          </p:nvSpPr>
          <p:spPr>
            <a:xfrm>
              <a:off x="3751895" y="1828800"/>
              <a:ext cx="401005"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3 WKS</a:t>
              </a:r>
              <a:endParaRPr lang="en-US" sz="900" spc="54" kern="0" b="0" i="0" dirty="0">
                <a:solidFill>
                  <a:srgbClr val="50658E"/>
                </a:solidFill>
                <a:latin typeface="IBM Plex Mono Medium"/>
                <a:ea typeface="IBM Plex Mono Medium"/>
                <a:cs typeface="IBM Plex Mono Medium"/>
              </a:endParaRPr>
            </a:p>
          </p:txBody>
        </p:sp>
        <p:sp>
          <p:nvSpPr>
            <p:cNvPr id="28" name="node01.phases.slot-002.copy.part-0"/>
            <p:cNvSpPr/>
            <p:nvPr/>
          </p:nvSpPr>
          <p:spPr>
            <a:xfrm>
              <a:off x="2552700" y="2057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a:t>
              </a:r>
              <a:endParaRPr lang="en-US" sz="1800" spc="-18" kern="0" b="0" i="0" dirty="0">
                <a:solidFill>
                  <a:srgbClr val="070154"/>
                </a:solidFill>
                <a:latin typeface="IBM Plex Sans SemiBold"/>
                <a:ea typeface="IBM Plex Sans SemiBold"/>
                <a:cs typeface="IBM Plex Sans SemiBold"/>
              </a:endParaRPr>
            </a:p>
          </p:txBody>
        </p:sp>
        <p:sp>
          <p:nvSpPr>
            <p:cNvPr id="29" name="node01.phases.slot-002.copy.part-1"/>
            <p:cNvSpPr/>
            <p:nvPr/>
          </p:nvSpPr>
          <p:spPr>
            <a:xfrm>
              <a:off x="2552700" y="24384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Know where the 12 days go.</a:t>
              </a:r>
              <a:endParaRPr lang="en-US" sz="1200" spc="0" kern="0" b="0" i="0" dirty="0">
                <a:solidFill>
                  <a:srgbClr val="070154"/>
                </a:solidFill>
                <a:latin typeface="IBM Plex Sans"/>
                <a:ea typeface="IBM Plex Sans"/>
                <a:cs typeface="IBM Plex Sans"/>
              </a:endParaRPr>
            </a:p>
          </p:txBody>
        </p:sp>
        <p:sp>
          <p:nvSpPr>
            <p:cNvPr id="30" name="node01.phases.slot-002.section-0"/>
            <p:cNvSpPr/>
            <p:nvPr/>
          </p:nvSpPr>
          <p:spPr>
            <a:xfrm>
              <a:off x="2552700" y="30861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80" name="node01.phases.slot-002.activities"/>
            <p:cNvGrpSpPr/>
            <p:nvPr/>
          </p:nvGrpSpPr>
          <p:grpSpPr>
            <a:xfrm>
              <a:off x="2552700" y="3314700"/>
              <a:ext cx="1600200" cy="723900"/>
              <a:chOff x="2552700" y="3314700"/>
              <a:chExt cx="1600200" cy="723900"/>
            </a:xfrm>
          </p:grpSpPr>
          <p:sp>
            <p:nvSpPr>
              <p:cNvPr id="31" name="node01.phases.slot-002.activities.source-001.bullet"/>
              <p:cNvSpPr/>
              <p:nvPr/>
            </p:nvSpPr>
            <p:spPr>
              <a:xfrm>
                <a:off x="2552700" y="3403600"/>
                <a:ext cx="38100" cy="38100"/>
              </a:xfrm>
              <a:prstGeom prst="rect">
                <a:avLst/>
              </a:prstGeom>
              <a:solidFill>
                <a:srgbClr val="070154"/>
              </a:solidFill>
              <a:ln>
                <a:noFill/>
              </a:ln>
            </p:spPr>
          </p:sp>
          <p:sp>
            <p:nvSpPr>
              <p:cNvPr id="32" name="node01.phases.slot-002.activities.source-001.text"/>
              <p:cNvSpPr/>
              <p:nvPr/>
            </p:nvSpPr>
            <p:spPr>
              <a:xfrm>
                <a:off x="2705100" y="3314700"/>
                <a:ext cx="1447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calendar mapping</a:t>
                </a:r>
                <a:endParaRPr lang="en-US" sz="1200" spc="0" kern="0" b="0" i="0" dirty="0">
                  <a:solidFill>
                    <a:srgbClr val="070154"/>
                  </a:solidFill>
                  <a:latin typeface="IBM Plex Sans"/>
                  <a:ea typeface="IBM Plex Sans"/>
                  <a:cs typeface="IBM Plex Sans"/>
                </a:endParaRPr>
              </a:p>
            </p:txBody>
          </p:sp>
          <p:sp>
            <p:nvSpPr>
              <p:cNvPr id="33" name="node01.phases.slot-002.activities.source-002.bullet"/>
              <p:cNvSpPr/>
              <p:nvPr/>
            </p:nvSpPr>
            <p:spPr>
              <a:xfrm>
                <a:off x="2552700" y="3898900"/>
                <a:ext cx="38100" cy="38100"/>
              </a:xfrm>
              <a:prstGeom prst="rect">
                <a:avLst/>
              </a:prstGeom>
              <a:solidFill>
                <a:srgbClr val="070154"/>
              </a:solidFill>
              <a:ln>
                <a:noFill/>
              </a:ln>
            </p:spPr>
          </p:sp>
          <p:sp>
            <p:nvSpPr>
              <p:cNvPr id="34" name="node01.phases.slot-002.activities.source-002.text"/>
              <p:cNvSpPr/>
              <p:nvPr/>
            </p:nvSpPr>
            <p:spPr>
              <a:xfrm>
                <a:off x="2705100" y="38100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Delay ranking</a:t>
                </a:r>
                <a:endParaRPr lang="en-US" sz="1200" spc="0" kern="0" b="0" i="0" dirty="0">
                  <a:solidFill>
                    <a:srgbClr val="070154"/>
                  </a:solidFill>
                  <a:latin typeface="IBM Plex Sans"/>
                  <a:ea typeface="IBM Plex Sans"/>
                  <a:cs typeface="IBM Plex Sans"/>
                </a:endParaRPr>
              </a:p>
            </p:txBody>
          </p:sp>
        </p:grpSp>
        <p:sp>
          <p:nvSpPr>
            <p:cNvPr id="35" name="node01.phases.slot-002.section-1"/>
            <p:cNvSpPr/>
            <p:nvPr/>
          </p:nvSpPr>
          <p:spPr>
            <a:xfrm>
              <a:off x="2552700" y="42291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81" name="node01.phases.slot-002.deliverables"/>
            <p:cNvGrpSpPr/>
            <p:nvPr/>
          </p:nvGrpSpPr>
          <p:grpSpPr>
            <a:xfrm>
              <a:off x="2552700" y="4457700"/>
              <a:ext cx="1600200" cy="228600"/>
              <a:chOff x="2552700" y="4457700"/>
              <a:chExt cx="1600200" cy="228600"/>
            </a:xfrm>
          </p:grpSpPr>
          <p:sp>
            <p:nvSpPr>
              <p:cNvPr id="36" name="node01.phases.slot-002.deliverables.source-001.bullet"/>
              <p:cNvSpPr/>
              <p:nvPr/>
            </p:nvSpPr>
            <p:spPr>
              <a:xfrm>
                <a:off x="2552700" y="4546600"/>
                <a:ext cx="38100" cy="38100"/>
              </a:xfrm>
              <a:prstGeom prst="rect">
                <a:avLst/>
              </a:prstGeom>
              <a:solidFill>
                <a:srgbClr val="070154"/>
              </a:solidFill>
              <a:ln>
                <a:noFill/>
              </a:ln>
            </p:spPr>
          </p:sp>
          <p:sp>
            <p:nvSpPr>
              <p:cNvPr id="37" name="node01.phases.slot-002.deliverables.source-001.text"/>
              <p:cNvSpPr/>
              <p:nvPr/>
            </p:nvSpPr>
            <p:spPr>
              <a:xfrm>
                <a:off x="2705100" y="44577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Diagnostic readout</a:t>
                </a:r>
                <a:endParaRPr lang="en-US" sz="1200" spc="0" kern="0" b="0" i="0" dirty="0">
                  <a:solidFill>
                    <a:srgbClr val="070154"/>
                  </a:solidFill>
                  <a:latin typeface="IBM Plex Sans"/>
                  <a:ea typeface="IBM Plex Sans"/>
                  <a:cs typeface="IBM Plex Sans"/>
                </a:endParaRPr>
              </a:p>
            </p:txBody>
          </p:sp>
        </p:grpSp>
        <p:sp>
          <p:nvSpPr>
            <p:cNvPr id="38" name="node01.phases.slot-002.gate"/>
            <p:cNvSpPr/>
            <p:nvPr/>
          </p:nvSpPr>
          <p:spPr>
            <a:xfrm>
              <a:off x="4159440" y="5150041"/>
              <a:ext cx="215519" cy="215519"/>
            </a:xfrm>
            <a:prstGeom prst="diamond">
              <a:avLst/>
            </a:prstGeom>
            <a:solidFill>
              <a:srgbClr val="070154"/>
            </a:solidFill>
            <a:ln>
              <a:noFill/>
            </a:ln>
          </p:spPr>
        </p:sp>
        <p:sp>
          <p:nvSpPr>
            <p:cNvPr id="39" name="node01.phases.slot-002.gate-label"/>
            <p:cNvSpPr/>
            <p:nvPr/>
          </p:nvSpPr>
          <p:spPr>
            <a:xfrm>
              <a:off x="3505200" y="5410200"/>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G2 · READOUT</a:t>
              </a:r>
              <a:endParaRPr lang="en-US" sz="900" spc="54" kern="0" b="0" i="0" dirty="0">
                <a:solidFill>
                  <a:srgbClr val="070154"/>
                </a:solidFill>
                <a:latin typeface="IBM Plex Mono SemiBold"/>
                <a:ea typeface="IBM Plex Mono SemiBold"/>
                <a:cs typeface="IBM Plex Mono SemiBold"/>
              </a:endParaRPr>
            </a:p>
          </p:txBody>
        </p:sp>
        <p:sp>
          <p:nvSpPr>
            <p:cNvPr id="40" name="node01.phases.slot-003.surface"/>
            <p:cNvSpPr/>
            <p:nvPr/>
          </p:nvSpPr>
          <p:spPr>
            <a:xfrm>
              <a:off x="4381500" y="1600200"/>
              <a:ext cx="1600200" cy="3429000"/>
            </a:xfrm>
            <a:prstGeom prst="rect">
              <a:avLst/>
            </a:prstGeom>
            <a:solidFill>
              <a:srgbClr val="FFFFFF"/>
            </a:solidFill>
            <a:ln>
              <a:noFill/>
            </a:ln>
          </p:spPr>
        </p:sp>
        <p:sp>
          <p:nvSpPr>
            <p:cNvPr id="41" name="node01.phases.slot-003.rule"/>
            <p:cNvSpPr/>
            <p:nvPr/>
          </p:nvSpPr>
          <p:spPr>
            <a:xfrm>
              <a:off x="4381500" y="1600200"/>
              <a:ext cx="1600200" cy="76200"/>
            </a:xfrm>
            <a:prstGeom prst="rect">
              <a:avLst/>
            </a:prstGeom>
            <a:solidFill>
              <a:srgbClr val="070154"/>
            </a:solidFill>
            <a:ln>
              <a:noFill/>
            </a:ln>
          </p:spPr>
        </p:sp>
        <p:sp>
          <p:nvSpPr>
            <p:cNvPr id="42" name="node01.phases.slot-003.number"/>
            <p:cNvSpPr/>
            <p:nvPr/>
          </p:nvSpPr>
          <p:spPr>
            <a:xfrm>
              <a:off x="4381500" y="18288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3</a:t>
              </a:r>
              <a:endParaRPr lang="en-US" sz="900" spc="54" kern="0" b="0" i="0" dirty="0">
                <a:solidFill>
                  <a:srgbClr val="0047FF"/>
                </a:solidFill>
                <a:latin typeface="IBM Plex Mono Medium"/>
                <a:ea typeface="IBM Plex Mono Medium"/>
                <a:cs typeface="IBM Plex Mono Medium"/>
              </a:endParaRPr>
            </a:p>
          </p:txBody>
        </p:sp>
        <p:sp>
          <p:nvSpPr>
            <p:cNvPr id="43" name="node01.phases.slot-003.duration"/>
            <p:cNvSpPr/>
            <p:nvPr/>
          </p:nvSpPr>
          <p:spPr>
            <a:xfrm>
              <a:off x="5580695" y="1828800"/>
              <a:ext cx="401005"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3 WKS</a:t>
              </a:r>
              <a:endParaRPr lang="en-US" sz="900" spc="54" kern="0" b="0" i="0" dirty="0">
                <a:solidFill>
                  <a:srgbClr val="50658E"/>
                </a:solidFill>
                <a:latin typeface="IBM Plex Mono Medium"/>
                <a:ea typeface="IBM Plex Mono Medium"/>
                <a:cs typeface="IBM Plex Mono Medium"/>
              </a:endParaRPr>
            </a:p>
          </p:txBody>
        </p:sp>
        <p:sp>
          <p:nvSpPr>
            <p:cNvPr id="44" name="node01.phases.slot-003.copy.part-0"/>
            <p:cNvSpPr/>
            <p:nvPr/>
          </p:nvSpPr>
          <p:spPr>
            <a:xfrm>
              <a:off x="4381500" y="2057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Design</a:t>
              </a:r>
              <a:endParaRPr lang="en-US" sz="1800" spc="-18" kern="0" b="0" i="0" dirty="0">
                <a:solidFill>
                  <a:srgbClr val="070154"/>
                </a:solidFill>
                <a:latin typeface="IBM Plex Sans SemiBold"/>
                <a:ea typeface="IBM Plex Sans SemiBold"/>
                <a:cs typeface="IBM Plex Sans SemiBold"/>
              </a:endParaRPr>
            </a:p>
          </p:txBody>
        </p:sp>
        <p:sp>
          <p:nvSpPr>
            <p:cNvPr id="45" name="node01.phases.slot-003.copy.part-1"/>
            <p:cNvSpPr/>
            <p:nvPr/>
          </p:nvSpPr>
          <p:spPr>
            <a:xfrm>
              <a:off x="4381500" y="24384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five-day close, designed.</a:t>
              </a:r>
              <a:endParaRPr lang="en-US" sz="1200" spc="0" kern="0" b="0" i="0" dirty="0">
                <a:solidFill>
                  <a:srgbClr val="070154"/>
                </a:solidFill>
                <a:latin typeface="IBM Plex Sans"/>
                <a:ea typeface="IBM Plex Sans"/>
                <a:cs typeface="IBM Plex Sans"/>
              </a:endParaRPr>
            </a:p>
          </p:txBody>
        </p:sp>
        <p:sp>
          <p:nvSpPr>
            <p:cNvPr id="46" name="node01.phases.slot-003.section-0"/>
            <p:cNvSpPr/>
            <p:nvPr/>
          </p:nvSpPr>
          <p:spPr>
            <a:xfrm>
              <a:off x="4381500" y="30861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82" name="node01.phases.slot-003.activities"/>
            <p:cNvGrpSpPr/>
            <p:nvPr/>
          </p:nvGrpSpPr>
          <p:grpSpPr>
            <a:xfrm>
              <a:off x="4381500" y="3314700"/>
              <a:ext cx="1600200" cy="495300"/>
              <a:chOff x="4381500" y="3314700"/>
              <a:chExt cx="1600200" cy="495300"/>
            </a:xfrm>
          </p:grpSpPr>
          <p:sp>
            <p:nvSpPr>
              <p:cNvPr id="47" name="node01.phases.slot-003.activities.source-001.bullet"/>
              <p:cNvSpPr/>
              <p:nvPr/>
            </p:nvSpPr>
            <p:spPr>
              <a:xfrm>
                <a:off x="4381500" y="3403600"/>
                <a:ext cx="38100" cy="38100"/>
              </a:xfrm>
              <a:prstGeom prst="rect">
                <a:avLst/>
              </a:prstGeom>
              <a:solidFill>
                <a:srgbClr val="070154"/>
              </a:solidFill>
              <a:ln>
                <a:noFill/>
              </a:ln>
            </p:spPr>
          </p:sp>
          <p:sp>
            <p:nvSpPr>
              <p:cNvPr id="48" name="node01.phases.slot-003.activities.source-001.text"/>
              <p:cNvSpPr/>
              <p:nvPr/>
            </p:nvSpPr>
            <p:spPr>
              <a:xfrm>
                <a:off x="4533900" y="33147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Rules and routing</a:t>
                </a:r>
                <a:endParaRPr lang="en-US" sz="1200" spc="0" kern="0" b="0" i="0" dirty="0">
                  <a:solidFill>
                    <a:srgbClr val="070154"/>
                  </a:solidFill>
                  <a:latin typeface="IBM Plex Sans"/>
                  <a:ea typeface="IBM Plex Sans"/>
                  <a:cs typeface="IBM Plex Sans"/>
                </a:endParaRPr>
              </a:p>
            </p:txBody>
          </p:sp>
          <p:sp>
            <p:nvSpPr>
              <p:cNvPr id="49" name="node01.phases.slot-003.activities.source-002.bullet"/>
              <p:cNvSpPr/>
              <p:nvPr/>
            </p:nvSpPr>
            <p:spPr>
              <a:xfrm>
                <a:off x="4381500" y="3670300"/>
                <a:ext cx="38100" cy="38100"/>
              </a:xfrm>
              <a:prstGeom prst="rect">
                <a:avLst/>
              </a:prstGeom>
              <a:solidFill>
                <a:srgbClr val="070154"/>
              </a:solidFill>
              <a:ln>
                <a:noFill/>
              </a:ln>
            </p:spPr>
          </p:sp>
          <p:sp>
            <p:nvSpPr>
              <p:cNvPr id="50" name="node01.phases.slot-003.activities.source-002.text"/>
              <p:cNvSpPr/>
              <p:nvPr/>
            </p:nvSpPr>
            <p:spPr>
              <a:xfrm>
                <a:off x="4533900" y="35814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Operating model</a:t>
                </a:r>
                <a:endParaRPr lang="en-US" sz="1200" spc="0" kern="0" b="0" i="0" dirty="0">
                  <a:solidFill>
                    <a:srgbClr val="070154"/>
                  </a:solidFill>
                  <a:latin typeface="IBM Plex Sans"/>
                  <a:ea typeface="IBM Plex Sans"/>
                  <a:cs typeface="IBM Plex Sans"/>
                </a:endParaRPr>
              </a:p>
            </p:txBody>
          </p:sp>
        </p:grpSp>
        <p:sp>
          <p:nvSpPr>
            <p:cNvPr id="51" name="node01.phases.slot-003.section-1"/>
            <p:cNvSpPr/>
            <p:nvPr/>
          </p:nvSpPr>
          <p:spPr>
            <a:xfrm>
              <a:off x="4381500" y="40005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83" name="node01.phases.slot-003.deliverables"/>
            <p:cNvGrpSpPr/>
            <p:nvPr/>
          </p:nvGrpSpPr>
          <p:grpSpPr>
            <a:xfrm>
              <a:off x="4381500" y="4229100"/>
              <a:ext cx="1600200" cy="228600"/>
              <a:chOff x="4381500" y="4229100"/>
              <a:chExt cx="1600200" cy="228600"/>
            </a:xfrm>
          </p:grpSpPr>
          <p:sp>
            <p:nvSpPr>
              <p:cNvPr id="52" name="node01.phases.slot-003.deliverables.source-001.bullet"/>
              <p:cNvSpPr/>
              <p:nvPr/>
            </p:nvSpPr>
            <p:spPr>
              <a:xfrm>
                <a:off x="4381500" y="4318000"/>
                <a:ext cx="38100" cy="38100"/>
              </a:xfrm>
              <a:prstGeom prst="rect">
                <a:avLst/>
              </a:prstGeom>
              <a:solidFill>
                <a:srgbClr val="070154"/>
              </a:solidFill>
              <a:ln>
                <a:noFill/>
              </a:ln>
            </p:spPr>
          </p:sp>
          <p:sp>
            <p:nvSpPr>
              <p:cNvPr id="53" name="node01.phases.slot-003.deliverables.source-001.text"/>
              <p:cNvSpPr/>
              <p:nvPr/>
            </p:nvSpPr>
            <p:spPr>
              <a:xfrm>
                <a:off x="4533900" y="42291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Target design</a:t>
                </a:r>
                <a:endParaRPr lang="en-US" sz="1200" spc="0" kern="0" b="0" i="0" dirty="0">
                  <a:solidFill>
                    <a:srgbClr val="070154"/>
                  </a:solidFill>
                  <a:latin typeface="IBM Plex Sans"/>
                  <a:ea typeface="IBM Plex Sans"/>
                  <a:cs typeface="IBM Plex Sans"/>
                </a:endParaRPr>
              </a:p>
            </p:txBody>
          </p:sp>
        </p:grpSp>
        <p:sp>
          <p:nvSpPr>
            <p:cNvPr id="54" name="node01.phases.slot-003.gate"/>
            <p:cNvSpPr/>
            <p:nvPr/>
          </p:nvSpPr>
          <p:spPr>
            <a:xfrm>
              <a:off x="5988240" y="5150041"/>
              <a:ext cx="215519" cy="215519"/>
            </a:xfrm>
            <a:prstGeom prst="diamond">
              <a:avLst/>
            </a:prstGeom>
            <a:solidFill>
              <a:srgbClr val="070154"/>
            </a:solidFill>
            <a:ln>
              <a:noFill/>
            </a:ln>
          </p:spPr>
        </p:sp>
        <p:sp>
          <p:nvSpPr>
            <p:cNvPr id="55" name="node01.phases.slot-003.gate-label"/>
            <p:cNvSpPr/>
            <p:nvPr/>
          </p:nvSpPr>
          <p:spPr>
            <a:xfrm>
              <a:off x="5334000" y="5410200"/>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G3 · SIGN-OFF</a:t>
              </a:r>
              <a:endParaRPr lang="en-US" sz="900" spc="54" kern="0" b="0" i="0" dirty="0">
                <a:solidFill>
                  <a:srgbClr val="070154"/>
                </a:solidFill>
                <a:latin typeface="IBM Plex Mono SemiBold"/>
                <a:ea typeface="IBM Plex Mono SemiBold"/>
                <a:cs typeface="IBM Plex Mono SemiBold"/>
              </a:endParaRPr>
            </a:p>
          </p:txBody>
        </p:sp>
        <p:sp>
          <p:nvSpPr>
            <p:cNvPr id="56" name="node01.phases.slot-004.surface"/>
            <p:cNvSpPr/>
            <p:nvPr/>
          </p:nvSpPr>
          <p:spPr>
            <a:xfrm>
              <a:off x="6210300" y="1600200"/>
              <a:ext cx="1600200" cy="3429000"/>
            </a:xfrm>
            <a:prstGeom prst="rect">
              <a:avLst/>
            </a:prstGeom>
            <a:solidFill>
              <a:srgbClr val="FFFFFF"/>
            </a:solidFill>
            <a:ln>
              <a:noFill/>
            </a:ln>
          </p:spPr>
        </p:sp>
        <p:sp>
          <p:nvSpPr>
            <p:cNvPr id="57" name="node01.phases.slot-004.rule"/>
            <p:cNvSpPr/>
            <p:nvPr/>
          </p:nvSpPr>
          <p:spPr>
            <a:xfrm>
              <a:off x="6210300" y="1600200"/>
              <a:ext cx="1600200" cy="76200"/>
            </a:xfrm>
            <a:prstGeom prst="rect">
              <a:avLst/>
            </a:prstGeom>
            <a:solidFill>
              <a:srgbClr val="0047FF"/>
            </a:solidFill>
            <a:ln>
              <a:noFill/>
            </a:ln>
          </p:spPr>
        </p:sp>
        <p:sp>
          <p:nvSpPr>
            <p:cNvPr id="58" name="node01.phases.slot-004.number"/>
            <p:cNvSpPr/>
            <p:nvPr/>
          </p:nvSpPr>
          <p:spPr>
            <a:xfrm>
              <a:off x="6210300" y="18288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4</a:t>
              </a:r>
              <a:endParaRPr lang="en-US" sz="900" spc="54" kern="0" b="0" i="0" dirty="0">
                <a:solidFill>
                  <a:srgbClr val="0047FF"/>
                </a:solidFill>
                <a:latin typeface="IBM Plex Mono Medium"/>
                <a:ea typeface="IBM Plex Mono Medium"/>
                <a:cs typeface="IBM Plex Mono Medium"/>
              </a:endParaRPr>
            </a:p>
          </p:txBody>
        </p:sp>
        <p:sp>
          <p:nvSpPr>
            <p:cNvPr id="59" name="node01.phases.slot-004.duration"/>
            <p:cNvSpPr/>
            <p:nvPr/>
          </p:nvSpPr>
          <p:spPr>
            <a:xfrm>
              <a:off x="7484616" y="1828800"/>
              <a:ext cx="325884"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1 WK</a:t>
              </a:r>
              <a:endParaRPr lang="en-US" sz="900" spc="54" kern="0" b="0" i="0" dirty="0">
                <a:solidFill>
                  <a:srgbClr val="50658E"/>
                </a:solidFill>
                <a:latin typeface="IBM Plex Mono Medium"/>
                <a:ea typeface="IBM Plex Mono Medium"/>
                <a:cs typeface="IBM Plex Mono Medium"/>
              </a:endParaRPr>
            </a:p>
          </p:txBody>
        </p:sp>
        <p:sp>
          <p:nvSpPr>
            <p:cNvPr id="60" name="node01.phases.slot-004.copy.part-0"/>
            <p:cNvSpPr/>
            <p:nvPr/>
          </p:nvSpPr>
          <p:spPr>
            <a:xfrm>
              <a:off x="6210300" y="2057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Roadmap</a:t>
              </a:r>
              <a:endParaRPr lang="en-US" sz="1800" spc="-18" kern="0" b="0" i="0" dirty="0">
                <a:solidFill>
                  <a:srgbClr val="070154"/>
                </a:solidFill>
                <a:latin typeface="IBM Plex Sans SemiBold"/>
                <a:ea typeface="IBM Plex Sans SemiBold"/>
                <a:cs typeface="IBM Plex Sans SemiBold"/>
              </a:endParaRPr>
            </a:p>
          </p:txBody>
        </p:sp>
        <p:sp>
          <p:nvSpPr>
            <p:cNvPr id="61" name="node01.phases.slot-004.copy.part-1"/>
            <p:cNvSpPr/>
            <p:nvPr/>
          </p:nvSpPr>
          <p:spPr>
            <a:xfrm>
              <a:off x="6210300" y="24384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Waves 1–3 planned and funded.</a:t>
              </a:r>
              <a:endParaRPr lang="en-US" sz="1200" spc="0" kern="0" b="0" i="0" dirty="0">
                <a:solidFill>
                  <a:srgbClr val="070154"/>
                </a:solidFill>
                <a:latin typeface="IBM Plex Sans"/>
                <a:ea typeface="IBM Plex Sans"/>
                <a:cs typeface="IBM Plex Sans"/>
              </a:endParaRPr>
            </a:p>
          </p:txBody>
        </p:sp>
        <p:sp>
          <p:nvSpPr>
            <p:cNvPr id="62" name="node01.phases.slot-004.section-0"/>
            <p:cNvSpPr/>
            <p:nvPr/>
          </p:nvSpPr>
          <p:spPr>
            <a:xfrm>
              <a:off x="6210300" y="30861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84" name="node01.phases.slot-004.activities"/>
            <p:cNvGrpSpPr/>
            <p:nvPr/>
          </p:nvGrpSpPr>
          <p:grpSpPr>
            <a:xfrm>
              <a:off x="6210300" y="3314700"/>
              <a:ext cx="1600200" cy="495300"/>
              <a:chOff x="6210300" y="3314700"/>
              <a:chExt cx="1600200" cy="495300"/>
            </a:xfrm>
          </p:grpSpPr>
          <p:sp>
            <p:nvSpPr>
              <p:cNvPr id="63" name="node01.phases.slot-004.activities.source-001.bullet"/>
              <p:cNvSpPr/>
              <p:nvPr/>
            </p:nvSpPr>
            <p:spPr>
              <a:xfrm>
                <a:off x="6210300" y="3403600"/>
                <a:ext cx="38100" cy="38100"/>
              </a:xfrm>
              <a:prstGeom prst="rect">
                <a:avLst/>
              </a:prstGeom>
              <a:solidFill>
                <a:srgbClr val="070154"/>
              </a:solidFill>
              <a:ln>
                <a:noFill/>
              </a:ln>
            </p:spPr>
          </p:sp>
          <p:sp>
            <p:nvSpPr>
              <p:cNvPr id="64" name="node01.phases.slot-004.activities.source-001.text"/>
              <p:cNvSpPr/>
              <p:nvPr/>
            </p:nvSpPr>
            <p:spPr>
              <a:xfrm>
                <a:off x="6362700" y="33147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 sequencing</a:t>
                </a:r>
                <a:endParaRPr lang="en-US" sz="1200" spc="0" kern="0" b="0" i="0" dirty="0">
                  <a:solidFill>
                    <a:srgbClr val="070154"/>
                  </a:solidFill>
                  <a:latin typeface="IBM Plex Sans"/>
                  <a:ea typeface="IBM Plex Sans"/>
                  <a:cs typeface="IBM Plex Sans"/>
                </a:endParaRPr>
              </a:p>
            </p:txBody>
          </p:sp>
          <p:sp>
            <p:nvSpPr>
              <p:cNvPr id="65" name="node01.phases.slot-004.activities.source-002.bullet"/>
              <p:cNvSpPr/>
              <p:nvPr/>
            </p:nvSpPr>
            <p:spPr>
              <a:xfrm>
                <a:off x="6210300" y="3670300"/>
                <a:ext cx="38100" cy="38100"/>
              </a:xfrm>
              <a:prstGeom prst="rect">
                <a:avLst/>
              </a:prstGeom>
              <a:solidFill>
                <a:srgbClr val="070154"/>
              </a:solidFill>
              <a:ln>
                <a:noFill/>
              </a:ln>
            </p:spPr>
          </p:sp>
          <p:sp>
            <p:nvSpPr>
              <p:cNvPr id="66" name="node01.phases.slot-004.activities.source-002.text"/>
              <p:cNvSpPr/>
              <p:nvPr/>
            </p:nvSpPr>
            <p:spPr>
              <a:xfrm>
                <a:off x="6362700" y="35814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case</a:t>
                </a:r>
                <a:endParaRPr lang="en-US" sz="1200" spc="0" kern="0" b="0" i="0" dirty="0">
                  <a:solidFill>
                    <a:srgbClr val="070154"/>
                  </a:solidFill>
                  <a:latin typeface="IBM Plex Sans"/>
                  <a:ea typeface="IBM Plex Sans"/>
                  <a:cs typeface="IBM Plex Sans"/>
                </a:endParaRPr>
              </a:p>
            </p:txBody>
          </p:sp>
        </p:grpSp>
        <p:sp>
          <p:nvSpPr>
            <p:cNvPr id="67" name="node01.phases.slot-004.section-1"/>
            <p:cNvSpPr/>
            <p:nvPr/>
          </p:nvSpPr>
          <p:spPr>
            <a:xfrm>
              <a:off x="6210300" y="40005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85" name="node01.phases.slot-004.deliverables"/>
            <p:cNvGrpSpPr/>
            <p:nvPr/>
          </p:nvGrpSpPr>
          <p:grpSpPr>
            <a:xfrm>
              <a:off x="6210300" y="4229100"/>
              <a:ext cx="1600200" cy="228600"/>
              <a:chOff x="6210300" y="4229100"/>
              <a:chExt cx="1600200" cy="228600"/>
            </a:xfrm>
          </p:grpSpPr>
          <p:sp>
            <p:nvSpPr>
              <p:cNvPr id="68" name="node01.phases.slot-004.deliverables.source-001.bullet"/>
              <p:cNvSpPr/>
              <p:nvPr/>
            </p:nvSpPr>
            <p:spPr>
              <a:xfrm>
                <a:off x="6210300" y="4318000"/>
                <a:ext cx="38100" cy="38100"/>
              </a:xfrm>
              <a:prstGeom prst="rect">
                <a:avLst/>
              </a:prstGeom>
              <a:solidFill>
                <a:srgbClr val="070154"/>
              </a:solidFill>
              <a:ln>
                <a:noFill/>
              </a:ln>
            </p:spPr>
          </p:sp>
          <p:sp>
            <p:nvSpPr>
              <p:cNvPr id="69" name="node01.phases.slot-004.deliverables.source-001.text"/>
              <p:cNvSpPr/>
              <p:nvPr/>
            </p:nvSpPr>
            <p:spPr>
              <a:xfrm>
                <a:off x="6362700" y="42291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$4.2M business case</a:t>
                </a:r>
                <a:endParaRPr lang="en-US" sz="1200" spc="0" kern="0" b="0" i="0" dirty="0">
                  <a:solidFill>
                    <a:srgbClr val="070154"/>
                  </a:solidFill>
                  <a:latin typeface="IBM Plex Sans"/>
                  <a:ea typeface="IBM Plex Sans"/>
                  <a:cs typeface="IBM Plex Sans"/>
                </a:endParaRPr>
              </a:p>
            </p:txBody>
          </p:sp>
        </p:grpSp>
        <p:sp>
          <p:nvSpPr>
            <p:cNvPr id="70" name="node01.phases.slot-004.gate"/>
            <p:cNvSpPr/>
            <p:nvPr/>
          </p:nvSpPr>
          <p:spPr>
            <a:xfrm>
              <a:off x="7817040" y="5150041"/>
              <a:ext cx="215519" cy="215519"/>
            </a:xfrm>
            <a:prstGeom prst="diamond">
              <a:avLst/>
            </a:prstGeom>
            <a:solidFill>
              <a:srgbClr val="070154"/>
            </a:solidFill>
            <a:ln>
              <a:noFill/>
            </a:ln>
          </p:spPr>
        </p:sp>
        <p:sp>
          <p:nvSpPr>
            <p:cNvPr id="71" name="node01.phases.slot-004.gate-label"/>
            <p:cNvSpPr/>
            <p:nvPr/>
          </p:nvSpPr>
          <p:spPr>
            <a:xfrm>
              <a:off x="6400800" y="5410200"/>
              <a:ext cx="1524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70154"/>
                  </a:solidFill>
                  <a:latin typeface="IBM Plex Mono SemiBold"/>
                  <a:ea typeface="IBM Plex Mono SemiBold"/>
                  <a:cs typeface="IBM Plex Mono SemiBold"/>
                </a:rPr>
                <a:t>G4 · FINAL</a:t>
              </a:r>
              <a:endParaRPr lang="en-US" sz="900" spc="54" kern="0" b="0" i="0" dirty="0">
                <a:solidFill>
                  <a:srgbClr val="070154"/>
                </a:solidFill>
                <a:latin typeface="IBM Plex Mono SemiBold"/>
                <a:ea typeface="IBM Plex Mono SemiBold"/>
                <a:cs typeface="IBM Plex Mono SemiBold"/>
              </a:endParaRPr>
            </a:p>
          </p:txBody>
        </p:sp>
      </p:grpSp>
      <p:grpSp>
        <p:nvGrpSpPr>
          <p:cNvPr id="87" name="node02"/>
          <p:cNvGrpSpPr/>
          <p:nvPr/>
        </p:nvGrpSpPr>
        <p:grpSpPr>
          <a:xfrm>
            <a:off x="8953500" y="1600200"/>
            <a:ext cx="2514600" cy="152400"/>
            <a:chOff x="8953500" y="1600200"/>
            <a:chExt cx="2514600" cy="152400"/>
          </a:xfrm>
        </p:grpSpPr>
        <p:sp>
          <p:nvSpPr>
            <p:cNvPr id="72" name="node02.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OUR COMMITMENT</a:t>
              </a:r>
              <a:endParaRPr lang="en-US" sz="900" spc="54" kern="0" b="0" i="0" dirty="0">
                <a:solidFill>
                  <a:srgbClr val="CED7E6"/>
                </a:solidFill>
                <a:latin typeface="IBM Plex Mono Medium"/>
                <a:ea typeface="IBM Plex Mono Medium"/>
                <a:cs typeface="IBM Plex Mono Medium"/>
              </a:endParaRPr>
            </a:p>
          </p:txBody>
        </p:sp>
      </p:grpSp>
      <p:grpSp>
        <p:nvGrpSpPr>
          <p:cNvPr id="88" name="node03"/>
          <p:cNvGrpSpPr/>
          <p:nvPr/>
        </p:nvGrpSpPr>
        <p:grpSpPr>
          <a:xfrm>
            <a:off x="8953500" y="1828800"/>
            <a:ext cx="2514600" cy="611950"/>
            <a:chOff x="8953500" y="1828800"/>
            <a:chExt cx="2514600" cy="611950"/>
          </a:xfrm>
        </p:grpSpPr>
        <p:sp>
          <p:nvSpPr>
            <p:cNvPr id="73" name="node03.text"/>
            <p:cNvSpPr/>
            <p:nvPr/>
          </p:nvSpPr>
          <p:spPr>
            <a:xfrm>
              <a:off x="8953500" y="18288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8 weeks</a:t>
              </a:r>
              <a:endParaRPr lang="en-US" sz="4800" spc="-96" kern="0" b="0" i="0" dirty="0">
                <a:solidFill>
                  <a:srgbClr val="FFFFFF"/>
                </a:solidFill>
                <a:latin typeface="IBM Plex Mono SemiBold"/>
                <a:ea typeface="IBM Plex Mono SemiBold"/>
                <a:cs typeface="IBM Plex Mono SemiBold"/>
              </a:endParaRPr>
            </a:p>
          </p:txBody>
        </p:sp>
      </p:grpSp>
      <p:grpSp>
        <p:nvGrpSpPr>
          <p:cNvPr id="89" name="node04"/>
          <p:cNvGrpSpPr/>
          <p:nvPr/>
        </p:nvGrpSpPr>
        <p:grpSpPr>
          <a:xfrm>
            <a:off x="8953500" y="2514600"/>
            <a:ext cx="2514600" cy="228600"/>
            <a:chOff x="8953500" y="2514600"/>
            <a:chExt cx="2514600" cy="228600"/>
          </a:xfrm>
        </p:grpSpPr>
        <p:sp>
          <p:nvSpPr>
            <p:cNvPr id="74" name="node04.text"/>
            <p:cNvSpPr/>
            <p:nvPr/>
          </p:nvSpPr>
          <p:spPr>
            <a:xfrm>
              <a:off x="8953500" y="2514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from kickoff to a funded roadmap</a:t>
              </a:r>
              <a:endParaRPr lang="en-US" sz="1200" spc="0" kern="0" b="0" i="0" dirty="0">
                <a:solidFill>
                  <a:srgbClr val="CED7E6"/>
                </a:solidFill>
                <a:latin typeface="IBM Plex Sans"/>
                <a:ea typeface="IBM Plex Sans"/>
                <a:cs typeface="IBM Plex Sans"/>
              </a:endParaRPr>
            </a:p>
          </p:txBody>
        </p:sp>
      </p:grpSp>
      <p:sp>
        <p:nvSpPr>
          <p:cNvPr id="75" name="node05"/>
          <p:cNvSpPr/>
          <p:nvPr/>
        </p:nvSpPr>
        <p:spPr>
          <a:xfrm>
            <a:off x="8953500" y="3200400"/>
            <a:ext cx="2514600" cy="9525"/>
          </a:xfrm>
          <a:prstGeom prst="rect">
            <a:avLst/>
          </a:prstGeom>
          <a:solidFill>
            <a:srgbClr val="50658E"/>
          </a:solidFill>
          <a:ln>
            <a:noFill/>
          </a:ln>
        </p:spPr>
      </p:sp>
      <p:grpSp>
        <p:nvGrpSpPr>
          <p:cNvPr id="90" name="node06"/>
          <p:cNvGrpSpPr/>
          <p:nvPr/>
        </p:nvGrpSpPr>
        <p:grpSpPr>
          <a:xfrm>
            <a:off x="8953500" y="3429000"/>
            <a:ext cx="2514600" cy="152400"/>
            <a:chOff x="8953500" y="3429000"/>
            <a:chExt cx="2514600" cy="152400"/>
          </a:xfrm>
        </p:grpSpPr>
        <p:sp>
          <p:nvSpPr>
            <p:cNvPr id="76" name="node06.text"/>
            <p:cNvSpPr/>
            <p:nvPr/>
          </p:nvSpPr>
          <p:spPr>
            <a:xfrm>
              <a:off x="8953500" y="3429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WHAT YOU CAN HOLD US TO</a:t>
              </a:r>
              <a:endParaRPr lang="en-US" sz="900" spc="54" kern="0" b="0" i="0" dirty="0">
                <a:solidFill>
                  <a:srgbClr val="CED7E6"/>
                </a:solidFill>
                <a:latin typeface="IBM Plex Mono Medium"/>
                <a:ea typeface="IBM Plex Mono Medium"/>
                <a:cs typeface="IBM Plex Mono Medium"/>
              </a:endParaRPr>
            </a:p>
          </p:txBody>
        </p:sp>
      </p:grpSp>
      <p:grpSp>
        <p:nvGrpSpPr>
          <p:cNvPr id="91" name="node07"/>
          <p:cNvGrpSpPr/>
          <p:nvPr/>
        </p:nvGrpSpPr>
        <p:grpSpPr>
          <a:xfrm>
            <a:off x="8953500" y="3657600"/>
            <a:ext cx="2514600" cy="1066800"/>
            <a:chOff x="8953500" y="3657600"/>
            <a:chExt cx="2514600" cy="1066800"/>
          </a:xfrm>
        </p:grpSpPr>
        <p:sp>
          <p:nvSpPr>
            <p:cNvPr id="77" name="node07.text"/>
            <p:cNvSpPr/>
            <p:nvPr/>
          </p:nvSpPr>
          <p:spPr>
            <a:xfrm>
              <a:off x="8953500" y="36576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A five-day close designed with your team, and a business case your board can approve at Gate 4.</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ource-43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digital front door ships in six steps over 18 months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68</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723900" y="1600200"/>
            <a:ext cx="4800600" cy="609600"/>
            <a:chOff x="723900" y="1600200"/>
            <a:chExt cx="4800600" cy="609600"/>
          </a:xfrm>
        </p:grpSpPr>
        <p:sp>
          <p:nvSpPr>
            <p:cNvPr id="7" name="node01.text"/>
            <p:cNvSpPr/>
            <p:nvPr/>
          </p:nvSpPr>
          <p:spPr>
            <a:xfrm>
              <a:off x="723900" y="1600200"/>
              <a:ext cx="48006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Each release removes a reason for patients to phone the access center.</a:t>
              </a:r>
              <a:endParaRPr lang="en-US" sz="1600" spc="0" kern="0" b="0" i="0" dirty="0">
                <a:solidFill>
                  <a:srgbClr val="070154"/>
                </a:solidFill>
                <a:latin typeface="IBM Plex Sans"/>
                <a:ea typeface="IBM Plex Sans"/>
                <a:cs typeface="IBM Plex Sans"/>
              </a:endParaRPr>
            </a:p>
          </p:txBody>
        </p:sp>
      </p:grpSp>
      <p:grpSp>
        <p:nvGrpSpPr>
          <p:cNvPr id="49" name="node02"/>
          <p:cNvGrpSpPr/>
          <p:nvPr/>
        </p:nvGrpSpPr>
        <p:grpSpPr>
          <a:xfrm>
            <a:off x="723900" y="1600200"/>
            <a:ext cx="10744200" cy="4114800"/>
            <a:chOff x="723900" y="1600200"/>
            <a:chExt cx="10744200" cy="4114800"/>
          </a:xfrm>
        </p:grpSpPr>
        <p:sp>
          <p:nvSpPr>
            <p:cNvPr id="8" name="node02.road"/>
            <p:cNvSpPr/>
            <p:nvPr/>
          </p:nvSpPr>
          <p:spPr>
            <a:xfrm>
              <a:off x="952500" y="2923540"/>
              <a:ext cx="10287000" cy="1864360"/>
            </a:xfrm>
            <a:custGeom>
              <a:avLst/>
              <a:gdLst/>
              <a:ahLst/>
              <a:cxnLst/>
              <a:rect l="l" t="t" r="r" b="b"/>
              <a:pathLst>
                <a:path w="10287000" h="1864360">
                  <a:moveTo>
                    <a:pt x="0" y="1725930"/>
                  </a:moveTo>
                  <a:lnTo>
                    <a:pt x="86360" y="1739900"/>
                  </a:lnTo>
                  <a:lnTo>
                    <a:pt x="171450" y="1753870"/>
                  </a:lnTo>
                  <a:lnTo>
                    <a:pt x="257810" y="1766570"/>
                  </a:lnTo>
                  <a:lnTo>
                    <a:pt x="342900" y="1779270"/>
                  </a:lnTo>
                  <a:lnTo>
                    <a:pt x="429260" y="1791970"/>
                  </a:lnTo>
                  <a:lnTo>
                    <a:pt x="514350" y="1804670"/>
                  </a:lnTo>
                  <a:lnTo>
                    <a:pt x="600710" y="1816100"/>
                  </a:lnTo>
                  <a:lnTo>
                    <a:pt x="685800" y="1826260"/>
                  </a:lnTo>
                  <a:lnTo>
                    <a:pt x="772160" y="1835150"/>
                  </a:lnTo>
                  <a:lnTo>
                    <a:pt x="857250" y="1842770"/>
                  </a:lnTo>
                  <a:lnTo>
                    <a:pt x="943610" y="1850390"/>
                  </a:lnTo>
                  <a:lnTo>
                    <a:pt x="1028700" y="1855470"/>
                  </a:lnTo>
                  <a:lnTo>
                    <a:pt x="1115060" y="1860550"/>
                  </a:lnTo>
                  <a:lnTo>
                    <a:pt x="1200150" y="1863090"/>
                  </a:lnTo>
                  <a:lnTo>
                    <a:pt x="1286510" y="1864360"/>
                  </a:lnTo>
                  <a:lnTo>
                    <a:pt x="1371600" y="1864360"/>
                  </a:lnTo>
                  <a:lnTo>
                    <a:pt x="1457960" y="1861820"/>
                  </a:lnTo>
                  <a:lnTo>
                    <a:pt x="1543050" y="1858010"/>
                  </a:lnTo>
                  <a:lnTo>
                    <a:pt x="1629410" y="1851660"/>
                  </a:lnTo>
                  <a:lnTo>
                    <a:pt x="1714500" y="1844040"/>
                  </a:lnTo>
                  <a:lnTo>
                    <a:pt x="1800860" y="1833880"/>
                  </a:lnTo>
                  <a:lnTo>
                    <a:pt x="1885950" y="1822450"/>
                  </a:lnTo>
                  <a:lnTo>
                    <a:pt x="1972310" y="1809750"/>
                  </a:lnTo>
                  <a:lnTo>
                    <a:pt x="2057400" y="1793240"/>
                  </a:lnTo>
                  <a:lnTo>
                    <a:pt x="2143760" y="1776730"/>
                  </a:lnTo>
                  <a:lnTo>
                    <a:pt x="2228850" y="1756410"/>
                  </a:lnTo>
                  <a:lnTo>
                    <a:pt x="2315210" y="1734820"/>
                  </a:lnTo>
                  <a:lnTo>
                    <a:pt x="2400300" y="1711960"/>
                  </a:lnTo>
                  <a:lnTo>
                    <a:pt x="2486660" y="1686560"/>
                  </a:lnTo>
                  <a:lnTo>
                    <a:pt x="2571750" y="1659890"/>
                  </a:lnTo>
                  <a:lnTo>
                    <a:pt x="2658110" y="1630680"/>
                  </a:lnTo>
                  <a:lnTo>
                    <a:pt x="2743200" y="1598930"/>
                  </a:lnTo>
                  <a:lnTo>
                    <a:pt x="2829560" y="1567180"/>
                  </a:lnTo>
                  <a:lnTo>
                    <a:pt x="2914650" y="1532890"/>
                  </a:lnTo>
                  <a:lnTo>
                    <a:pt x="3001010" y="1497330"/>
                  </a:lnTo>
                  <a:lnTo>
                    <a:pt x="3086100" y="1459230"/>
                  </a:lnTo>
                  <a:lnTo>
                    <a:pt x="3172460" y="1421130"/>
                  </a:lnTo>
                  <a:lnTo>
                    <a:pt x="3257550" y="1380490"/>
                  </a:lnTo>
                  <a:lnTo>
                    <a:pt x="3343910" y="1339850"/>
                  </a:lnTo>
                  <a:lnTo>
                    <a:pt x="3429000" y="1296670"/>
                  </a:lnTo>
                  <a:lnTo>
                    <a:pt x="3515360" y="1253490"/>
                  </a:lnTo>
                  <a:lnTo>
                    <a:pt x="3600450" y="1209040"/>
                  </a:lnTo>
                  <a:lnTo>
                    <a:pt x="3686810" y="1164590"/>
                  </a:lnTo>
                  <a:lnTo>
                    <a:pt x="3771900" y="1118870"/>
                  </a:lnTo>
                  <a:lnTo>
                    <a:pt x="3858260" y="1073150"/>
                  </a:lnTo>
                  <a:lnTo>
                    <a:pt x="3943350" y="1026160"/>
                  </a:lnTo>
                  <a:lnTo>
                    <a:pt x="4029710" y="979170"/>
                  </a:lnTo>
                  <a:lnTo>
                    <a:pt x="4114800" y="932180"/>
                  </a:lnTo>
                  <a:lnTo>
                    <a:pt x="4201160" y="885190"/>
                  </a:lnTo>
                  <a:lnTo>
                    <a:pt x="4286250" y="838200"/>
                  </a:lnTo>
                  <a:lnTo>
                    <a:pt x="4372610" y="792480"/>
                  </a:lnTo>
                  <a:lnTo>
                    <a:pt x="4457700" y="745490"/>
                  </a:lnTo>
                  <a:lnTo>
                    <a:pt x="4544060" y="699770"/>
                  </a:lnTo>
                  <a:lnTo>
                    <a:pt x="4629150" y="655320"/>
                  </a:lnTo>
                  <a:lnTo>
                    <a:pt x="4715510" y="610870"/>
                  </a:lnTo>
                  <a:lnTo>
                    <a:pt x="4800600" y="567690"/>
                  </a:lnTo>
                  <a:lnTo>
                    <a:pt x="4886960" y="525780"/>
                  </a:lnTo>
                  <a:lnTo>
                    <a:pt x="4972050" y="483870"/>
                  </a:lnTo>
                  <a:lnTo>
                    <a:pt x="5058410" y="444500"/>
                  </a:lnTo>
                  <a:lnTo>
                    <a:pt x="5143500" y="405130"/>
                  </a:lnTo>
                  <a:lnTo>
                    <a:pt x="5229860" y="368300"/>
                  </a:lnTo>
                  <a:lnTo>
                    <a:pt x="5314950" y="332740"/>
                  </a:lnTo>
                  <a:lnTo>
                    <a:pt x="5401310" y="298450"/>
                  </a:lnTo>
                  <a:lnTo>
                    <a:pt x="5486400" y="265430"/>
                  </a:lnTo>
                  <a:lnTo>
                    <a:pt x="5572760" y="234950"/>
                  </a:lnTo>
                  <a:lnTo>
                    <a:pt x="5657850" y="205740"/>
                  </a:lnTo>
                  <a:lnTo>
                    <a:pt x="5744210" y="177800"/>
                  </a:lnTo>
                  <a:lnTo>
                    <a:pt x="5829300" y="152400"/>
                  </a:lnTo>
                  <a:lnTo>
                    <a:pt x="5915660" y="129540"/>
                  </a:lnTo>
                  <a:lnTo>
                    <a:pt x="6000750" y="107950"/>
                  </a:lnTo>
                  <a:lnTo>
                    <a:pt x="6087110" y="88900"/>
                  </a:lnTo>
                  <a:lnTo>
                    <a:pt x="6172200" y="71120"/>
                  </a:lnTo>
                  <a:lnTo>
                    <a:pt x="6258560" y="55880"/>
                  </a:lnTo>
                  <a:lnTo>
                    <a:pt x="6343650" y="41910"/>
                  </a:lnTo>
                  <a:lnTo>
                    <a:pt x="6430010" y="30480"/>
                  </a:lnTo>
                  <a:lnTo>
                    <a:pt x="6515100" y="20320"/>
                  </a:lnTo>
                  <a:lnTo>
                    <a:pt x="6601460" y="12700"/>
                  </a:lnTo>
                  <a:lnTo>
                    <a:pt x="6686550" y="7620"/>
                  </a:lnTo>
                  <a:lnTo>
                    <a:pt x="6772910" y="2540"/>
                  </a:lnTo>
                  <a:lnTo>
                    <a:pt x="6858000" y="1270"/>
                  </a:lnTo>
                  <a:lnTo>
                    <a:pt x="6944360" y="0"/>
                  </a:lnTo>
                  <a:lnTo>
                    <a:pt x="7029450" y="1270"/>
                  </a:lnTo>
                  <a:lnTo>
                    <a:pt x="7115810" y="5080"/>
                  </a:lnTo>
                  <a:lnTo>
                    <a:pt x="7200900" y="8890"/>
                  </a:lnTo>
                  <a:lnTo>
                    <a:pt x="7287260" y="13970"/>
                  </a:lnTo>
                  <a:lnTo>
                    <a:pt x="7372350" y="21590"/>
                  </a:lnTo>
                  <a:lnTo>
                    <a:pt x="7458710" y="29210"/>
                  </a:lnTo>
                  <a:lnTo>
                    <a:pt x="7543800" y="39370"/>
                  </a:lnTo>
                  <a:lnTo>
                    <a:pt x="7630160" y="49530"/>
                  </a:lnTo>
                  <a:lnTo>
                    <a:pt x="7715250" y="60960"/>
                  </a:lnTo>
                  <a:lnTo>
                    <a:pt x="7801610" y="72390"/>
                  </a:lnTo>
                  <a:lnTo>
                    <a:pt x="7886700" y="85090"/>
                  </a:lnTo>
                  <a:lnTo>
                    <a:pt x="7973060" y="97790"/>
                  </a:lnTo>
                  <a:lnTo>
                    <a:pt x="8058150" y="111760"/>
                  </a:lnTo>
                  <a:lnTo>
                    <a:pt x="8144510" y="125730"/>
                  </a:lnTo>
                  <a:lnTo>
                    <a:pt x="8229600" y="139700"/>
                  </a:lnTo>
                  <a:lnTo>
                    <a:pt x="8315960" y="152400"/>
                  </a:lnTo>
                  <a:lnTo>
                    <a:pt x="8401050" y="166370"/>
                  </a:lnTo>
                  <a:lnTo>
                    <a:pt x="8487410" y="180340"/>
                  </a:lnTo>
                  <a:lnTo>
                    <a:pt x="8572500" y="193040"/>
                  </a:lnTo>
                  <a:lnTo>
                    <a:pt x="8658860" y="205740"/>
                  </a:lnTo>
                  <a:lnTo>
                    <a:pt x="8743950" y="218440"/>
                  </a:lnTo>
                  <a:lnTo>
                    <a:pt x="8830310" y="228600"/>
                  </a:lnTo>
                  <a:lnTo>
                    <a:pt x="8915400" y="238760"/>
                  </a:lnTo>
                  <a:lnTo>
                    <a:pt x="9001760" y="248920"/>
                  </a:lnTo>
                  <a:lnTo>
                    <a:pt x="9086850" y="256540"/>
                  </a:lnTo>
                  <a:lnTo>
                    <a:pt x="9173210" y="264160"/>
                  </a:lnTo>
                  <a:lnTo>
                    <a:pt x="9258300" y="269240"/>
                  </a:lnTo>
                  <a:lnTo>
                    <a:pt x="9344660" y="274320"/>
                  </a:lnTo>
                  <a:lnTo>
                    <a:pt x="9429750" y="276860"/>
                  </a:lnTo>
                  <a:lnTo>
                    <a:pt x="9516110" y="278130"/>
                  </a:lnTo>
                  <a:lnTo>
                    <a:pt x="9601200" y="276860"/>
                  </a:lnTo>
                  <a:lnTo>
                    <a:pt x="9687560" y="275590"/>
                  </a:lnTo>
                  <a:lnTo>
                    <a:pt x="9772650" y="270510"/>
                  </a:lnTo>
                  <a:lnTo>
                    <a:pt x="9859010" y="265430"/>
                  </a:lnTo>
                  <a:lnTo>
                    <a:pt x="9944100" y="257810"/>
                  </a:lnTo>
                  <a:lnTo>
                    <a:pt x="10030460" y="247650"/>
                  </a:lnTo>
                  <a:lnTo>
                    <a:pt x="10115550" y="236220"/>
                  </a:lnTo>
                  <a:lnTo>
                    <a:pt x="10201910" y="222250"/>
                  </a:lnTo>
                  <a:lnTo>
                    <a:pt x="10287000" y="207010"/>
                  </a:lnTo>
                </a:path>
              </a:pathLst>
            </a:custGeom>
            <a:ln w="279400">
              <a:solidFill>
                <a:srgbClr val="070154"/>
              </a:solidFill>
              <a:prstDash val="solid"/>
              <a:round/>
            </a:ln>
          </p:spPr>
        </p:sp>
        <p:sp>
          <p:nvSpPr>
            <p:cNvPr id="9" name="node02.road.cap-1"/>
            <p:cNvSpPr/>
            <p:nvPr/>
          </p:nvSpPr>
          <p:spPr>
            <a:xfrm>
              <a:off x="812800" y="4509770"/>
              <a:ext cx="279400" cy="279400"/>
            </a:xfrm>
            <a:prstGeom prst="ellipse">
              <a:avLst/>
            </a:prstGeom>
            <a:solidFill>
              <a:srgbClr val="070154"/>
            </a:solidFill>
            <a:ln>
              <a:noFill/>
            </a:ln>
          </p:spPr>
        </p:sp>
        <p:sp>
          <p:nvSpPr>
            <p:cNvPr id="10" name="node02.road.cap-2"/>
            <p:cNvSpPr/>
            <p:nvPr/>
          </p:nvSpPr>
          <p:spPr>
            <a:xfrm>
              <a:off x="11099800" y="2990850"/>
              <a:ext cx="279400" cy="279400"/>
            </a:xfrm>
            <a:prstGeom prst="ellipse">
              <a:avLst/>
            </a:prstGeom>
            <a:solidFill>
              <a:srgbClr val="070154"/>
            </a:solidFill>
            <a:ln>
              <a:noFill/>
            </a:ln>
          </p:spPr>
        </p:sp>
        <p:sp>
          <p:nvSpPr>
            <p:cNvPr id="11" name="node02.centerline"/>
            <p:cNvSpPr/>
            <p:nvPr/>
          </p:nvSpPr>
          <p:spPr>
            <a:xfrm>
              <a:off x="952500" y="2923540"/>
              <a:ext cx="10287000" cy="1864360"/>
            </a:xfrm>
            <a:custGeom>
              <a:avLst/>
              <a:gdLst/>
              <a:ahLst/>
              <a:cxnLst/>
              <a:rect l="l" t="t" r="r" b="b"/>
              <a:pathLst>
                <a:path w="10287000" h="1864360">
                  <a:moveTo>
                    <a:pt x="0" y="1725930"/>
                  </a:moveTo>
                  <a:lnTo>
                    <a:pt x="86360" y="1739900"/>
                  </a:lnTo>
                  <a:lnTo>
                    <a:pt x="87759" y="1740130"/>
                  </a:lnTo>
                  <a:moveTo>
                    <a:pt x="175495" y="1754465"/>
                  </a:moveTo>
                  <a:lnTo>
                    <a:pt x="257810" y="1766570"/>
                  </a:lnTo>
                  <a:lnTo>
                    <a:pt x="263447" y="1767411"/>
                  </a:lnTo>
                  <a:moveTo>
                    <a:pt x="351376" y="1780516"/>
                  </a:moveTo>
                  <a:lnTo>
                    <a:pt x="429260" y="1791970"/>
                  </a:lnTo>
                  <a:lnTo>
                    <a:pt x="439327" y="1793472"/>
                  </a:lnTo>
                  <a:moveTo>
                    <a:pt x="527283" y="1806382"/>
                  </a:moveTo>
                  <a:lnTo>
                    <a:pt x="600710" y="1816100"/>
                  </a:lnTo>
                  <a:lnTo>
                    <a:pt x="615438" y="1817859"/>
                  </a:lnTo>
                  <a:moveTo>
                    <a:pt x="703743" y="1828107"/>
                  </a:moveTo>
                  <a:lnTo>
                    <a:pt x="772160" y="1835150"/>
                  </a:lnTo>
                  <a:lnTo>
                    <a:pt x="792201" y="1836945"/>
                  </a:lnTo>
                  <a:moveTo>
                    <a:pt x="880750" y="1844844"/>
                  </a:moveTo>
                  <a:lnTo>
                    <a:pt x="943610" y="1850390"/>
                  </a:lnTo>
                  <a:lnTo>
                    <a:pt x="969360" y="1851927"/>
                  </a:lnTo>
                  <a:moveTo>
                    <a:pt x="1058103" y="1857200"/>
                  </a:moveTo>
                  <a:lnTo>
                    <a:pt x="1115060" y="1860550"/>
                  </a:lnTo>
                  <a:lnTo>
                    <a:pt x="1146891" y="1861500"/>
                  </a:lnTo>
                  <a:moveTo>
                    <a:pt x="1235763" y="1863614"/>
                  </a:moveTo>
                  <a:lnTo>
                    <a:pt x="1286510" y="1864360"/>
                  </a:lnTo>
                  <a:lnTo>
                    <a:pt x="1324657" y="1864360"/>
                  </a:lnTo>
                  <a:moveTo>
                    <a:pt x="1413539" y="1863126"/>
                  </a:moveTo>
                  <a:lnTo>
                    <a:pt x="1457960" y="1861820"/>
                  </a:lnTo>
                  <a:lnTo>
                    <a:pt x="1502376" y="1859831"/>
                  </a:lnTo>
                  <a:moveTo>
                    <a:pt x="1591105" y="1854477"/>
                  </a:moveTo>
                  <a:lnTo>
                    <a:pt x="1629410" y="1851660"/>
                  </a:lnTo>
                  <a:lnTo>
                    <a:pt x="1679701" y="1847156"/>
                  </a:lnTo>
                  <a:moveTo>
                    <a:pt x="1768092" y="1837735"/>
                  </a:moveTo>
                  <a:lnTo>
                    <a:pt x="1800860" y="1833880"/>
                  </a:lnTo>
                  <a:lnTo>
                    <a:pt x="1856268" y="1826437"/>
                  </a:lnTo>
                  <a:moveTo>
                    <a:pt x="1944274" y="1813873"/>
                  </a:moveTo>
                  <a:lnTo>
                    <a:pt x="1972310" y="1809750"/>
                  </a:lnTo>
                  <a:lnTo>
                    <a:pt x="2031764" y="1798214"/>
                  </a:lnTo>
                  <a:moveTo>
                    <a:pt x="2119069" y="1781450"/>
                  </a:moveTo>
                  <a:lnTo>
                    <a:pt x="2143760" y="1776730"/>
                  </a:lnTo>
                  <a:lnTo>
                    <a:pt x="2205778" y="1761920"/>
                  </a:lnTo>
                  <a:moveTo>
                    <a:pt x="2292083" y="1740602"/>
                  </a:moveTo>
                  <a:lnTo>
                    <a:pt x="2315210" y="1734820"/>
                  </a:lnTo>
                  <a:lnTo>
                    <a:pt x="2378043" y="1717939"/>
                  </a:lnTo>
                  <a:moveTo>
                    <a:pt x="2463478" y="1693378"/>
                  </a:moveTo>
                  <a:lnTo>
                    <a:pt x="2486660" y="1686560"/>
                  </a:lnTo>
                  <a:lnTo>
                    <a:pt x="2548433" y="1667198"/>
                  </a:lnTo>
                  <a:moveTo>
                    <a:pt x="2632816" y="1639235"/>
                  </a:moveTo>
                  <a:lnTo>
                    <a:pt x="2658110" y="1630680"/>
                  </a:lnTo>
                  <a:lnTo>
                    <a:pt x="2716384" y="1608936"/>
                  </a:lnTo>
                  <a:moveTo>
                    <a:pt x="2799775" y="1578130"/>
                  </a:moveTo>
                  <a:lnTo>
                    <a:pt x="2829560" y="1567180"/>
                  </a:lnTo>
                  <a:lnTo>
                    <a:pt x="2882583" y="1545813"/>
                  </a:lnTo>
                  <a:moveTo>
                    <a:pt x="2964885" y="1512205"/>
                  </a:moveTo>
                  <a:lnTo>
                    <a:pt x="3001010" y="1497330"/>
                  </a:lnTo>
                  <a:lnTo>
                    <a:pt x="3046491" y="1476965"/>
                  </a:lnTo>
                  <a:moveTo>
                    <a:pt x="3127730" y="1440864"/>
                  </a:moveTo>
                  <a:lnTo>
                    <a:pt x="3172460" y="1421130"/>
                  </a:lnTo>
                  <a:lnTo>
                    <a:pt x="3208564" y="1403886"/>
                  </a:lnTo>
                  <a:moveTo>
                    <a:pt x="3288869" y="1365752"/>
                  </a:moveTo>
                  <a:lnTo>
                    <a:pt x="3343910" y="1339850"/>
                  </a:lnTo>
                  <a:lnTo>
                    <a:pt x="3368941" y="1327148"/>
                  </a:lnTo>
                  <a:moveTo>
                    <a:pt x="3448275" y="1287033"/>
                  </a:moveTo>
                  <a:lnTo>
                    <a:pt x="3515360" y="1253490"/>
                  </a:lnTo>
                  <a:lnTo>
                    <a:pt x="3527677" y="1247056"/>
                  </a:lnTo>
                  <a:moveTo>
                    <a:pt x="3606493" y="1205930"/>
                  </a:moveTo>
                  <a:lnTo>
                    <a:pt x="3685537" y="1165245"/>
                  </a:lnTo>
                  <a:moveTo>
                    <a:pt x="3763860" y="1123190"/>
                  </a:moveTo>
                  <a:lnTo>
                    <a:pt x="3771900" y="1118870"/>
                  </a:lnTo>
                  <a:lnTo>
                    <a:pt x="3842402" y="1081545"/>
                  </a:lnTo>
                  <a:moveTo>
                    <a:pt x="3920375" y="1038848"/>
                  </a:moveTo>
                  <a:lnTo>
                    <a:pt x="3943350" y="1026160"/>
                  </a:lnTo>
                  <a:lnTo>
                    <a:pt x="3998385" y="996215"/>
                  </a:lnTo>
                  <a:moveTo>
                    <a:pt x="4076314" y="953434"/>
                  </a:moveTo>
                  <a:lnTo>
                    <a:pt x="4114800" y="932180"/>
                  </a:lnTo>
                  <a:lnTo>
                    <a:pt x="4154271" y="910703"/>
                  </a:lnTo>
                  <a:moveTo>
                    <a:pt x="4232253" y="868019"/>
                  </a:moveTo>
                  <a:lnTo>
                    <a:pt x="4286250" y="838200"/>
                  </a:lnTo>
                  <a:lnTo>
                    <a:pt x="4310303" y="825466"/>
                  </a:lnTo>
                  <a:moveTo>
                    <a:pt x="4388717" y="783585"/>
                  </a:moveTo>
                  <a:lnTo>
                    <a:pt x="4457700" y="745490"/>
                  </a:lnTo>
                  <a:lnTo>
                    <a:pt x="4466624" y="740765"/>
                  </a:lnTo>
                  <a:moveTo>
                    <a:pt x="4545196" y="699176"/>
                  </a:moveTo>
                  <a:lnTo>
                    <a:pt x="4623993" y="658014"/>
                  </a:lnTo>
                  <a:moveTo>
                    <a:pt x="4703021" y="617298"/>
                  </a:moveTo>
                  <a:lnTo>
                    <a:pt x="4715510" y="610870"/>
                  </a:lnTo>
                  <a:lnTo>
                    <a:pt x="4782260" y="576997"/>
                  </a:lnTo>
                  <a:moveTo>
                    <a:pt x="4862077" y="537855"/>
                  </a:moveTo>
                  <a:lnTo>
                    <a:pt x="4886960" y="525780"/>
                  </a:lnTo>
                  <a:lnTo>
                    <a:pt x="4941900" y="498720"/>
                  </a:lnTo>
                  <a:moveTo>
                    <a:pt x="5022359" y="460935"/>
                  </a:moveTo>
                  <a:lnTo>
                    <a:pt x="5058410" y="444500"/>
                  </a:lnTo>
                  <a:lnTo>
                    <a:pt x="5103135" y="423806"/>
                  </a:lnTo>
                  <a:moveTo>
                    <a:pt x="5184363" y="387703"/>
                  </a:moveTo>
                  <a:lnTo>
                    <a:pt x="5229860" y="368300"/>
                  </a:lnTo>
                  <a:lnTo>
                    <a:pt x="5266248" y="353093"/>
                  </a:lnTo>
                  <a:moveTo>
                    <a:pt x="5348517" y="319412"/>
                  </a:moveTo>
                  <a:lnTo>
                    <a:pt x="5401310" y="298450"/>
                  </a:lnTo>
                  <a:lnTo>
                    <a:pt x="5431234" y="286838"/>
                  </a:lnTo>
                  <a:moveTo>
                    <a:pt x="5514431" y="255537"/>
                  </a:moveTo>
                  <a:lnTo>
                    <a:pt x="5572760" y="234950"/>
                  </a:lnTo>
                  <a:lnTo>
                    <a:pt x="5598339" y="226169"/>
                  </a:lnTo>
                  <a:moveTo>
                    <a:pt x="5682569" y="197743"/>
                  </a:moveTo>
                  <a:lnTo>
                    <a:pt x="5744210" y="177800"/>
                  </a:lnTo>
                  <a:lnTo>
                    <a:pt x="5767316" y="170903"/>
                  </a:lnTo>
                  <a:moveTo>
                    <a:pt x="5852707" y="146204"/>
                  </a:moveTo>
                  <a:lnTo>
                    <a:pt x="5915660" y="129540"/>
                  </a:lnTo>
                  <a:lnTo>
                    <a:pt x="5938708" y="123692"/>
                  </a:lnTo>
                  <a:moveTo>
                    <a:pt x="6025058" y="102588"/>
                  </a:moveTo>
                  <a:lnTo>
                    <a:pt x="6087110" y="88900"/>
                  </a:lnTo>
                  <a:lnTo>
                    <a:pt x="6111930" y="83714"/>
                  </a:lnTo>
                  <a:moveTo>
                    <a:pt x="6199113" y="66371"/>
                  </a:moveTo>
                  <a:lnTo>
                    <a:pt x="6258560" y="55880"/>
                  </a:lnTo>
                  <a:lnTo>
                    <a:pt x="6286717" y="51257"/>
                  </a:lnTo>
                  <a:moveTo>
                    <a:pt x="6374585" y="37816"/>
                  </a:moveTo>
                  <a:lnTo>
                    <a:pt x="6430010" y="30480"/>
                  </a:lnTo>
                  <a:lnTo>
                    <a:pt x="6462769" y="26568"/>
                  </a:lnTo>
                  <a:moveTo>
                    <a:pt x="6551157" y="17138"/>
                  </a:moveTo>
                  <a:lnTo>
                    <a:pt x="6601460" y="12700"/>
                  </a:lnTo>
                  <a:lnTo>
                    <a:pt x="6639794" y="10411"/>
                  </a:lnTo>
                  <a:moveTo>
                    <a:pt x="6728538" y="5150"/>
                  </a:moveTo>
                  <a:lnTo>
                    <a:pt x="6772910" y="2540"/>
                  </a:lnTo>
                  <a:lnTo>
                    <a:pt x="6817356" y="1877"/>
                  </a:lnTo>
                  <a:moveTo>
                    <a:pt x="6906246" y="560"/>
                  </a:moveTo>
                  <a:lnTo>
                    <a:pt x="6944360" y="0"/>
                  </a:lnTo>
                  <a:lnTo>
                    <a:pt x="6995136" y="758"/>
                  </a:lnTo>
                  <a:moveTo>
                    <a:pt x="7083980" y="3676"/>
                  </a:moveTo>
                  <a:lnTo>
                    <a:pt x="7115810" y="5080"/>
                  </a:lnTo>
                  <a:lnTo>
                    <a:pt x="7172792" y="7631"/>
                  </a:lnTo>
                  <a:moveTo>
                    <a:pt x="7261559" y="12458"/>
                  </a:moveTo>
                  <a:lnTo>
                    <a:pt x="7287260" y="13970"/>
                  </a:lnTo>
                  <a:lnTo>
                    <a:pt x="7350162" y="19603"/>
                  </a:lnTo>
                  <a:moveTo>
                    <a:pt x="7438716" y="27446"/>
                  </a:moveTo>
                  <a:lnTo>
                    <a:pt x="7458710" y="29210"/>
                  </a:lnTo>
                  <a:lnTo>
                    <a:pt x="7527053" y="37370"/>
                  </a:lnTo>
                  <a:moveTo>
                    <a:pt x="7615340" y="47787"/>
                  </a:moveTo>
                  <a:lnTo>
                    <a:pt x="7630160" y="49530"/>
                  </a:lnTo>
                  <a:lnTo>
                    <a:pt x="7703480" y="59379"/>
                  </a:lnTo>
                  <a:moveTo>
                    <a:pt x="7791608" y="71066"/>
                  </a:moveTo>
                  <a:lnTo>
                    <a:pt x="7801610" y="72390"/>
                  </a:lnTo>
                  <a:lnTo>
                    <a:pt x="7879557" y="84024"/>
                  </a:lnTo>
                  <a:moveTo>
                    <a:pt x="7967509" y="96974"/>
                  </a:moveTo>
                  <a:lnTo>
                    <a:pt x="7973060" y="97790"/>
                  </a:lnTo>
                  <a:lnTo>
                    <a:pt x="8055249" y="111284"/>
                  </a:lnTo>
                  <a:moveTo>
                    <a:pt x="8143007" y="125487"/>
                  </a:moveTo>
                  <a:lnTo>
                    <a:pt x="8144510" y="125730"/>
                  </a:lnTo>
                  <a:lnTo>
                    <a:pt x="8229600" y="139700"/>
                  </a:lnTo>
                  <a:lnTo>
                    <a:pt x="8230736" y="139867"/>
                  </a:lnTo>
                  <a:moveTo>
                    <a:pt x="8318683" y="152847"/>
                  </a:moveTo>
                  <a:lnTo>
                    <a:pt x="8401050" y="166370"/>
                  </a:lnTo>
                  <a:lnTo>
                    <a:pt x="8406411" y="167237"/>
                  </a:lnTo>
                  <a:moveTo>
                    <a:pt x="8494183" y="181351"/>
                  </a:moveTo>
                  <a:lnTo>
                    <a:pt x="8572500" y="193040"/>
                  </a:lnTo>
                  <a:lnTo>
                    <a:pt x="8582112" y="194454"/>
                  </a:lnTo>
                  <a:moveTo>
                    <a:pt x="8670062" y="207412"/>
                  </a:moveTo>
                  <a:lnTo>
                    <a:pt x="8743950" y="218440"/>
                  </a:lnTo>
                  <a:lnTo>
                    <a:pt x="8758047" y="220098"/>
                  </a:lnTo>
                  <a:moveTo>
                    <a:pt x="8846334" y="230513"/>
                  </a:moveTo>
                  <a:lnTo>
                    <a:pt x="8915400" y="238760"/>
                  </a:lnTo>
                  <a:lnTo>
                    <a:pt x="8934611" y="241020"/>
                  </a:lnTo>
                  <a:moveTo>
                    <a:pt x="9022963" y="250819"/>
                  </a:moveTo>
                  <a:lnTo>
                    <a:pt x="9086850" y="256540"/>
                  </a:lnTo>
                  <a:lnTo>
                    <a:pt x="9111512" y="258716"/>
                  </a:lnTo>
                  <a:moveTo>
                    <a:pt x="9200124" y="265767"/>
                  </a:moveTo>
                  <a:lnTo>
                    <a:pt x="9258300" y="269240"/>
                  </a:lnTo>
                  <a:lnTo>
                    <a:pt x="9288868" y="271038"/>
                  </a:lnTo>
                  <a:moveTo>
                    <a:pt x="9377657" y="275305"/>
                  </a:moveTo>
                  <a:lnTo>
                    <a:pt x="9429750" y="276860"/>
                  </a:lnTo>
                  <a:lnTo>
                    <a:pt x="9466530" y="277401"/>
                  </a:lnTo>
                  <a:moveTo>
                    <a:pt x="9555420" y="277543"/>
                  </a:moveTo>
                  <a:lnTo>
                    <a:pt x="9601200" y="276860"/>
                  </a:lnTo>
                  <a:lnTo>
                    <a:pt x="9644310" y="276226"/>
                  </a:lnTo>
                  <a:moveTo>
                    <a:pt x="9733124" y="272870"/>
                  </a:moveTo>
                  <a:lnTo>
                    <a:pt x="9772650" y="270510"/>
                  </a:lnTo>
                  <a:lnTo>
                    <a:pt x="9821869" y="267615"/>
                  </a:lnTo>
                  <a:moveTo>
                    <a:pt x="9910499" y="260819"/>
                  </a:moveTo>
                  <a:lnTo>
                    <a:pt x="9944100" y="257810"/>
                  </a:lnTo>
                  <a:lnTo>
                    <a:pt x="9998886" y="251365"/>
                  </a:lnTo>
                  <a:moveTo>
                    <a:pt x="10087060" y="240047"/>
                  </a:moveTo>
                  <a:lnTo>
                    <a:pt x="10115550" y="236220"/>
                  </a:lnTo>
                  <a:lnTo>
                    <a:pt x="10174932" y="226614"/>
                  </a:lnTo>
                  <a:moveTo>
                    <a:pt x="10262517" y="211395"/>
                  </a:moveTo>
                  <a:lnTo>
                    <a:pt x="10287000" y="207010"/>
                  </a:lnTo>
                </a:path>
              </a:pathLst>
            </a:custGeom>
            <a:ln w="19050">
              <a:solidFill>
                <a:srgbClr val="FFFFFF"/>
              </a:solidFill>
              <a:prstDash val="solid"/>
            </a:ln>
          </p:spPr>
        </p:sp>
        <p:sp>
          <p:nvSpPr>
            <p:cNvPr id="12" name="node02.milestones.source-001.pin"/>
            <p:cNvSpPr/>
            <p:nvPr/>
          </p:nvSpPr>
          <p:spPr>
            <a:xfrm>
              <a:off x="1417320" y="4588846"/>
              <a:ext cx="304800" cy="304800"/>
            </a:xfrm>
            <a:prstGeom prst="ellipse">
              <a:avLst/>
            </a:prstGeom>
            <a:solidFill>
              <a:srgbClr val="FFFFFF"/>
            </a:solidFill>
            <a:ln w="25400">
              <a:solidFill>
                <a:srgbClr val="070154"/>
              </a:solidFill>
              <a:prstDash val="solid"/>
            </a:ln>
          </p:spPr>
        </p:sp>
        <p:sp>
          <p:nvSpPr>
            <p:cNvPr id="13" name="node02.milestones.source-001.number"/>
            <p:cNvSpPr/>
            <p:nvPr/>
          </p:nvSpPr>
          <p:spPr>
            <a:xfrm>
              <a:off x="1430020" y="460154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4" name="node02.milestones.source-001.tick"/>
            <p:cNvSpPr/>
            <p:nvPr/>
          </p:nvSpPr>
          <p:spPr>
            <a:xfrm>
              <a:off x="1563370" y="4296746"/>
              <a:ext cx="12700" cy="279400"/>
            </a:xfrm>
            <a:prstGeom prst="rect">
              <a:avLst/>
            </a:prstGeom>
            <a:solidFill>
              <a:srgbClr val="070154"/>
            </a:solidFill>
            <a:ln>
              <a:noFill/>
            </a:ln>
          </p:spPr>
        </p:sp>
        <p:sp>
          <p:nvSpPr>
            <p:cNvPr id="15" name="node02.milestones.source-001.label.part-1"/>
            <p:cNvSpPr/>
            <p:nvPr/>
          </p:nvSpPr>
          <p:spPr>
            <a:xfrm>
              <a:off x="723900" y="331884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16" name="node02.milestones.source-001.label.part-2"/>
            <p:cNvSpPr/>
            <p:nvPr/>
          </p:nvSpPr>
          <p:spPr>
            <a:xfrm>
              <a:off x="723900" y="349664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One sign-in</a:t>
              </a:r>
              <a:endParaRPr lang="en-US" sz="1400" spc="0" kern="0" b="0" i="0" dirty="0">
                <a:solidFill>
                  <a:srgbClr val="070154"/>
                </a:solidFill>
                <a:latin typeface="IBM Plex Sans SemiBold"/>
                <a:ea typeface="IBM Plex Sans SemiBold"/>
                <a:cs typeface="IBM Plex Sans SemiBold"/>
              </a:endParaRPr>
            </a:p>
          </p:txBody>
        </p:sp>
        <p:sp>
          <p:nvSpPr>
            <p:cNvPr id="17" name="node02.milestones.source-001.label.part-3"/>
            <p:cNvSpPr/>
            <p:nvPr/>
          </p:nvSpPr>
          <p:spPr>
            <a:xfrm>
              <a:off x="723900" y="3788746"/>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One patient ID everywhere.</a:t>
              </a:r>
              <a:endParaRPr lang="en-US" sz="1200" spc="0" kern="0" b="0" i="0" dirty="0">
                <a:solidFill>
                  <a:srgbClr val="070154"/>
                </a:solidFill>
                <a:latin typeface="IBM Plex Sans"/>
                <a:ea typeface="IBM Plex Sans"/>
                <a:cs typeface="IBM Plex Sans"/>
              </a:endParaRPr>
            </a:p>
          </p:txBody>
        </p:sp>
        <p:sp>
          <p:nvSpPr>
            <p:cNvPr id="18" name="node02.milestones.source-002.pin"/>
            <p:cNvSpPr/>
            <p:nvPr/>
          </p:nvSpPr>
          <p:spPr>
            <a:xfrm>
              <a:off x="3227832" y="4475137"/>
              <a:ext cx="304800" cy="304800"/>
            </a:xfrm>
            <a:prstGeom prst="ellipse">
              <a:avLst/>
            </a:prstGeom>
            <a:solidFill>
              <a:srgbClr val="FFFFFF"/>
            </a:solidFill>
            <a:ln w="25400">
              <a:solidFill>
                <a:srgbClr val="070154"/>
              </a:solidFill>
              <a:prstDash val="solid"/>
            </a:ln>
          </p:spPr>
        </p:sp>
        <p:sp>
          <p:nvSpPr>
            <p:cNvPr id="19" name="node02.milestones.source-002.number"/>
            <p:cNvSpPr/>
            <p:nvPr/>
          </p:nvSpPr>
          <p:spPr>
            <a:xfrm>
              <a:off x="3240532" y="4487837"/>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0" name="node02.milestones.source-002.tick"/>
            <p:cNvSpPr/>
            <p:nvPr/>
          </p:nvSpPr>
          <p:spPr>
            <a:xfrm>
              <a:off x="3373882" y="4183037"/>
              <a:ext cx="12700" cy="279400"/>
            </a:xfrm>
            <a:prstGeom prst="rect">
              <a:avLst/>
            </a:prstGeom>
            <a:solidFill>
              <a:srgbClr val="070154"/>
            </a:solidFill>
            <a:ln>
              <a:noFill/>
            </a:ln>
          </p:spPr>
        </p:sp>
        <p:sp>
          <p:nvSpPr>
            <p:cNvPr id="21" name="node02.milestones.source-002.label.part-1"/>
            <p:cNvSpPr/>
            <p:nvPr/>
          </p:nvSpPr>
          <p:spPr>
            <a:xfrm>
              <a:off x="2503932" y="3205137"/>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22" name="node02.milestones.source-002.label.part-2"/>
            <p:cNvSpPr/>
            <p:nvPr/>
          </p:nvSpPr>
          <p:spPr>
            <a:xfrm>
              <a:off x="2503932" y="3382937"/>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Online scheduling</a:t>
              </a:r>
              <a:endParaRPr lang="en-US" sz="1400" spc="0" kern="0" b="0" i="0" dirty="0">
                <a:solidFill>
                  <a:srgbClr val="070154"/>
                </a:solidFill>
                <a:latin typeface="IBM Plex Sans SemiBold"/>
                <a:ea typeface="IBM Plex Sans SemiBold"/>
                <a:cs typeface="IBM Plex Sans SemiBold"/>
              </a:endParaRPr>
            </a:p>
          </p:txBody>
        </p:sp>
        <p:sp>
          <p:nvSpPr>
            <p:cNvPr id="23" name="node02.milestones.source-002.label.part-3"/>
            <p:cNvSpPr/>
            <p:nvPr/>
          </p:nvSpPr>
          <p:spPr>
            <a:xfrm>
              <a:off x="2503932" y="3675037"/>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Primary care self-booking.</a:t>
              </a:r>
              <a:endParaRPr lang="en-US" sz="1200" spc="0" kern="0" b="0" i="0" dirty="0">
                <a:solidFill>
                  <a:srgbClr val="070154"/>
                </a:solidFill>
                <a:latin typeface="IBM Plex Sans"/>
                <a:ea typeface="IBM Plex Sans"/>
                <a:cs typeface="IBM Plex Sans"/>
              </a:endParaRPr>
            </a:p>
          </p:txBody>
        </p:sp>
        <p:sp>
          <p:nvSpPr>
            <p:cNvPr id="24" name="node02.milestones.source-003.pin"/>
            <p:cNvSpPr/>
            <p:nvPr/>
          </p:nvSpPr>
          <p:spPr>
            <a:xfrm>
              <a:off x="5038344" y="3635981"/>
              <a:ext cx="304800" cy="304800"/>
            </a:xfrm>
            <a:prstGeom prst="ellipse">
              <a:avLst/>
            </a:prstGeom>
            <a:solidFill>
              <a:srgbClr val="FFFFFF"/>
            </a:solidFill>
            <a:ln w="25400">
              <a:solidFill>
                <a:srgbClr val="070154"/>
              </a:solidFill>
              <a:prstDash val="solid"/>
            </a:ln>
          </p:spPr>
        </p:sp>
        <p:sp>
          <p:nvSpPr>
            <p:cNvPr id="25" name="node02.milestones.source-003.number"/>
            <p:cNvSpPr/>
            <p:nvPr/>
          </p:nvSpPr>
          <p:spPr>
            <a:xfrm>
              <a:off x="5051044" y="3648681"/>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6" name="node02.milestones.source-003.tick"/>
            <p:cNvSpPr/>
            <p:nvPr/>
          </p:nvSpPr>
          <p:spPr>
            <a:xfrm>
              <a:off x="5184394" y="3343881"/>
              <a:ext cx="12700" cy="279400"/>
            </a:xfrm>
            <a:prstGeom prst="rect">
              <a:avLst/>
            </a:prstGeom>
            <a:solidFill>
              <a:srgbClr val="070154"/>
            </a:solidFill>
            <a:ln>
              <a:noFill/>
            </a:ln>
          </p:spPr>
        </p:sp>
        <p:sp>
          <p:nvSpPr>
            <p:cNvPr id="27" name="node02.milestones.source-003.label.part-1"/>
            <p:cNvSpPr/>
            <p:nvPr/>
          </p:nvSpPr>
          <p:spPr>
            <a:xfrm>
              <a:off x="4314444" y="2594581"/>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28" name="node02.milestones.source-003.label.part-2"/>
            <p:cNvSpPr/>
            <p:nvPr/>
          </p:nvSpPr>
          <p:spPr>
            <a:xfrm>
              <a:off x="4314444" y="2772381"/>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Digital intake</a:t>
              </a:r>
              <a:endParaRPr lang="en-US" sz="1400" spc="0" kern="0" b="0" i="0" dirty="0">
                <a:solidFill>
                  <a:srgbClr val="070154"/>
                </a:solidFill>
                <a:latin typeface="IBM Plex Sans SemiBold"/>
                <a:ea typeface="IBM Plex Sans SemiBold"/>
                <a:cs typeface="IBM Plex Sans SemiBold"/>
              </a:endParaRPr>
            </a:p>
          </p:txBody>
        </p:sp>
        <p:sp>
          <p:nvSpPr>
            <p:cNvPr id="29" name="node02.milestones.source-003.label.part-3"/>
            <p:cNvSpPr/>
            <p:nvPr/>
          </p:nvSpPr>
          <p:spPr>
            <a:xfrm>
              <a:off x="4314444" y="3064481"/>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Forms before arrival.</a:t>
              </a:r>
              <a:endParaRPr lang="en-US" sz="1200" spc="0" kern="0" b="0" i="0" dirty="0">
                <a:solidFill>
                  <a:srgbClr val="070154"/>
                </a:solidFill>
                <a:latin typeface="IBM Plex Sans"/>
                <a:ea typeface="IBM Plex Sans"/>
                <a:cs typeface="IBM Plex Sans"/>
              </a:endParaRPr>
            </a:p>
          </p:txBody>
        </p:sp>
        <p:sp>
          <p:nvSpPr>
            <p:cNvPr id="30" name="node02.milestones.source-004.pin"/>
            <p:cNvSpPr/>
            <p:nvPr/>
          </p:nvSpPr>
          <p:spPr>
            <a:xfrm>
              <a:off x="6848856" y="2867918"/>
              <a:ext cx="304800" cy="304800"/>
            </a:xfrm>
            <a:prstGeom prst="ellipse">
              <a:avLst/>
            </a:prstGeom>
            <a:solidFill>
              <a:srgbClr val="FFFFFF"/>
            </a:solidFill>
            <a:ln w="25400">
              <a:solidFill>
                <a:srgbClr val="070154"/>
              </a:solidFill>
              <a:prstDash val="solid"/>
            </a:ln>
          </p:spPr>
        </p:sp>
        <p:sp>
          <p:nvSpPr>
            <p:cNvPr id="31" name="node02.milestones.source-004.number"/>
            <p:cNvSpPr/>
            <p:nvPr/>
          </p:nvSpPr>
          <p:spPr>
            <a:xfrm>
              <a:off x="6861556" y="2880618"/>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2" name="node02.milestones.source-004.tick"/>
            <p:cNvSpPr/>
            <p:nvPr/>
          </p:nvSpPr>
          <p:spPr>
            <a:xfrm>
              <a:off x="6994906" y="3185418"/>
              <a:ext cx="12700" cy="279400"/>
            </a:xfrm>
            <a:prstGeom prst="rect">
              <a:avLst/>
            </a:prstGeom>
            <a:solidFill>
              <a:srgbClr val="070154"/>
            </a:solidFill>
            <a:ln>
              <a:noFill/>
            </a:ln>
          </p:spPr>
        </p:sp>
        <p:sp>
          <p:nvSpPr>
            <p:cNvPr id="33" name="node02.milestones.source-004.label.part-1"/>
            <p:cNvSpPr/>
            <p:nvPr/>
          </p:nvSpPr>
          <p:spPr>
            <a:xfrm>
              <a:off x="6124956" y="3515618"/>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34" name="node02.milestones.source-004.label.part-2"/>
            <p:cNvSpPr/>
            <p:nvPr/>
          </p:nvSpPr>
          <p:spPr>
            <a:xfrm>
              <a:off x="6124956" y="3693418"/>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Smart reminders</a:t>
              </a:r>
              <a:endParaRPr lang="en-US" sz="1400" spc="0" kern="0" b="0" i="0" dirty="0">
                <a:solidFill>
                  <a:srgbClr val="070154"/>
                </a:solidFill>
                <a:latin typeface="IBM Plex Sans SemiBold"/>
                <a:ea typeface="IBM Plex Sans SemiBold"/>
                <a:cs typeface="IBM Plex Sans SemiBold"/>
              </a:endParaRPr>
            </a:p>
          </p:txBody>
        </p:sp>
        <p:sp>
          <p:nvSpPr>
            <p:cNvPr id="35" name="node02.milestones.source-004.label.part-3"/>
            <p:cNvSpPr/>
            <p:nvPr/>
          </p:nvSpPr>
          <p:spPr>
            <a:xfrm>
              <a:off x="6124956" y="3985518"/>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Text prompts cut no-shows.</a:t>
              </a:r>
              <a:endParaRPr lang="en-US" sz="1200" spc="0" kern="0" b="0" i="0" dirty="0">
                <a:solidFill>
                  <a:srgbClr val="070154"/>
                </a:solidFill>
                <a:latin typeface="IBM Plex Sans"/>
                <a:ea typeface="IBM Plex Sans"/>
                <a:cs typeface="IBM Plex Sans"/>
              </a:endParaRPr>
            </a:p>
          </p:txBody>
        </p:sp>
        <p:sp>
          <p:nvSpPr>
            <p:cNvPr id="36" name="node02.milestones.source-005.pin"/>
            <p:cNvSpPr/>
            <p:nvPr/>
          </p:nvSpPr>
          <p:spPr>
            <a:xfrm>
              <a:off x="8659368" y="2851946"/>
              <a:ext cx="304800" cy="304800"/>
            </a:xfrm>
            <a:prstGeom prst="ellipse">
              <a:avLst/>
            </a:prstGeom>
            <a:solidFill>
              <a:srgbClr val="FFFFFF"/>
            </a:solidFill>
            <a:ln w="25400">
              <a:solidFill>
                <a:srgbClr val="070154"/>
              </a:solidFill>
              <a:prstDash val="solid"/>
            </a:ln>
          </p:spPr>
        </p:sp>
        <p:sp>
          <p:nvSpPr>
            <p:cNvPr id="37" name="node02.milestones.source-005.number"/>
            <p:cNvSpPr/>
            <p:nvPr/>
          </p:nvSpPr>
          <p:spPr>
            <a:xfrm>
              <a:off x="8672068" y="286464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38" name="node02.milestones.source-005.tick"/>
            <p:cNvSpPr/>
            <p:nvPr/>
          </p:nvSpPr>
          <p:spPr>
            <a:xfrm>
              <a:off x="8805418" y="3169446"/>
              <a:ext cx="12700" cy="279400"/>
            </a:xfrm>
            <a:prstGeom prst="rect">
              <a:avLst/>
            </a:prstGeom>
            <a:solidFill>
              <a:srgbClr val="070154"/>
            </a:solidFill>
            <a:ln>
              <a:noFill/>
            </a:ln>
          </p:spPr>
        </p:sp>
        <p:sp>
          <p:nvSpPr>
            <p:cNvPr id="39" name="node02.milestones.source-005.label.part-1"/>
            <p:cNvSpPr/>
            <p:nvPr/>
          </p:nvSpPr>
          <p:spPr>
            <a:xfrm>
              <a:off x="7935468" y="349964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40" name="node02.milestones.source-005.label.part-2"/>
            <p:cNvSpPr/>
            <p:nvPr/>
          </p:nvSpPr>
          <p:spPr>
            <a:xfrm>
              <a:off x="7935468" y="367744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Virtual front desk</a:t>
              </a:r>
              <a:endParaRPr lang="en-US" sz="1400" spc="0" kern="0" b="0" i="0" dirty="0">
                <a:solidFill>
                  <a:srgbClr val="070154"/>
                </a:solidFill>
                <a:latin typeface="IBM Plex Sans SemiBold"/>
                <a:ea typeface="IBM Plex Sans SemiBold"/>
                <a:cs typeface="IBM Plex Sans SemiBold"/>
              </a:endParaRPr>
            </a:p>
          </p:txBody>
        </p:sp>
        <p:sp>
          <p:nvSpPr>
            <p:cNvPr id="41" name="node02.milestones.source-005.label.part-3"/>
            <p:cNvSpPr/>
            <p:nvPr/>
          </p:nvSpPr>
          <p:spPr>
            <a:xfrm>
              <a:off x="7935468" y="3969546"/>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Chat and video check-in.</a:t>
              </a:r>
              <a:endParaRPr lang="en-US" sz="1200" spc="0" kern="0" b="0" i="0" dirty="0">
                <a:solidFill>
                  <a:srgbClr val="070154"/>
                </a:solidFill>
                <a:latin typeface="IBM Plex Sans"/>
                <a:ea typeface="IBM Plex Sans"/>
                <a:cs typeface="IBM Plex Sans"/>
              </a:endParaRPr>
            </a:p>
          </p:txBody>
        </p:sp>
        <p:sp>
          <p:nvSpPr>
            <p:cNvPr id="42" name="node02.milestones.source-006.pin"/>
            <p:cNvSpPr/>
            <p:nvPr/>
          </p:nvSpPr>
          <p:spPr>
            <a:xfrm>
              <a:off x="10469880" y="3046736"/>
              <a:ext cx="304800" cy="304800"/>
            </a:xfrm>
            <a:prstGeom prst="ellipse">
              <a:avLst/>
            </a:prstGeom>
            <a:solidFill>
              <a:srgbClr val="FFFFFF"/>
            </a:solidFill>
            <a:ln w="25400">
              <a:solidFill>
                <a:srgbClr val="070154"/>
              </a:solidFill>
              <a:prstDash val="solid"/>
            </a:ln>
          </p:spPr>
        </p:sp>
        <p:sp>
          <p:nvSpPr>
            <p:cNvPr id="43" name="node02.milestones.source-006.number"/>
            <p:cNvSpPr/>
            <p:nvPr/>
          </p:nvSpPr>
          <p:spPr>
            <a:xfrm>
              <a:off x="10482580" y="305943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6</a:t>
              </a:r>
              <a:endParaRPr lang="en-US" sz="1100" spc="0" kern="0" b="0" i="0" dirty="0">
                <a:solidFill>
                  <a:srgbClr val="070154"/>
                </a:solidFill>
                <a:latin typeface="IBM Plex Mono SemiBold"/>
                <a:ea typeface="IBM Plex Mono SemiBold"/>
                <a:cs typeface="IBM Plex Mono SemiBold"/>
              </a:endParaRPr>
            </a:p>
          </p:txBody>
        </p:sp>
        <p:sp>
          <p:nvSpPr>
            <p:cNvPr id="44" name="node02.milestones.source-006.tick"/>
            <p:cNvSpPr/>
            <p:nvPr/>
          </p:nvSpPr>
          <p:spPr>
            <a:xfrm>
              <a:off x="10615930" y="3364236"/>
              <a:ext cx="12700" cy="279400"/>
            </a:xfrm>
            <a:prstGeom prst="rect">
              <a:avLst/>
            </a:prstGeom>
            <a:solidFill>
              <a:srgbClr val="070154"/>
            </a:solidFill>
            <a:ln>
              <a:noFill/>
            </a:ln>
          </p:spPr>
        </p:sp>
        <p:sp>
          <p:nvSpPr>
            <p:cNvPr id="45" name="node02.milestones.source-006.label.part-1"/>
            <p:cNvSpPr/>
            <p:nvPr/>
          </p:nvSpPr>
          <p:spPr>
            <a:xfrm>
              <a:off x="9715500" y="369443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2028</a:t>
              </a:r>
              <a:endParaRPr lang="en-US" sz="900" spc="54" kern="0" b="0" i="0" dirty="0">
                <a:solidFill>
                  <a:srgbClr val="0047FF"/>
                </a:solidFill>
                <a:latin typeface="IBM Plex Mono SemiBold"/>
                <a:ea typeface="IBM Plex Mono SemiBold"/>
                <a:cs typeface="IBM Plex Mono SemiBold"/>
              </a:endParaRPr>
            </a:p>
          </p:txBody>
        </p:sp>
        <p:sp>
          <p:nvSpPr>
            <p:cNvPr id="46" name="node02.milestones.source-006.label.part-2"/>
            <p:cNvSpPr/>
            <p:nvPr/>
          </p:nvSpPr>
          <p:spPr>
            <a:xfrm>
              <a:off x="9715500" y="387223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Personal journeys</a:t>
              </a:r>
              <a:endParaRPr lang="en-US" sz="1400" spc="0" kern="0" b="0" i="0" dirty="0">
                <a:solidFill>
                  <a:srgbClr val="070154"/>
                </a:solidFill>
                <a:latin typeface="IBM Plex Sans SemiBold"/>
                <a:ea typeface="IBM Plex Sans SemiBold"/>
                <a:cs typeface="IBM Plex Sans SemiBold"/>
              </a:endParaRPr>
            </a:p>
          </p:txBody>
        </p:sp>
        <p:sp>
          <p:nvSpPr>
            <p:cNvPr id="47" name="node02.milestones.source-006.label.part-3"/>
            <p:cNvSpPr/>
            <p:nvPr/>
          </p:nvSpPr>
          <p:spPr>
            <a:xfrm>
              <a:off x="9715500" y="4164336"/>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Care paths for each patient.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ource-43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checkpoints lead back to one front door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69</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6667500" y="1600200"/>
            <a:ext cx="4800600" cy="609600"/>
            <a:chOff x="6667500" y="1600200"/>
            <a:chExt cx="4800600" cy="609600"/>
          </a:xfrm>
        </p:grpSpPr>
        <p:sp>
          <p:nvSpPr>
            <p:cNvPr id="7" name="node01.text"/>
            <p:cNvSpPr/>
            <p:nvPr/>
          </p:nvSpPr>
          <p:spPr>
            <a:xfrm>
              <a:off x="6667500" y="1600200"/>
              <a:ext cx="48006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Each checkpoint retires one more phone line, portal or manual step.</a:t>
              </a:r>
              <a:endParaRPr lang="en-US" sz="1600" spc="0" kern="0" b="0" i="0" dirty="0">
                <a:solidFill>
                  <a:srgbClr val="070154"/>
                </a:solidFill>
                <a:latin typeface="IBM Plex Sans"/>
                <a:ea typeface="IBM Plex Sans"/>
                <a:cs typeface="IBM Plex Sans"/>
              </a:endParaRPr>
            </a:p>
          </p:txBody>
        </p:sp>
      </p:grpSp>
      <p:grpSp>
        <p:nvGrpSpPr>
          <p:cNvPr id="49" name="node02"/>
          <p:cNvGrpSpPr/>
          <p:nvPr/>
        </p:nvGrpSpPr>
        <p:grpSpPr>
          <a:xfrm>
            <a:off x="723900" y="1600200"/>
            <a:ext cx="10744200" cy="4114800"/>
            <a:chOff x="723900" y="1600200"/>
            <a:chExt cx="10744200" cy="4114800"/>
          </a:xfrm>
        </p:grpSpPr>
        <p:sp>
          <p:nvSpPr>
            <p:cNvPr id="8" name="node02.road"/>
            <p:cNvSpPr/>
            <p:nvPr/>
          </p:nvSpPr>
          <p:spPr>
            <a:xfrm>
              <a:off x="952500" y="2923540"/>
              <a:ext cx="10287000" cy="1864360"/>
            </a:xfrm>
            <a:custGeom>
              <a:avLst/>
              <a:gdLst/>
              <a:ahLst/>
              <a:cxnLst/>
              <a:rect l="l" t="t" r="r" b="b"/>
              <a:pathLst>
                <a:path w="10287000" h="1864360">
                  <a:moveTo>
                    <a:pt x="10287000" y="1725930"/>
                  </a:moveTo>
                  <a:lnTo>
                    <a:pt x="10201910" y="1739900"/>
                  </a:lnTo>
                  <a:lnTo>
                    <a:pt x="10115550" y="1753870"/>
                  </a:lnTo>
                  <a:lnTo>
                    <a:pt x="10030460" y="1766570"/>
                  </a:lnTo>
                  <a:lnTo>
                    <a:pt x="9944100" y="1779270"/>
                  </a:lnTo>
                  <a:lnTo>
                    <a:pt x="9859010" y="1791970"/>
                  </a:lnTo>
                  <a:lnTo>
                    <a:pt x="9772650" y="1804670"/>
                  </a:lnTo>
                  <a:lnTo>
                    <a:pt x="9687560" y="1816100"/>
                  </a:lnTo>
                  <a:lnTo>
                    <a:pt x="9601200" y="1826260"/>
                  </a:lnTo>
                  <a:lnTo>
                    <a:pt x="9516110" y="1835150"/>
                  </a:lnTo>
                  <a:lnTo>
                    <a:pt x="9429750" y="1842770"/>
                  </a:lnTo>
                  <a:lnTo>
                    <a:pt x="9344660" y="1850390"/>
                  </a:lnTo>
                  <a:lnTo>
                    <a:pt x="9258300" y="1855470"/>
                  </a:lnTo>
                  <a:lnTo>
                    <a:pt x="9173210" y="1860550"/>
                  </a:lnTo>
                  <a:lnTo>
                    <a:pt x="9086850" y="1863090"/>
                  </a:lnTo>
                  <a:lnTo>
                    <a:pt x="9001760" y="1864360"/>
                  </a:lnTo>
                  <a:lnTo>
                    <a:pt x="8915400" y="1864360"/>
                  </a:lnTo>
                  <a:lnTo>
                    <a:pt x="8830310" y="1861820"/>
                  </a:lnTo>
                  <a:lnTo>
                    <a:pt x="8743950" y="1858010"/>
                  </a:lnTo>
                  <a:lnTo>
                    <a:pt x="8658860" y="1851660"/>
                  </a:lnTo>
                  <a:lnTo>
                    <a:pt x="8572500" y="1844040"/>
                  </a:lnTo>
                  <a:lnTo>
                    <a:pt x="8487410" y="1833880"/>
                  </a:lnTo>
                  <a:lnTo>
                    <a:pt x="8401050" y="1822450"/>
                  </a:lnTo>
                  <a:lnTo>
                    <a:pt x="8315960" y="1809750"/>
                  </a:lnTo>
                  <a:lnTo>
                    <a:pt x="8229600" y="1793240"/>
                  </a:lnTo>
                  <a:lnTo>
                    <a:pt x="8144510" y="1776730"/>
                  </a:lnTo>
                  <a:lnTo>
                    <a:pt x="8058150" y="1756410"/>
                  </a:lnTo>
                  <a:lnTo>
                    <a:pt x="7973060" y="1734820"/>
                  </a:lnTo>
                  <a:lnTo>
                    <a:pt x="7886700" y="1711960"/>
                  </a:lnTo>
                  <a:lnTo>
                    <a:pt x="7801610" y="1686560"/>
                  </a:lnTo>
                  <a:lnTo>
                    <a:pt x="7715250" y="1659890"/>
                  </a:lnTo>
                  <a:lnTo>
                    <a:pt x="7630160" y="1630680"/>
                  </a:lnTo>
                  <a:lnTo>
                    <a:pt x="7543800" y="1598930"/>
                  </a:lnTo>
                  <a:lnTo>
                    <a:pt x="7458710" y="1567180"/>
                  </a:lnTo>
                  <a:lnTo>
                    <a:pt x="7372350" y="1532890"/>
                  </a:lnTo>
                  <a:lnTo>
                    <a:pt x="7285990" y="1497330"/>
                  </a:lnTo>
                  <a:lnTo>
                    <a:pt x="7200900" y="1459230"/>
                  </a:lnTo>
                  <a:lnTo>
                    <a:pt x="7115810" y="1421130"/>
                  </a:lnTo>
                  <a:lnTo>
                    <a:pt x="7029450" y="1380490"/>
                  </a:lnTo>
                  <a:lnTo>
                    <a:pt x="6944360" y="1339850"/>
                  </a:lnTo>
                  <a:lnTo>
                    <a:pt x="6858000" y="1296670"/>
                  </a:lnTo>
                  <a:lnTo>
                    <a:pt x="6772910" y="1253490"/>
                  </a:lnTo>
                  <a:lnTo>
                    <a:pt x="6686550" y="1209040"/>
                  </a:lnTo>
                  <a:lnTo>
                    <a:pt x="6601460" y="1164590"/>
                  </a:lnTo>
                  <a:lnTo>
                    <a:pt x="6515100" y="1118870"/>
                  </a:lnTo>
                  <a:lnTo>
                    <a:pt x="6430010" y="1073150"/>
                  </a:lnTo>
                  <a:lnTo>
                    <a:pt x="6343650" y="1026160"/>
                  </a:lnTo>
                  <a:lnTo>
                    <a:pt x="6258560" y="979170"/>
                  </a:lnTo>
                  <a:lnTo>
                    <a:pt x="6172200" y="932180"/>
                  </a:lnTo>
                  <a:lnTo>
                    <a:pt x="6087110" y="885190"/>
                  </a:lnTo>
                  <a:lnTo>
                    <a:pt x="6000750" y="838200"/>
                  </a:lnTo>
                  <a:lnTo>
                    <a:pt x="5915660" y="792480"/>
                  </a:lnTo>
                  <a:lnTo>
                    <a:pt x="5829300" y="745490"/>
                  </a:lnTo>
                  <a:lnTo>
                    <a:pt x="5744210" y="699770"/>
                  </a:lnTo>
                  <a:lnTo>
                    <a:pt x="5657850" y="655320"/>
                  </a:lnTo>
                  <a:lnTo>
                    <a:pt x="5572760" y="610870"/>
                  </a:lnTo>
                  <a:lnTo>
                    <a:pt x="5486400" y="567690"/>
                  </a:lnTo>
                  <a:lnTo>
                    <a:pt x="5401310" y="525780"/>
                  </a:lnTo>
                  <a:lnTo>
                    <a:pt x="5314950" y="483870"/>
                  </a:lnTo>
                  <a:lnTo>
                    <a:pt x="5229860" y="444500"/>
                  </a:lnTo>
                  <a:lnTo>
                    <a:pt x="5143500" y="405130"/>
                  </a:lnTo>
                  <a:lnTo>
                    <a:pt x="5058410" y="368300"/>
                  </a:lnTo>
                  <a:lnTo>
                    <a:pt x="4972050" y="332740"/>
                  </a:lnTo>
                  <a:lnTo>
                    <a:pt x="4886960" y="298450"/>
                  </a:lnTo>
                  <a:lnTo>
                    <a:pt x="4800600" y="265430"/>
                  </a:lnTo>
                  <a:lnTo>
                    <a:pt x="4715510" y="234950"/>
                  </a:lnTo>
                  <a:lnTo>
                    <a:pt x="4629150" y="205740"/>
                  </a:lnTo>
                  <a:lnTo>
                    <a:pt x="4544060" y="177800"/>
                  </a:lnTo>
                  <a:lnTo>
                    <a:pt x="4457700" y="152400"/>
                  </a:lnTo>
                  <a:lnTo>
                    <a:pt x="4372610" y="129540"/>
                  </a:lnTo>
                  <a:lnTo>
                    <a:pt x="4286250" y="107950"/>
                  </a:lnTo>
                  <a:lnTo>
                    <a:pt x="4201160" y="88900"/>
                  </a:lnTo>
                  <a:lnTo>
                    <a:pt x="4114800" y="71120"/>
                  </a:lnTo>
                  <a:lnTo>
                    <a:pt x="4029710" y="55880"/>
                  </a:lnTo>
                  <a:lnTo>
                    <a:pt x="3943350" y="41910"/>
                  </a:lnTo>
                  <a:lnTo>
                    <a:pt x="3858260" y="30480"/>
                  </a:lnTo>
                  <a:lnTo>
                    <a:pt x="3771900" y="20320"/>
                  </a:lnTo>
                  <a:lnTo>
                    <a:pt x="3685540" y="12700"/>
                  </a:lnTo>
                  <a:lnTo>
                    <a:pt x="3600450" y="7620"/>
                  </a:lnTo>
                  <a:lnTo>
                    <a:pt x="3515360" y="2540"/>
                  </a:lnTo>
                  <a:lnTo>
                    <a:pt x="3429000" y="1270"/>
                  </a:lnTo>
                  <a:lnTo>
                    <a:pt x="3342640" y="0"/>
                  </a:lnTo>
                  <a:lnTo>
                    <a:pt x="3257550" y="1270"/>
                  </a:lnTo>
                  <a:lnTo>
                    <a:pt x="3172460" y="5080"/>
                  </a:lnTo>
                  <a:lnTo>
                    <a:pt x="3086100" y="8890"/>
                  </a:lnTo>
                  <a:lnTo>
                    <a:pt x="2999740" y="13970"/>
                  </a:lnTo>
                  <a:lnTo>
                    <a:pt x="2914650" y="21590"/>
                  </a:lnTo>
                  <a:lnTo>
                    <a:pt x="2829560" y="29210"/>
                  </a:lnTo>
                  <a:lnTo>
                    <a:pt x="2743200" y="39370"/>
                  </a:lnTo>
                  <a:lnTo>
                    <a:pt x="2658110" y="49530"/>
                  </a:lnTo>
                  <a:lnTo>
                    <a:pt x="2571750" y="60960"/>
                  </a:lnTo>
                  <a:lnTo>
                    <a:pt x="2486660" y="72390"/>
                  </a:lnTo>
                  <a:lnTo>
                    <a:pt x="2400300" y="85090"/>
                  </a:lnTo>
                  <a:lnTo>
                    <a:pt x="2315210" y="97790"/>
                  </a:lnTo>
                  <a:lnTo>
                    <a:pt x="2228850" y="111760"/>
                  </a:lnTo>
                  <a:lnTo>
                    <a:pt x="2143760" y="125730"/>
                  </a:lnTo>
                  <a:lnTo>
                    <a:pt x="2057400" y="139700"/>
                  </a:lnTo>
                  <a:lnTo>
                    <a:pt x="1972310" y="152400"/>
                  </a:lnTo>
                  <a:lnTo>
                    <a:pt x="1885950" y="166370"/>
                  </a:lnTo>
                  <a:lnTo>
                    <a:pt x="1800860" y="180340"/>
                  </a:lnTo>
                  <a:lnTo>
                    <a:pt x="1714500" y="193040"/>
                  </a:lnTo>
                  <a:lnTo>
                    <a:pt x="1629410" y="205740"/>
                  </a:lnTo>
                  <a:lnTo>
                    <a:pt x="1543050" y="218440"/>
                  </a:lnTo>
                  <a:lnTo>
                    <a:pt x="1457960" y="228600"/>
                  </a:lnTo>
                  <a:lnTo>
                    <a:pt x="1371600" y="238760"/>
                  </a:lnTo>
                  <a:lnTo>
                    <a:pt x="1286510" y="248920"/>
                  </a:lnTo>
                  <a:lnTo>
                    <a:pt x="1200150" y="256540"/>
                  </a:lnTo>
                  <a:lnTo>
                    <a:pt x="1113790" y="264160"/>
                  </a:lnTo>
                  <a:lnTo>
                    <a:pt x="1028700" y="269240"/>
                  </a:lnTo>
                  <a:lnTo>
                    <a:pt x="943610" y="274320"/>
                  </a:lnTo>
                  <a:lnTo>
                    <a:pt x="857250" y="276860"/>
                  </a:lnTo>
                  <a:lnTo>
                    <a:pt x="770890" y="278130"/>
                  </a:lnTo>
                  <a:lnTo>
                    <a:pt x="685800" y="276860"/>
                  </a:lnTo>
                  <a:lnTo>
                    <a:pt x="600710" y="275590"/>
                  </a:lnTo>
                  <a:lnTo>
                    <a:pt x="514350" y="270510"/>
                  </a:lnTo>
                  <a:lnTo>
                    <a:pt x="427990" y="265430"/>
                  </a:lnTo>
                  <a:lnTo>
                    <a:pt x="342900" y="257810"/>
                  </a:lnTo>
                  <a:lnTo>
                    <a:pt x="257810" y="247650"/>
                  </a:lnTo>
                  <a:lnTo>
                    <a:pt x="171450" y="236220"/>
                  </a:lnTo>
                  <a:lnTo>
                    <a:pt x="85090" y="222250"/>
                  </a:lnTo>
                  <a:lnTo>
                    <a:pt x="0" y="207010"/>
                  </a:lnTo>
                </a:path>
              </a:pathLst>
            </a:custGeom>
            <a:ln w="279400">
              <a:solidFill>
                <a:srgbClr val="070154"/>
              </a:solidFill>
              <a:prstDash val="solid"/>
              <a:round/>
            </a:ln>
          </p:spPr>
        </p:sp>
        <p:sp>
          <p:nvSpPr>
            <p:cNvPr id="9" name="node02.road.cap-1"/>
            <p:cNvSpPr/>
            <p:nvPr/>
          </p:nvSpPr>
          <p:spPr>
            <a:xfrm>
              <a:off x="11099800" y="4509770"/>
              <a:ext cx="279400" cy="279400"/>
            </a:xfrm>
            <a:prstGeom prst="ellipse">
              <a:avLst/>
            </a:prstGeom>
            <a:solidFill>
              <a:srgbClr val="070154"/>
            </a:solidFill>
            <a:ln>
              <a:noFill/>
            </a:ln>
          </p:spPr>
        </p:sp>
        <p:sp>
          <p:nvSpPr>
            <p:cNvPr id="10" name="node02.road.cap-2"/>
            <p:cNvSpPr/>
            <p:nvPr/>
          </p:nvSpPr>
          <p:spPr>
            <a:xfrm>
              <a:off x="812800" y="2990850"/>
              <a:ext cx="279400" cy="279400"/>
            </a:xfrm>
            <a:prstGeom prst="ellipse">
              <a:avLst/>
            </a:prstGeom>
            <a:solidFill>
              <a:srgbClr val="070154"/>
            </a:solidFill>
            <a:ln>
              <a:noFill/>
            </a:ln>
          </p:spPr>
        </p:sp>
        <p:sp>
          <p:nvSpPr>
            <p:cNvPr id="11" name="node02.centerline"/>
            <p:cNvSpPr/>
            <p:nvPr/>
          </p:nvSpPr>
          <p:spPr>
            <a:xfrm>
              <a:off x="952500" y="2923540"/>
              <a:ext cx="10287000" cy="1864360"/>
            </a:xfrm>
            <a:custGeom>
              <a:avLst/>
              <a:gdLst/>
              <a:ahLst/>
              <a:cxnLst/>
              <a:rect l="l" t="t" r="r" b="b"/>
              <a:pathLst>
                <a:path w="10287000" h="1864360">
                  <a:moveTo>
                    <a:pt x="10287000" y="1725930"/>
                  </a:moveTo>
                  <a:lnTo>
                    <a:pt x="10201910" y="1739900"/>
                  </a:lnTo>
                  <a:lnTo>
                    <a:pt x="10199273" y="1740327"/>
                  </a:lnTo>
                  <a:moveTo>
                    <a:pt x="10111507" y="1754473"/>
                  </a:moveTo>
                  <a:lnTo>
                    <a:pt x="10030460" y="1766570"/>
                  </a:lnTo>
                  <a:lnTo>
                    <a:pt x="10023578" y="1767582"/>
                  </a:lnTo>
                  <a:moveTo>
                    <a:pt x="9935627" y="1780535"/>
                  </a:moveTo>
                  <a:lnTo>
                    <a:pt x="9859010" y="1791970"/>
                  </a:lnTo>
                  <a:lnTo>
                    <a:pt x="9847697" y="1793634"/>
                  </a:lnTo>
                  <a:moveTo>
                    <a:pt x="9759721" y="1806407"/>
                  </a:moveTo>
                  <a:lnTo>
                    <a:pt x="9687560" y="1816100"/>
                  </a:lnTo>
                  <a:lnTo>
                    <a:pt x="9671579" y="1817980"/>
                  </a:lnTo>
                  <a:moveTo>
                    <a:pt x="9583262" y="1828134"/>
                  </a:moveTo>
                  <a:lnTo>
                    <a:pt x="9516110" y="1835150"/>
                  </a:lnTo>
                  <a:lnTo>
                    <a:pt x="9494810" y="1837029"/>
                  </a:lnTo>
                  <a:moveTo>
                    <a:pt x="9406257" y="1844874"/>
                  </a:moveTo>
                  <a:lnTo>
                    <a:pt x="9344660" y="1850390"/>
                  </a:lnTo>
                  <a:lnTo>
                    <a:pt x="9317650" y="1851979"/>
                  </a:lnTo>
                  <a:moveTo>
                    <a:pt x="9228905" y="1857225"/>
                  </a:moveTo>
                  <a:lnTo>
                    <a:pt x="9173210" y="1860550"/>
                  </a:lnTo>
                  <a:lnTo>
                    <a:pt x="9140119" y="1861523"/>
                  </a:lnTo>
                  <a:moveTo>
                    <a:pt x="9051246" y="1863621"/>
                  </a:moveTo>
                  <a:lnTo>
                    <a:pt x="9001760" y="1864360"/>
                  </a:lnTo>
                  <a:lnTo>
                    <a:pt x="8962351" y="1864360"/>
                  </a:lnTo>
                  <a:moveTo>
                    <a:pt x="8873470" y="1863108"/>
                  </a:moveTo>
                  <a:lnTo>
                    <a:pt x="8830310" y="1861820"/>
                  </a:lnTo>
                  <a:lnTo>
                    <a:pt x="8784634" y="1859805"/>
                  </a:lnTo>
                  <a:moveTo>
                    <a:pt x="8695907" y="1854425"/>
                  </a:moveTo>
                  <a:lnTo>
                    <a:pt x="8658860" y="1851660"/>
                  </a:lnTo>
                  <a:lnTo>
                    <a:pt x="8607310" y="1847111"/>
                  </a:lnTo>
                  <a:moveTo>
                    <a:pt x="8518926" y="1837643"/>
                  </a:moveTo>
                  <a:lnTo>
                    <a:pt x="8487410" y="1833880"/>
                  </a:lnTo>
                  <a:lnTo>
                    <a:pt x="8430744" y="1826380"/>
                  </a:lnTo>
                  <a:moveTo>
                    <a:pt x="8342749" y="1813748"/>
                  </a:moveTo>
                  <a:lnTo>
                    <a:pt x="8315960" y="1809750"/>
                  </a:lnTo>
                  <a:lnTo>
                    <a:pt x="8255245" y="1798143"/>
                  </a:lnTo>
                  <a:moveTo>
                    <a:pt x="8167959" y="1781280"/>
                  </a:moveTo>
                  <a:lnTo>
                    <a:pt x="8144510" y="1776730"/>
                  </a:lnTo>
                  <a:lnTo>
                    <a:pt x="8081224" y="1761839"/>
                  </a:lnTo>
                  <a:moveTo>
                    <a:pt x="7994957" y="1740376"/>
                  </a:moveTo>
                  <a:lnTo>
                    <a:pt x="7973060" y="1734820"/>
                  </a:lnTo>
                  <a:lnTo>
                    <a:pt x="7908959" y="1717852"/>
                  </a:lnTo>
                  <a:moveTo>
                    <a:pt x="7823578" y="1693117"/>
                  </a:moveTo>
                  <a:lnTo>
                    <a:pt x="7801610" y="1686560"/>
                  </a:lnTo>
                  <a:lnTo>
                    <a:pt x="7738573" y="1667093"/>
                  </a:lnTo>
                  <a:moveTo>
                    <a:pt x="7654254" y="1638951"/>
                  </a:moveTo>
                  <a:lnTo>
                    <a:pt x="7630160" y="1630680"/>
                  </a:lnTo>
                  <a:lnTo>
                    <a:pt x="7570630" y="1608794"/>
                  </a:lnTo>
                  <a:moveTo>
                    <a:pt x="7487291" y="1577845"/>
                  </a:moveTo>
                  <a:lnTo>
                    <a:pt x="7458710" y="1567180"/>
                  </a:lnTo>
                  <a:lnTo>
                    <a:pt x="7404438" y="1545631"/>
                  </a:lnTo>
                  <a:moveTo>
                    <a:pt x="7322070" y="1512187"/>
                  </a:moveTo>
                  <a:lnTo>
                    <a:pt x="7285990" y="1497330"/>
                  </a:lnTo>
                  <a:lnTo>
                    <a:pt x="7240464" y="1476945"/>
                  </a:lnTo>
                  <a:moveTo>
                    <a:pt x="7159327" y="1440615"/>
                  </a:moveTo>
                  <a:lnTo>
                    <a:pt x="7115810" y="1421130"/>
                  </a:lnTo>
                  <a:lnTo>
                    <a:pt x="7078513" y="1403579"/>
                  </a:lnTo>
                  <a:moveTo>
                    <a:pt x="6998160" y="1365546"/>
                  </a:moveTo>
                  <a:lnTo>
                    <a:pt x="6944360" y="1339850"/>
                  </a:lnTo>
                  <a:lnTo>
                    <a:pt x="6918173" y="1326756"/>
                  </a:lnTo>
                  <a:moveTo>
                    <a:pt x="6838716" y="1286884"/>
                  </a:moveTo>
                  <a:lnTo>
                    <a:pt x="6772910" y="1253490"/>
                  </a:lnTo>
                  <a:lnTo>
                    <a:pt x="6759479" y="1246577"/>
                  </a:lnTo>
                  <a:moveTo>
                    <a:pt x="6680454" y="1205855"/>
                  </a:moveTo>
                  <a:lnTo>
                    <a:pt x="6601657" y="1164693"/>
                  </a:lnTo>
                  <a:moveTo>
                    <a:pt x="6523088" y="1123099"/>
                  </a:moveTo>
                  <a:lnTo>
                    <a:pt x="6515100" y="1118870"/>
                  </a:lnTo>
                  <a:lnTo>
                    <a:pt x="6444751" y="1081070"/>
                  </a:lnTo>
                  <a:moveTo>
                    <a:pt x="6366620" y="1038658"/>
                  </a:moveTo>
                  <a:lnTo>
                    <a:pt x="6343650" y="1026160"/>
                  </a:lnTo>
                  <a:lnTo>
                    <a:pt x="6288719" y="995825"/>
                  </a:lnTo>
                  <a:moveTo>
                    <a:pt x="6210734" y="953147"/>
                  </a:moveTo>
                  <a:lnTo>
                    <a:pt x="6172200" y="932180"/>
                  </a:lnTo>
                  <a:lnTo>
                    <a:pt x="6132781" y="910411"/>
                  </a:lnTo>
                  <a:moveTo>
                    <a:pt x="6054848" y="867636"/>
                  </a:moveTo>
                  <a:lnTo>
                    <a:pt x="6000750" y="838200"/>
                  </a:lnTo>
                  <a:lnTo>
                    <a:pt x="5976691" y="825273"/>
                  </a:lnTo>
                  <a:moveTo>
                    <a:pt x="5898429" y="783104"/>
                  </a:moveTo>
                  <a:lnTo>
                    <a:pt x="5829300" y="745490"/>
                  </a:lnTo>
                  <a:lnTo>
                    <a:pt x="5820315" y="740662"/>
                  </a:lnTo>
                  <a:moveTo>
                    <a:pt x="5741983" y="698624"/>
                  </a:moveTo>
                  <a:lnTo>
                    <a:pt x="5662938" y="657939"/>
                  </a:lnTo>
                  <a:moveTo>
                    <a:pt x="5584126" y="616808"/>
                  </a:moveTo>
                  <a:lnTo>
                    <a:pt x="5572760" y="610870"/>
                  </a:lnTo>
                  <a:lnTo>
                    <a:pt x="5504715" y="576848"/>
                  </a:lnTo>
                  <a:moveTo>
                    <a:pt x="5425018" y="537457"/>
                  </a:moveTo>
                  <a:lnTo>
                    <a:pt x="5401310" y="525780"/>
                  </a:lnTo>
                  <a:lnTo>
                    <a:pt x="5345107" y="498505"/>
                  </a:lnTo>
                  <a:moveTo>
                    <a:pt x="5264689" y="460615"/>
                  </a:moveTo>
                  <a:lnTo>
                    <a:pt x="5229860" y="444500"/>
                  </a:lnTo>
                  <a:lnTo>
                    <a:pt x="5183889" y="423542"/>
                  </a:lnTo>
                  <a:moveTo>
                    <a:pt x="5102650" y="387449"/>
                  </a:moveTo>
                  <a:lnTo>
                    <a:pt x="5058410" y="368300"/>
                  </a:lnTo>
                  <a:lnTo>
                    <a:pt x="5020781" y="352806"/>
                  </a:lnTo>
                  <a:moveTo>
                    <a:pt x="4938475" y="319210"/>
                  </a:moveTo>
                  <a:lnTo>
                    <a:pt x="4886960" y="298450"/>
                  </a:lnTo>
                  <a:lnTo>
                    <a:pt x="4855800" y="286536"/>
                  </a:lnTo>
                  <a:moveTo>
                    <a:pt x="4772544" y="255380"/>
                  </a:moveTo>
                  <a:lnTo>
                    <a:pt x="4715510" y="234950"/>
                  </a:lnTo>
                  <a:lnTo>
                    <a:pt x="4688685" y="225877"/>
                  </a:lnTo>
                  <a:moveTo>
                    <a:pt x="4604399" y="197613"/>
                  </a:moveTo>
                  <a:lnTo>
                    <a:pt x="4544060" y="177800"/>
                  </a:lnTo>
                  <a:lnTo>
                    <a:pt x="4519700" y="170635"/>
                  </a:lnTo>
                  <a:moveTo>
                    <a:pt x="4434257" y="146102"/>
                  </a:moveTo>
                  <a:lnTo>
                    <a:pt x="4372610" y="129540"/>
                  </a:lnTo>
                  <a:lnTo>
                    <a:pt x="4348292" y="123460"/>
                  </a:lnTo>
                  <a:moveTo>
                    <a:pt x="4261904" y="102499"/>
                  </a:moveTo>
                  <a:lnTo>
                    <a:pt x="4201160" y="88900"/>
                  </a:lnTo>
                  <a:lnTo>
                    <a:pt x="4175055" y="83525"/>
                  </a:lnTo>
                  <a:moveTo>
                    <a:pt x="4087848" y="66293"/>
                  </a:moveTo>
                  <a:lnTo>
                    <a:pt x="4029710" y="55880"/>
                  </a:lnTo>
                  <a:lnTo>
                    <a:pt x="4000256" y="51115"/>
                  </a:lnTo>
                  <a:moveTo>
                    <a:pt x="3912374" y="37749"/>
                  </a:moveTo>
                  <a:lnTo>
                    <a:pt x="3858260" y="30480"/>
                  </a:lnTo>
                  <a:lnTo>
                    <a:pt x="3824195" y="26472"/>
                  </a:lnTo>
                  <a:moveTo>
                    <a:pt x="3735796" y="17134"/>
                  </a:moveTo>
                  <a:lnTo>
                    <a:pt x="3685540" y="12700"/>
                  </a:lnTo>
                  <a:lnTo>
                    <a:pt x="3647159" y="10409"/>
                  </a:lnTo>
                  <a:moveTo>
                    <a:pt x="3558417" y="5111"/>
                  </a:moveTo>
                  <a:lnTo>
                    <a:pt x="3515360" y="2540"/>
                  </a:lnTo>
                  <a:lnTo>
                    <a:pt x="3469599" y="1867"/>
                  </a:lnTo>
                  <a:moveTo>
                    <a:pt x="3380708" y="560"/>
                  </a:moveTo>
                  <a:lnTo>
                    <a:pt x="3342640" y="0"/>
                  </a:lnTo>
                  <a:lnTo>
                    <a:pt x="3291818" y="759"/>
                  </a:lnTo>
                  <a:moveTo>
                    <a:pt x="3202977" y="3714"/>
                  </a:moveTo>
                  <a:lnTo>
                    <a:pt x="3172460" y="5080"/>
                  </a:lnTo>
                  <a:lnTo>
                    <a:pt x="3114164" y="7652"/>
                  </a:lnTo>
                  <a:moveTo>
                    <a:pt x="3025396" y="12461"/>
                  </a:moveTo>
                  <a:lnTo>
                    <a:pt x="2999740" y="13970"/>
                  </a:lnTo>
                  <a:lnTo>
                    <a:pt x="2936792" y="19607"/>
                  </a:lnTo>
                  <a:moveTo>
                    <a:pt x="2848247" y="27537"/>
                  </a:moveTo>
                  <a:lnTo>
                    <a:pt x="2829560" y="29210"/>
                  </a:lnTo>
                  <a:lnTo>
                    <a:pt x="2759902" y="37405"/>
                  </a:lnTo>
                  <a:moveTo>
                    <a:pt x="2671626" y="47916"/>
                  </a:moveTo>
                  <a:lnTo>
                    <a:pt x="2658110" y="49530"/>
                  </a:lnTo>
                  <a:lnTo>
                    <a:pt x="2583472" y="59409"/>
                  </a:lnTo>
                  <a:moveTo>
                    <a:pt x="2495361" y="71221"/>
                  </a:moveTo>
                  <a:lnTo>
                    <a:pt x="2486660" y="72390"/>
                  </a:lnTo>
                  <a:lnTo>
                    <a:pt x="2407391" y="84047"/>
                  </a:lnTo>
                  <a:moveTo>
                    <a:pt x="2319463" y="97155"/>
                  </a:moveTo>
                  <a:lnTo>
                    <a:pt x="2315210" y="97790"/>
                  </a:lnTo>
                  <a:lnTo>
                    <a:pt x="2231696" y="111300"/>
                  </a:lnTo>
                  <a:moveTo>
                    <a:pt x="2143969" y="125696"/>
                  </a:moveTo>
                  <a:lnTo>
                    <a:pt x="2143760" y="125730"/>
                  </a:lnTo>
                  <a:lnTo>
                    <a:pt x="2057400" y="139700"/>
                  </a:lnTo>
                  <a:lnTo>
                    <a:pt x="2056208" y="139878"/>
                  </a:lnTo>
                  <a:moveTo>
                    <a:pt x="1968289" y="153050"/>
                  </a:moveTo>
                  <a:lnTo>
                    <a:pt x="1885950" y="166370"/>
                  </a:lnTo>
                  <a:lnTo>
                    <a:pt x="1880532" y="167259"/>
                  </a:lnTo>
                  <a:moveTo>
                    <a:pt x="1792786" y="181527"/>
                  </a:moveTo>
                  <a:lnTo>
                    <a:pt x="1714500" y="193040"/>
                  </a:lnTo>
                  <a:lnTo>
                    <a:pt x="1704835" y="194483"/>
                  </a:lnTo>
                  <a:moveTo>
                    <a:pt x="1616905" y="207579"/>
                  </a:moveTo>
                  <a:lnTo>
                    <a:pt x="1543050" y="218440"/>
                  </a:lnTo>
                  <a:lnTo>
                    <a:pt x="1528900" y="220130"/>
                  </a:lnTo>
                  <a:moveTo>
                    <a:pt x="1440623" y="230640"/>
                  </a:moveTo>
                  <a:lnTo>
                    <a:pt x="1371600" y="238760"/>
                  </a:lnTo>
                  <a:lnTo>
                    <a:pt x="1352336" y="241060"/>
                  </a:lnTo>
                  <a:moveTo>
                    <a:pt x="1263991" y="250907"/>
                  </a:moveTo>
                  <a:lnTo>
                    <a:pt x="1200150" y="256540"/>
                  </a:lnTo>
                  <a:lnTo>
                    <a:pt x="1175435" y="258721"/>
                  </a:lnTo>
                  <a:moveTo>
                    <a:pt x="1086823" y="265770"/>
                  </a:moveTo>
                  <a:lnTo>
                    <a:pt x="1028700" y="269240"/>
                  </a:lnTo>
                  <a:lnTo>
                    <a:pt x="998081" y="271068"/>
                  </a:lnTo>
                  <a:moveTo>
                    <a:pt x="909293" y="275329"/>
                  </a:moveTo>
                  <a:lnTo>
                    <a:pt x="857250" y="276860"/>
                  </a:lnTo>
                  <a:lnTo>
                    <a:pt x="820419" y="277402"/>
                  </a:lnTo>
                  <a:moveTo>
                    <a:pt x="731529" y="277543"/>
                  </a:moveTo>
                  <a:lnTo>
                    <a:pt x="685800" y="276860"/>
                  </a:lnTo>
                  <a:lnTo>
                    <a:pt x="642639" y="276216"/>
                  </a:lnTo>
                  <a:moveTo>
                    <a:pt x="553824" y="272832"/>
                  </a:moveTo>
                  <a:lnTo>
                    <a:pt x="514350" y="270510"/>
                  </a:lnTo>
                  <a:lnTo>
                    <a:pt x="465078" y="267612"/>
                  </a:lnTo>
                  <a:moveTo>
                    <a:pt x="376448" y="260814"/>
                  </a:moveTo>
                  <a:lnTo>
                    <a:pt x="342900" y="257810"/>
                  </a:lnTo>
                  <a:lnTo>
                    <a:pt x="288072" y="251263"/>
                  </a:lnTo>
                  <a:moveTo>
                    <a:pt x="199892" y="239984"/>
                  </a:moveTo>
                  <a:lnTo>
                    <a:pt x="171450" y="236220"/>
                  </a:lnTo>
                  <a:lnTo>
                    <a:pt x="112013" y="226605"/>
                  </a:lnTo>
                  <a:moveTo>
                    <a:pt x="24428" y="211385"/>
                  </a:moveTo>
                  <a:lnTo>
                    <a:pt x="0" y="207010"/>
                  </a:lnTo>
                </a:path>
              </a:pathLst>
            </a:custGeom>
            <a:ln w="19050">
              <a:solidFill>
                <a:srgbClr val="FFFFFF"/>
              </a:solidFill>
              <a:prstDash val="solid"/>
            </a:ln>
          </p:spPr>
        </p:sp>
        <p:sp>
          <p:nvSpPr>
            <p:cNvPr id="12" name="node02.milestones.source-001.pin"/>
            <p:cNvSpPr/>
            <p:nvPr/>
          </p:nvSpPr>
          <p:spPr>
            <a:xfrm>
              <a:off x="10469880" y="4588846"/>
              <a:ext cx="304800" cy="304800"/>
            </a:xfrm>
            <a:prstGeom prst="ellipse">
              <a:avLst/>
            </a:prstGeom>
            <a:solidFill>
              <a:srgbClr val="FFFFFF"/>
            </a:solidFill>
            <a:ln w="25400">
              <a:solidFill>
                <a:srgbClr val="070154"/>
              </a:solidFill>
              <a:prstDash val="solid"/>
            </a:ln>
          </p:spPr>
        </p:sp>
        <p:sp>
          <p:nvSpPr>
            <p:cNvPr id="13" name="node02.milestones.source-001.number"/>
            <p:cNvSpPr/>
            <p:nvPr/>
          </p:nvSpPr>
          <p:spPr>
            <a:xfrm>
              <a:off x="10482580" y="460154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4" name="node02.milestones.source-001.tick"/>
            <p:cNvSpPr/>
            <p:nvPr/>
          </p:nvSpPr>
          <p:spPr>
            <a:xfrm>
              <a:off x="10615930" y="4296746"/>
              <a:ext cx="12700" cy="279400"/>
            </a:xfrm>
            <a:prstGeom prst="rect">
              <a:avLst/>
            </a:prstGeom>
            <a:solidFill>
              <a:srgbClr val="070154"/>
            </a:solidFill>
            <a:ln>
              <a:noFill/>
            </a:ln>
          </p:spPr>
        </p:sp>
        <p:sp>
          <p:nvSpPr>
            <p:cNvPr id="15" name="node02.milestones.source-001.label.part-1"/>
            <p:cNvSpPr/>
            <p:nvPr/>
          </p:nvSpPr>
          <p:spPr>
            <a:xfrm>
              <a:off x="9715500" y="331884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TODAY</a:t>
              </a:r>
              <a:endParaRPr lang="en-US" sz="900" spc="54" kern="0" b="0" i="0" dirty="0">
                <a:solidFill>
                  <a:srgbClr val="0047FF"/>
                </a:solidFill>
                <a:latin typeface="IBM Plex Mono SemiBold"/>
                <a:ea typeface="IBM Plex Mono SemiBold"/>
                <a:cs typeface="IBM Plex Mono SemiBold"/>
              </a:endParaRPr>
            </a:p>
          </p:txBody>
        </p:sp>
        <p:sp>
          <p:nvSpPr>
            <p:cNvPr id="16" name="node02.milestones.source-001.label.part-2"/>
            <p:cNvSpPr/>
            <p:nvPr/>
          </p:nvSpPr>
          <p:spPr>
            <a:xfrm>
              <a:off x="9715500" y="349664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Fragmented access</a:t>
              </a:r>
              <a:endParaRPr lang="en-US" sz="1400" spc="0" kern="0" b="0" i="0" dirty="0">
                <a:solidFill>
                  <a:srgbClr val="070154"/>
                </a:solidFill>
                <a:latin typeface="IBM Plex Sans SemiBold"/>
                <a:ea typeface="IBM Plex Sans SemiBold"/>
                <a:cs typeface="IBM Plex Sans SemiBold"/>
              </a:endParaRPr>
            </a:p>
          </p:txBody>
        </p:sp>
        <p:sp>
          <p:nvSpPr>
            <p:cNvPr id="17" name="node02.milestones.source-001.label.part-3"/>
            <p:cNvSpPr/>
            <p:nvPr/>
          </p:nvSpPr>
          <p:spPr>
            <a:xfrm>
              <a:off x="9715500" y="3788746"/>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Five phone lines, two portals.</a:t>
              </a:r>
              <a:endParaRPr lang="en-US" sz="1200" spc="0" kern="0" b="0" i="0" dirty="0">
                <a:solidFill>
                  <a:srgbClr val="070154"/>
                </a:solidFill>
                <a:latin typeface="IBM Plex Sans"/>
                <a:ea typeface="IBM Plex Sans"/>
                <a:cs typeface="IBM Plex Sans"/>
              </a:endParaRPr>
            </a:p>
          </p:txBody>
        </p:sp>
        <p:sp>
          <p:nvSpPr>
            <p:cNvPr id="18" name="node02.milestones.source-002.pin"/>
            <p:cNvSpPr/>
            <p:nvPr/>
          </p:nvSpPr>
          <p:spPr>
            <a:xfrm>
              <a:off x="8659368" y="4475137"/>
              <a:ext cx="304800" cy="304800"/>
            </a:xfrm>
            <a:prstGeom prst="ellipse">
              <a:avLst/>
            </a:prstGeom>
            <a:solidFill>
              <a:srgbClr val="FFFFFF"/>
            </a:solidFill>
            <a:ln w="25400">
              <a:solidFill>
                <a:srgbClr val="070154"/>
              </a:solidFill>
              <a:prstDash val="solid"/>
            </a:ln>
          </p:spPr>
        </p:sp>
        <p:sp>
          <p:nvSpPr>
            <p:cNvPr id="19" name="node02.milestones.source-002.number"/>
            <p:cNvSpPr/>
            <p:nvPr/>
          </p:nvSpPr>
          <p:spPr>
            <a:xfrm>
              <a:off x="8672068" y="4487837"/>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0" name="node02.milestones.source-002.tick"/>
            <p:cNvSpPr/>
            <p:nvPr/>
          </p:nvSpPr>
          <p:spPr>
            <a:xfrm>
              <a:off x="8805418" y="4183037"/>
              <a:ext cx="12700" cy="279400"/>
            </a:xfrm>
            <a:prstGeom prst="rect">
              <a:avLst/>
            </a:prstGeom>
            <a:solidFill>
              <a:srgbClr val="070154"/>
            </a:solidFill>
            <a:ln>
              <a:noFill/>
            </a:ln>
          </p:spPr>
        </p:sp>
        <p:sp>
          <p:nvSpPr>
            <p:cNvPr id="21" name="node02.milestones.source-002.label.part-1"/>
            <p:cNvSpPr/>
            <p:nvPr/>
          </p:nvSpPr>
          <p:spPr>
            <a:xfrm>
              <a:off x="7935468" y="3205137"/>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22" name="node02.milestones.source-002.label.part-2"/>
            <p:cNvSpPr/>
            <p:nvPr/>
          </p:nvSpPr>
          <p:spPr>
            <a:xfrm>
              <a:off x="7935468" y="3382937"/>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Retire legacy portal</a:t>
              </a:r>
              <a:endParaRPr lang="en-US" sz="1400" spc="0" kern="0" b="0" i="0" dirty="0">
                <a:solidFill>
                  <a:srgbClr val="070154"/>
                </a:solidFill>
                <a:latin typeface="IBM Plex Sans SemiBold"/>
                <a:ea typeface="IBM Plex Sans SemiBold"/>
                <a:cs typeface="IBM Plex Sans SemiBold"/>
              </a:endParaRPr>
            </a:p>
          </p:txBody>
        </p:sp>
        <p:sp>
          <p:nvSpPr>
            <p:cNvPr id="23" name="node02.milestones.source-002.label.part-3"/>
            <p:cNvSpPr/>
            <p:nvPr/>
          </p:nvSpPr>
          <p:spPr>
            <a:xfrm>
              <a:off x="7935468" y="3675037"/>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Patients move to one app.</a:t>
              </a:r>
              <a:endParaRPr lang="en-US" sz="1200" spc="0" kern="0" b="0" i="0" dirty="0">
                <a:solidFill>
                  <a:srgbClr val="070154"/>
                </a:solidFill>
                <a:latin typeface="IBM Plex Sans"/>
                <a:ea typeface="IBM Plex Sans"/>
                <a:cs typeface="IBM Plex Sans"/>
              </a:endParaRPr>
            </a:p>
          </p:txBody>
        </p:sp>
        <p:sp>
          <p:nvSpPr>
            <p:cNvPr id="24" name="node02.milestones.source-003.pin"/>
            <p:cNvSpPr/>
            <p:nvPr/>
          </p:nvSpPr>
          <p:spPr>
            <a:xfrm>
              <a:off x="6848856" y="3635981"/>
              <a:ext cx="304800" cy="304800"/>
            </a:xfrm>
            <a:prstGeom prst="ellipse">
              <a:avLst/>
            </a:prstGeom>
            <a:solidFill>
              <a:srgbClr val="FFFFFF"/>
            </a:solidFill>
            <a:ln w="25400">
              <a:solidFill>
                <a:srgbClr val="070154"/>
              </a:solidFill>
              <a:prstDash val="solid"/>
            </a:ln>
          </p:spPr>
        </p:sp>
        <p:sp>
          <p:nvSpPr>
            <p:cNvPr id="25" name="node02.milestones.source-003.number"/>
            <p:cNvSpPr/>
            <p:nvPr/>
          </p:nvSpPr>
          <p:spPr>
            <a:xfrm>
              <a:off x="6861556" y="3648681"/>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6" name="node02.milestones.source-003.tick"/>
            <p:cNvSpPr/>
            <p:nvPr/>
          </p:nvSpPr>
          <p:spPr>
            <a:xfrm>
              <a:off x="6994906" y="3343881"/>
              <a:ext cx="12700" cy="279400"/>
            </a:xfrm>
            <a:prstGeom prst="rect">
              <a:avLst/>
            </a:prstGeom>
            <a:solidFill>
              <a:srgbClr val="070154"/>
            </a:solidFill>
            <a:ln>
              <a:noFill/>
            </a:ln>
          </p:spPr>
        </p:sp>
        <p:sp>
          <p:nvSpPr>
            <p:cNvPr id="27" name="node02.milestones.source-003.label.part-1"/>
            <p:cNvSpPr/>
            <p:nvPr/>
          </p:nvSpPr>
          <p:spPr>
            <a:xfrm>
              <a:off x="6124956" y="2365981"/>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28" name="node02.milestones.source-003.label.part-2"/>
            <p:cNvSpPr/>
            <p:nvPr/>
          </p:nvSpPr>
          <p:spPr>
            <a:xfrm>
              <a:off x="6124956" y="2543781"/>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Unify scheduling</a:t>
              </a:r>
              <a:endParaRPr lang="en-US" sz="1400" spc="0" kern="0" b="0" i="0" dirty="0">
                <a:solidFill>
                  <a:srgbClr val="070154"/>
                </a:solidFill>
                <a:latin typeface="IBM Plex Sans SemiBold"/>
                <a:ea typeface="IBM Plex Sans SemiBold"/>
                <a:cs typeface="IBM Plex Sans SemiBold"/>
              </a:endParaRPr>
            </a:p>
          </p:txBody>
        </p:sp>
        <p:sp>
          <p:nvSpPr>
            <p:cNvPr id="29" name="node02.milestones.source-003.label.part-3"/>
            <p:cNvSpPr/>
            <p:nvPr/>
          </p:nvSpPr>
          <p:spPr>
            <a:xfrm>
              <a:off x="6124956" y="2835881"/>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One template for all clinics.</a:t>
              </a:r>
              <a:endParaRPr lang="en-US" sz="1200" spc="0" kern="0" b="0" i="0" dirty="0">
                <a:solidFill>
                  <a:srgbClr val="070154"/>
                </a:solidFill>
                <a:latin typeface="IBM Plex Sans"/>
                <a:ea typeface="IBM Plex Sans"/>
                <a:cs typeface="IBM Plex Sans"/>
              </a:endParaRPr>
            </a:p>
          </p:txBody>
        </p:sp>
        <p:sp>
          <p:nvSpPr>
            <p:cNvPr id="30" name="node02.milestones.source-004.pin"/>
            <p:cNvSpPr/>
            <p:nvPr/>
          </p:nvSpPr>
          <p:spPr>
            <a:xfrm>
              <a:off x="5038344" y="2867918"/>
              <a:ext cx="304800" cy="304800"/>
            </a:xfrm>
            <a:prstGeom prst="ellipse">
              <a:avLst/>
            </a:prstGeom>
            <a:solidFill>
              <a:srgbClr val="FFFFFF"/>
            </a:solidFill>
            <a:ln w="25400">
              <a:solidFill>
                <a:srgbClr val="070154"/>
              </a:solidFill>
              <a:prstDash val="solid"/>
            </a:ln>
          </p:spPr>
        </p:sp>
        <p:sp>
          <p:nvSpPr>
            <p:cNvPr id="31" name="node02.milestones.source-004.number"/>
            <p:cNvSpPr/>
            <p:nvPr/>
          </p:nvSpPr>
          <p:spPr>
            <a:xfrm>
              <a:off x="5051044" y="2880618"/>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2" name="node02.milestones.source-004.tick"/>
            <p:cNvSpPr/>
            <p:nvPr/>
          </p:nvSpPr>
          <p:spPr>
            <a:xfrm>
              <a:off x="5184394" y="3185418"/>
              <a:ext cx="12700" cy="279400"/>
            </a:xfrm>
            <a:prstGeom prst="rect">
              <a:avLst/>
            </a:prstGeom>
            <a:solidFill>
              <a:srgbClr val="070154"/>
            </a:solidFill>
            <a:ln>
              <a:noFill/>
            </a:ln>
          </p:spPr>
        </p:sp>
        <p:sp>
          <p:nvSpPr>
            <p:cNvPr id="33" name="node02.milestones.source-004.label.part-1"/>
            <p:cNvSpPr/>
            <p:nvPr/>
          </p:nvSpPr>
          <p:spPr>
            <a:xfrm>
              <a:off x="4314444" y="3515618"/>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2028</a:t>
              </a:r>
              <a:endParaRPr lang="en-US" sz="900" spc="54" kern="0" b="0" i="0" dirty="0">
                <a:solidFill>
                  <a:srgbClr val="0047FF"/>
                </a:solidFill>
                <a:latin typeface="IBM Plex Mono SemiBold"/>
                <a:ea typeface="IBM Plex Mono SemiBold"/>
                <a:cs typeface="IBM Plex Mono SemiBold"/>
              </a:endParaRPr>
            </a:p>
          </p:txBody>
        </p:sp>
        <p:sp>
          <p:nvSpPr>
            <p:cNvPr id="34" name="node02.milestones.source-004.label.part-2"/>
            <p:cNvSpPr/>
            <p:nvPr/>
          </p:nvSpPr>
          <p:spPr>
            <a:xfrm>
              <a:off x="4314444" y="3693418"/>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Automate intake</a:t>
              </a:r>
              <a:endParaRPr lang="en-US" sz="1400" spc="0" kern="0" b="0" i="0" dirty="0">
                <a:solidFill>
                  <a:srgbClr val="070154"/>
                </a:solidFill>
                <a:latin typeface="IBM Plex Sans SemiBold"/>
                <a:ea typeface="IBM Plex Sans SemiBold"/>
                <a:cs typeface="IBM Plex Sans SemiBold"/>
              </a:endParaRPr>
            </a:p>
          </p:txBody>
        </p:sp>
        <p:sp>
          <p:nvSpPr>
            <p:cNvPr id="35" name="node02.milestones.source-004.label.part-3"/>
            <p:cNvSpPr/>
            <p:nvPr/>
          </p:nvSpPr>
          <p:spPr>
            <a:xfrm>
              <a:off x="4314444" y="3985518"/>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Staff review exceptions.</a:t>
              </a:r>
              <a:endParaRPr lang="en-US" sz="1200" spc="0" kern="0" b="0" i="0" dirty="0">
                <a:solidFill>
                  <a:srgbClr val="070154"/>
                </a:solidFill>
                <a:latin typeface="IBM Plex Sans"/>
                <a:ea typeface="IBM Plex Sans"/>
                <a:cs typeface="IBM Plex Sans"/>
              </a:endParaRPr>
            </a:p>
          </p:txBody>
        </p:sp>
        <p:sp>
          <p:nvSpPr>
            <p:cNvPr id="36" name="node02.milestones.source-005.pin"/>
            <p:cNvSpPr/>
            <p:nvPr/>
          </p:nvSpPr>
          <p:spPr>
            <a:xfrm>
              <a:off x="3227832" y="2851946"/>
              <a:ext cx="304800" cy="304800"/>
            </a:xfrm>
            <a:prstGeom prst="ellipse">
              <a:avLst/>
            </a:prstGeom>
            <a:solidFill>
              <a:srgbClr val="FFFFFF"/>
            </a:solidFill>
            <a:ln w="25400">
              <a:solidFill>
                <a:srgbClr val="070154"/>
              </a:solidFill>
              <a:prstDash val="solid"/>
            </a:ln>
          </p:spPr>
        </p:sp>
        <p:sp>
          <p:nvSpPr>
            <p:cNvPr id="37" name="node02.milestones.source-005.number"/>
            <p:cNvSpPr/>
            <p:nvPr/>
          </p:nvSpPr>
          <p:spPr>
            <a:xfrm>
              <a:off x="3240532" y="286464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38" name="node02.milestones.source-005.tick"/>
            <p:cNvSpPr/>
            <p:nvPr/>
          </p:nvSpPr>
          <p:spPr>
            <a:xfrm>
              <a:off x="3373882" y="3169446"/>
              <a:ext cx="12700" cy="279400"/>
            </a:xfrm>
            <a:prstGeom prst="rect">
              <a:avLst/>
            </a:prstGeom>
            <a:solidFill>
              <a:srgbClr val="070154"/>
            </a:solidFill>
            <a:ln>
              <a:noFill/>
            </a:ln>
          </p:spPr>
        </p:sp>
        <p:sp>
          <p:nvSpPr>
            <p:cNvPr id="39" name="node02.milestones.source-005.label.part-1"/>
            <p:cNvSpPr/>
            <p:nvPr/>
          </p:nvSpPr>
          <p:spPr>
            <a:xfrm>
              <a:off x="2503932" y="349964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2028</a:t>
              </a:r>
              <a:endParaRPr lang="en-US" sz="900" spc="54" kern="0" b="0" i="0" dirty="0">
                <a:solidFill>
                  <a:srgbClr val="0047FF"/>
                </a:solidFill>
                <a:latin typeface="IBM Plex Mono SemiBold"/>
                <a:ea typeface="IBM Plex Mono SemiBold"/>
                <a:cs typeface="IBM Plex Mono SemiBold"/>
              </a:endParaRPr>
            </a:p>
          </p:txBody>
        </p:sp>
        <p:sp>
          <p:nvSpPr>
            <p:cNvPr id="40" name="node02.milestones.source-005.label.part-2"/>
            <p:cNvSpPr/>
            <p:nvPr/>
          </p:nvSpPr>
          <p:spPr>
            <a:xfrm>
              <a:off x="2503932" y="367744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Predict demand</a:t>
              </a:r>
              <a:endParaRPr lang="en-US" sz="1400" spc="0" kern="0" b="0" i="0" dirty="0">
                <a:solidFill>
                  <a:srgbClr val="070154"/>
                </a:solidFill>
                <a:latin typeface="IBM Plex Sans SemiBold"/>
                <a:ea typeface="IBM Plex Sans SemiBold"/>
                <a:cs typeface="IBM Plex Sans SemiBold"/>
              </a:endParaRPr>
            </a:p>
          </p:txBody>
        </p:sp>
        <p:sp>
          <p:nvSpPr>
            <p:cNvPr id="41" name="node02.milestones.source-005.label.part-3"/>
            <p:cNvSpPr/>
            <p:nvPr/>
          </p:nvSpPr>
          <p:spPr>
            <a:xfrm>
              <a:off x="2503932" y="3969546"/>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Staffing follows forecasts.</a:t>
              </a:r>
              <a:endParaRPr lang="en-US" sz="1200" spc="0" kern="0" b="0" i="0" dirty="0">
                <a:solidFill>
                  <a:srgbClr val="070154"/>
                </a:solidFill>
                <a:latin typeface="IBM Plex Sans"/>
                <a:ea typeface="IBM Plex Sans"/>
                <a:cs typeface="IBM Plex Sans"/>
              </a:endParaRPr>
            </a:p>
          </p:txBody>
        </p:sp>
        <p:sp>
          <p:nvSpPr>
            <p:cNvPr id="42" name="node02.milestones.source-006.pin"/>
            <p:cNvSpPr/>
            <p:nvPr/>
          </p:nvSpPr>
          <p:spPr>
            <a:xfrm>
              <a:off x="1417320" y="3046736"/>
              <a:ext cx="304800" cy="304800"/>
            </a:xfrm>
            <a:prstGeom prst="ellipse">
              <a:avLst/>
            </a:prstGeom>
            <a:solidFill>
              <a:srgbClr val="FFFFFF"/>
            </a:solidFill>
            <a:ln w="25400">
              <a:solidFill>
                <a:srgbClr val="070154"/>
              </a:solidFill>
              <a:prstDash val="solid"/>
            </a:ln>
          </p:spPr>
        </p:sp>
        <p:sp>
          <p:nvSpPr>
            <p:cNvPr id="43" name="node02.milestones.source-006.number"/>
            <p:cNvSpPr/>
            <p:nvPr/>
          </p:nvSpPr>
          <p:spPr>
            <a:xfrm>
              <a:off x="1430020" y="305943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6</a:t>
              </a:r>
              <a:endParaRPr lang="en-US" sz="1100" spc="0" kern="0" b="0" i="0" dirty="0">
                <a:solidFill>
                  <a:srgbClr val="070154"/>
                </a:solidFill>
                <a:latin typeface="IBM Plex Mono SemiBold"/>
                <a:ea typeface="IBM Plex Mono SemiBold"/>
                <a:cs typeface="IBM Plex Mono SemiBold"/>
              </a:endParaRPr>
            </a:p>
          </p:txBody>
        </p:sp>
        <p:sp>
          <p:nvSpPr>
            <p:cNvPr id="44" name="node02.milestones.source-006.tick"/>
            <p:cNvSpPr/>
            <p:nvPr/>
          </p:nvSpPr>
          <p:spPr>
            <a:xfrm>
              <a:off x="1563370" y="3364236"/>
              <a:ext cx="12700" cy="279400"/>
            </a:xfrm>
            <a:prstGeom prst="rect">
              <a:avLst/>
            </a:prstGeom>
            <a:solidFill>
              <a:srgbClr val="070154"/>
            </a:solidFill>
            <a:ln>
              <a:noFill/>
            </a:ln>
          </p:spPr>
        </p:sp>
        <p:sp>
          <p:nvSpPr>
            <p:cNvPr id="45" name="node02.milestones.source-006.label.part-1"/>
            <p:cNvSpPr/>
            <p:nvPr/>
          </p:nvSpPr>
          <p:spPr>
            <a:xfrm>
              <a:off x="723900" y="369443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2029</a:t>
              </a:r>
              <a:endParaRPr lang="en-US" sz="900" spc="54" kern="0" b="0" i="0" dirty="0">
                <a:solidFill>
                  <a:srgbClr val="0047FF"/>
                </a:solidFill>
                <a:latin typeface="IBM Plex Mono SemiBold"/>
                <a:ea typeface="IBM Plex Mono SemiBold"/>
                <a:cs typeface="IBM Plex Mono SemiBold"/>
              </a:endParaRPr>
            </a:p>
          </p:txBody>
        </p:sp>
        <p:sp>
          <p:nvSpPr>
            <p:cNvPr id="46" name="node02.milestones.source-006.label.part-2"/>
            <p:cNvSpPr/>
            <p:nvPr/>
          </p:nvSpPr>
          <p:spPr>
            <a:xfrm>
              <a:off x="723900" y="387223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One front door</a:t>
              </a:r>
              <a:endParaRPr lang="en-US" sz="1400" spc="0" kern="0" b="0" i="0" dirty="0">
                <a:solidFill>
                  <a:srgbClr val="070154"/>
                </a:solidFill>
                <a:latin typeface="IBM Plex Sans SemiBold"/>
                <a:ea typeface="IBM Plex Sans SemiBold"/>
                <a:cs typeface="IBM Plex Sans SemiBold"/>
              </a:endParaRPr>
            </a:p>
          </p:txBody>
        </p:sp>
        <p:sp>
          <p:nvSpPr>
            <p:cNvPr id="47" name="node02.milestones.source-006.label.part-3"/>
            <p:cNvSpPr/>
            <p:nvPr/>
          </p:nvSpPr>
          <p:spPr>
            <a:xfrm>
              <a:off x="723900" y="4164336"/>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A single route to care.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ource-43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phases take sign-in to personal journeys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70</a:t>
            </a:fld>
            <a:endParaRPr lang="en-US" sz="700" spc="0" kern="0" b="0" i="0" dirty="0">
              <a:solidFill>
                <a:srgbClr val="070154"/>
              </a:solidFill>
              <a:latin typeface="IBM Plex Mono SemiBold"/>
              <a:ea typeface="IBM Plex Mono SemiBold"/>
              <a:cs typeface="IBM Plex Mono SemiBold"/>
            </a:endParaRPr>
          </a:p>
        </p:txBody>
      </p:sp>
      <p:grpSp>
        <p:nvGrpSpPr>
          <p:cNvPr id="65" name="node01"/>
          <p:cNvGrpSpPr/>
          <p:nvPr/>
        </p:nvGrpSpPr>
        <p:grpSpPr>
          <a:xfrm>
            <a:off x="727075" y="1625600"/>
            <a:ext cx="3511550" cy="441325"/>
            <a:chOff x="727075" y="1625600"/>
            <a:chExt cx="3511550" cy="441325"/>
          </a:xfrm>
        </p:grpSpPr>
        <p:sp>
          <p:nvSpPr>
            <p:cNvPr id="7" name="node01.stroke-1"/>
            <p:cNvSpPr/>
            <p:nvPr/>
          </p:nvSpPr>
          <p:spPr>
            <a:xfrm>
              <a:off x="736600" y="19431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8" name="node01.stroke-2"/>
            <p:cNvSpPr/>
            <p:nvPr/>
          </p:nvSpPr>
          <p:spPr>
            <a:xfrm>
              <a:off x="736600" y="1943100"/>
              <a:ext cx="3492500" cy="0"/>
            </a:xfrm>
            <a:custGeom>
              <a:avLst/>
              <a:gdLst/>
              <a:ahLst/>
              <a:cxnLst/>
              <a:rect l="l" t="t" r="r" b="b"/>
              <a:pathLst>
                <a:path w="3492500">
                  <a:moveTo>
                    <a:pt x="0" y="0"/>
                  </a:moveTo>
                  <a:lnTo>
                    <a:pt x="3492500" y="0"/>
                  </a:lnTo>
                </a:path>
              </a:pathLst>
            </a:custGeom>
            <a:ln w="19050">
              <a:solidFill>
                <a:srgbClr val="0047FF"/>
              </a:solidFill>
              <a:prstDash val="solid"/>
            </a:ln>
          </p:spPr>
        </p:sp>
        <p:sp>
          <p:nvSpPr>
            <p:cNvPr id="9" name="node01.stroke-3"/>
            <p:cNvSpPr/>
            <p:nvPr/>
          </p:nvSpPr>
          <p:spPr>
            <a:xfrm>
              <a:off x="4229100" y="19431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10" name="node01.stroke-4"/>
            <p:cNvSpPr/>
            <p:nvPr/>
          </p:nvSpPr>
          <p:spPr>
            <a:xfrm>
              <a:off x="2482850" y="18288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1" name="node01.label.part-1"/>
            <p:cNvSpPr/>
            <p:nvPr/>
          </p:nvSpPr>
          <p:spPr>
            <a:xfrm>
              <a:off x="736600" y="1625600"/>
              <a:ext cx="34925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FOUNDATION</a:t>
              </a:r>
              <a:endParaRPr lang="en-US" sz="900" spc="54" kern="0" b="0" i="0" dirty="0">
                <a:solidFill>
                  <a:srgbClr val="0047FF"/>
                </a:solidFill>
                <a:latin typeface="IBM Plex Mono SemiBold"/>
                <a:ea typeface="IBM Plex Mono SemiBold"/>
                <a:cs typeface="IBM Plex Mono SemiBold"/>
              </a:endParaRPr>
            </a:p>
          </p:txBody>
        </p:sp>
      </p:grpSp>
      <p:grpSp>
        <p:nvGrpSpPr>
          <p:cNvPr id="66" name="node02"/>
          <p:cNvGrpSpPr/>
          <p:nvPr/>
        </p:nvGrpSpPr>
        <p:grpSpPr>
          <a:xfrm>
            <a:off x="736600" y="2209800"/>
            <a:ext cx="3492500" cy="228600"/>
            <a:chOff x="736600" y="2209800"/>
            <a:chExt cx="3492500" cy="228600"/>
          </a:xfrm>
        </p:grpSpPr>
        <p:sp>
          <p:nvSpPr>
            <p:cNvPr id="12" name="node02.text"/>
            <p:cNvSpPr/>
            <p:nvPr/>
          </p:nvSpPr>
          <p:spPr>
            <a:xfrm>
              <a:off x="736600" y="2209800"/>
              <a:ext cx="34925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Identity and booking basics</a:t>
              </a:r>
              <a:endParaRPr lang="en-US" sz="1200" spc="0" kern="0" b="0" i="0" dirty="0">
                <a:solidFill>
                  <a:srgbClr val="50658E"/>
                </a:solidFill>
                <a:latin typeface="IBM Plex Sans"/>
                <a:ea typeface="IBM Plex Sans"/>
                <a:cs typeface="IBM Plex Sans"/>
              </a:endParaRPr>
            </a:p>
          </p:txBody>
        </p:sp>
      </p:grpSp>
      <p:grpSp>
        <p:nvGrpSpPr>
          <p:cNvPr id="67" name="node03"/>
          <p:cNvGrpSpPr/>
          <p:nvPr/>
        </p:nvGrpSpPr>
        <p:grpSpPr>
          <a:xfrm>
            <a:off x="4346575" y="1625600"/>
            <a:ext cx="3511550" cy="441325"/>
            <a:chOff x="4346575" y="1625600"/>
            <a:chExt cx="3511550" cy="441325"/>
          </a:xfrm>
        </p:grpSpPr>
        <p:sp>
          <p:nvSpPr>
            <p:cNvPr id="13" name="node03.stroke-1"/>
            <p:cNvSpPr/>
            <p:nvPr/>
          </p:nvSpPr>
          <p:spPr>
            <a:xfrm>
              <a:off x="4356100" y="19431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4" name="node03.stroke-2"/>
            <p:cNvSpPr/>
            <p:nvPr/>
          </p:nvSpPr>
          <p:spPr>
            <a:xfrm>
              <a:off x="4356100" y="1943100"/>
              <a:ext cx="3492500" cy="0"/>
            </a:xfrm>
            <a:custGeom>
              <a:avLst/>
              <a:gdLst/>
              <a:ahLst/>
              <a:cxnLst/>
              <a:rect l="l" t="t" r="r" b="b"/>
              <a:pathLst>
                <a:path w="3492500">
                  <a:moveTo>
                    <a:pt x="0" y="0"/>
                  </a:moveTo>
                  <a:lnTo>
                    <a:pt x="3492500" y="0"/>
                  </a:lnTo>
                </a:path>
              </a:pathLst>
            </a:custGeom>
            <a:ln w="19050">
              <a:solidFill>
                <a:srgbClr val="0047FF"/>
              </a:solidFill>
              <a:prstDash val="solid"/>
            </a:ln>
          </p:spPr>
        </p:sp>
        <p:sp>
          <p:nvSpPr>
            <p:cNvPr id="15" name="node03.stroke-3"/>
            <p:cNvSpPr/>
            <p:nvPr/>
          </p:nvSpPr>
          <p:spPr>
            <a:xfrm>
              <a:off x="7848600" y="19431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16" name="node03.stroke-4"/>
            <p:cNvSpPr/>
            <p:nvPr/>
          </p:nvSpPr>
          <p:spPr>
            <a:xfrm>
              <a:off x="6102350" y="18288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7" name="node03.label.part-1"/>
            <p:cNvSpPr/>
            <p:nvPr/>
          </p:nvSpPr>
          <p:spPr>
            <a:xfrm>
              <a:off x="4356100" y="1625600"/>
              <a:ext cx="34925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ADOPTION</a:t>
              </a:r>
              <a:endParaRPr lang="en-US" sz="900" spc="54" kern="0" b="0" i="0" dirty="0">
                <a:solidFill>
                  <a:srgbClr val="0047FF"/>
                </a:solidFill>
                <a:latin typeface="IBM Plex Mono SemiBold"/>
                <a:ea typeface="IBM Plex Mono SemiBold"/>
                <a:cs typeface="IBM Plex Mono SemiBold"/>
              </a:endParaRPr>
            </a:p>
          </p:txBody>
        </p:sp>
      </p:grpSp>
      <p:grpSp>
        <p:nvGrpSpPr>
          <p:cNvPr id="68" name="node04"/>
          <p:cNvGrpSpPr/>
          <p:nvPr/>
        </p:nvGrpSpPr>
        <p:grpSpPr>
          <a:xfrm>
            <a:off x="4356100" y="2209800"/>
            <a:ext cx="3492500" cy="228600"/>
            <a:chOff x="4356100" y="2209800"/>
            <a:chExt cx="3492500" cy="228600"/>
          </a:xfrm>
        </p:grpSpPr>
        <p:sp>
          <p:nvSpPr>
            <p:cNvPr id="18" name="node04.text"/>
            <p:cNvSpPr/>
            <p:nvPr/>
          </p:nvSpPr>
          <p:spPr>
            <a:xfrm>
              <a:off x="4356100" y="2209800"/>
              <a:ext cx="34925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Intake and reminders raise use</a:t>
              </a:r>
              <a:endParaRPr lang="en-US" sz="1200" spc="0" kern="0" b="0" i="0" dirty="0">
                <a:solidFill>
                  <a:srgbClr val="50658E"/>
                </a:solidFill>
                <a:latin typeface="IBM Plex Sans"/>
                <a:ea typeface="IBM Plex Sans"/>
                <a:cs typeface="IBM Plex Sans"/>
              </a:endParaRPr>
            </a:p>
          </p:txBody>
        </p:sp>
      </p:grpSp>
      <p:grpSp>
        <p:nvGrpSpPr>
          <p:cNvPr id="69" name="node05"/>
          <p:cNvGrpSpPr/>
          <p:nvPr/>
        </p:nvGrpSpPr>
        <p:grpSpPr>
          <a:xfrm>
            <a:off x="7966075" y="1625600"/>
            <a:ext cx="3511550" cy="441325"/>
            <a:chOff x="7966075" y="1625600"/>
            <a:chExt cx="3511550" cy="441325"/>
          </a:xfrm>
        </p:grpSpPr>
        <p:sp>
          <p:nvSpPr>
            <p:cNvPr id="19" name="node05.stroke-1"/>
            <p:cNvSpPr/>
            <p:nvPr/>
          </p:nvSpPr>
          <p:spPr>
            <a:xfrm>
              <a:off x="7975600" y="19431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20" name="node05.stroke-2"/>
            <p:cNvSpPr/>
            <p:nvPr/>
          </p:nvSpPr>
          <p:spPr>
            <a:xfrm>
              <a:off x="7975600" y="1943100"/>
              <a:ext cx="3492500" cy="0"/>
            </a:xfrm>
            <a:custGeom>
              <a:avLst/>
              <a:gdLst/>
              <a:ahLst/>
              <a:cxnLst/>
              <a:rect l="l" t="t" r="r" b="b"/>
              <a:pathLst>
                <a:path w="3492500">
                  <a:moveTo>
                    <a:pt x="0" y="0"/>
                  </a:moveTo>
                  <a:lnTo>
                    <a:pt x="3492500" y="0"/>
                  </a:lnTo>
                </a:path>
              </a:pathLst>
            </a:custGeom>
            <a:ln w="19050">
              <a:solidFill>
                <a:srgbClr val="0047FF"/>
              </a:solidFill>
              <a:prstDash val="solid"/>
            </a:ln>
          </p:spPr>
        </p:sp>
        <p:sp>
          <p:nvSpPr>
            <p:cNvPr id="21" name="node05.stroke-3"/>
            <p:cNvSpPr/>
            <p:nvPr/>
          </p:nvSpPr>
          <p:spPr>
            <a:xfrm>
              <a:off x="11468100" y="19431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22" name="node05.stroke-4"/>
            <p:cNvSpPr/>
            <p:nvPr/>
          </p:nvSpPr>
          <p:spPr>
            <a:xfrm>
              <a:off x="9721850" y="18288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23" name="node05.label.part-1"/>
            <p:cNvSpPr/>
            <p:nvPr/>
          </p:nvSpPr>
          <p:spPr>
            <a:xfrm>
              <a:off x="7975600" y="1625600"/>
              <a:ext cx="34925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SCALE</a:t>
              </a:r>
              <a:endParaRPr lang="en-US" sz="900" spc="54" kern="0" b="0" i="0" dirty="0">
                <a:solidFill>
                  <a:srgbClr val="0047FF"/>
                </a:solidFill>
                <a:latin typeface="IBM Plex Mono SemiBold"/>
                <a:ea typeface="IBM Plex Mono SemiBold"/>
                <a:cs typeface="IBM Plex Mono SemiBold"/>
              </a:endParaRPr>
            </a:p>
          </p:txBody>
        </p:sp>
      </p:grpSp>
      <p:grpSp>
        <p:nvGrpSpPr>
          <p:cNvPr id="70" name="node06"/>
          <p:cNvGrpSpPr/>
          <p:nvPr/>
        </p:nvGrpSpPr>
        <p:grpSpPr>
          <a:xfrm>
            <a:off x="7975600" y="2209800"/>
            <a:ext cx="3492500" cy="228600"/>
            <a:chOff x="7975600" y="2209800"/>
            <a:chExt cx="3492500" cy="228600"/>
          </a:xfrm>
        </p:grpSpPr>
        <p:sp>
          <p:nvSpPr>
            <p:cNvPr id="24" name="node06.text"/>
            <p:cNvSpPr/>
            <p:nvPr/>
          </p:nvSpPr>
          <p:spPr>
            <a:xfrm>
              <a:off x="7975600" y="2209800"/>
              <a:ext cx="34925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Desk and personal journeys</a:t>
              </a:r>
              <a:endParaRPr lang="en-US" sz="1200" spc="0" kern="0" b="0" i="0" dirty="0">
                <a:solidFill>
                  <a:srgbClr val="50658E"/>
                </a:solidFill>
                <a:latin typeface="IBM Plex Sans"/>
                <a:ea typeface="IBM Plex Sans"/>
                <a:cs typeface="IBM Plex Sans"/>
              </a:endParaRPr>
            </a:p>
          </p:txBody>
        </p:sp>
      </p:grpSp>
      <p:grpSp>
        <p:nvGrpSpPr>
          <p:cNvPr id="71" name="node07"/>
          <p:cNvGrpSpPr/>
          <p:nvPr/>
        </p:nvGrpSpPr>
        <p:grpSpPr>
          <a:xfrm>
            <a:off x="723900" y="2057400"/>
            <a:ext cx="10744200" cy="3657600"/>
            <a:chOff x="723900" y="2057400"/>
            <a:chExt cx="10744200" cy="3657600"/>
          </a:xfrm>
        </p:grpSpPr>
        <p:sp>
          <p:nvSpPr>
            <p:cNvPr id="25" name="node07.road"/>
            <p:cNvSpPr/>
            <p:nvPr/>
          </p:nvSpPr>
          <p:spPr>
            <a:xfrm>
              <a:off x="952500" y="3323590"/>
              <a:ext cx="10287000" cy="1463040"/>
            </a:xfrm>
            <a:custGeom>
              <a:avLst/>
              <a:gdLst/>
              <a:ahLst/>
              <a:cxnLst/>
              <a:rect l="l" t="t" r="r" b="b"/>
              <a:pathLst>
                <a:path w="10287000" h="1463040">
                  <a:moveTo>
                    <a:pt x="0" y="1408430"/>
                  </a:moveTo>
                  <a:lnTo>
                    <a:pt x="86360" y="1414780"/>
                  </a:lnTo>
                  <a:lnTo>
                    <a:pt x="171450" y="1421130"/>
                  </a:lnTo>
                  <a:lnTo>
                    <a:pt x="257810" y="1427480"/>
                  </a:lnTo>
                  <a:lnTo>
                    <a:pt x="342900" y="1433830"/>
                  </a:lnTo>
                  <a:lnTo>
                    <a:pt x="429260" y="1438910"/>
                  </a:lnTo>
                  <a:lnTo>
                    <a:pt x="514350" y="1445260"/>
                  </a:lnTo>
                  <a:lnTo>
                    <a:pt x="600710" y="1449070"/>
                  </a:lnTo>
                  <a:lnTo>
                    <a:pt x="685800" y="1454150"/>
                  </a:lnTo>
                  <a:lnTo>
                    <a:pt x="772160" y="1456690"/>
                  </a:lnTo>
                  <a:lnTo>
                    <a:pt x="857250" y="1460500"/>
                  </a:lnTo>
                  <a:lnTo>
                    <a:pt x="943610" y="1461770"/>
                  </a:lnTo>
                  <a:lnTo>
                    <a:pt x="1028700" y="1463040"/>
                  </a:lnTo>
                  <a:lnTo>
                    <a:pt x="1115060" y="1463040"/>
                  </a:lnTo>
                  <a:lnTo>
                    <a:pt x="1200150" y="1461770"/>
                  </a:lnTo>
                  <a:lnTo>
                    <a:pt x="1286510" y="1460500"/>
                  </a:lnTo>
                  <a:lnTo>
                    <a:pt x="1371600" y="1456690"/>
                  </a:lnTo>
                  <a:lnTo>
                    <a:pt x="1457960" y="1452880"/>
                  </a:lnTo>
                  <a:lnTo>
                    <a:pt x="1543050" y="1447800"/>
                  </a:lnTo>
                  <a:lnTo>
                    <a:pt x="1629410" y="1440180"/>
                  </a:lnTo>
                  <a:lnTo>
                    <a:pt x="1714500" y="1432560"/>
                  </a:lnTo>
                  <a:lnTo>
                    <a:pt x="1800860" y="1422400"/>
                  </a:lnTo>
                  <a:lnTo>
                    <a:pt x="1885950" y="1412240"/>
                  </a:lnTo>
                  <a:lnTo>
                    <a:pt x="1972310" y="1400810"/>
                  </a:lnTo>
                  <a:lnTo>
                    <a:pt x="2057400" y="1386840"/>
                  </a:lnTo>
                  <a:lnTo>
                    <a:pt x="2143760" y="1371600"/>
                  </a:lnTo>
                  <a:lnTo>
                    <a:pt x="2228850" y="1356360"/>
                  </a:lnTo>
                  <a:lnTo>
                    <a:pt x="2315210" y="1338580"/>
                  </a:lnTo>
                  <a:lnTo>
                    <a:pt x="2400300" y="1319530"/>
                  </a:lnTo>
                  <a:lnTo>
                    <a:pt x="2486660" y="1299210"/>
                  </a:lnTo>
                  <a:lnTo>
                    <a:pt x="2571750" y="1277620"/>
                  </a:lnTo>
                  <a:lnTo>
                    <a:pt x="2658110" y="1256030"/>
                  </a:lnTo>
                  <a:lnTo>
                    <a:pt x="2743200" y="1231900"/>
                  </a:lnTo>
                  <a:lnTo>
                    <a:pt x="2829560" y="1206500"/>
                  </a:lnTo>
                  <a:lnTo>
                    <a:pt x="2914650" y="1179830"/>
                  </a:lnTo>
                  <a:lnTo>
                    <a:pt x="3001010" y="1153160"/>
                  </a:lnTo>
                  <a:lnTo>
                    <a:pt x="3086100" y="1125220"/>
                  </a:lnTo>
                  <a:lnTo>
                    <a:pt x="3172460" y="1096010"/>
                  </a:lnTo>
                  <a:lnTo>
                    <a:pt x="3257550" y="1065530"/>
                  </a:lnTo>
                  <a:lnTo>
                    <a:pt x="3343910" y="1035050"/>
                  </a:lnTo>
                  <a:lnTo>
                    <a:pt x="3429000" y="1003300"/>
                  </a:lnTo>
                  <a:lnTo>
                    <a:pt x="3515360" y="970280"/>
                  </a:lnTo>
                  <a:lnTo>
                    <a:pt x="3600450" y="937260"/>
                  </a:lnTo>
                  <a:lnTo>
                    <a:pt x="3686810" y="904240"/>
                  </a:lnTo>
                  <a:lnTo>
                    <a:pt x="3771900" y="869950"/>
                  </a:lnTo>
                  <a:lnTo>
                    <a:pt x="3858260" y="835660"/>
                  </a:lnTo>
                  <a:lnTo>
                    <a:pt x="3943350" y="801370"/>
                  </a:lnTo>
                  <a:lnTo>
                    <a:pt x="4029710" y="767080"/>
                  </a:lnTo>
                  <a:lnTo>
                    <a:pt x="4114800" y="731520"/>
                  </a:lnTo>
                  <a:lnTo>
                    <a:pt x="4201160" y="697230"/>
                  </a:lnTo>
                  <a:lnTo>
                    <a:pt x="4286250" y="661670"/>
                  </a:lnTo>
                  <a:lnTo>
                    <a:pt x="4372610" y="627380"/>
                  </a:lnTo>
                  <a:lnTo>
                    <a:pt x="4457700" y="593090"/>
                  </a:lnTo>
                  <a:lnTo>
                    <a:pt x="4544060" y="558800"/>
                  </a:lnTo>
                  <a:lnTo>
                    <a:pt x="4629150" y="525780"/>
                  </a:lnTo>
                  <a:lnTo>
                    <a:pt x="4715510" y="492760"/>
                  </a:lnTo>
                  <a:lnTo>
                    <a:pt x="4800600" y="461010"/>
                  </a:lnTo>
                  <a:lnTo>
                    <a:pt x="4886960" y="429260"/>
                  </a:lnTo>
                  <a:lnTo>
                    <a:pt x="4972050" y="397510"/>
                  </a:lnTo>
                  <a:lnTo>
                    <a:pt x="5058410" y="368300"/>
                  </a:lnTo>
                  <a:lnTo>
                    <a:pt x="5143500" y="339090"/>
                  </a:lnTo>
                  <a:lnTo>
                    <a:pt x="5229860" y="309880"/>
                  </a:lnTo>
                  <a:lnTo>
                    <a:pt x="5314950" y="283210"/>
                  </a:lnTo>
                  <a:lnTo>
                    <a:pt x="5401310" y="256540"/>
                  </a:lnTo>
                  <a:lnTo>
                    <a:pt x="5486400" y="231140"/>
                  </a:lnTo>
                  <a:lnTo>
                    <a:pt x="5572760" y="208280"/>
                  </a:lnTo>
                  <a:lnTo>
                    <a:pt x="5657850" y="185420"/>
                  </a:lnTo>
                  <a:lnTo>
                    <a:pt x="5744210" y="163830"/>
                  </a:lnTo>
                  <a:lnTo>
                    <a:pt x="5829300" y="143510"/>
                  </a:lnTo>
                  <a:lnTo>
                    <a:pt x="5915660" y="124460"/>
                  </a:lnTo>
                  <a:lnTo>
                    <a:pt x="6000750" y="107950"/>
                  </a:lnTo>
                  <a:lnTo>
                    <a:pt x="6087110" y="91440"/>
                  </a:lnTo>
                  <a:lnTo>
                    <a:pt x="6172200" y="76200"/>
                  </a:lnTo>
                  <a:lnTo>
                    <a:pt x="6258560" y="63500"/>
                  </a:lnTo>
                  <a:lnTo>
                    <a:pt x="6343650" y="50800"/>
                  </a:lnTo>
                  <a:lnTo>
                    <a:pt x="6430010" y="40640"/>
                  </a:lnTo>
                  <a:lnTo>
                    <a:pt x="6515100" y="30480"/>
                  </a:lnTo>
                  <a:lnTo>
                    <a:pt x="6601460" y="22860"/>
                  </a:lnTo>
                  <a:lnTo>
                    <a:pt x="6686550" y="16510"/>
                  </a:lnTo>
                  <a:lnTo>
                    <a:pt x="6772910" y="10160"/>
                  </a:lnTo>
                  <a:lnTo>
                    <a:pt x="6858000" y="6350"/>
                  </a:lnTo>
                  <a:lnTo>
                    <a:pt x="6944360" y="3810"/>
                  </a:lnTo>
                  <a:lnTo>
                    <a:pt x="7029450" y="1270"/>
                  </a:lnTo>
                  <a:lnTo>
                    <a:pt x="7115810" y="0"/>
                  </a:lnTo>
                  <a:lnTo>
                    <a:pt x="7200900" y="0"/>
                  </a:lnTo>
                  <a:lnTo>
                    <a:pt x="7287260" y="1270"/>
                  </a:lnTo>
                  <a:lnTo>
                    <a:pt x="7372350" y="3810"/>
                  </a:lnTo>
                  <a:lnTo>
                    <a:pt x="7458710" y="6350"/>
                  </a:lnTo>
                  <a:lnTo>
                    <a:pt x="7543800" y="10160"/>
                  </a:lnTo>
                  <a:lnTo>
                    <a:pt x="7630160" y="13970"/>
                  </a:lnTo>
                  <a:lnTo>
                    <a:pt x="7715250" y="19050"/>
                  </a:lnTo>
                  <a:lnTo>
                    <a:pt x="7801610" y="24130"/>
                  </a:lnTo>
                  <a:lnTo>
                    <a:pt x="7886700" y="29210"/>
                  </a:lnTo>
                  <a:lnTo>
                    <a:pt x="7973060" y="35560"/>
                  </a:lnTo>
                  <a:lnTo>
                    <a:pt x="8058150" y="41910"/>
                  </a:lnTo>
                  <a:lnTo>
                    <a:pt x="8144510" y="48260"/>
                  </a:lnTo>
                  <a:lnTo>
                    <a:pt x="8229600" y="55880"/>
                  </a:lnTo>
                  <a:lnTo>
                    <a:pt x="8315960" y="62230"/>
                  </a:lnTo>
                  <a:lnTo>
                    <a:pt x="8401050" y="68580"/>
                  </a:lnTo>
                  <a:lnTo>
                    <a:pt x="8487410" y="74930"/>
                  </a:lnTo>
                  <a:lnTo>
                    <a:pt x="8572500" y="81280"/>
                  </a:lnTo>
                  <a:lnTo>
                    <a:pt x="8658860" y="86360"/>
                  </a:lnTo>
                  <a:lnTo>
                    <a:pt x="8743950" y="92710"/>
                  </a:lnTo>
                  <a:lnTo>
                    <a:pt x="8830310" y="96520"/>
                  </a:lnTo>
                  <a:lnTo>
                    <a:pt x="8915400" y="101600"/>
                  </a:lnTo>
                  <a:lnTo>
                    <a:pt x="9001760" y="104140"/>
                  </a:lnTo>
                  <a:lnTo>
                    <a:pt x="9086850" y="107950"/>
                  </a:lnTo>
                  <a:lnTo>
                    <a:pt x="9173210" y="109220"/>
                  </a:lnTo>
                  <a:lnTo>
                    <a:pt x="9258300" y="110490"/>
                  </a:lnTo>
                  <a:lnTo>
                    <a:pt x="9344660" y="110490"/>
                  </a:lnTo>
                  <a:lnTo>
                    <a:pt x="9429750" y="109220"/>
                  </a:lnTo>
                  <a:lnTo>
                    <a:pt x="9516110" y="107950"/>
                  </a:lnTo>
                  <a:lnTo>
                    <a:pt x="9601200" y="104140"/>
                  </a:lnTo>
                  <a:lnTo>
                    <a:pt x="9687560" y="100330"/>
                  </a:lnTo>
                  <a:lnTo>
                    <a:pt x="9772650" y="95250"/>
                  </a:lnTo>
                  <a:lnTo>
                    <a:pt x="9859010" y="87630"/>
                  </a:lnTo>
                  <a:lnTo>
                    <a:pt x="9944100" y="80010"/>
                  </a:lnTo>
                  <a:lnTo>
                    <a:pt x="10030460" y="69850"/>
                  </a:lnTo>
                  <a:lnTo>
                    <a:pt x="10115550" y="59690"/>
                  </a:lnTo>
                  <a:lnTo>
                    <a:pt x="10201910" y="48260"/>
                  </a:lnTo>
                  <a:lnTo>
                    <a:pt x="10287000" y="34290"/>
                  </a:lnTo>
                </a:path>
              </a:pathLst>
            </a:custGeom>
            <a:ln w="279400">
              <a:solidFill>
                <a:srgbClr val="070154"/>
              </a:solidFill>
              <a:prstDash val="solid"/>
              <a:round/>
            </a:ln>
          </p:spPr>
        </p:sp>
        <p:sp>
          <p:nvSpPr>
            <p:cNvPr id="26" name="node07.road.cap-1"/>
            <p:cNvSpPr/>
            <p:nvPr/>
          </p:nvSpPr>
          <p:spPr>
            <a:xfrm>
              <a:off x="812800" y="4592320"/>
              <a:ext cx="279400" cy="279400"/>
            </a:xfrm>
            <a:prstGeom prst="ellipse">
              <a:avLst/>
            </a:prstGeom>
            <a:solidFill>
              <a:srgbClr val="070154"/>
            </a:solidFill>
            <a:ln>
              <a:noFill/>
            </a:ln>
          </p:spPr>
        </p:sp>
        <p:sp>
          <p:nvSpPr>
            <p:cNvPr id="27" name="node07.road.cap-2"/>
            <p:cNvSpPr/>
            <p:nvPr/>
          </p:nvSpPr>
          <p:spPr>
            <a:xfrm>
              <a:off x="11099800" y="3218180"/>
              <a:ext cx="279400" cy="279400"/>
            </a:xfrm>
            <a:prstGeom prst="ellipse">
              <a:avLst/>
            </a:prstGeom>
            <a:solidFill>
              <a:srgbClr val="070154"/>
            </a:solidFill>
            <a:ln>
              <a:noFill/>
            </a:ln>
          </p:spPr>
        </p:sp>
        <p:sp>
          <p:nvSpPr>
            <p:cNvPr id="28" name="node07.centerline"/>
            <p:cNvSpPr/>
            <p:nvPr/>
          </p:nvSpPr>
          <p:spPr>
            <a:xfrm>
              <a:off x="952500" y="3323590"/>
              <a:ext cx="10287000" cy="1463040"/>
            </a:xfrm>
            <a:custGeom>
              <a:avLst/>
              <a:gdLst/>
              <a:ahLst/>
              <a:cxnLst/>
              <a:rect l="l" t="t" r="r" b="b"/>
              <a:pathLst>
                <a:path w="10287000" h="1463040">
                  <a:moveTo>
                    <a:pt x="0" y="1408430"/>
                  </a:moveTo>
                  <a:lnTo>
                    <a:pt x="86360" y="1414780"/>
                  </a:lnTo>
                  <a:lnTo>
                    <a:pt x="88660" y="1414952"/>
                  </a:lnTo>
                  <a:moveTo>
                    <a:pt x="177314" y="1421561"/>
                  </a:moveTo>
                  <a:lnTo>
                    <a:pt x="257810" y="1427480"/>
                  </a:lnTo>
                  <a:lnTo>
                    <a:pt x="265974" y="1428089"/>
                  </a:lnTo>
                  <a:moveTo>
                    <a:pt x="354640" y="1434521"/>
                  </a:moveTo>
                  <a:lnTo>
                    <a:pt x="429260" y="1438910"/>
                  </a:lnTo>
                  <a:lnTo>
                    <a:pt x="443372" y="1439963"/>
                  </a:lnTo>
                  <a:moveTo>
                    <a:pt x="532057" y="1446041"/>
                  </a:moveTo>
                  <a:lnTo>
                    <a:pt x="600710" y="1449070"/>
                  </a:lnTo>
                  <a:lnTo>
                    <a:pt x="620855" y="1450273"/>
                  </a:lnTo>
                  <a:moveTo>
                    <a:pt x="709629" y="1454851"/>
                  </a:moveTo>
                  <a:lnTo>
                    <a:pt x="772160" y="1456690"/>
                  </a:lnTo>
                  <a:lnTo>
                    <a:pt x="798475" y="1457868"/>
                  </a:lnTo>
                  <a:moveTo>
                    <a:pt x="887313" y="1460942"/>
                  </a:moveTo>
                  <a:lnTo>
                    <a:pt x="943610" y="1461770"/>
                  </a:lnTo>
                  <a:lnTo>
                    <a:pt x="976204" y="1462256"/>
                  </a:lnTo>
                  <a:moveTo>
                    <a:pt x="1065098" y="1463040"/>
                  </a:moveTo>
                  <a:lnTo>
                    <a:pt x="1115060" y="1463040"/>
                  </a:lnTo>
                  <a:lnTo>
                    <a:pt x="1153993" y="1462459"/>
                  </a:lnTo>
                  <a:moveTo>
                    <a:pt x="1242884" y="1461142"/>
                  </a:moveTo>
                  <a:lnTo>
                    <a:pt x="1286510" y="1460500"/>
                  </a:lnTo>
                  <a:lnTo>
                    <a:pt x="1331734" y="1458475"/>
                  </a:lnTo>
                  <a:moveTo>
                    <a:pt x="1420546" y="1454531"/>
                  </a:moveTo>
                  <a:lnTo>
                    <a:pt x="1457960" y="1452880"/>
                  </a:lnTo>
                  <a:lnTo>
                    <a:pt x="1509318" y="1449814"/>
                  </a:lnTo>
                  <a:moveTo>
                    <a:pt x="1597945" y="1442956"/>
                  </a:moveTo>
                  <a:lnTo>
                    <a:pt x="1629410" y="1440180"/>
                  </a:lnTo>
                  <a:lnTo>
                    <a:pt x="1686494" y="1435068"/>
                  </a:lnTo>
                  <a:moveTo>
                    <a:pt x="1774866" y="1425458"/>
                  </a:moveTo>
                  <a:lnTo>
                    <a:pt x="1800860" y="1422400"/>
                  </a:lnTo>
                  <a:lnTo>
                    <a:pt x="1863144" y="1414963"/>
                  </a:lnTo>
                  <a:moveTo>
                    <a:pt x="1951312" y="1403589"/>
                  </a:moveTo>
                  <a:lnTo>
                    <a:pt x="1972310" y="1400810"/>
                  </a:lnTo>
                  <a:lnTo>
                    <a:pt x="2039134" y="1389839"/>
                  </a:lnTo>
                  <a:moveTo>
                    <a:pt x="2126719" y="1374607"/>
                  </a:moveTo>
                  <a:lnTo>
                    <a:pt x="2143760" y="1371600"/>
                  </a:lnTo>
                  <a:lnTo>
                    <a:pt x="2214234" y="1358978"/>
                  </a:lnTo>
                  <a:moveTo>
                    <a:pt x="2301380" y="1341427"/>
                  </a:moveTo>
                  <a:lnTo>
                    <a:pt x="2315210" y="1338580"/>
                  </a:lnTo>
                  <a:lnTo>
                    <a:pt x="2388184" y="1322243"/>
                  </a:lnTo>
                  <a:moveTo>
                    <a:pt x="2474751" y="1302012"/>
                  </a:moveTo>
                  <a:lnTo>
                    <a:pt x="2486660" y="1299210"/>
                  </a:lnTo>
                  <a:lnTo>
                    <a:pt x="2560971" y="1280355"/>
                  </a:lnTo>
                  <a:moveTo>
                    <a:pt x="2647207" y="1258756"/>
                  </a:moveTo>
                  <a:lnTo>
                    <a:pt x="2658110" y="1256030"/>
                  </a:lnTo>
                  <a:lnTo>
                    <a:pt x="2732825" y="1234842"/>
                  </a:lnTo>
                  <a:moveTo>
                    <a:pt x="2818142" y="1209858"/>
                  </a:moveTo>
                  <a:lnTo>
                    <a:pt x="2829560" y="1206500"/>
                  </a:lnTo>
                  <a:lnTo>
                    <a:pt x="2903034" y="1183471"/>
                  </a:lnTo>
                  <a:moveTo>
                    <a:pt x="2987960" y="1157190"/>
                  </a:moveTo>
                  <a:lnTo>
                    <a:pt x="3001010" y="1153160"/>
                  </a:lnTo>
                  <a:lnTo>
                    <a:pt x="3072497" y="1129687"/>
                  </a:lnTo>
                  <a:moveTo>
                    <a:pt x="3156750" y="1101324"/>
                  </a:moveTo>
                  <a:lnTo>
                    <a:pt x="3172460" y="1096010"/>
                  </a:lnTo>
                  <a:lnTo>
                    <a:pt x="3240540" y="1071623"/>
                  </a:lnTo>
                  <a:moveTo>
                    <a:pt x="3324343" y="1041956"/>
                  </a:moveTo>
                  <a:lnTo>
                    <a:pt x="3343910" y="1035050"/>
                  </a:lnTo>
                  <a:lnTo>
                    <a:pt x="3407760" y="1011225"/>
                  </a:lnTo>
                  <a:moveTo>
                    <a:pt x="3490862" y="979647"/>
                  </a:moveTo>
                  <a:lnTo>
                    <a:pt x="3515360" y="970280"/>
                  </a:lnTo>
                  <a:lnTo>
                    <a:pt x="3573788" y="947607"/>
                  </a:lnTo>
                  <a:moveTo>
                    <a:pt x="3656774" y="915724"/>
                  </a:moveTo>
                  <a:lnTo>
                    <a:pt x="3686810" y="904240"/>
                  </a:lnTo>
                  <a:lnTo>
                    <a:pt x="3739440" y="883031"/>
                  </a:lnTo>
                  <a:moveTo>
                    <a:pt x="3821999" y="850058"/>
                  </a:moveTo>
                  <a:lnTo>
                    <a:pt x="3858260" y="835660"/>
                  </a:lnTo>
                  <a:lnTo>
                    <a:pt x="3904529" y="817014"/>
                  </a:lnTo>
                  <a:moveTo>
                    <a:pt x="3987075" y="784009"/>
                  </a:moveTo>
                  <a:lnTo>
                    <a:pt x="4029710" y="767080"/>
                  </a:lnTo>
                  <a:lnTo>
                    <a:pt x="4069410" y="750489"/>
                  </a:lnTo>
                  <a:moveTo>
                    <a:pt x="4151703" y="716867"/>
                  </a:moveTo>
                  <a:lnTo>
                    <a:pt x="4201160" y="697230"/>
                  </a:lnTo>
                  <a:lnTo>
                    <a:pt x="4234087" y="683469"/>
                  </a:lnTo>
                  <a:moveTo>
                    <a:pt x="4316331" y="649726"/>
                  </a:moveTo>
                  <a:lnTo>
                    <a:pt x="4372610" y="627380"/>
                  </a:lnTo>
                  <a:lnTo>
                    <a:pt x="4398902" y="616785"/>
                  </a:lnTo>
                  <a:moveTo>
                    <a:pt x="4481407" y="583677"/>
                  </a:moveTo>
                  <a:lnTo>
                    <a:pt x="4544060" y="558800"/>
                  </a:lnTo>
                  <a:lnTo>
                    <a:pt x="4564093" y="551026"/>
                  </a:lnTo>
                  <a:moveTo>
                    <a:pt x="4647006" y="518953"/>
                  </a:moveTo>
                  <a:lnTo>
                    <a:pt x="4715510" y="492760"/>
                  </a:lnTo>
                  <a:lnTo>
                    <a:pt x="4730088" y="487321"/>
                  </a:lnTo>
                  <a:moveTo>
                    <a:pt x="4813401" y="456304"/>
                  </a:moveTo>
                  <a:lnTo>
                    <a:pt x="4886960" y="429260"/>
                  </a:lnTo>
                  <a:lnTo>
                    <a:pt x="4896823" y="425580"/>
                  </a:lnTo>
                  <a:moveTo>
                    <a:pt x="4980203" y="394752"/>
                  </a:moveTo>
                  <a:lnTo>
                    <a:pt x="5058410" y="368300"/>
                  </a:lnTo>
                  <a:lnTo>
                    <a:pt x="5064407" y="366241"/>
                  </a:lnTo>
                  <a:moveTo>
                    <a:pt x="5148498" y="337399"/>
                  </a:moveTo>
                  <a:lnTo>
                    <a:pt x="5229860" y="309880"/>
                  </a:lnTo>
                  <a:lnTo>
                    <a:pt x="5232733" y="308980"/>
                  </a:lnTo>
                  <a:moveTo>
                    <a:pt x="5317567" y="282402"/>
                  </a:moveTo>
                  <a:lnTo>
                    <a:pt x="5401310" y="256540"/>
                  </a:lnTo>
                  <a:lnTo>
                    <a:pt x="5402512" y="256181"/>
                  </a:lnTo>
                  <a:moveTo>
                    <a:pt x="5487709" y="230794"/>
                  </a:moveTo>
                  <a:lnTo>
                    <a:pt x="5572760" y="208280"/>
                  </a:lnTo>
                  <a:lnTo>
                    <a:pt x="5573648" y="208041"/>
                  </a:lnTo>
                  <a:moveTo>
                    <a:pt x="5659511" y="185005"/>
                  </a:moveTo>
                  <a:lnTo>
                    <a:pt x="5744210" y="163830"/>
                  </a:lnTo>
                  <a:lnTo>
                    <a:pt x="5745761" y="163460"/>
                  </a:lnTo>
                  <a:moveTo>
                    <a:pt x="5832241" y="142861"/>
                  </a:moveTo>
                  <a:lnTo>
                    <a:pt x="5915660" y="124460"/>
                  </a:lnTo>
                  <a:lnTo>
                    <a:pt x="5919072" y="123798"/>
                  </a:lnTo>
                  <a:moveTo>
                    <a:pt x="6006348" y="106880"/>
                  </a:moveTo>
                  <a:lnTo>
                    <a:pt x="6087110" y="91440"/>
                  </a:lnTo>
                  <a:lnTo>
                    <a:pt x="6093680" y="90263"/>
                  </a:lnTo>
                  <a:moveTo>
                    <a:pt x="6181234" y="74872"/>
                  </a:moveTo>
                  <a:lnTo>
                    <a:pt x="6258560" y="63500"/>
                  </a:lnTo>
                  <a:lnTo>
                    <a:pt x="6269184" y="61914"/>
                  </a:lnTo>
                  <a:moveTo>
                    <a:pt x="6357166" y="49210"/>
                  </a:moveTo>
                  <a:lnTo>
                    <a:pt x="6430010" y="40640"/>
                  </a:lnTo>
                  <a:lnTo>
                    <a:pt x="6445454" y="38796"/>
                  </a:lnTo>
                  <a:moveTo>
                    <a:pt x="6533787" y="28831"/>
                  </a:moveTo>
                  <a:lnTo>
                    <a:pt x="6601460" y="22860"/>
                  </a:lnTo>
                  <a:lnTo>
                    <a:pt x="6622366" y="21300"/>
                  </a:lnTo>
                  <a:moveTo>
                    <a:pt x="6711021" y="14711"/>
                  </a:moveTo>
                  <a:lnTo>
                    <a:pt x="6772910" y="10160"/>
                  </a:lnTo>
                  <a:lnTo>
                    <a:pt x="6799727" y="8959"/>
                  </a:lnTo>
                  <a:moveTo>
                    <a:pt x="6888556" y="5451"/>
                  </a:moveTo>
                  <a:lnTo>
                    <a:pt x="6944360" y="3810"/>
                  </a:lnTo>
                  <a:lnTo>
                    <a:pt x="6977417" y="2823"/>
                  </a:lnTo>
                  <a:moveTo>
                    <a:pt x="7066290" y="728"/>
                  </a:moveTo>
                  <a:lnTo>
                    <a:pt x="7115810" y="0"/>
                  </a:lnTo>
                  <a:lnTo>
                    <a:pt x="7155184" y="0"/>
                  </a:lnTo>
                  <a:moveTo>
                    <a:pt x="7244080" y="635"/>
                  </a:moveTo>
                  <a:lnTo>
                    <a:pt x="7287260" y="1270"/>
                  </a:lnTo>
                  <a:lnTo>
                    <a:pt x="7332955" y="2634"/>
                  </a:lnTo>
                  <a:moveTo>
                    <a:pt x="7421816" y="5265"/>
                  </a:moveTo>
                  <a:lnTo>
                    <a:pt x="7458710" y="6350"/>
                  </a:lnTo>
                  <a:lnTo>
                    <a:pt x="7510648" y="8676"/>
                  </a:lnTo>
                  <a:moveTo>
                    <a:pt x="7599460" y="12616"/>
                  </a:moveTo>
                  <a:lnTo>
                    <a:pt x="7630160" y="13970"/>
                  </a:lnTo>
                  <a:lnTo>
                    <a:pt x="7688227" y="17437"/>
                  </a:lnTo>
                  <a:moveTo>
                    <a:pt x="7776972" y="22681"/>
                  </a:moveTo>
                  <a:lnTo>
                    <a:pt x="7801610" y="24130"/>
                  </a:lnTo>
                  <a:lnTo>
                    <a:pt x="7865716" y="27957"/>
                  </a:lnTo>
                  <a:moveTo>
                    <a:pt x="7954395" y="34188"/>
                  </a:moveTo>
                  <a:lnTo>
                    <a:pt x="7973060" y="35560"/>
                  </a:lnTo>
                  <a:lnTo>
                    <a:pt x="8043050" y="40783"/>
                  </a:lnTo>
                  <a:moveTo>
                    <a:pt x="8131710" y="47319"/>
                  </a:moveTo>
                  <a:lnTo>
                    <a:pt x="8144510" y="48260"/>
                  </a:lnTo>
                  <a:lnTo>
                    <a:pt x="8220272" y="55045"/>
                  </a:lnTo>
                  <a:moveTo>
                    <a:pt x="8308921" y="61712"/>
                  </a:moveTo>
                  <a:lnTo>
                    <a:pt x="8315960" y="62230"/>
                  </a:lnTo>
                  <a:lnTo>
                    <a:pt x="8397575" y="68321"/>
                  </a:lnTo>
                  <a:moveTo>
                    <a:pt x="8486235" y="74844"/>
                  </a:moveTo>
                  <a:lnTo>
                    <a:pt x="8487410" y="74930"/>
                  </a:lnTo>
                  <a:lnTo>
                    <a:pt x="8572500" y="81280"/>
                  </a:lnTo>
                  <a:lnTo>
                    <a:pt x="8574891" y="81421"/>
                  </a:lnTo>
                  <a:moveTo>
                    <a:pt x="8663633" y="86716"/>
                  </a:moveTo>
                  <a:lnTo>
                    <a:pt x="8743950" y="92710"/>
                  </a:lnTo>
                  <a:lnTo>
                    <a:pt x="8752301" y="93078"/>
                  </a:lnTo>
                  <a:moveTo>
                    <a:pt x="8841106" y="97165"/>
                  </a:moveTo>
                  <a:lnTo>
                    <a:pt x="8915400" y="101600"/>
                  </a:lnTo>
                  <a:lnTo>
                    <a:pt x="8929868" y="102026"/>
                  </a:lnTo>
                  <a:moveTo>
                    <a:pt x="9018720" y="104899"/>
                  </a:moveTo>
                  <a:lnTo>
                    <a:pt x="9086850" y="107950"/>
                  </a:lnTo>
                  <a:lnTo>
                    <a:pt x="9107549" y="108254"/>
                  </a:lnTo>
                  <a:moveTo>
                    <a:pt x="9196439" y="109567"/>
                  </a:moveTo>
                  <a:lnTo>
                    <a:pt x="9258300" y="110490"/>
                  </a:lnTo>
                  <a:lnTo>
                    <a:pt x="9285333" y="110490"/>
                  </a:lnTo>
                  <a:moveTo>
                    <a:pt x="9374229" y="110049"/>
                  </a:moveTo>
                  <a:lnTo>
                    <a:pt x="9429750" y="109220"/>
                  </a:lnTo>
                  <a:lnTo>
                    <a:pt x="9463119" y="108729"/>
                  </a:lnTo>
                  <a:moveTo>
                    <a:pt x="9551978" y="106344"/>
                  </a:moveTo>
                  <a:lnTo>
                    <a:pt x="9601200" y="104140"/>
                  </a:lnTo>
                  <a:lnTo>
                    <a:pt x="9640790" y="102393"/>
                  </a:lnTo>
                  <a:moveTo>
                    <a:pt x="9729570" y="97822"/>
                  </a:moveTo>
                  <a:lnTo>
                    <a:pt x="9772650" y="95250"/>
                  </a:lnTo>
                  <a:lnTo>
                    <a:pt x="9818216" y="91229"/>
                  </a:lnTo>
                  <a:moveTo>
                    <a:pt x="9906766" y="83353"/>
                  </a:moveTo>
                  <a:lnTo>
                    <a:pt x="9944100" y="80010"/>
                  </a:lnTo>
                  <a:lnTo>
                    <a:pt x="9995165" y="74002"/>
                  </a:lnTo>
                  <a:moveTo>
                    <a:pt x="10083445" y="63523"/>
                  </a:moveTo>
                  <a:lnTo>
                    <a:pt x="10115550" y="59690"/>
                  </a:lnTo>
                  <a:lnTo>
                    <a:pt x="10171628" y="52268"/>
                  </a:lnTo>
                  <a:moveTo>
                    <a:pt x="10259493" y="38806"/>
                  </a:moveTo>
                  <a:lnTo>
                    <a:pt x="10287000" y="34290"/>
                  </a:lnTo>
                </a:path>
              </a:pathLst>
            </a:custGeom>
            <a:ln w="19050">
              <a:solidFill>
                <a:srgbClr val="FFFFFF"/>
              </a:solidFill>
              <a:prstDash val="solid"/>
            </a:ln>
          </p:spPr>
        </p:sp>
        <p:sp>
          <p:nvSpPr>
            <p:cNvPr id="29" name="node07.milestones.source-001.pin"/>
            <p:cNvSpPr/>
            <p:nvPr/>
          </p:nvSpPr>
          <p:spPr>
            <a:xfrm>
              <a:off x="1417320" y="4621586"/>
              <a:ext cx="304800" cy="304800"/>
            </a:xfrm>
            <a:prstGeom prst="ellipse">
              <a:avLst/>
            </a:prstGeom>
            <a:solidFill>
              <a:srgbClr val="FFFFFF"/>
            </a:solidFill>
            <a:ln w="25400">
              <a:solidFill>
                <a:srgbClr val="070154"/>
              </a:solidFill>
              <a:prstDash val="solid"/>
            </a:ln>
          </p:spPr>
        </p:sp>
        <p:sp>
          <p:nvSpPr>
            <p:cNvPr id="30" name="node07.milestones.source-001.number"/>
            <p:cNvSpPr/>
            <p:nvPr/>
          </p:nvSpPr>
          <p:spPr>
            <a:xfrm>
              <a:off x="1430020" y="463428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31" name="node07.milestones.source-001.tick"/>
            <p:cNvSpPr/>
            <p:nvPr/>
          </p:nvSpPr>
          <p:spPr>
            <a:xfrm>
              <a:off x="1563370" y="4329486"/>
              <a:ext cx="12700" cy="279400"/>
            </a:xfrm>
            <a:prstGeom prst="rect">
              <a:avLst/>
            </a:prstGeom>
            <a:solidFill>
              <a:srgbClr val="070154"/>
            </a:solidFill>
            <a:ln>
              <a:noFill/>
            </a:ln>
          </p:spPr>
        </p:sp>
        <p:sp>
          <p:nvSpPr>
            <p:cNvPr id="32" name="node07.milestones.source-001.label.part-1"/>
            <p:cNvSpPr/>
            <p:nvPr/>
          </p:nvSpPr>
          <p:spPr>
            <a:xfrm>
              <a:off x="723900" y="335158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33" name="node07.milestones.source-001.label.part-2"/>
            <p:cNvSpPr/>
            <p:nvPr/>
          </p:nvSpPr>
          <p:spPr>
            <a:xfrm>
              <a:off x="723900" y="352938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One sign-in</a:t>
              </a:r>
              <a:endParaRPr lang="en-US" sz="1400" spc="0" kern="0" b="0" i="0" dirty="0">
                <a:solidFill>
                  <a:srgbClr val="070154"/>
                </a:solidFill>
                <a:latin typeface="IBM Plex Sans SemiBold"/>
                <a:ea typeface="IBM Plex Sans SemiBold"/>
                <a:cs typeface="IBM Plex Sans SemiBold"/>
              </a:endParaRPr>
            </a:p>
          </p:txBody>
        </p:sp>
        <p:sp>
          <p:nvSpPr>
            <p:cNvPr id="34" name="node07.milestones.source-001.label.part-3"/>
            <p:cNvSpPr/>
            <p:nvPr/>
          </p:nvSpPr>
          <p:spPr>
            <a:xfrm>
              <a:off x="723900" y="3821486"/>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One patient ID everywhere.</a:t>
              </a:r>
              <a:endParaRPr lang="en-US" sz="1200" spc="0" kern="0" b="0" i="0" dirty="0">
                <a:solidFill>
                  <a:srgbClr val="070154"/>
                </a:solidFill>
                <a:latin typeface="IBM Plex Sans"/>
                <a:ea typeface="IBM Plex Sans"/>
                <a:cs typeface="IBM Plex Sans"/>
              </a:endParaRPr>
            </a:p>
          </p:txBody>
        </p:sp>
        <p:sp>
          <p:nvSpPr>
            <p:cNvPr id="35" name="node07.milestones.source-002.pin"/>
            <p:cNvSpPr/>
            <p:nvPr/>
          </p:nvSpPr>
          <p:spPr>
            <a:xfrm>
              <a:off x="3227832" y="4484530"/>
              <a:ext cx="304800" cy="304800"/>
            </a:xfrm>
            <a:prstGeom prst="ellipse">
              <a:avLst/>
            </a:prstGeom>
            <a:solidFill>
              <a:srgbClr val="FFFFFF"/>
            </a:solidFill>
            <a:ln w="25400">
              <a:solidFill>
                <a:srgbClr val="070154"/>
              </a:solidFill>
              <a:prstDash val="solid"/>
            </a:ln>
          </p:spPr>
        </p:sp>
        <p:sp>
          <p:nvSpPr>
            <p:cNvPr id="36" name="node07.milestones.source-002.number"/>
            <p:cNvSpPr/>
            <p:nvPr/>
          </p:nvSpPr>
          <p:spPr>
            <a:xfrm>
              <a:off x="3240532" y="4497230"/>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37" name="node07.milestones.source-002.tick"/>
            <p:cNvSpPr/>
            <p:nvPr/>
          </p:nvSpPr>
          <p:spPr>
            <a:xfrm>
              <a:off x="3373882" y="4192430"/>
              <a:ext cx="12700" cy="279400"/>
            </a:xfrm>
            <a:prstGeom prst="rect">
              <a:avLst/>
            </a:prstGeom>
            <a:solidFill>
              <a:srgbClr val="070154"/>
            </a:solidFill>
            <a:ln>
              <a:noFill/>
            </a:ln>
          </p:spPr>
        </p:sp>
        <p:sp>
          <p:nvSpPr>
            <p:cNvPr id="38" name="node07.milestones.source-002.label.part-1"/>
            <p:cNvSpPr/>
            <p:nvPr/>
          </p:nvSpPr>
          <p:spPr>
            <a:xfrm>
              <a:off x="2503932" y="3214530"/>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39" name="node07.milestones.source-002.label.part-2"/>
            <p:cNvSpPr/>
            <p:nvPr/>
          </p:nvSpPr>
          <p:spPr>
            <a:xfrm>
              <a:off x="2503932" y="3392330"/>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Online scheduling</a:t>
              </a:r>
              <a:endParaRPr lang="en-US" sz="1400" spc="0" kern="0" b="0" i="0" dirty="0">
                <a:solidFill>
                  <a:srgbClr val="070154"/>
                </a:solidFill>
                <a:latin typeface="IBM Plex Sans SemiBold"/>
                <a:ea typeface="IBM Plex Sans SemiBold"/>
                <a:cs typeface="IBM Plex Sans SemiBold"/>
              </a:endParaRPr>
            </a:p>
          </p:txBody>
        </p:sp>
        <p:sp>
          <p:nvSpPr>
            <p:cNvPr id="40" name="node07.milestones.source-002.label.part-3"/>
            <p:cNvSpPr/>
            <p:nvPr/>
          </p:nvSpPr>
          <p:spPr>
            <a:xfrm>
              <a:off x="2503932" y="368443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Primary care self-booking.</a:t>
              </a:r>
              <a:endParaRPr lang="en-US" sz="1200" spc="0" kern="0" b="0" i="0" dirty="0">
                <a:solidFill>
                  <a:srgbClr val="070154"/>
                </a:solidFill>
                <a:latin typeface="IBM Plex Sans"/>
                <a:ea typeface="IBM Plex Sans"/>
                <a:cs typeface="IBM Plex Sans"/>
              </a:endParaRPr>
            </a:p>
          </p:txBody>
        </p:sp>
        <p:sp>
          <p:nvSpPr>
            <p:cNvPr id="41" name="node07.milestones.source-003.pin"/>
            <p:cNvSpPr/>
            <p:nvPr/>
          </p:nvSpPr>
          <p:spPr>
            <a:xfrm>
              <a:off x="5038344" y="3852743"/>
              <a:ext cx="304800" cy="304800"/>
            </a:xfrm>
            <a:prstGeom prst="ellipse">
              <a:avLst/>
            </a:prstGeom>
            <a:solidFill>
              <a:srgbClr val="FFFFFF"/>
            </a:solidFill>
            <a:ln w="25400">
              <a:solidFill>
                <a:srgbClr val="070154"/>
              </a:solidFill>
              <a:prstDash val="solid"/>
            </a:ln>
          </p:spPr>
        </p:sp>
        <p:sp>
          <p:nvSpPr>
            <p:cNvPr id="42" name="node07.milestones.source-003.number"/>
            <p:cNvSpPr/>
            <p:nvPr/>
          </p:nvSpPr>
          <p:spPr>
            <a:xfrm>
              <a:off x="5051044" y="3865443"/>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43" name="node07.milestones.source-003.tick"/>
            <p:cNvSpPr/>
            <p:nvPr/>
          </p:nvSpPr>
          <p:spPr>
            <a:xfrm>
              <a:off x="5184394" y="3560643"/>
              <a:ext cx="12700" cy="279400"/>
            </a:xfrm>
            <a:prstGeom prst="rect">
              <a:avLst/>
            </a:prstGeom>
            <a:solidFill>
              <a:srgbClr val="070154"/>
            </a:solidFill>
            <a:ln>
              <a:noFill/>
            </a:ln>
          </p:spPr>
        </p:sp>
        <p:sp>
          <p:nvSpPr>
            <p:cNvPr id="44" name="node07.milestones.source-003.label.part-1"/>
            <p:cNvSpPr/>
            <p:nvPr/>
          </p:nvSpPr>
          <p:spPr>
            <a:xfrm>
              <a:off x="4314444" y="2811343"/>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45" name="node07.milestones.source-003.label.part-2"/>
            <p:cNvSpPr/>
            <p:nvPr/>
          </p:nvSpPr>
          <p:spPr>
            <a:xfrm>
              <a:off x="4314444" y="2989143"/>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Digital intake</a:t>
              </a:r>
              <a:endParaRPr lang="en-US" sz="1400" spc="0" kern="0" b="0" i="0" dirty="0">
                <a:solidFill>
                  <a:srgbClr val="070154"/>
                </a:solidFill>
                <a:latin typeface="IBM Plex Sans SemiBold"/>
                <a:ea typeface="IBM Plex Sans SemiBold"/>
                <a:cs typeface="IBM Plex Sans SemiBold"/>
              </a:endParaRPr>
            </a:p>
          </p:txBody>
        </p:sp>
        <p:sp>
          <p:nvSpPr>
            <p:cNvPr id="46" name="node07.milestones.source-003.label.part-3"/>
            <p:cNvSpPr/>
            <p:nvPr/>
          </p:nvSpPr>
          <p:spPr>
            <a:xfrm>
              <a:off x="4314444" y="3281243"/>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Forms before arrival.</a:t>
              </a:r>
              <a:endParaRPr lang="en-US" sz="1200" spc="0" kern="0" b="0" i="0" dirty="0">
                <a:solidFill>
                  <a:srgbClr val="070154"/>
                </a:solidFill>
                <a:latin typeface="IBM Plex Sans"/>
                <a:ea typeface="IBM Plex Sans"/>
                <a:cs typeface="IBM Plex Sans"/>
              </a:endParaRPr>
            </a:p>
          </p:txBody>
        </p:sp>
        <p:sp>
          <p:nvSpPr>
            <p:cNvPr id="47" name="node07.milestones.source-004.pin"/>
            <p:cNvSpPr/>
            <p:nvPr/>
          </p:nvSpPr>
          <p:spPr>
            <a:xfrm>
              <a:off x="6848856" y="3269440"/>
              <a:ext cx="304800" cy="304800"/>
            </a:xfrm>
            <a:prstGeom prst="ellipse">
              <a:avLst/>
            </a:prstGeom>
            <a:solidFill>
              <a:srgbClr val="FFFFFF"/>
            </a:solidFill>
            <a:ln w="25400">
              <a:solidFill>
                <a:srgbClr val="070154"/>
              </a:solidFill>
              <a:prstDash val="solid"/>
            </a:ln>
          </p:spPr>
        </p:sp>
        <p:sp>
          <p:nvSpPr>
            <p:cNvPr id="48" name="node07.milestones.source-004.number"/>
            <p:cNvSpPr/>
            <p:nvPr/>
          </p:nvSpPr>
          <p:spPr>
            <a:xfrm>
              <a:off x="6861556" y="3282140"/>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49" name="node07.milestones.source-004.tick"/>
            <p:cNvSpPr/>
            <p:nvPr/>
          </p:nvSpPr>
          <p:spPr>
            <a:xfrm>
              <a:off x="6994906" y="3586940"/>
              <a:ext cx="12700" cy="279400"/>
            </a:xfrm>
            <a:prstGeom prst="rect">
              <a:avLst/>
            </a:prstGeom>
            <a:solidFill>
              <a:srgbClr val="070154"/>
            </a:solidFill>
            <a:ln>
              <a:noFill/>
            </a:ln>
          </p:spPr>
        </p:sp>
        <p:sp>
          <p:nvSpPr>
            <p:cNvPr id="50" name="node07.milestones.source-004.label.part-1"/>
            <p:cNvSpPr/>
            <p:nvPr/>
          </p:nvSpPr>
          <p:spPr>
            <a:xfrm>
              <a:off x="6124956" y="3917140"/>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51" name="node07.milestones.source-004.label.part-2"/>
            <p:cNvSpPr/>
            <p:nvPr/>
          </p:nvSpPr>
          <p:spPr>
            <a:xfrm>
              <a:off x="6124956" y="4094940"/>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Smart reminders</a:t>
              </a:r>
              <a:endParaRPr lang="en-US" sz="1400" spc="0" kern="0" b="0" i="0" dirty="0">
                <a:solidFill>
                  <a:srgbClr val="070154"/>
                </a:solidFill>
                <a:latin typeface="IBM Plex Sans SemiBold"/>
                <a:ea typeface="IBM Plex Sans SemiBold"/>
                <a:cs typeface="IBM Plex Sans SemiBold"/>
              </a:endParaRPr>
            </a:p>
          </p:txBody>
        </p:sp>
        <p:sp>
          <p:nvSpPr>
            <p:cNvPr id="52" name="node07.milestones.source-004.label.part-3"/>
            <p:cNvSpPr/>
            <p:nvPr/>
          </p:nvSpPr>
          <p:spPr>
            <a:xfrm>
              <a:off x="6124956" y="4387040"/>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Text prompts cut no-shows.</a:t>
              </a:r>
              <a:endParaRPr lang="en-US" sz="1200" spc="0" kern="0" b="0" i="0" dirty="0">
                <a:solidFill>
                  <a:srgbClr val="070154"/>
                </a:solidFill>
                <a:latin typeface="IBM Plex Sans"/>
                <a:ea typeface="IBM Plex Sans"/>
                <a:cs typeface="IBM Plex Sans"/>
              </a:endParaRPr>
            </a:p>
          </p:txBody>
        </p:sp>
        <p:sp>
          <p:nvSpPr>
            <p:cNvPr id="53" name="node07.milestones.source-005.pin"/>
            <p:cNvSpPr/>
            <p:nvPr/>
          </p:nvSpPr>
          <p:spPr>
            <a:xfrm>
              <a:off x="8659368" y="3199037"/>
              <a:ext cx="304800" cy="304800"/>
            </a:xfrm>
            <a:prstGeom prst="ellipse">
              <a:avLst/>
            </a:prstGeom>
            <a:solidFill>
              <a:srgbClr val="FFFFFF"/>
            </a:solidFill>
            <a:ln w="25400">
              <a:solidFill>
                <a:srgbClr val="070154"/>
              </a:solidFill>
              <a:prstDash val="solid"/>
            </a:ln>
          </p:spPr>
        </p:sp>
        <p:sp>
          <p:nvSpPr>
            <p:cNvPr id="54" name="node07.milestones.source-005.number"/>
            <p:cNvSpPr/>
            <p:nvPr/>
          </p:nvSpPr>
          <p:spPr>
            <a:xfrm>
              <a:off x="8672068" y="3211737"/>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55" name="node07.milestones.source-005.tick"/>
            <p:cNvSpPr/>
            <p:nvPr/>
          </p:nvSpPr>
          <p:spPr>
            <a:xfrm>
              <a:off x="8805418" y="3516537"/>
              <a:ext cx="12700" cy="279400"/>
            </a:xfrm>
            <a:prstGeom prst="rect">
              <a:avLst/>
            </a:prstGeom>
            <a:solidFill>
              <a:srgbClr val="070154"/>
            </a:solidFill>
            <a:ln>
              <a:noFill/>
            </a:ln>
          </p:spPr>
        </p:sp>
        <p:sp>
          <p:nvSpPr>
            <p:cNvPr id="56" name="node07.milestones.source-005.label.part-1"/>
            <p:cNvSpPr/>
            <p:nvPr/>
          </p:nvSpPr>
          <p:spPr>
            <a:xfrm>
              <a:off x="7935468" y="3846737"/>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57" name="node07.milestones.source-005.label.part-2"/>
            <p:cNvSpPr/>
            <p:nvPr/>
          </p:nvSpPr>
          <p:spPr>
            <a:xfrm>
              <a:off x="7935468" y="4024537"/>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Virtual front desk</a:t>
              </a:r>
              <a:endParaRPr lang="en-US" sz="1400" spc="0" kern="0" b="0" i="0" dirty="0">
                <a:solidFill>
                  <a:srgbClr val="070154"/>
                </a:solidFill>
                <a:latin typeface="IBM Plex Sans SemiBold"/>
                <a:ea typeface="IBM Plex Sans SemiBold"/>
                <a:cs typeface="IBM Plex Sans SemiBold"/>
              </a:endParaRPr>
            </a:p>
          </p:txBody>
        </p:sp>
        <p:sp>
          <p:nvSpPr>
            <p:cNvPr id="58" name="node07.milestones.source-005.label.part-3"/>
            <p:cNvSpPr/>
            <p:nvPr/>
          </p:nvSpPr>
          <p:spPr>
            <a:xfrm>
              <a:off x="7935468" y="4316637"/>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Chat and video check-in.</a:t>
              </a:r>
              <a:endParaRPr lang="en-US" sz="1200" spc="0" kern="0" b="0" i="0" dirty="0">
                <a:solidFill>
                  <a:srgbClr val="070154"/>
                </a:solidFill>
                <a:latin typeface="IBM Plex Sans"/>
                <a:ea typeface="IBM Plex Sans"/>
                <a:cs typeface="IBM Plex Sans"/>
              </a:endParaRPr>
            </a:p>
          </p:txBody>
        </p:sp>
        <p:sp>
          <p:nvSpPr>
            <p:cNvPr id="59" name="node07.milestones.source-006.pin"/>
            <p:cNvSpPr/>
            <p:nvPr/>
          </p:nvSpPr>
          <p:spPr>
            <a:xfrm>
              <a:off x="10469880" y="3272367"/>
              <a:ext cx="304800" cy="304800"/>
            </a:xfrm>
            <a:prstGeom prst="ellipse">
              <a:avLst/>
            </a:prstGeom>
            <a:solidFill>
              <a:srgbClr val="FFFFFF"/>
            </a:solidFill>
            <a:ln w="25400">
              <a:solidFill>
                <a:srgbClr val="070154"/>
              </a:solidFill>
              <a:prstDash val="solid"/>
            </a:ln>
          </p:spPr>
        </p:sp>
        <p:sp>
          <p:nvSpPr>
            <p:cNvPr id="60" name="node07.milestones.source-006.number"/>
            <p:cNvSpPr/>
            <p:nvPr/>
          </p:nvSpPr>
          <p:spPr>
            <a:xfrm>
              <a:off x="10482580" y="3285067"/>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6</a:t>
              </a:r>
              <a:endParaRPr lang="en-US" sz="1100" spc="0" kern="0" b="0" i="0" dirty="0">
                <a:solidFill>
                  <a:srgbClr val="070154"/>
                </a:solidFill>
                <a:latin typeface="IBM Plex Mono SemiBold"/>
                <a:ea typeface="IBM Plex Mono SemiBold"/>
                <a:cs typeface="IBM Plex Mono SemiBold"/>
              </a:endParaRPr>
            </a:p>
          </p:txBody>
        </p:sp>
        <p:sp>
          <p:nvSpPr>
            <p:cNvPr id="61" name="node07.milestones.source-006.tick"/>
            <p:cNvSpPr/>
            <p:nvPr/>
          </p:nvSpPr>
          <p:spPr>
            <a:xfrm>
              <a:off x="10615930" y="3589867"/>
              <a:ext cx="12700" cy="279400"/>
            </a:xfrm>
            <a:prstGeom prst="rect">
              <a:avLst/>
            </a:prstGeom>
            <a:solidFill>
              <a:srgbClr val="070154"/>
            </a:solidFill>
            <a:ln>
              <a:noFill/>
            </a:ln>
          </p:spPr>
        </p:sp>
        <p:sp>
          <p:nvSpPr>
            <p:cNvPr id="62" name="node07.milestones.source-006.label.part-1"/>
            <p:cNvSpPr/>
            <p:nvPr/>
          </p:nvSpPr>
          <p:spPr>
            <a:xfrm>
              <a:off x="9715500" y="3920067"/>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2028</a:t>
              </a:r>
              <a:endParaRPr lang="en-US" sz="900" spc="54" kern="0" b="0" i="0" dirty="0">
                <a:solidFill>
                  <a:srgbClr val="0047FF"/>
                </a:solidFill>
                <a:latin typeface="IBM Plex Mono SemiBold"/>
                <a:ea typeface="IBM Plex Mono SemiBold"/>
                <a:cs typeface="IBM Plex Mono SemiBold"/>
              </a:endParaRPr>
            </a:p>
          </p:txBody>
        </p:sp>
        <p:sp>
          <p:nvSpPr>
            <p:cNvPr id="63" name="node07.milestones.source-006.label.part-2"/>
            <p:cNvSpPr/>
            <p:nvPr/>
          </p:nvSpPr>
          <p:spPr>
            <a:xfrm>
              <a:off x="9715500" y="4097867"/>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Personal journeys</a:t>
              </a:r>
              <a:endParaRPr lang="en-US" sz="1400" spc="0" kern="0" b="0" i="0" dirty="0">
                <a:solidFill>
                  <a:srgbClr val="070154"/>
                </a:solidFill>
                <a:latin typeface="IBM Plex Sans SemiBold"/>
                <a:ea typeface="IBM Plex Sans SemiBold"/>
                <a:cs typeface="IBM Plex Sans SemiBold"/>
              </a:endParaRPr>
            </a:p>
          </p:txBody>
        </p:sp>
        <p:sp>
          <p:nvSpPr>
            <p:cNvPr id="64" name="node07.milestones.source-006.label.part-3"/>
            <p:cNvSpPr/>
            <p:nvPr/>
          </p:nvSpPr>
          <p:spPr>
            <a:xfrm>
              <a:off x="9715500" y="4389967"/>
              <a:ext cx="1752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Care paths for each patient.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ource-43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Five releases make the front door real</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71</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4381500" y="685800"/>
            <a:ext cx="3429000" cy="611950"/>
            <a:chOff x="4381500" y="685800"/>
            <a:chExt cx="3429000" cy="611950"/>
          </a:xfrm>
        </p:grpSpPr>
        <p:sp>
          <p:nvSpPr>
            <p:cNvPr id="7" name="node01.text"/>
            <p:cNvSpPr/>
            <p:nvPr/>
          </p:nvSpPr>
          <p:spPr>
            <a:xfrm>
              <a:off x="4381500" y="6858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a:t>
              </a:r>
              <a:endParaRPr lang="en-US" sz="4800" spc="-96" kern="0" b="0" i="0" dirty="0">
                <a:solidFill>
                  <a:srgbClr val="070154"/>
                </a:solidFill>
                <a:latin typeface="IBM Plex Mono SemiBold"/>
                <a:ea typeface="IBM Plex Mono SemiBold"/>
                <a:cs typeface="IBM Plex Mono SemiBold"/>
              </a:endParaRPr>
            </a:p>
          </p:txBody>
        </p:sp>
      </p:grpSp>
      <p:grpSp>
        <p:nvGrpSpPr>
          <p:cNvPr id="49" name="node02"/>
          <p:cNvGrpSpPr/>
          <p:nvPr/>
        </p:nvGrpSpPr>
        <p:grpSpPr>
          <a:xfrm>
            <a:off x="4381500" y="1371600"/>
            <a:ext cx="3429000" cy="228600"/>
            <a:chOff x="4381500" y="1371600"/>
            <a:chExt cx="3429000" cy="228600"/>
          </a:xfrm>
        </p:grpSpPr>
        <p:sp>
          <p:nvSpPr>
            <p:cNvPr id="8" name="node02.text"/>
            <p:cNvSpPr/>
            <p:nvPr/>
          </p:nvSpPr>
          <p:spPr>
            <a:xfrm>
              <a:off x="4381500" y="1371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releases in 12 months</a:t>
              </a:r>
              <a:endParaRPr lang="en-US" sz="1200" spc="0" kern="0" b="0" i="0" dirty="0">
                <a:solidFill>
                  <a:srgbClr val="070154"/>
                </a:solidFill>
                <a:latin typeface="IBM Plex Sans"/>
                <a:ea typeface="IBM Plex Sans"/>
                <a:cs typeface="IBM Plex Sans"/>
              </a:endParaRPr>
            </a:p>
          </p:txBody>
        </p:sp>
      </p:grpSp>
      <p:grpSp>
        <p:nvGrpSpPr>
          <p:cNvPr id="50" name="node03"/>
          <p:cNvGrpSpPr/>
          <p:nvPr/>
        </p:nvGrpSpPr>
        <p:grpSpPr>
          <a:xfrm>
            <a:off x="4381500" y="457200"/>
            <a:ext cx="7086600" cy="5257800"/>
            <a:chOff x="4381500" y="457200"/>
            <a:chExt cx="7086600" cy="5257800"/>
          </a:xfrm>
        </p:grpSpPr>
        <p:sp>
          <p:nvSpPr>
            <p:cNvPr id="9" name="node03.road"/>
            <p:cNvSpPr/>
            <p:nvPr/>
          </p:nvSpPr>
          <p:spPr>
            <a:xfrm>
              <a:off x="4610100" y="1728470"/>
              <a:ext cx="6629400" cy="2715260"/>
            </a:xfrm>
            <a:custGeom>
              <a:avLst/>
              <a:gdLst/>
              <a:ahLst/>
              <a:cxnLst/>
              <a:rect l="l" t="t" r="r" b="b"/>
              <a:pathLst>
                <a:path w="6629400" h="2715260">
                  <a:moveTo>
                    <a:pt x="0" y="2715260"/>
                  </a:moveTo>
                  <a:lnTo>
                    <a:pt x="55880" y="2713990"/>
                  </a:lnTo>
                  <a:lnTo>
                    <a:pt x="110490" y="2713990"/>
                  </a:lnTo>
                  <a:lnTo>
                    <a:pt x="166370" y="2713990"/>
                  </a:lnTo>
                  <a:lnTo>
                    <a:pt x="220980" y="2712720"/>
                  </a:lnTo>
                  <a:lnTo>
                    <a:pt x="276860" y="2711450"/>
                  </a:lnTo>
                  <a:lnTo>
                    <a:pt x="331470" y="2710180"/>
                  </a:lnTo>
                  <a:lnTo>
                    <a:pt x="387350" y="2708910"/>
                  </a:lnTo>
                  <a:lnTo>
                    <a:pt x="441960" y="2706370"/>
                  </a:lnTo>
                  <a:lnTo>
                    <a:pt x="497840" y="2703830"/>
                  </a:lnTo>
                  <a:lnTo>
                    <a:pt x="552450" y="2701290"/>
                  </a:lnTo>
                  <a:lnTo>
                    <a:pt x="608330" y="2697480"/>
                  </a:lnTo>
                  <a:lnTo>
                    <a:pt x="662940" y="2692400"/>
                  </a:lnTo>
                  <a:lnTo>
                    <a:pt x="718820" y="2687320"/>
                  </a:lnTo>
                  <a:lnTo>
                    <a:pt x="773430" y="2682240"/>
                  </a:lnTo>
                  <a:lnTo>
                    <a:pt x="829310" y="2675890"/>
                  </a:lnTo>
                  <a:lnTo>
                    <a:pt x="883920" y="2668270"/>
                  </a:lnTo>
                  <a:lnTo>
                    <a:pt x="939800" y="2660650"/>
                  </a:lnTo>
                  <a:lnTo>
                    <a:pt x="994410" y="2650490"/>
                  </a:lnTo>
                  <a:lnTo>
                    <a:pt x="1050290" y="2640330"/>
                  </a:lnTo>
                  <a:lnTo>
                    <a:pt x="1104900" y="2630170"/>
                  </a:lnTo>
                  <a:lnTo>
                    <a:pt x="1160780" y="2617470"/>
                  </a:lnTo>
                  <a:lnTo>
                    <a:pt x="1215390" y="2604770"/>
                  </a:lnTo>
                  <a:lnTo>
                    <a:pt x="1271270" y="2590800"/>
                  </a:lnTo>
                  <a:lnTo>
                    <a:pt x="1325880" y="2575560"/>
                  </a:lnTo>
                  <a:lnTo>
                    <a:pt x="1381760" y="2559050"/>
                  </a:lnTo>
                  <a:lnTo>
                    <a:pt x="1436370" y="2541270"/>
                  </a:lnTo>
                  <a:lnTo>
                    <a:pt x="1492250" y="2523490"/>
                  </a:lnTo>
                  <a:lnTo>
                    <a:pt x="1546860" y="2503170"/>
                  </a:lnTo>
                  <a:lnTo>
                    <a:pt x="1602740" y="2482850"/>
                  </a:lnTo>
                  <a:lnTo>
                    <a:pt x="1657350" y="2459990"/>
                  </a:lnTo>
                  <a:lnTo>
                    <a:pt x="1713230" y="2437130"/>
                  </a:lnTo>
                  <a:lnTo>
                    <a:pt x="1767840" y="2413000"/>
                  </a:lnTo>
                  <a:lnTo>
                    <a:pt x="1823720" y="2387600"/>
                  </a:lnTo>
                  <a:lnTo>
                    <a:pt x="1878330" y="2360930"/>
                  </a:lnTo>
                  <a:lnTo>
                    <a:pt x="1934210" y="2332990"/>
                  </a:lnTo>
                  <a:lnTo>
                    <a:pt x="1988820" y="2303780"/>
                  </a:lnTo>
                  <a:lnTo>
                    <a:pt x="2044700" y="2274570"/>
                  </a:lnTo>
                  <a:lnTo>
                    <a:pt x="2099310" y="2242820"/>
                  </a:lnTo>
                  <a:lnTo>
                    <a:pt x="2155190" y="2211070"/>
                  </a:lnTo>
                  <a:lnTo>
                    <a:pt x="2209800" y="2178050"/>
                  </a:lnTo>
                  <a:lnTo>
                    <a:pt x="2265680" y="2143760"/>
                  </a:lnTo>
                  <a:lnTo>
                    <a:pt x="2320290" y="2108200"/>
                  </a:lnTo>
                  <a:lnTo>
                    <a:pt x="2376170" y="2071370"/>
                  </a:lnTo>
                  <a:lnTo>
                    <a:pt x="2430780" y="2034540"/>
                  </a:lnTo>
                  <a:lnTo>
                    <a:pt x="2486660" y="1996440"/>
                  </a:lnTo>
                  <a:lnTo>
                    <a:pt x="2541270" y="1958340"/>
                  </a:lnTo>
                  <a:lnTo>
                    <a:pt x="2597150" y="1918970"/>
                  </a:lnTo>
                  <a:lnTo>
                    <a:pt x="2651760" y="1878330"/>
                  </a:lnTo>
                  <a:lnTo>
                    <a:pt x="2707640" y="1837690"/>
                  </a:lnTo>
                  <a:lnTo>
                    <a:pt x="2762250" y="1795780"/>
                  </a:lnTo>
                  <a:lnTo>
                    <a:pt x="2818130" y="1753870"/>
                  </a:lnTo>
                  <a:lnTo>
                    <a:pt x="2872740" y="1710690"/>
                  </a:lnTo>
                  <a:lnTo>
                    <a:pt x="2928620" y="1667510"/>
                  </a:lnTo>
                  <a:lnTo>
                    <a:pt x="2983230" y="1624330"/>
                  </a:lnTo>
                  <a:lnTo>
                    <a:pt x="3039110" y="1581150"/>
                  </a:lnTo>
                  <a:lnTo>
                    <a:pt x="3093720" y="1536700"/>
                  </a:lnTo>
                  <a:lnTo>
                    <a:pt x="3148330" y="1492250"/>
                  </a:lnTo>
                  <a:lnTo>
                    <a:pt x="3204210" y="1447800"/>
                  </a:lnTo>
                  <a:lnTo>
                    <a:pt x="3260090" y="1402080"/>
                  </a:lnTo>
                  <a:lnTo>
                    <a:pt x="3314700" y="1357630"/>
                  </a:lnTo>
                  <a:lnTo>
                    <a:pt x="3370580" y="1313180"/>
                  </a:lnTo>
                  <a:lnTo>
                    <a:pt x="3425190" y="1267460"/>
                  </a:lnTo>
                  <a:lnTo>
                    <a:pt x="3481070" y="1223010"/>
                  </a:lnTo>
                  <a:lnTo>
                    <a:pt x="3535680" y="1178560"/>
                  </a:lnTo>
                  <a:lnTo>
                    <a:pt x="3591560" y="1134110"/>
                  </a:lnTo>
                  <a:lnTo>
                    <a:pt x="3646170" y="1090930"/>
                  </a:lnTo>
                  <a:lnTo>
                    <a:pt x="3702050" y="1047750"/>
                  </a:lnTo>
                  <a:lnTo>
                    <a:pt x="3756660" y="1004570"/>
                  </a:lnTo>
                  <a:lnTo>
                    <a:pt x="3812540" y="961390"/>
                  </a:lnTo>
                  <a:lnTo>
                    <a:pt x="3867150" y="919480"/>
                  </a:lnTo>
                  <a:lnTo>
                    <a:pt x="3923030" y="877570"/>
                  </a:lnTo>
                  <a:lnTo>
                    <a:pt x="3977640" y="836930"/>
                  </a:lnTo>
                  <a:lnTo>
                    <a:pt x="4033520" y="796290"/>
                  </a:lnTo>
                  <a:lnTo>
                    <a:pt x="4088130" y="756920"/>
                  </a:lnTo>
                  <a:lnTo>
                    <a:pt x="4144010" y="718820"/>
                  </a:lnTo>
                  <a:lnTo>
                    <a:pt x="4198620" y="680720"/>
                  </a:lnTo>
                  <a:lnTo>
                    <a:pt x="4254500" y="643890"/>
                  </a:lnTo>
                  <a:lnTo>
                    <a:pt x="4309110" y="607060"/>
                  </a:lnTo>
                  <a:lnTo>
                    <a:pt x="4364990" y="571500"/>
                  </a:lnTo>
                  <a:lnTo>
                    <a:pt x="4419600" y="537210"/>
                  </a:lnTo>
                  <a:lnTo>
                    <a:pt x="4475480" y="504190"/>
                  </a:lnTo>
                  <a:lnTo>
                    <a:pt x="4530090" y="472440"/>
                  </a:lnTo>
                  <a:lnTo>
                    <a:pt x="4585970" y="440690"/>
                  </a:lnTo>
                  <a:lnTo>
                    <a:pt x="4640580" y="411480"/>
                  </a:lnTo>
                  <a:lnTo>
                    <a:pt x="4696460" y="382270"/>
                  </a:lnTo>
                  <a:lnTo>
                    <a:pt x="4751070" y="354330"/>
                  </a:lnTo>
                  <a:lnTo>
                    <a:pt x="4805680" y="327660"/>
                  </a:lnTo>
                  <a:lnTo>
                    <a:pt x="4861560" y="302260"/>
                  </a:lnTo>
                  <a:lnTo>
                    <a:pt x="4917440" y="278130"/>
                  </a:lnTo>
                  <a:lnTo>
                    <a:pt x="4972050" y="255270"/>
                  </a:lnTo>
                  <a:lnTo>
                    <a:pt x="5027930" y="232410"/>
                  </a:lnTo>
                  <a:lnTo>
                    <a:pt x="5082540" y="212090"/>
                  </a:lnTo>
                  <a:lnTo>
                    <a:pt x="5138420" y="191770"/>
                  </a:lnTo>
                  <a:lnTo>
                    <a:pt x="5193030" y="173990"/>
                  </a:lnTo>
                  <a:lnTo>
                    <a:pt x="5248910" y="156210"/>
                  </a:lnTo>
                  <a:lnTo>
                    <a:pt x="5303520" y="139700"/>
                  </a:lnTo>
                  <a:lnTo>
                    <a:pt x="5359400" y="124460"/>
                  </a:lnTo>
                  <a:lnTo>
                    <a:pt x="5414010" y="110490"/>
                  </a:lnTo>
                  <a:lnTo>
                    <a:pt x="5469890" y="97790"/>
                  </a:lnTo>
                  <a:lnTo>
                    <a:pt x="5524500" y="85090"/>
                  </a:lnTo>
                  <a:lnTo>
                    <a:pt x="5580380" y="74930"/>
                  </a:lnTo>
                  <a:lnTo>
                    <a:pt x="5634990" y="64770"/>
                  </a:lnTo>
                  <a:lnTo>
                    <a:pt x="5690870" y="54610"/>
                  </a:lnTo>
                  <a:lnTo>
                    <a:pt x="5745480" y="46990"/>
                  </a:lnTo>
                  <a:lnTo>
                    <a:pt x="5801360" y="39370"/>
                  </a:lnTo>
                  <a:lnTo>
                    <a:pt x="5855970" y="33020"/>
                  </a:lnTo>
                  <a:lnTo>
                    <a:pt x="5911850" y="27940"/>
                  </a:lnTo>
                  <a:lnTo>
                    <a:pt x="5966460" y="22860"/>
                  </a:lnTo>
                  <a:lnTo>
                    <a:pt x="6022340" y="17780"/>
                  </a:lnTo>
                  <a:lnTo>
                    <a:pt x="6076950" y="13970"/>
                  </a:lnTo>
                  <a:lnTo>
                    <a:pt x="6132830" y="11430"/>
                  </a:lnTo>
                  <a:lnTo>
                    <a:pt x="6187440" y="8890"/>
                  </a:lnTo>
                  <a:lnTo>
                    <a:pt x="6243320" y="6350"/>
                  </a:lnTo>
                  <a:lnTo>
                    <a:pt x="6297930" y="5080"/>
                  </a:lnTo>
                  <a:lnTo>
                    <a:pt x="6353810" y="3810"/>
                  </a:lnTo>
                  <a:lnTo>
                    <a:pt x="6408420" y="2540"/>
                  </a:lnTo>
                  <a:lnTo>
                    <a:pt x="6464300" y="1270"/>
                  </a:lnTo>
                  <a:lnTo>
                    <a:pt x="6518910" y="1270"/>
                  </a:lnTo>
                  <a:lnTo>
                    <a:pt x="6574790" y="1270"/>
                  </a:lnTo>
                  <a:lnTo>
                    <a:pt x="6629400" y="0"/>
                  </a:lnTo>
                </a:path>
              </a:pathLst>
            </a:custGeom>
            <a:ln w="279400">
              <a:solidFill>
                <a:srgbClr val="070154"/>
              </a:solidFill>
              <a:prstDash val="solid"/>
              <a:round/>
            </a:ln>
          </p:spPr>
        </p:sp>
        <p:sp>
          <p:nvSpPr>
            <p:cNvPr id="10" name="node03.road.cap-1"/>
            <p:cNvSpPr/>
            <p:nvPr/>
          </p:nvSpPr>
          <p:spPr>
            <a:xfrm>
              <a:off x="4470400" y="4304030"/>
              <a:ext cx="279400" cy="279400"/>
            </a:xfrm>
            <a:prstGeom prst="ellipse">
              <a:avLst/>
            </a:prstGeom>
            <a:solidFill>
              <a:srgbClr val="070154"/>
            </a:solidFill>
            <a:ln>
              <a:noFill/>
            </a:ln>
          </p:spPr>
        </p:sp>
        <p:sp>
          <p:nvSpPr>
            <p:cNvPr id="11" name="node03.road.cap-2"/>
            <p:cNvSpPr/>
            <p:nvPr/>
          </p:nvSpPr>
          <p:spPr>
            <a:xfrm>
              <a:off x="11099800" y="1588770"/>
              <a:ext cx="279400" cy="279400"/>
            </a:xfrm>
            <a:prstGeom prst="ellipse">
              <a:avLst/>
            </a:prstGeom>
            <a:solidFill>
              <a:srgbClr val="070154"/>
            </a:solidFill>
            <a:ln>
              <a:noFill/>
            </a:ln>
          </p:spPr>
        </p:sp>
        <p:sp>
          <p:nvSpPr>
            <p:cNvPr id="12" name="node03.centerline"/>
            <p:cNvSpPr/>
            <p:nvPr/>
          </p:nvSpPr>
          <p:spPr>
            <a:xfrm>
              <a:off x="4610100" y="1728470"/>
              <a:ext cx="6629400" cy="2715260"/>
            </a:xfrm>
            <a:custGeom>
              <a:avLst/>
              <a:gdLst/>
              <a:ahLst/>
              <a:cxnLst/>
              <a:rect l="l" t="t" r="r" b="b"/>
              <a:pathLst>
                <a:path w="6629400" h="2715260">
                  <a:moveTo>
                    <a:pt x="0" y="2715260"/>
                  </a:moveTo>
                  <a:lnTo>
                    <a:pt x="55880" y="2713990"/>
                  </a:lnTo>
                  <a:lnTo>
                    <a:pt x="88886" y="2713990"/>
                  </a:lnTo>
                  <a:moveTo>
                    <a:pt x="177782" y="2713725"/>
                  </a:moveTo>
                  <a:lnTo>
                    <a:pt x="220980" y="2712720"/>
                  </a:lnTo>
                  <a:lnTo>
                    <a:pt x="266659" y="2711682"/>
                  </a:lnTo>
                  <a:moveTo>
                    <a:pt x="355535" y="2709633"/>
                  </a:moveTo>
                  <a:lnTo>
                    <a:pt x="387350" y="2708910"/>
                  </a:lnTo>
                  <a:lnTo>
                    <a:pt x="441960" y="2706370"/>
                  </a:lnTo>
                  <a:lnTo>
                    <a:pt x="444366" y="2706261"/>
                  </a:lnTo>
                  <a:moveTo>
                    <a:pt x="533172" y="2702187"/>
                  </a:moveTo>
                  <a:lnTo>
                    <a:pt x="552450" y="2701290"/>
                  </a:lnTo>
                  <a:lnTo>
                    <a:pt x="608330" y="2697480"/>
                  </a:lnTo>
                  <a:lnTo>
                    <a:pt x="621863" y="2696221"/>
                  </a:lnTo>
                  <a:moveTo>
                    <a:pt x="710390" y="2688086"/>
                  </a:moveTo>
                  <a:lnTo>
                    <a:pt x="718820" y="2687320"/>
                  </a:lnTo>
                  <a:lnTo>
                    <a:pt x="773430" y="2682240"/>
                  </a:lnTo>
                  <a:lnTo>
                    <a:pt x="798856" y="2679351"/>
                  </a:lnTo>
                  <a:moveTo>
                    <a:pt x="887002" y="2667850"/>
                  </a:moveTo>
                  <a:lnTo>
                    <a:pt x="939800" y="2660650"/>
                  </a:lnTo>
                  <a:lnTo>
                    <a:pt x="974813" y="2654136"/>
                  </a:lnTo>
                  <a:moveTo>
                    <a:pt x="1062255" y="2638104"/>
                  </a:moveTo>
                  <a:lnTo>
                    <a:pt x="1104900" y="2630170"/>
                  </a:lnTo>
                  <a:lnTo>
                    <a:pt x="1149292" y="2620081"/>
                  </a:lnTo>
                  <a:moveTo>
                    <a:pt x="1235813" y="2599664"/>
                  </a:moveTo>
                  <a:lnTo>
                    <a:pt x="1271270" y="2590800"/>
                  </a:lnTo>
                  <a:lnTo>
                    <a:pt x="1321695" y="2576728"/>
                  </a:lnTo>
                  <a:moveTo>
                    <a:pt x="1406755" y="2550912"/>
                  </a:moveTo>
                  <a:lnTo>
                    <a:pt x="1436370" y="2541270"/>
                  </a:lnTo>
                  <a:lnTo>
                    <a:pt x="1491407" y="2523758"/>
                  </a:lnTo>
                  <a:moveTo>
                    <a:pt x="1574816" y="2493004"/>
                  </a:moveTo>
                  <a:lnTo>
                    <a:pt x="1602740" y="2482850"/>
                  </a:lnTo>
                  <a:lnTo>
                    <a:pt x="1657337" y="2459996"/>
                  </a:lnTo>
                  <a:moveTo>
                    <a:pt x="1739308" y="2425607"/>
                  </a:moveTo>
                  <a:lnTo>
                    <a:pt x="1767840" y="2413000"/>
                  </a:lnTo>
                  <a:lnTo>
                    <a:pt x="1820374" y="2389121"/>
                  </a:lnTo>
                  <a:moveTo>
                    <a:pt x="1900199" y="2349995"/>
                  </a:moveTo>
                  <a:lnTo>
                    <a:pt x="1934210" y="2332990"/>
                  </a:lnTo>
                  <a:lnTo>
                    <a:pt x="1979071" y="2308995"/>
                  </a:lnTo>
                  <a:moveTo>
                    <a:pt x="2057486" y="2267136"/>
                  </a:moveTo>
                  <a:lnTo>
                    <a:pt x="2099310" y="2242820"/>
                  </a:lnTo>
                  <a:lnTo>
                    <a:pt x="2134541" y="2222802"/>
                  </a:lnTo>
                  <a:moveTo>
                    <a:pt x="2210937" y="2177352"/>
                  </a:moveTo>
                  <a:lnTo>
                    <a:pt x="2265680" y="2143760"/>
                  </a:lnTo>
                  <a:lnTo>
                    <a:pt x="2286355" y="2130297"/>
                  </a:lnTo>
                  <a:moveTo>
                    <a:pt x="2360706" y="2081562"/>
                  </a:moveTo>
                  <a:lnTo>
                    <a:pt x="2376170" y="2071370"/>
                  </a:lnTo>
                  <a:lnTo>
                    <a:pt x="2430780" y="2034540"/>
                  </a:lnTo>
                  <a:lnTo>
                    <a:pt x="2434507" y="2031999"/>
                  </a:lnTo>
                  <a:moveTo>
                    <a:pt x="2507801" y="1981691"/>
                  </a:moveTo>
                  <a:lnTo>
                    <a:pt x="2541270" y="1958340"/>
                  </a:lnTo>
                  <a:lnTo>
                    <a:pt x="2580583" y="1930642"/>
                  </a:lnTo>
                  <a:moveTo>
                    <a:pt x="2652214" y="1878000"/>
                  </a:moveTo>
                  <a:lnTo>
                    <a:pt x="2707640" y="1837690"/>
                  </a:lnTo>
                  <a:lnTo>
                    <a:pt x="2723797" y="1825291"/>
                  </a:lnTo>
                  <a:moveTo>
                    <a:pt x="2794592" y="1771523"/>
                  </a:moveTo>
                  <a:lnTo>
                    <a:pt x="2818130" y="1753870"/>
                  </a:lnTo>
                  <a:lnTo>
                    <a:pt x="2864785" y="1716980"/>
                  </a:lnTo>
                  <a:moveTo>
                    <a:pt x="2935005" y="1662461"/>
                  </a:moveTo>
                  <a:lnTo>
                    <a:pt x="2983230" y="1624330"/>
                  </a:lnTo>
                  <a:lnTo>
                    <a:pt x="3004928" y="1607563"/>
                  </a:lnTo>
                  <a:moveTo>
                    <a:pt x="3074555" y="1552300"/>
                  </a:moveTo>
                  <a:lnTo>
                    <a:pt x="3093720" y="1536700"/>
                  </a:lnTo>
                  <a:lnTo>
                    <a:pt x="3143502" y="1496180"/>
                  </a:lnTo>
                  <a:moveTo>
                    <a:pt x="3212934" y="1440662"/>
                  </a:moveTo>
                  <a:lnTo>
                    <a:pt x="3260090" y="1402080"/>
                  </a:lnTo>
                  <a:lnTo>
                    <a:pt x="3281784" y="1384422"/>
                  </a:lnTo>
                  <a:moveTo>
                    <a:pt x="3351058" y="1328709"/>
                  </a:moveTo>
                  <a:lnTo>
                    <a:pt x="3370580" y="1313180"/>
                  </a:lnTo>
                  <a:lnTo>
                    <a:pt x="3419618" y="1272125"/>
                  </a:lnTo>
                  <a:moveTo>
                    <a:pt x="3489004" y="1216552"/>
                  </a:moveTo>
                  <a:lnTo>
                    <a:pt x="3535680" y="1178560"/>
                  </a:lnTo>
                  <a:lnTo>
                    <a:pt x="3558154" y="1160683"/>
                  </a:lnTo>
                  <a:moveTo>
                    <a:pt x="3627811" y="1105446"/>
                  </a:moveTo>
                  <a:lnTo>
                    <a:pt x="3646170" y="1090930"/>
                  </a:lnTo>
                  <a:lnTo>
                    <a:pt x="3697996" y="1050883"/>
                  </a:lnTo>
                  <a:moveTo>
                    <a:pt x="3767863" y="995914"/>
                  </a:moveTo>
                  <a:lnTo>
                    <a:pt x="3812540" y="961390"/>
                  </a:lnTo>
                  <a:lnTo>
                    <a:pt x="3838273" y="941641"/>
                  </a:lnTo>
                  <a:moveTo>
                    <a:pt x="3909150" y="887980"/>
                  </a:moveTo>
                  <a:lnTo>
                    <a:pt x="3923030" y="877570"/>
                  </a:lnTo>
                  <a:lnTo>
                    <a:pt x="3977640" y="836930"/>
                  </a:lnTo>
                  <a:lnTo>
                    <a:pt x="3980452" y="834885"/>
                  </a:lnTo>
                  <a:moveTo>
                    <a:pt x="4052406" y="782675"/>
                  </a:moveTo>
                  <a:lnTo>
                    <a:pt x="4088130" y="756920"/>
                  </a:lnTo>
                  <a:lnTo>
                    <a:pt x="4125194" y="731649"/>
                  </a:lnTo>
                  <a:moveTo>
                    <a:pt x="4198243" y="680983"/>
                  </a:moveTo>
                  <a:lnTo>
                    <a:pt x="4198620" y="680720"/>
                  </a:lnTo>
                  <a:lnTo>
                    <a:pt x="4254500" y="643890"/>
                  </a:lnTo>
                  <a:lnTo>
                    <a:pt x="4272337" y="631860"/>
                  </a:lnTo>
                  <a:moveTo>
                    <a:pt x="4346691" y="583145"/>
                  </a:moveTo>
                  <a:lnTo>
                    <a:pt x="4364990" y="571500"/>
                  </a:lnTo>
                  <a:lnTo>
                    <a:pt x="4419600" y="537210"/>
                  </a:lnTo>
                  <a:lnTo>
                    <a:pt x="4421948" y="535822"/>
                  </a:lnTo>
                  <a:moveTo>
                    <a:pt x="4498580" y="490760"/>
                  </a:moveTo>
                  <a:lnTo>
                    <a:pt x="4530090" y="472440"/>
                  </a:lnTo>
                  <a:lnTo>
                    <a:pt x="4575695" y="446528"/>
                  </a:lnTo>
                  <a:moveTo>
                    <a:pt x="4654007" y="404461"/>
                  </a:moveTo>
                  <a:lnTo>
                    <a:pt x="4696460" y="382270"/>
                  </a:lnTo>
                  <a:lnTo>
                    <a:pt x="4732957" y="363597"/>
                  </a:lnTo>
                  <a:moveTo>
                    <a:pt x="4812762" y="324441"/>
                  </a:moveTo>
                  <a:lnTo>
                    <a:pt x="4861560" y="302260"/>
                  </a:lnTo>
                  <a:lnTo>
                    <a:pt x="4893966" y="288267"/>
                  </a:lnTo>
                  <a:moveTo>
                    <a:pt x="4975871" y="253707"/>
                  </a:moveTo>
                  <a:lnTo>
                    <a:pt x="5027930" y="232410"/>
                  </a:lnTo>
                  <a:lnTo>
                    <a:pt x="5058534" y="221023"/>
                  </a:lnTo>
                  <a:moveTo>
                    <a:pt x="5142058" y="190586"/>
                  </a:moveTo>
                  <a:lnTo>
                    <a:pt x="5193030" y="173990"/>
                  </a:lnTo>
                  <a:lnTo>
                    <a:pt x="5226663" y="163289"/>
                  </a:lnTo>
                  <a:moveTo>
                    <a:pt x="5311723" y="137463"/>
                  </a:moveTo>
                  <a:lnTo>
                    <a:pt x="5359400" y="124460"/>
                  </a:lnTo>
                  <a:lnTo>
                    <a:pt x="5397650" y="114675"/>
                  </a:lnTo>
                  <a:moveTo>
                    <a:pt x="5484216" y="94458"/>
                  </a:moveTo>
                  <a:lnTo>
                    <a:pt x="5524500" y="85090"/>
                  </a:lnTo>
                  <a:lnTo>
                    <a:pt x="5571274" y="76586"/>
                  </a:lnTo>
                  <a:moveTo>
                    <a:pt x="5658699" y="60459"/>
                  </a:moveTo>
                  <a:lnTo>
                    <a:pt x="5690870" y="54610"/>
                  </a:lnTo>
                  <a:lnTo>
                    <a:pt x="5745480" y="46990"/>
                  </a:lnTo>
                  <a:lnTo>
                    <a:pt x="5746533" y="46846"/>
                  </a:lnTo>
                  <a:moveTo>
                    <a:pt x="5834701" y="35493"/>
                  </a:moveTo>
                  <a:lnTo>
                    <a:pt x="5855970" y="33020"/>
                  </a:lnTo>
                  <a:lnTo>
                    <a:pt x="5911850" y="27940"/>
                  </a:lnTo>
                  <a:lnTo>
                    <a:pt x="5923178" y="26886"/>
                  </a:lnTo>
                  <a:moveTo>
                    <a:pt x="6011705" y="18747"/>
                  </a:moveTo>
                  <a:lnTo>
                    <a:pt x="6022340" y="17780"/>
                  </a:lnTo>
                  <a:lnTo>
                    <a:pt x="6076950" y="13970"/>
                  </a:lnTo>
                  <a:lnTo>
                    <a:pt x="6100404" y="12904"/>
                  </a:lnTo>
                  <a:moveTo>
                    <a:pt x="6189210" y="8810"/>
                  </a:moveTo>
                  <a:lnTo>
                    <a:pt x="6243320" y="6350"/>
                  </a:lnTo>
                  <a:lnTo>
                    <a:pt x="6278044" y="5542"/>
                  </a:lnTo>
                  <a:moveTo>
                    <a:pt x="6366921" y="3505"/>
                  </a:moveTo>
                  <a:lnTo>
                    <a:pt x="6408420" y="2540"/>
                  </a:lnTo>
                  <a:lnTo>
                    <a:pt x="6455797" y="1463"/>
                  </a:lnTo>
                  <a:moveTo>
                    <a:pt x="6544695" y="1270"/>
                  </a:moveTo>
                  <a:lnTo>
                    <a:pt x="6574790" y="1270"/>
                  </a:lnTo>
                  <a:lnTo>
                    <a:pt x="6629400" y="0"/>
                  </a:lnTo>
                </a:path>
              </a:pathLst>
            </a:custGeom>
            <a:ln w="19050">
              <a:solidFill>
                <a:srgbClr val="FFFFFF"/>
              </a:solidFill>
              <a:prstDash val="solid"/>
            </a:ln>
          </p:spPr>
        </p:sp>
        <p:sp>
          <p:nvSpPr>
            <p:cNvPr id="13" name="node03.milestones.source-001.pin"/>
            <p:cNvSpPr/>
            <p:nvPr/>
          </p:nvSpPr>
          <p:spPr>
            <a:xfrm>
              <a:off x="4855464" y="4284342"/>
              <a:ext cx="304800" cy="304800"/>
            </a:xfrm>
            <a:prstGeom prst="ellipse">
              <a:avLst/>
            </a:prstGeom>
            <a:solidFill>
              <a:srgbClr val="FFFFFF"/>
            </a:solidFill>
            <a:ln w="25400">
              <a:solidFill>
                <a:srgbClr val="070154"/>
              </a:solidFill>
              <a:prstDash val="solid"/>
            </a:ln>
          </p:spPr>
        </p:sp>
        <p:sp>
          <p:nvSpPr>
            <p:cNvPr id="14" name="node03.milestones.source-001.number"/>
            <p:cNvSpPr/>
            <p:nvPr/>
          </p:nvSpPr>
          <p:spPr>
            <a:xfrm>
              <a:off x="4868164" y="4297042"/>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5" name="node03.milestones.source-001.tick"/>
            <p:cNvSpPr/>
            <p:nvPr/>
          </p:nvSpPr>
          <p:spPr>
            <a:xfrm>
              <a:off x="5001514" y="3992242"/>
              <a:ext cx="12700" cy="279400"/>
            </a:xfrm>
            <a:prstGeom prst="rect">
              <a:avLst/>
            </a:prstGeom>
            <a:solidFill>
              <a:srgbClr val="070154"/>
            </a:solidFill>
            <a:ln>
              <a:noFill/>
            </a:ln>
          </p:spPr>
        </p:sp>
        <p:sp>
          <p:nvSpPr>
            <p:cNvPr id="16" name="node03.milestones.source-001.label.part-1"/>
            <p:cNvSpPr/>
            <p:nvPr/>
          </p:nvSpPr>
          <p:spPr>
            <a:xfrm>
              <a:off x="4381500" y="3014342"/>
              <a:ext cx="1447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17" name="node03.milestones.source-001.label.part-2"/>
            <p:cNvSpPr/>
            <p:nvPr/>
          </p:nvSpPr>
          <p:spPr>
            <a:xfrm>
              <a:off x="4381500" y="3192142"/>
              <a:ext cx="1447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One sign-in</a:t>
              </a:r>
              <a:endParaRPr lang="en-US" sz="1400" spc="0" kern="0" b="0" i="0" dirty="0">
                <a:solidFill>
                  <a:srgbClr val="070154"/>
                </a:solidFill>
                <a:latin typeface="IBM Plex Sans SemiBold"/>
                <a:ea typeface="IBM Plex Sans SemiBold"/>
                <a:cs typeface="IBM Plex Sans SemiBold"/>
              </a:endParaRPr>
            </a:p>
          </p:txBody>
        </p:sp>
        <p:sp>
          <p:nvSpPr>
            <p:cNvPr id="18" name="node03.milestones.source-001.label.part-3"/>
            <p:cNvSpPr/>
            <p:nvPr/>
          </p:nvSpPr>
          <p:spPr>
            <a:xfrm>
              <a:off x="4381500" y="3484242"/>
              <a:ext cx="1447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One patient ID everywhere.</a:t>
              </a:r>
              <a:endParaRPr lang="en-US" sz="1200" spc="0" kern="0" b="0" i="0" dirty="0">
                <a:solidFill>
                  <a:srgbClr val="070154"/>
                </a:solidFill>
                <a:latin typeface="IBM Plex Sans"/>
                <a:ea typeface="IBM Plex Sans"/>
                <a:cs typeface="IBM Plex Sans"/>
              </a:endParaRPr>
            </a:p>
          </p:txBody>
        </p:sp>
        <p:sp>
          <p:nvSpPr>
            <p:cNvPr id="19" name="node03.milestones.source-002.pin"/>
            <p:cNvSpPr/>
            <p:nvPr/>
          </p:nvSpPr>
          <p:spPr>
            <a:xfrm>
              <a:off x="6313932" y="3947612"/>
              <a:ext cx="304800" cy="304800"/>
            </a:xfrm>
            <a:prstGeom prst="ellipse">
              <a:avLst/>
            </a:prstGeom>
            <a:solidFill>
              <a:srgbClr val="FFFFFF"/>
            </a:solidFill>
            <a:ln w="25400">
              <a:solidFill>
                <a:srgbClr val="070154"/>
              </a:solidFill>
              <a:prstDash val="solid"/>
            </a:ln>
          </p:spPr>
        </p:sp>
        <p:sp>
          <p:nvSpPr>
            <p:cNvPr id="20" name="node03.milestones.source-002.number"/>
            <p:cNvSpPr/>
            <p:nvPr/>
          </p:nvSpPr>
          <p:spPr>
            <a:xfrm>
              <a:off x="6326632" y="3960312"/>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1" name="node03.milestones.source-002.tick"/>
            <p:cNvSpPr/>
            <p:nvPr/>
          </p:nvSpPr>
          <p:spPr>
            <a:xfrm>
              <a:off x="6459982" y="3655512"/>
              <a:ext cx="12700" cy="279400"/>
            </a:xfrm>
            <a:prstGeom prst="rect">
              <a:avLst/>
            </a:prstGeom>
            <a:solidFill>
              <a:srgbClr val="070154"/>
            </a:solidFill>
            <a:ln>
              <a:noFill/>
            </a:ln>
          </p:spPr>
        </p:sp>
        <p:sp>
          <p:nvSpPr>
            <p:cNvPr id="22" name="node03.milestones.source-002.label.part-1"/>
            <p:cNvSpPr/>
            <p:nvPr/>
          </p:nvSpPr>
          <p:spPr>
            <a:xfrm>
              <a:off x="5742432" y="2410912"/>
              <a:ext cx="1447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23" name="node03.milestones.source-002.label.part-2"/>
            <p:cNvSpPr/>
            <p:nvPr/>
          </p:nvSpPr>
          <p:spPr>
            <a:xfrm>
              <a:off x="5742432" y="2588712"/>
              <a:ext cx="1447800" cy="5334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Online scheduling</a:t>
              </a:r>
              <a:endParaRPr lang="en-US" sz="1400" spc="0" kern="0" b="0" i="0" dirty="0">
                <a:solidFill>
                  <a:srgbClr val="070154"/>
                </a:solidFill>
                <a:latin typeface="IBM Plex Sans SemiBold"/>
                <a:ea typeface="IBM Plex Sans SemiBold"/>
                <a:cs typeface="IBM Plex Sans SemiBold"/>
              </a:endParaRPr>
            </a:p>
          </p:txBody>
        </p:sp>
        <p:sp>
          <p:nvSpPr>
            <p:cNvPr id="24" name="node03.milestones.source-002.label.part-3"/>
            <p:cNvSpPr/>
            <p:nvPr/>
          </p:nvSpPr>
          <p:spPr>
            <a:xfrm>
              <a:off x="5742432" y="3147512"/>
              <a:ext cx="1447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Primary care self-booking.</a:t>
              </a:r>
              <a:endParaRPr lang="en-US" sz="1200" spc="0" kern="0" b="0" i="0" dirty="0">
                <a:solidFill>
                  <a:srgbClr val="070154"/>
                </a:solidFill>
                <a:latin typeface="IBM Plex Sans"/>
                <a:ea typeface="IBM Plex Sans"/>
                <a:cs typeface="IBM Plex Sans"/>
              </a:endParaRPr>
            </a:p>
          </p:txBody>
        </p:sp>
        <p:sp>
          <p:nvSpPr>
            <p:cNvPr id="25" name="node03.milestones.source-003.pin"/>
            <p:cNvSpPr/>
            <p:nvPr/>
          </p:nvSpPr>
          <p:spPr>
            <a:xfrm>
              <a:off x="7772400" y="2933700"/>
              <a:ext cx="304800" cy="304800"/>
            </a:xfrm>
            <a:prstGeom prst="ellipse">
              <a:avLst/>
            </a:prstGeom>
            <a:solidFill>
              <a:srgbClr val="FFFFFF"/>
            </a:solidFill>
            <a:ln w="25400">
              <a:solidFill>
                <a:srgbClr val="070154"/>
              </a:solidFill>
              <a:prstDash val="solid"/>
            </a:ln>
          </p:spPr>
        </p:sp>
        <p:sp>
          <p:nvSpPr>
            <p:cNvPr id="26" name="node03.milestones.source-003.number"/>
            <p:cNvSpPr/>
            <p:nvPr/>
          </p:nvSpPr>
          <p:spPr>
            <a:xfrm>
              <a:off x="7785100" y="2946400"/>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7" name="node03.milestones.source-003.tick"/>
            <p:cNvSpPr/>
            <p:nvPr/>
          </p:nvSpPr>
          <p:spPr>
            <a:xfrm>
              <a:off x="7918450" y="3251200"/>
              <a:ext cx="12700" cy="279400"/>
            </a:xfrm>
            <a:prstGeom prst="rect">
              <a:avLst/>
            </a:prstGeom>
            <a:solidFill>
              <a:srgbClr val="070154"/>
            </a:solidFill>
            <a:ln>
              <a:noFill/>
            </a:ln>
          </p:spPr>
        </p:sp>
        <p:sp>
          <p:nvSpPr>
            <p:cNvPr id="28" name="node03.milestones.source-003.label.part-1"/>
            <p:cNvSpPr/>
            <p:nvPr/>
          </p:nvSpPr>
          <p:spPr>
            <a:xfrm>
              <a:off x="7200900" y="3581400"/>
              <a:ext cx="1447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29" name="node03.milestones.source-003.label.part-2"/>
            <p:cNvSpPr/>
            <p:nvPr/>
          </p:nvSpPr>
          <p:spPr>
            <a:xfrm>
              <a:off x="7200900" y="3759200"/>
              <a:ext cx="1447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Digital intake</a:t>
              </a:r>
              <a:endParaRPr lang="en-US" sz="1400" spc="0" kern="0" b="0" i="0" dirty="0">
                <a:solidFill>
                  <a:srgbClr val="070154"/>
                </a:solidFill>
                <a:latin typeface="IBM Plex Sans SemiBold"/>
                <a:ea typeface="IBM Plex Sans SemiBold"/>
                <a:cs typeface="IBM Plex Sans SemiBold"/>
              </a:endParaRPr>
            </a:p>
          </p:txBody>
        </p:sp>
        <p:sp>
          <p:nvSpPr>
            <p:cNvPr id="30" name="node03.milestones.source-003.label.part-3"/>
            <p:cNvSpPr/>
            <p:nvPr/>
          </p:nvSpPr>
          <p:spPr>
            <a:xfrm>
              <a:off x="7200900" y="4051300"/>
              <a:ext cx="1447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Forms before arrival.</a:t>
              </a:r>
              <a:endParaRPr lang="en-US" sz="1200" spc="0" kern="0" b="0" i="0" dirty="0">
                <a:solidFill>
                  <a:srgbClr val="070154"/>
                </a:solidFill>
                <a:latin typeface="IBM Plex Sans"/>
                <a:ea typeface="IBM Plex Sans"/>
                <a:cs typeface="IBM Plex Sans"/>
              </a:endParaRPr>
            </a:p>
          </p:txBody>
        </p:sp>
        <p:sp>
          <p:nvSpPr>
            <p:cNvPr id="31" name="node03.milestones.source-004.pin"/>
            <p:cNvSpPr/>
            <p:nvPr/>
          </p:nvSpPr>
          <p:spPr>
            <a:xfrm>
              <a:off x="9230868" y="1919788"/>
              <a:ext cx="304800" cy="304800"/>
            </a:xfrm>
            <a:prstGeom prst="ellipse">
              <a:avLst/>
            </a:prstGeom>
            <a:solidFill>
              <a:srgbClr val="FFFFFF"/>
            </a:solidFill>
            <a:ln w="25400">
              <a:solidFill>
                <a:srgbClr val="070154"/>
              </a:solidFill>
              <a:prstDash val="solid"/>
            </a:ln>
          </p:spPr>
        </p:sp>
        <p:sp>
          <p:nvSpPr>
            <p:cNvPr id="32" name="node03.milestones.source-004.number"/>
            <p:cNvSpPr/>
            <p:nvPr/>
          </p:nvSpPr>
          <p:spPr>
            <a:xfrm>
              <a:off x="9243568" y="1932488"/>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3" name="node03.milestones.source-004.tick"/>
            <p:cNvSpPr/>
            <p:nvPr/>
          </p:nvSpPr>
          <p:spPr>
            <a:xfrm>
              <a:off x="9376918" y="2237288"/>
              <a:ext cx="12700" cy="279400"/>
            </a:xfrm>
            <a:prstGeom prst="rect">
              <a:avLst/>
            </a:prstGeom>
            <a:solidFill>
              <a:srgbClr val="070154"/>
            </a:solidFill>
            <a:ln>
              <a:noFill/>
            </a:ln>
          </p:spPr>
        </p:sp>
        <p:sp>
          <p:nvSpPr>
            <p:cNvPr id="34" name="node03.milestones.source-004.label.part-1"/>
            <p:cNvSpPr/>
            <p:nvPr/>
          </p:nvSpPr>
          <p:spPr>
            <a:xfrm>
              <a:off x="8659368" y="2567488"/>
              <a:ext cx="1447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35" name="node03.milestones.source-004.label.part-2"/>
            <p:cNvSpPr/>
            <p:nvPr/>
          </p:nvSpPr>
          <p:spPr>
            <a:xfrm>
              <a:off x="8659368" y="2745288"/>
              <a:ext cx="1447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Smart reminders</a:t>
              </a:r>
              <a:endParaRPr lang="en-US" sz="1400" spc="0" kern="0" b="0" i="0" dirty="0">
                <a:solidFill>
                  <a:srgbClr val="070154"/>
                </a:solidFill>
                <a:latin typeface="IBM Plex Sans SemiBold"/>
                <a:ea typeface="IBM Plex Sans SemiBold"/>
                <a:cs typeface="IBM Plex Sans SemiBold"/>
              </a:endParaRPr>
            </a:p>
          </p:txBody>
        </p:sp>
        <p:sp>
          <p:nvSpPr>
            <p:cNvPr id="36" name="node03.milestones.source-004.label.part-3"/>
            <p:cNvSpPr/>
            <p:nvPr/>
          </p:nvSpPr>
          <p:spPr>
            <a:xfrm>
              <a:off x="8659368" y="3037388"/>
              <a:ext cx="1447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Text prompts cut no-shows.</a:t>
              </a:r>
              <a:endParaRPr lang="en-US" sz="1200" spc="0" kern="0" b="0" i="0" dirty="0">
                <a:solidFill>
                  <a:srgbClr val="070154"/>
                </a:solidFill>
                <a:latin typeface="IBM Plex Sans"/>
                <a:ea typeface="IBM Plex Sans"/>
                <a:cs typeface="IBM Plex Sans"/>
              </a:endParaRPr>
            </a:p>
          </p:txBody>
        </p:sp>
        <p:sp>
          <p:nvSpPr>
            <p:cNvPr id="37" name="node03.milestones.source-005.pin"/>
            <p:cNvSpPr/>
            <p:nvPr/>
          </p:nvSpPr>
          <p:spPr>
            <a:xfrm>
              <a:off x="10689336" y="1583058"/>
              <a:ext cx="304800" cy="304800"/>
            </a:xfrm>
            <a:prstGeom prst="ellipse">
              <a:avLst/>
            </a:prstGeom>
            <a:solidFill>
              <a:srgbClr val="FFFFFF"/>
            </a:solidFill>
            <a:ln w="25400">
              <a:solidFill>
                <a:srgbClr val="070154"/>
              </a:solidFill>
              <a:prstDash val="solid"/>
            </a:ln>
          </p:spPr>
        </p:sp>
        <p:sp>
          <p:nvSpPr>
            <p:cNvPr id="38" name="node03.milestones.source-005.number"/>
            <p:cNvSpPr/>
            <p:nvPr/>
          </p:nvSpPr>
          <p:spPr>
            <a:xfrm>
              <a:off x="10702036" y="1595758"/>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39" name="node03.milestones.source-005.tick"/>
            <p:cNvSpPr/>
            <p:nvPr/>
          </p:nvSpPr>
          <p:spPr>
            <a:xfrm>
              <a:off x="10835386" y="1900558"/>
              <a:ext cx="12700" cy="279400"/>
            </a:xfrm>
            <a:prstGeom prst="rect">
              <a:avLst/>
            </a:prstGeom>
            <a:solidFill>
              <a:srgbClr val="070154"/>
            </a:solidFill>
            <a:ln>
              <a:noFill/>
            </a:ln>
          </p:spPr>
        </p:sp>
        <p:sp>
          <p:nvSpPr>
            <p:cNvPr id="40" name="node03.milestones.source-005.label.part-1"/>
            <p:cNvSpPr/>
            <p:nvPr/>
          </p:nvSpPr>
          <p:spPr>
            <a:xfrm>
              <a:off x="10020300" y="2230758"/>
              <a:ext cx="1447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41" name="node03.milestones.source-005.label.part-2"/>
            <p:cNvSpPr/>
            <p:nvPr/>
          </p:nvSpPr>
          <p:spPr>
            <a:xfrm>
              <a:off x="10020300" y="2408558"/>
              <a:ext cx="1447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Virtual front desk</a:t>
              </a:r>
              <a:endParaRPr lang="en-US" sz="1400" spc="0" kern="0" b="0" i="0" dirty="0">
                <a:solidFill>
                  <a:srgbClr val="070154"/>
                </a:solidFill>
                <a:latin typeface="IBM Plex Sans SemiBold"/>
                <a:ea typeface="IBM Plex Sans SemiBold"/>
                <a:cs typeface="IBM Plex Sans SemiBold"/>
              </a:endParaRPr>
            </a:p>
          </p:txBody>
        </p:sp>
        <p:sp>
          <p:nvSpPr>
            <p:cNvPr id="42" name="node03.milestones.source-005.label.part-3"/>
            <p:cNvSpPr/>
            <p:nvPr/>
          </p:nvSpPr>
          <p:spPr>
            <a:xfrm>
              <a:off x="10020300" y="2700658"/>
              <a:ext cx="1447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Chat and video check-in.</a:t>
              </a:r>
              <a:endParaRPr lang="en-US" sz="1200" spc="0" kern="0" b="0" i="0" dirty="0">
                <a:solidFill>
                  <a:srgbClr val="070154"/>
                </a:solidFill>
                <a:latin typeface="IBM Plex Sans"/>
                <a:ea typeface="IBM Plex Sans"/>
                <a:cs typeface="IBM Plex Sans"/>
              </a:endParaRPr>
            </a:p>
          </p:txBody>
        </p:sp>
      </p:grpSp>
      <p:grpSp>
        <p:nvGrpSpPr>
          <p:cNvPr id="51" name="node04"/>
          <p:cNvGrpSpPr/>
          <p:nvPr/>
        </p:nvGrpSpPr>
        <p:grpSpPr>
          <a:xfrm>
            <a:off x="723900" y="2514600"/>
            <a:ext cx="3429000" cy="533400"/>
            <a:chOff x="723900" y="2514600"/>
            <a:chExt cx="3429000" cy="533400"/>
          </a:xfrm>
        </p:grpSpPr>
        <p:sp>
          <p:nvSpPr>
            <p:cNvPr id="43" name="node04.text"/>
            <p:cNvSpPr/>
            <p:nvPr/>
          </p:nvSpPr>
          <p:spPr>
            <a:xfrm>
              <a:off x="723900" y="2514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Each release removes a reason for patients to phone the access center.</a:t>
              </a:r>
              <a:endParaRPr lang="en-US" sz="1400" spc="0" kern="0" b="0" i="0" dirty="0">
                <a:solidFill>
                  <a:srgbClr val="070154"/>
                </a:solidFill>
                <a:latin typeface="IBM Plex Sans"/>
                <a:ea typeface="IBM Plex Sans"/>
                <a:cs typeface="IBM Plex Sans"/>
              </a:endParaRPr>
            </a:p>
          </p:txBody>
        </p:sp>
      </p:grpSp>
      <p:grpSp>
        <p:nvGrpSpPr>
          <p:cNvPr id="52" name="node05"/>
          <p:cNvGrpSpPr/>
          <p:nvPr/>
        </p:nvGrpSpPr>
        <p:grpSpPr>
          <a:xfrm>
            <a:off x="723900" y="3429000"/>
            <a:ext cx="3429000" cy="1143000"/>
            <a:chOff x="723900" y="3429000"/>
            <a:chExt cx="3429000" cy="1143000"/>
          </a:xfrm>
        </p:grpSpPr>
        <p:sp>
          <p:nvSpPr>
            <p:cNvPr id="44" name="node05.source-001.bullet"/>
            <p:cNvSpPr/>
            <p:nvPr/>
          </p:nvSpPr>
          <p:spPr>
            <a:xfrm>
              <a:off x="723900" y="3536950"/>
              <a:ext cx="50800" cy="50800"/>
            </a:xfrm>
            <a:prstGeom prst="rect">
              <a:avLst/>
            </a:prstGeom>
            <a:solidFill>
              <a:srgbClr val="070154"/>
            </a:solidFill>
            <a:ln>
              <a:noFill/>
            </a:ln>
          </p:spPr>
        </p:sp>
        <p:sp>
          <p:nvSpPr>
            <p:cNvPr id="45" name="node05.source-001.text"/>
            <p:cNvSpPr/>
            <p:nvPr/>
          </p:nvSpPr>
          <p:spPr>
            <a:xfrm>
              <a:off x="914400" y="34290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Early.</a:t>
              </a:r>
              <a:r>
                <a:rPr lang="en-US" sz="1400" spc="0" kern="0" b="0" i="0" dirty="0">
                  <a:solidFill>
                    <a:srgbClr val="50658E"/>
                  </a:solidFill>
                  <a:latin typeface="IBM Plex Sans"/>
                  <a:ea typeface="IBM Plex Sans"/>
                  <a:cs typeface="IBM Plex Sans"/>
                </a:rPr>
                <a:t xml:space="preserve"> Sign-in and booking build the habit.</a:t>
              </a:r>
              <a:endParaRPr lang="en-US" sz="1400" spc="0" kern="0" b="0" i="0" dirty="0">
                <a:solidFill>
                  <a:srgbClr val="070154"/>
                </a:solidFill>
                <a:latin typeface="IBM Plex Sans"/>
                <a:ea typeface="IBM Plex Sans"/>
                <a:cs typeface="IBM Plex Sans"/>
              </a:endParaRPr>
            </a:p>
          </p:txBody>
        </p:sp>
        <p:sp>
          <p:nvSpPr>
            <p:cNvPr id="46" name="node05.source-002.bullet"/>
            <p:cNvSpPr/>
            <p:nvPr/>
          </p:nvSpPr>
          <p:spPr>
            <a:xfrm>
              <a:off x="723900" y="4146550"/>
              <a:ext cx="50800" cy="50800"/>
            </a:xfrm>
            <a:prstGeom prst="rect">
              <a:avLst/>
            </a:prstGeom>
            <a:solidFill>
              <a:srgbClr val="070154"/>
            </a:solidFill>
            <a:ln>
              <a:noFill/>
            </a:ln>
          </p:spPr>
        </p:sp>
        <p:sp>
          <p:nvSpPr>
            <p:cNvPr id="47" name="node05.source-002.text"/>
            <p:cNvSpPr/>
            <p:nvPr/>
          </p:nvSpPr>
          <p:spPr>
            <a:xfrm>
              <a:off x="914400" y="4038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Later.</a:t>
              </a:r>
              <a:r>
                <a:rPr lang="en-US" sz="1400" spc="0" kern="0" b="0" i="0" dirty="0">
                  <a:solidFill>
                    <a:srgbClr val="50658E"/>
                  </a:solidFill>
                  <a:latin typeface="IBM Plex Sans"/>
                  <a:ea typeface="IBM Plex Sans"/>
                  <a:cs typeface="IBM Plex Sans"/>
                </a:rPr>
                <a:t xml:space="preserve"> Reminders and chat raise completion.</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ource-43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Digital intake is next: we are two milestones in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72</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10744200" cy="4114800"/>
            <a:chOff x="723900" y="1600200"/>
            <a:chExt cx="10744200" cy="4114800"/>
          </a:xfrm>
        </p:grpSpPr>
        <p:sp>
          <p:nvSpPr>
            <p:cNvPr id="7" name="node01.road"/>
            <p:cNvSpPr/>
            <p:nvPr/>
          </p:nvSpPr>
          <p:spPr>
            <a:xfrm>
              <a:off x="952500" y="2923540"/>
              <a:ext cx="10287000" cy="1864360"/>
            </a:xfrm>
            <a:custGeom>
              <a:avLst/>
              <a:gdLst/>
              <a:ahLst/>
              <a:cxnLst/>
              <a:rect l="l" t="t" r="r" b="b"/>
              <a:pathLst>
                <a:path w="10287000" h="1864360">
                  <a:moveTo>
                    <a:pt x="0" y="1725930"/>
                  </a:moveTo>
                  <a:lnTo>
                    <a:pt x="86360" y="1739900"/>
                  </a:lnTo>
                  <a:lnTo>
                    <a:pt x="171450" y="1753870"/>
                  </a:lnTo>
                  <a:lnTo>
                    <a:pt x="257810" y="1766570"/>
                  </a:lnTo>
                  <a:lnTo>
                    <a:pt x="342900" y="1779270"/>
                  </a:lnTo>
                  <a:lnTo>
                    <a:pt x="429260" y="1791970"/>
                  </a:lnTo>
                  <a:lnTo>
                    <a:pt x="514350" y="1804670"/>
                  </a:lnTo>
                  <a:lnTo>
                    <a:pt x="600710" y="1816100"/>
                  </a:lnTo>
                  <a:lnTo>
                    <a:pt x="685800" y="1826260"/>
                  </a:lnTo>
                  <a:lnTo>
                    <a:pt x="772160" y="1835150"/>
                  </a:lnTo>
                  <a:lnTo>
                    <a:pt x="857250" y="1842770"/>
                  </a:lnTo>
                  <a:lnTo>
                    <a:pt x="943610" y="1850390"/>
                  </a:lnTo>
                  <a:lnTo>
                    <a:pt x="1028700" y="1855470"/>
                  </a:lnTo>
                  <a:lnTo>
                    <a:pt x="1115060" y="1860550"/>
                  </a:lnTo>
                  <a:lnTo>
                    <a:pt x="1200150" y="1863090"/>
                  </a:lnTo>
                  <a:lnTo>
                    <a:pt x="1286510" y="1864360"/>
                  </a:lnTo>
                  <a:lnTo>
                    <a:pt x="1371600" y="1864360"/>
                  </a:lnTo>
                  <a:lnTo>
                    <a:pt x="1457960" y="1861820"/>
                  </a:lnTo>
                  <a:lnTo>
                    <a:pt x="1543050" y="1858010"/>
                  </a:lnTo>
                  <a:lnTo>
                    <a:pt x="1629410" y="1851660"/>
                  </a:lnTo>
                  <a:lnTo>
                    <a:pt x="1714500" y="1844040"/>
                  </a:lnTo>
                  <a:lnTo>
                    <a:pt x="1800860" y="1833880"/>
                  </a:lnTo>
                  <a:lnTo>
                    <a:pt x="1885950" y="1822450"/>
                  </a:lnTo>
                  <a:lnTo>
                    <a:pt x="1972310" y="1809750"/>
                  </a:lnTo>
                  <a:lnTo>
                    <a:pt x="2057400" y="1793240"/>
                  </a:lnTo>
                  <a:lnTo>
                    <a:pt x="2143760" y="1776730"/>
                  </a:lnTo>
                  <a:lnTo>
                    <a:pt x="2228850" y="1756410"/>
                  </a:lnTo>
                  <a:lnTo>
                    <a:pt x="2315210" y="1734820"/>
                  </a:lnTo>
                  <a:lnTo>
                    <a:pt x="2400300" y="1711960"/>
                  </a:lnTo>
                  <a:lnTo>
                    <a:pt x="2486660" y="1686560"/>
                  </a:lnTo>
                  <a:lnTo>
                    <a:pt x="2571750" y="1659890"/>
                  </a:lnTo>
                  <a:lnTo>
                    <a:pt x="2658110" y="1630680"/>
                  </a:lnTo>
                  <a:lnTo>
                    <a:pt x="2743200" y="1598930"/>
                  </a:lnTo>
                  <a:lnTo>
                    <a:pt x="2829560" y="1567180"/>
                  </a:lnTo>
                  <a:lnTo>
                    <a:pt x="2914650" y="1532890"/>
                  </a:lnTo>
                  <a:lnTo>
                    <a:pt x="3001010" y="1497330"/>
                  </a:lnTo>
                  <a:lnTo>
                    <a:pt x="3086100" y="1459230"/>
                  </a:lnTo>
                  <a:lnTo>
                    <a:pt x="3172460" y="1421130"/>
                  </a:lnTo>
                  <a:lnTo>
                    <a:pt x="3257550" y="1380490"/>
                  </a:lnTo>
                  <a:lnTo>
                    <a:pt x="3343910" y="1339850"/>
                  </a:lnTo>
                  <a:lnTo>
                    <a:pt x="3429000" y="1296670"/>
                  </a:lnTo>
                  <a:lnTo>
                    <a:pt x="3515360" y="1253490"/>
                  </a:lnTo>
                  <a:lnTo>
                    <a:pt x="3600450" y="1209040"/>
                  </a:lnTo>
                  <a:lnTo>
                    <a:pt x="3686810" y="1164590"/>
                  </a:lnTo>
                  <a:lnTo>
                    <a:pt x="3771900" y="1118870"/>
                  </a:lnTo>
                  <a:lnTo>
                    <a:pt x="3858260" y="1073150"/>
                  </a:lnTo>
                  <a:lnTo>
                    <a:pt x="3943350" y="1026160"/>
                  </a:lnTo>
                  <a:lnTo>
                    <a:pt x="4029710" y="979170"/>
                  </a:lnTo>
                  <a:lnTo>
                    <a:pt x="4114800" y="932180"/>
                  </a:lnTo>
                  <a:lnTo>
                    <a:pt x="4201160" y="885190"/>
                  </a:lnTo>
                  <a:lnTo>
                    <a:pt x="4286250" y="838200"/>
                  </a:lnTo>
                  <a:lnTo>
                    <a:pt x="4372610" y="792480"/>
                  </a:lnTo>
                  <a:lnTo>
                    <a:pt x="4457700" y="745490"/>
                  </a:lnTo>
                  <a:lnTo>
                    <a:pt x="4544060" y="699770"/>
                  </a:lnTo>
                  <a:lnTo>
                    <a:pt x="4629150" y="655320"/>
                  </a:lnTo>
                  <a:lnTo>
                    <a:pt x="4715510" y="610870"/>
                  </a:lnTo>
                  <a:lnTo>
                    <a:pt x="4800600" y="567690"/>
                  </a:lnTo>
                  <a:lnTo>
                    <a:pt x="4886960" y="525780"/>
                  </a:lnTo>
                  <a:lnTo>
                    <a:pt x="4972050" y="483870"/>
                  </a:lnTo>
                  <a:lnTo>
                    <a:pt x="5058410" y="444500"/>
                  </a:lnTo>
                  <a:lnTo>
                    <a:pt x="5143500" y="405130"/>
                  </a:lnTo>
                  <a:lnTo>
                    <a:pt x="5229860" y="368300"/>
                  </a:lnTo>
                  <a:lnTo>
                    <a:pt x="5314950" y="332740"/>
                  </a:lnTo>
                  <a:lnTo>
                    <a:pt x="5401310" y="298450"/>
                  </a:lnTo>
                  <a:lnTo>
                    <a:pt x="5486400" y="265430"/>
                  </a:lnTo>
                  <a:lnTo>
                    <a:pt x="5572760" y="234950"/>
                  </a:lnTo>
                  <a:lnTo>
                    <a:pt x="5657850" y="205740"/>
                  </a:lnTo>
                  <a:lnTo>
                    <a:pt x="5744210" y="177800"/>
                  </a:lnTo>
                  <a:lnTo>
                    <a:pt x="5829300" y="152400"/>
                  </a:lnTo>
                  <a:lnTo>
                    <a:pt x="5915660" y="129540"/>
                  </a:lnTo>
                  <a:lnTo>
                    <a:pt x="6000750" y="107950"/>
                  </a:lnTo>
                  <a:lnTo>
                    <a:pt x="6087110" y="88900"/>
                  </a:lnTo>
                  <a:lnTo>
                    <a:pt x="6172200" y="71120"/>
                  </a:lnTo>
                  <a:lnTo>
                    <a:pt x="6258560" y="55880"/>
                  </a:lnTo>
                  <a:lnTo>
                    <a:pt x="6343650" y="41910"/>
                  </a:lnTo>
                  <a:lnTo>
                    <a:pt x="6430010" y="30480"/>
                  </a:lnTo>
                  <a:lnTo>
                    <a:pt x="6515100" y="20320"/>
                  </a:lnTo>
                  <a:lnTo>
                    <a:pt x="6601460" y="12700"/>
                  </a:lnTo>
                  <a:lnTo>
                    <a:pt x="6686550" y="7620"/>
                  </a:lnTo>
                  <a:lnTo>
                    <a:pt x="6772910" y="2540"/>
                  </a:lnTo>
                  <a:lnTo>
                    <a:pt x="6858000" y="1270"/>
                  </a:lnTo>
                  <a:lnTo>
                    <a:pt x="6944360" y="0"/>
                  </a:lnTo>
                  <a:lnTo>
                    <a:pt x="7029450" y="1270"/>
                  </a:lnTo>
                  <a:lnTo>
                    <a:pt x="7115810" y="5080"/>
                  </a:lnTo>
                  <a:lnTo>
                    <a:pt x="7200900" y="8890"/>
                  </a:lnTo>
                  <a:lnTo>
                    <a:pt x="7287260" y="13970"/>
                  </a:lnTo>
                  <a:lnTo>
                    <a:pt x="7372350" y="21590"/>
                  </a:lnTo>
                  <a:lnTo>
                    <a:pt x="7458710" y="29210"/>
                  </a:lnTo>
                  <a:lnTo>
                    <a:pt x="7543800" y="39370"/>
                  </a:lnTo>
                  <a:lnTo>
                    <a:pt x="7630160" y="49530"/>
                  </a:lnTo>
                  <a:lnTo>
                    <a:pt x="7715250" y="60960"/>
                  </a:lnTo>
                  <a:lnTo>
                    <a:pt x="7801610" y="72390"/>
                  </a:lnTo>
                  <a:lnTo>
                    <a:pt x="7886700" y="85090"/>
                  </a:lnTo>
                  <a:lnTo>
                    <a:pt x="7973060" y="97790"/>
                  </a:lnTo>
                  <a:lnTo>
                    <a:pt x="8058150" y="111760"/>
                  </a:lnTo>
                  <a:lnTo>
                    <a:pt x="8144510" y="125730"/>
                  </a:lnTo>
                  <a:lnTo>
                    <a:pt x="8229600" y="139700"/>
                  </a:lnTo>
                  <a:lnTo>
                    <a:pt x="8315960" y="152400"/>
                  </a:lnTo>
                  <a:lnTo>
                    <a:pt x="8401050" y="166370"/>
                  </a:lnTo>
                  <a:lnTo>
                    <a:pt x="8487410" y="180340"/>
                  </a:lnTo>
                  <a:lnTo>
                    <a:pt x="8572500" y="193040"/>
                  </a:lnTo>
                  <a:lnTo>
                    <a:pt x="8658860" y="205740"/>
                  </a:lnTo>
                  <a:lnTo>
                    <a:pt x="8743950" y="218440"/>
                  </a:lnTo>
                  <a:lnTo>
                    <a:pt x="8830310" y="228600"/>
                  </a:lnTo>
                  <a:lnTo>
                    <a:pt x="8915400" y="238760"/>
                  </a:lnTo>
                  <a:lnTo>
                    <a:pt x="9001760" y="248920"/>
                  </a:lnTo>
                  <a:lnTo>
                    <a:pt x="9086850" y="256540"/>
                  </a:lnTo>
                  <a:lnTo>
                    <a:pt x="9173210" y="264160"/>
                  </a:lnTo>
                  <a:lnTo>
                    <a:pt x="9258300" y="269240"/>
                  </a:lnTo>
                  <a:lnTo>
                    <a:pt x="9344660" y="274320"/>
                  </a:lnTo>
                  <a:lnTo>
                    <a:pt x="9429750" y="276860"/>
                  </a:lnTo>
                  <a:lnTo>
                    <a:pt x="9516110" y="278130"/>
                  </a:lnTo>
                  <a:lnTo>
                    <a:pt x="9601200" y="276860"/>
                  </a:lnTo>
                  <a:lnTo>
                    <a:pt x="9687560" y="275590"/>
                  </a:lnTo>
                  <a:lnTo>
                    <a:pt x="9772650" y="270510"/>
                  </a:lnTo>
                  <a:lnTo>
                    <a:pt x="9859010" y="265430"/>
                  </a:lnTo>
                  <a:lnTo>
                    <a:pt x="9944100" y="257810"/>
                  </a:lnTo>
                  <a:lnTo>
                    <a:pt x="10030460" y="247650"/>
                  </a:lnTo>
                  <a:lnTo>
                    <a:pt x="10115550" y="236220"/>
                  </a:lnTo>
                  <a:lnTo>
                    <a:pt x="10201910" y="222250"/>
                  </a:lnTo>
                  <a:lnTo>
                    <a:pt x="10287000" y="207010"/>
                  </a:lnTo>
                </a:path>
              </a:pathLst>
            </a:custGeom>
            <a:ln w="279400">
              <a:solidFill>
                <a:srgbClr val="070154"/>
              </a:solidFill>
              <a:prstDash val="solid"/>
              <a:round/>
            </a:ln>
          </p:spPr>
        </p:sp>
        <p:sp>
          <p:nvSpPr>
            <p:cNvPr id="8" name="node01.road.cap-1"/>
            <p:cNvSpPr/>
            <p:nvPr/>
          </p:nvSpPr>
          <p:spPr>
            <a:xfrm>
              <a:off x="812800" y="4509770"/>
              <a:ext cx="279400" cy="279400"/>
            </a:xfrm>
            <a:prstGeom prst="ellipse">
              <a:avLst/>
            </a:prstGeom>
            <a:solidFill>
              <a:srgbClr val="070154"/>
            </a:solidFill>
            <a:ln>
              <a:noFill/>
            </a:ln>
          </p:spPr>
        </p:sp>
        <p:sp>
          <p:nvSpPr>
            <p:cNvPr id="9" name="node01.road.cap-2"/>
            <p:cNvSpPr/>
            <p:nvPr/>
          </p:nvSpPr>
          <p:spPr>
            <a:xfrm>
              <a:off x="11099800" y="2990850"/>
              <a:ext cx="279400" cy="279400"/>
            </a:xfrm>
            <a:prstGeom prst="ellipse">
              <a:avLst/>
            </a:prstGeom>
            <a:solidFill>
              <a:srgbClr val="070154"/>
            </a:solidFill>
            <a:ln>
              <a:noFill/>
            </a:ln>
          </p:spPr>
        </p:sp>
        <p:sp>
          <p:nvSpPr>
            <p:cNvPr id="10" name="node01.centerline"/>
            <p:cNvSpPr/>
            <p:nvPr/>
          </p:nvSpPr>
          <p:spPr>
            <a:xfrm>
              <a:off x="952500" y="2923540"/>
              <a:ext cx="10287000" cy="1864360"/>
            </a:xfrm>
            <a:custGeom>
              <a:avLst/>
              <a:gdLst/>
              <a:ahLst/>
              <a:cxnLst/>
              <a:rect l="l" t="t" r="r" b="b"/>
              <a:pathLst>
                <a:path w="10287000" h="1864360">
                  <a:moveTo>
                    <a:pt x="0" y="1725930"/>
                  </a:moveTo>
                  <a:lnTo>
                    <a:pt x="86360" y="1739900"/>
                  </a:lnTo>
                  <a:lnTo>
                    <a:pt x="87759" y="1740130"/>
                  </a:lnTo>
                  <a:moveTo>
                    <a:pt x="175495" y="1754465"/>
                  </a:moveTo>
                  <a:lnTo>
                    <a:pt x="257810" y="1766570"/>
                  </a:lnTo>
                  <a:lnTo>
                    <a:pt x="263447" y="1767411"/>
                  </a:lnTo>
                  <a:moveTo>
                    <a:pt x="351376" y="1780516"/>
                  </a:moveTo>
                  <a:lnTo>
                    <a:pt x="429260" y="1791970"/>
                  </a:lnTo>
                  <a:lnTo>
                    <a:pt x="439327" y="1793472"/>
                  </a:lnTo>
                  <a:moveTo>
                    <a:pt x="527283" y="1806382"/>
                  </a:moveTo>
                  <a:lnTo>
                    <a:pt x="600710" y="1816100"/>
                  </a:lnTo>
                  <a:lnTo>
                    <a:pt x="615438" y="1817859"/>
                  </a:lnTo>
                  <a:moveTo>
                    <a:pt x="703743" y="1828107"/>
                  </a:moveTo>
                  <a:lnTo>
                    <a:pt x="772160" y="1835150"/>
                  </a:lnTo>
                  <a:lnTo>
                    <a:pt x="792201" y="1836945"/>
                  </a:lnTo>
                  <a:moveTo>
                    <a:pt x="880750" y="1844844"/>
                  </a:moveTo>
                  <a:lnTo>
                    <a:pt x="943610" y="1850390"/>
                  </a:lnTo>
                  <a:lnTo>
                    <a:pt x="969360" y="1851927"/>
                  </a:lnTo>
                  <a:moveTo>
                    <a:pt x="1058103" y="1857200"/>
                  </a:moveTo>
                  <a:lnTo>
                    <a:pt x="1115060" y="1860550"/>
                  </a:lnTo>
                  <a:lnTo>
                    <a:pt x="1146891" y="1861500"/>
                  </a:lnTo>
                  <a:moveTo>
                    <a:pt x="1235763" y="1863614"/>
                  </a:moveTo>
                  <a:lnTo>
                    <a:pt x="1286510" y="1864360"/>
                  </a:lnTo>
                  <a:lnTo>
                    <a:pt x="1324657" y="1864360"/>
                  </a:lnTo>
                  <a:moveTo>
                    <a:pt x="1413539" y="1863126"/>
                  </a:moveTo>
                  <a:lnTo>
                    <a:pt x="1457960" y="1861820"/>
                  </a:lnTo>
                  <a:lnTo>
                    <a:pt x="1502376" y="1859831"/>
                  </a:lnTo>
                  <a:moveTo>
                    <a:pt x="1591105" y="1854477"/>
                  </a:moveTo>
                  <a:lnTo>
                    <a:pt x="1629410" y="1851660"/>
                  </a:lnTo>
                  <a:lnTo>
                    <a:pt x="1679701" y="1847156"/>
                  </a:lnTo>
                  <a:moveTo>
                    <a:pt x="1768092" y="1837735"/>
                  </a:moveTo>
                  <a:lnTo>
                    <a:pt x="1800860" y="1833880"/>
                  </a:lnTo>
                  <a:lnTo>
                    <a:pt x="1856268" y="1826437"/>
                  </a:lnTo>
                  <a:moveTo>
                    <a:pt x="1944274" y="1813873"/>
                  </a:moveTo>
                  <a:lnTo>
                    <a:pt x="1972310" y="1809750"/>
                  </a:lnTo>
                  <a:lnTo>
                    <a:pt x="2031764" y="1798214"/>
                  </a:lnTo>
                  <a:moveTo>
                    <a:pt x="2119069" y="1781450"/>
                  </a:moveTo>
                  <a:lnTo>
                    <a:pt x="2143760" y="1776730"/>
                  </a:lnTo>
                  <a:lnTo>
                    <a:pt x="2205778" y="1761920"/>
                  </a:lnTo>
                  <a:moveTo>
                    <a:pt x="2292083" y="1740602"/>
                  </a:moveTo>
                  <a:lnTo>
                    <a:pt x="2315210" y="1734820"/>
                  </a:lnTo>
                  <a:lnTo>
                    <a:pt x="2378043" y="1717939"/>
                  </a:lnTo>
                  <a:moveTo>
                    <a:pt x="2463478" y="1693378"/>
                  </a:moveTo>
                  <a:lnTo>
                    <a:pt x="2486660" y="1686560"/>
                  </a:lnTo>
                  <a:lnTo>
                    <a:pt x="2548433" y="1667198"/>
                  </a:lnTo>
                  <a:moveTo>
                    <a:pt x="2632816" y="1639235"/>
                  </a:moveTo>
                  <a:lnTo>
                    <a:pt x="2658110" y="1630680"/>
                  </a:lnTo>
                  <a:lnTo>
                    <a:pt x="2716384" y="1608936"/>
                  </a:lnTo>
                  <a:moveTo>
                    <a:pt x="2799775" y="1578130"/>
                  </a:moveTo>
                  <a:lnTo>
                    <a:pt x="2829560" y="1567180"/>
                  </a:lnTo>
                  <a:lnTo>
                    <a:pt x="2882583" y="1545813"/>
                  </a:lnTo>
                  <a:moveTo>
                    <a:pt x="2964885" y="1512205"/>
                  </a:moveTo>
                  <a:lnTo>
                    <a:pt x="3001010" y="1497330"/>
                  </a:lnTo>
                  <a:lnTo>
                    <a:pt x="3046491" y="1476965"/>
                  </a:lnTo>
                  <a:moveTo>
                    <a:pt x="3127730" y="1440864"/>
                  </a:moveTo>
                  <a:lnTo>
                    <a:pt x="3172460" y="1421130"/>
                  </a:lnTo>
                  <a:lnTo>
                    <a:pt x="3208564" y="1403886"/>
                  </a:lnTo>
                  <a:moveTo>
                    <a:pt x="3288869" y="1365752"/>
                  </a:moveTo>
                  <a:lnTo>
                    <a:pt x="3343910" y="1339850"/>
                  </a:lnTo>
                  <a:lnTo>
                    <a:pt x="3368941" y="1327148"/>
                  </a:lnTo>
                  <a:moveTo>
                    <a:pt x="3448275" y="1287033"/>
                  </a:moveTo>
                  <a:lnTo>
                    <a:pt x="3515360" y="1253490"/>
                  </a:lnTo>
                  <a:lnTo>
                    <a:pt x="3527677" y="1247056"/>
                  </a:lnTo>
                  <a:moveTo>
                    <a:pt x="3606493" y="1205930"/>
                  </a:moveTo>
                  <a:lnTo>
                    <a:pt x="3685537" y="1165245"/>
                  </a:lnTo>
                  <a:moveTo>
                    <a:pt x="3763860" y="1123190"/>
                  </a:moveTo>
                  <a:lnTo>
                    <a:pt x="3771900" y="1118870"/>
                  </a:lnTo>
                  <a:lnTo>
                    <a:pt x="3842402" y="1081545"/>
                  </a:lnTo>
                  <a:moveTo>
                    <a:pt x="3920375" y="1038848"/>
                  </a:moveTo>
                  <a:lnTo>
                    <a:pt x="3943350" y="1026160"/>
                  </a:lnTo>
                  <a:lnTo>
                    <a:pt x="3998385" y="996215"/>
                  </a:lnTo>
                  <a:moveTo>
                    <a:pt x="4076314" y="953434"/>
                  </a:moveTo>
                  <a:lnTo>
                    <a:pt x="4114800" y="932180"/>
                  </a:lnTo>
                  <a:lnTo>
                    <a:pt x="4154271" y="910703"/>
                  </a:lnTo>
                  <a:moveTo>
                    <a:pt x="4232253" y="868019"/>
                  </a:moveTo>
                  <a:lnTo>
                    <a:pt x="4286250" y="838200"/>
                  </a:lnTo>
                  <a:lnTo>
                    <a:pt x="4310303" y="825466"/>
                  </a:lnTo>
                  <a:moveTo>
                    <a:pt x="4388717" y="783585"/>
                  </a:moveTo>
                  <a:lnTo>
                    <a:pt x="4457700" y="745490"/>
                  </a:lnTo>
                  <a:lnTo>
                    <a:pt x="4466624" y="740765"/>
                  </a:lnTo>
                  <a:moveTo>
                    <a:pt x="4545196" y="699176"/>
                  </a:moveTo>
                  <a:lnTo>
                    <a:pt x="4623993" y="658014"/>
                  </a:lnTo>
                  <a:moveTo>
                    <a:pt x="4703021" y="617298"/>
                  </a:moveTo>
                  <a:lnTo>
                    <a:pt x="4715510" y="610870"/>
                  </a:lnTo>
                  <a:lnTo>
                    <a:pt x="4782260" y="576997"/>
                  </a:lnTo>
                  <a:moveTo>
                    <a:pt x="4862077" y="537855"/>
                  </a:moveTo>
                  <a:lnTo>
                    <a:pt x="4886960" y="525780"/>
                  </a:lnTo>
                  <a:lnTo>
                    <a:pt x="4941900" y="498720"/>
                  </a:lnTo>
                  <a:moveTo>
                    <a:pt x="5022359" y="460935"/>
                  </a:moveTo>
                  <a:lnTo>
                    <a:pt x="5058410" y="444500"/>
                  </a:lnTo>
                  <a:lnTo>
                    <a:pt x="5103135" y="423806"/>
                  </a:lnTo>
                  <a:moveTo>
                    <a:pt x="5184363" y="387703"/>
                  </a:moveTo>
                  <a:lnTo>
                    <a:pt x="5229860" y="368300"/>
                  </a:lnTo>
                  <a:lnTo>
                    <a:pt x="5266248" y="353093"/>
                  </a:lnTo>
                  <a:moveTo>
                    <a:pt x="5348517" y="319412"/>
                  </a:moveTo>
                  <a:lnTo>
                    <a:pt x="5401310" y="298450"/>
                  </a:lnTo>
                  <a:lnTo>
                    <a:pt x="5431234" y="286838"/>
                  </a:lnTo>
                  <a:moveTo>
                    <a:pt x="5514431" y="255537"/>
                  </a:moveTo>
                  <a:lnTo>
                    <a:pt x="5572760" y="234950"/>
                  </a:lnTo>
                  <a:lnTo>
                    <a:pt x="5598339" y="226169"/>
                  </a:lnTo>
                  <a:moveTo>
                    <a:pt x="5682569" y="197743"/>
                  </a:moveTo>
                  <a:lnTo>
                    <a:pt x="5744210" y="177800"/>
                  </a:lnTo>
                  <a:lnTo>
                    <a:pt x="5767316" y="170903"/>
                  </a:lnTo>
                  <a:moveTo>
                    <a:pt x="5852707" y="146204"/>
                  </a:moveTo>
                  <a:lnTo>
                    <a:pt x="5915660" y="129540"/>
                  </a:lnTo>
                  <a:lnTo>
                    <a:pt x="5938708" y="123692"/>
                  </a:lnTo>
                  <a:moveTo>
                    <a:pt x="6025058" y="102588"/>
                  </a:moveTo>
                  <a:lnTo>
                    <a:pt x="6087110" y="88900"/>
                  </a:lnTo>
                  <a:lnTo>
                    <a:pt x="6111930" y="83714"/>
                  </a:lnTo>
                  <a:moveTo>
                    <a:pt x="6199113" y="66371"/>
                  </a:moveTo>
                  <a:lnTo>
                    <a:pt x="6258560" y="55880"/>
                  </a:lnTo>
                  <a:lnTo>
                    <a:pt x="6286717" y="51257"/>
                  </a:lnTo>
                  <a:moveTo>
                    <a:pt x="6374585" y="37816"/>
                  </a:moveTo>
                  <a:lnTo>
                    <a:pt x="6430010" y="30480"/>
                  </a:lnTo>
                  <a:lnTo>
                    <a:pt x="6462769" y="26568"/>
                  </a:lnTo>
                  <a:moveTo>
                    <a:pt x="6551157" y="17138"/>
                  </a:moveTo>
                  <a:lnTo>
                    <a:pt x="6601460" y="12700"/>
                  </a:lnTo>
                  <a:lnTo>
                    <a:pt x="6639794" y="10411"/>
                  </a:lnTo>
                  <a:moveTo>
                    <a:pt x="6728538" y="5150"/>
                  </a:moveTo>
                  <a:lnTo>
                    <a:pt x="6772910" y="2540"/>
                  </a:lnTo>
                  <a:lnTo>
                    <a:pt x="6817356" y="1877"/>
                  </a:lnTo>
                  <a:moveTo>
                    <a:pt x="6906246" y="560"/>
                  </a:moveTo>
                  <a:lnTo>
                    <a:pt x="6944360" y="0"/>
                  </a:lnTo>
                  <a:lnTo>
                    <a:pt x="6995136" y="758"/>
                  </a:lnTo>
                  <a:moveTo>
                    <a:pt x="7083980" y="3676"/>
                  </a:moveTo>
                  <a:lnTo>
                    <a:pt x="7115810" y="5080"/>
                  </a:lnTo>
                  <a:lnTo>
                    <a:pt x="7172792" y="7631"/>
                  </a:lnTo>
                  <a:moveTo>
                    <a:pt x="7261559" y="12458"/>
                  </a:moveTo>
                  <a:lnTo>
                    <a:pt x="7287260" y="13970"/>
                  </a:lnTo>
                  <a:lnTo>
                    <a:pt x="7350162" y="19603"/>
                  </a:lnTo>
                  <a:moveTo>
                    <a:pt x="7438716" y="27446"/>
                  </a:moveTo>
                  <a:lnTo>
                    <a:pt x="7458710" y="29210"/>
                  </a:lnTo>
                  <a:lnTo>
                    <a:pt x="7527053" y="37370"/>
                  </a:lnTo>
                  <a:moveTo>
                    <a:pt x="7615340" y="47787"/>
                  </a:moveTo>
                  <a:lnTo>
                    <a:pt x="7630160" y="49530"/>
                  </a:lnTo>
                  <a:lnTo>
                    <a:pt x="7703480" y="59379"/>
                  </a:lnTo>
                  <a:moveTo>
                    <a:pt x="7791608" y="71066"/>
                  </a:moveTo>
                  <a:lnTo>
                    <a:pt x="7801610" y="72390"/>
                  </a:lnTo>
                  <a:lnTo>
                    <a:pt x="7879557" y="84024"/>
                  </a:lnTo>
                  <a:moveTo>
                    <a:pt x="7967509" y="96974"/>
                  </a:moveTo>
                  <a:lnTo>
                    <a:pt x="7973060" y="97790"/>
                  </a:lnTo>
                  <a:lnTo>
                    <a:pt x="8055249" y="111284"/>
                  </a:lnTo>
                  <a:moveTo>
                    <a:pt x="8143007" y="125487"/>
                  </a:moveTo>
                  <a:lnTo>
                    <a:pt x="8144510" y="125730"/>
                  </a:lnTo>
                  <a:lnTo>
                    <a:pt x="8229600" y="139700"/>
                  </a:lnTo>
                  <a:lnTo>
                    <a:pt x="8230736" y="139867"/>
                  </a:lnTo>
                  <a:moveTo>
                    <a:pt x="8318683" y="152847"/>
                  </a:moveTo>
                  <a:lnTo>
                    <a:pt x="8401050" y="166370"/>
                  </a:lnTo>
                  <a:lnTo>
                    <a:pt x="8406411" y="167237"/>
                  </a:lnTo>
                  <a:moveTo>
                    <a:pt x="8494183" y="181351"/>
                  </a:moveTo>
                  <a:lnTo>
                    <a:pt x="8572500" y="193040"/>
                  </a:lnTo>
                  <a:lnTo>
                    <a:pt x="8582112" y="194454"/>
                  </a:lnTo>
                  <a:moveTo>
                    <a:pt x="8670062" y="207412"/>
                  </a:moveTo>
                  <a:lnTo>
                    <a:pt x="8743950" y="218440"/>
                  </a:lnTo>
                  <a:lnTo>
                    <a:pt x="8758047" y="220098"/>
                  </a:lnTo>
                  <a:moveTo>
                    <a:pt x="8846334" y="230513"/>
                  </a:moveTo>
                  <a:lnTo>
                    <a:pt x="8915400" y="238760"/>
                  </a:lnTo>
                  <a:lnTo>
                    <a:pt x="8934611" y="241020"/>
                  </a:lnTo>
                  <a:moveTo>
                    <a:pt x="9022963" y="250819"/>
                  </a:moveTo>
                  <a:lnTo>
                    <a:pt x="9086850" y="256540"/>
                  </a:lnTo>
                  <a:lnTo>
                    <a:pt x="9111512" y="258716"/>
                  </a:lnTo>
                  <a:moveTo>
                    <a:pt x="9200124" y="265767"/>
                  </a:moveTo>
                  <a:lnTo>
                    <a:pt x="9258300" y="269240"/>
                  </a:lnTo>
                  <a:lnTo>
                    <a:pt x="9288868" y="271038"/>
                  </a:lnTo>
                  <a:moveTo>
                    <a:pt x="9377657" y="275305"/>
                  </a:moveTo>
                  <a:lnTo>
                    <a:pt x="9429750" y="276860"/>
                  </a:lnTo>
                  <a:lnTo>
                    <a:pt x="9466530" y="277401"/>
                  </a:lnTo>
                  <a:moveTo>
                    <a:pt x="9555420" y="277543"/>
                  </a:moveTo>
                  <a:lnTo>
                    <a:pt x="9601200" y="276860"/>
                  </a:lnTo>
                  <a:lnTo>
                    <a:pt x="9644310" y="276226"/>
                  </a:lnTo>
                  <a:moveTo>
                    <a:pt x="9733124" y="272870"/>
                  </a:moveTo>
                  <a:lnTo>
                    <a:pt x="9772650" y="270510"/>
                  </a:lnTo>
                  <a:lnTo>
                    <a:pt x="9821869" y="267615"/>
                  </a:lnTo>
                  <a:moveTo>
                    <a:pt x="9910499" y="260819"/>
                  </a:moveTo>
                  <a:lnTo>
                    <a:pt x="9944100" y="257810"/>
                  </a:lnTo>
                  <a:lnTo>
                    <a:pt x="9998886" y="251365"/>
                  </a:lnTo>
                  <a:moveTo>
                    <a:pt x="10087060" y="240047"/>
                  </a:moveTo>
                  <a:lnTo>
                    <a:pt x="10115550" y="236220"/>
                  </a:lnTo>
                  <a:lnTo>
                    <a:pt x="10174932" y="226614"/>
                  </a:lnTo>
                  <a:moveTo>
                    <a:pt x="10262517" y="211395"/>
                  </a:moveTo>
                  <a:lnTo>
                    <a:pt x="10287000" y="207010"/>
                  </a:lnTo>
                </a:path>
              </a:pathLst>
            </a:custGeom>
            <a:ln w="19050">
              <a:solidFill>
                <a:srgbClr val="FFFFFF"/>
              </a:solidFill>
              <a:prstDash val="solid"/>
            </a:ln>
          </p:spPr>
        </p:sp>
        <p:sp>
          <p:nvSpPr>
            <p:cNvPr id="11" name="node01.milestones.source-001.pin"/>
            <p:cNvSpPr/>
            <p:nvPr/>
          </p:nvSpPr>
          <p:spPr>
            <a:xfrm>
              <a:off x="1417320" y="4588846"/>
              <a:ext cx="304800" cy="304800"/>
            </a:xfrm>
            <a:prstGeom prst="ellipse">
              <a:avLst/>
            </a:prstGeom>
            <a:solidFill>
              <a:srgbClr val="FFFFFF"/>
            </a:solidFill>
            <a:ln w="25400">
              <a:solidFill>
                <a:srgbClr val="070154"/>
              </a:solidFill>
              <a:prstDash val="solid"/>
            </a:ln>
          </p:spPr>
        </p:sp>
        <p:sp>
          <p:nvSpPr>
            <p:cNvPr id="12" name="node01.milestones.source-001.number"/>
            <p:cNvSpPr/>
            <p:nvPr/>
          </p:nvSpPr>
          <p:spPr>
            <a:xfrm>
              <a:off x="1430020" y="460154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3" name="node01.milestones.source-001.tick"/>
            <p:cNvSpPr/>
            <p:nvPr/>
          </p:nvSpPr>
          <p:spPr>
            <a:xfrm>
              <a:off x="1563370" y="4296746"/>
              <a:ext cx="12700" cy="279400"/>
            </a:xfrm>
            <a:prstGeom prst="rect">
              <a:avLst/>
            </a:prstGeom>
            <a:solidFill>
              <a:srgbClr val="070154"/>
            </a:solidFill>
            <a:ln>
              <a:noFill/>
            </a:ln>
          </p:spPr>
        </p:sp>
        <p:sp>
          <p:nvSpPr>
            <p:cNvPr id="14" name="node01.milestones.source-001.label.part-1"/>
            <p:cNvSpPr/>
            <p:nvPr/>
          </p:nvSpPr>
          <p:spPr>
            <a:xfrm>
              <a:off x="723900" y="354744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DONE</a:t>
              </a:r>
              <a:endParaRPr lang="en-US" sz="900" spc="54" kern="0" b="0" i="0" dirty="0">
                <a:solidFill>
                  <a:srgbClr val="0047FF"/>
                </a:solidFill>
                <a:latin typeface="IBM Plex Mono SemiBold"/>
                <a:ea typeface="IBM Plex Mono SemiBold"/>
                <a:cs typeface="IBM Plex Mono SemiBold"/>
              </a:endParaRPr>
            </a:p>
          </p:txBody>
        </p:sp>
        <p:sp>
          <p:nvSpPr>
            <p:cNvPr id="15" name="node01.milestones.source-001.label.part-2"/>
            <p:cNvSpPr/>
            <p:nvPr/>
          </p:nvSpPr>
          <p:spPr>
            <a:xfrm>
              <a:off x="723900" y="372524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One sign-in</a:t>
              </a:r>
              <a:endParaRPr lang="en-US" sz="1400" spc="0" kern="0" b="0" i="0" dirty="0">
                <a:solidFill>
                  <a:srgbClr val="070154"/>
                </a:solidFill>
                <a:latin typeface="IBM Plex Sans SemiBold"/>
                <a:ea typeface="IBM Plex Sans SemiBold"/>
                <a:cs typeface="IBM Plex Sans SemiBold"/>
              </a:endParaRPr>
            </a:p>
          </p:txBody>
        </p:sp>
        <p:sp>
          <p:nvSpPr>
            <p:cNvPr id="16" name="node01.milestones.source-001.label.part-3"/>
            <p:cNvSpPr/>
            <p:nvPr/>
          </p:nvSpPr>
          <p:spPr>
            <a:xfrm>
              <a:off x="723900" y="4017346"/>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Live at all sites.</a:t>
              </a:r>
              <a:endParaRPr lang="en-US" sz="1200" spc="0" kern="0" b="0" i="0" dirty="0">
                <a:solidFill>
                  <a:srgbClr val="070154"/>
                </a:solidFill>
                <a:latin typeface="IBM Plex Sans"/>
                <a:ea typeface="IBM Plex Sans"/>
                <a:cs typeface="IBM Plex Sans"/>
              </a:endParaRPr>
            </a:p>
          </p:txBody>
        </p:sp>
        <p:sp>
          <p:nvSpPr>
            <p:cNvPr id="17" name="node01.milestones.source-002.pin"/>
            <p:cNvSpPr/>
            <p:nvPr/>
          </p:nvSpPr>
          <p:spPr>
            <a:xfrm>
              <a:off x="3227832" y="4475137"/>
              <a:ext cx="304800" cy="304800"/>
            </a:xfrm>
            <a:prstGeom prst="ellipse">
              <a:avLst/>
            </a:prstGeom>
            <a:solidFill>
              <a:srgbClr val="FFFFFF"/>
            </a:solidFill>
            <a:ln w="25400">
              <a:solidFill>
                <a:srgbClr val="070154"/>
              </a:solidFill>
              <a:prstDash val="solid"/>
            </a:ln>
          </p:spPr>
        </p:sp>
        <p:sp>
          <p:nvSpPr>
            <p:cNvPr id="18" name="node01.milestones.source-002.number"/>
            <p:cNvSpPr/>
            <p:nvPr/>
          </p:nvSpPr>
          <p:spPr>
            <a:xfrm>
              <a:off x="3240532" y="4487837"/>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19" name="node01.milestones.source-002.tick"/>
            <p:cNvSpPr/>
            <p:nvPr/>
          </p:nvSpPr>
          <p:spPr>
            <a:xfrm>
              <a:off x="3373882" y="4183037"/>
              <a:ext cx="12700" cy="279400"/>
            </a:xfrm>
            <a:prstGeom prst="rect">
              <a:avLst/>
            </a:prstGeom>
            <a:solidFill>
              <a:srgbClr val="070154"/>
            </a:solidFill>
            <a:ln>
              <a:noFill/>
            </a:ln>
          </p:spPr>
        </p:sp>
        <p:sp>
          <p:nvSpPr>
            <p:cNvPr id="20" name="node01.milestones.source-002.label.part-1"/>
            <p:cNvSpPr/>
            <p:nvPr/>
          </p:nvSpPr>
          <p:spPr>
            <a:xfrm>
              <a:off x="2503932" y="3433737"/>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DONE</a:t>
              </a:r>
              <a:endParaRPr lang="en-US" sz="900" spc="54" kern="0" b="0" i="0" dirty="0">
                <a:solidFill>
                  <a:srgbClr val="0047FF"/>
                </a:solidFill>
                <a:latin typeface="IBM Plex Mono SemiBold"/>
                <a:ea typeface="IBM Plex Mono SemiBold"/>
                <a:cs typeface="IBM Plex Mono SemiBold"/>
              </a:endParaRPr>
            </a:p>
          </p:txBody>
        </p:sp>
        <p:sp>
          <p:nvSpPr>
            <p:cNvPr id="21" name="node01.milestones.source-002.label.part-2"/>
            <p:cNvSpPr/>
            <p:nvPr/>
          </p:nvSpPr>
          <p:spPr>
            <a:xfrm>
              <a:off x="2503932" y="3611537"/>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Online scheduling</a:t>
              </a:r>
              <a:endParaRPr lang="en-US" sz="1400" spc="0" kern="0" b="0" i="0" dirty="0">
                <a:solidFill>
                  <a:srgbClr val="070154"/>
                </a:solidFill>
                <a:latin typeface="IBM Plex Sans SemiBold"/>
                <a:ea typeface="IBM Plex Sans SemiBold"/>
                <a:cs typeface="IBM Plex Sans SemiBold"/>
              </a:endParaRPr>
            </a:p>
          </p:txBody>
        </p:sp>
        <p:sp>
          <p:nvSpPr>
            <p:cNvPr id="22" name="node01.milestones.source-002.label.part-3"/>
            <p:cNvSpPr/>
            <p:nvPr/>
          </p:nvSpPr>
          <p:spPr>
            <a:xfrm>
              <a:off x="2503932" y="3903637"/>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Primary care live.</a:t>
              </a:r>
              <a:endParaRPr lang="en-US" sz="1200" spc="0" kern="0" b="0" i="0" dirty="0">
                <a:solidFill>
                  <a:srgbClr val="070154"/>
                </a:solidFill>
                <a:latin typeface="IBM Plex Sans"/>
                <a:ea typeface="IBM Plex Sans"/>
                <a:cs typeface="IBM Plex Sans"/>
              </a:endParaRPr>
            </a:p>
          </p:txBody>
        </p:sp>
        <p:sp>
          <p:nvSpPr>
            <p:cNvPr id="23" name="node01.milestones.source-003.pin"/>
            <p:cNvSpPr/>
            <p:nvPr/>
          </p:nvSpPr>
          <p:spPr>
            <a:xfrm>
              <a:off x="5038344" y="3635981"/>
              <a:ext cx="304800" cy="304800"/>
            </a:xfrm>
            <a:prstGeom prst="ellipse">
              <a:avLst/>
            </a:prstGeom>
            <a:solidFill>
              <a:srgbClr val="F900D3"/>
            </a:solidFill>
            <a:ln w="25400">
              <a:solidFill>
                <a:srgbClr val="070154"/>
              </a:solidFill>
              <a:prstDash val="solid"/>
            </a:ln>
          </p:spPr>
        </p:sp>
        <p:sp>
          <p:nvSpPr>
            <p:cNvPr id="24" name="node01.milestones.source-003.number"/>
            <p:cNvSpPr/>
            <p:nvPr/>
          </p:nvSpPr>
          <p:spPr>
            <a:xfrm>
              <a:off x="5051044" y="3648681"/>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5" name="node01.milestones.source-003.tick"/>
            <p:cNvSpPr/>
            <p:nvPr/>
          </p:nvSpPr>
          <p:spPr>
            <a:xfrm>
              <a:off x="5184394" y="3343881"/>
              <a:ext cx="12700" cy="279400"/>
            </a:xfrm>
            <a:prstGeom prst="rect">
              <a:avLst/>
            </a:prstGeom>
            <a:solidFill>
              <a:srgbClr val="070154"/>
            </a:solidFill>
            <a:ln>
              <a:noFill/>
            </a:ln>
          </p:spPr>
        </p:sp>
        <p:sp>
          <p:nvSpPr>
            <p:cNvPr id="26" name="node01.milestones.source-003.label.part-1"/>
            <p:cNvSpPr/>
            <p:nvPr/>
          </p:nvSpPr>
          <p:spPr>
            <a:xfrm>
              <a:off x="4314444" y="2594581"/>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NOW</a:t>
              </a:r>
              <a:endParaRPr lang="en-US" sz="900" spc="54" kern="0" b="0" i="0" dirty="0">
                <a:solidFill>
                  <a:srgbClr val="0047FF"/>
                </a:solidFill>
                <a:latin typeface="IBM Plex Mono SemiBold"/>
                <a:ea typeface="IBM Plex Mono SemiBold"/>
                <a:cs typeface="IBM Plex Mono SemiBold"/>
              </a:endParaRPr>
            </a:p>
          </p:txBody>
        </p:sp>
        <p:sp>
          <p:nvSpPr>
            <p:cNvPr id="27" name="node01.milestones.source-003.label.part-2"/>
            <p:cNvSpPr/>
            <p:nvPr/>
          </p:nvSpPr>
          <p:spPr>
            <a:xfrm>
              <a:off x="4314444" y="2772381"/>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Digital intake</a:t>
              </a:r>
              <a:endParaRPr lang="en-US" sz="1400" spc="0" kern="0" b="0" i="0" dirty="0">
                <a:solidFill>
                  <a:srgbClr val="070154"/>
                </a:solidFill>
                <a:latin typeface="IBM Plex Sans SemiBold"/>
                <a:ea typeface="IBM Plex Sans SemiBold"/>
                <a:cs typeface="IBM Plex Sans SemiBold"/>
              </a:endParaRPr>
            </a:p>
          </p:txBody>
        </p:sp>
        <p:sp>
          <p:nvSpPr>
            <p:cNvPr id="28" name="node01.milestones.source-003.label.part-3"/>
            <p:cNvSpPr/>
            <p:nvPr/>
          </p:nvSpPr>
          <p:spPr>
            <a:xfrm>
              <a:off x="4314444" y="3064481"/>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Pilot at two clinics.</a:t>
              </a:r>
              <a:endParaRPr lang="en-US" sz="1200" spc="0" kern="0" b="0" i="0" dirty="0">
                <a:solidFill>
                  <a:srgbClr val="070154"/>
                </a:solidFill>
                <a:latin typeface="IBM Plex Sans"/>
                <a:ea typeface="IBM Plex Sans"/>
                <a:cs typeface="IBM Plex Sans"/>
              </a:endParaRPr>
            </a:p>
          </p:txBody>
        </p:sp>
        <p:sp>
          <p:nvSpPr>
            <p:cNvPr id="29" name="node01.milestones.source-004.pin"/>
            <p:cNvSpPr/>
            <p:nvPr/>
          </p:nvSpPr>
          <p:spPr>
            <a:xfrm>
              <a:off x="6848856" y="2867918"/>
              <a:ext cx="304800" cy="304800"/>
            </a:xfrm>
            <a:prstGeom prst="ellipse">
              <a:avLst/>
            </a:prstGeom>
            <a:solidFill>
              <a:srgbClr val="FFFFFF"/>
            </a:solidFill>
            <a:ln w="25400">
              <a:solidFill>
                <a:srgbClr val="070154"/>
              </a:solidFill>
              <a:prstDash val="solid"/>
            </a:ln>
          </p:spPr>
        </p:sp>
        <p:sp>
          <p:nvSpPr>
            <p:cNvPr id="30" name="node01.milestones.source-004.number"/>
            <p:cNvSpPr/>
            <p:nvPr/>
          </p:nvSpPr>
          <p:spPr>
            <a:xfrm>
              <a:off x="6861556" y="2880618"/>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1" name="node01.milestones.source-004.tick"/>
            <p:cNvSpPr/>
            <p:nvPr/>
          </p:nvSpPr>
          <p:spPr>
            <a:xfrm>
              <a:off x="6994906" y="3185418"/>
              <a:ext cx="12700" cy="279400"/>
            </a:xfrm>
            <a:prstGeom prst="rect">
              <a:avLst/>
            </a:prstGeom>
            <a:solidFill>
              <a:srgbClr val="070154"/>
            </a:solidFill>
            <a:ln>
              <a:noFill/>
            </a:ln>
          </p:spPr>
        </p:sp>
        <p:sp>
          <p:nvSpPr>
            <p:cNvPr id="32" name="node01.milestones.source-004.label.part-1"/>
            <p:cNvSpPr/>
            <p:nvPr/>
          </p:nvSpPr>
          <p:spPr>
            <a:xfrm>
              <a:off x="6124956" y="3515618"/>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33" name="node01.milestones.source-004.label.part-2"/>
            <p:cNvSpPr/>
            <p:nvPr/>
          </p:nvSpPr>
          <p:spPr>
            <a:xfrm>
              <a:off x="6124956" y="3693418"/>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Smart reminders</a:t>
              </a:r>
              <a:endParaRPr lang="en-US" sz="1400" spc="0" kern="0" b="0" i="0" dirty="0">
                <a:solidFill>
                  <a:srgbClr val="070154"/>
                </a:solidFill>
                <a:latin typeface="IBM Plex Sans SemiBold"/>
                <a:ea typeface="IBM Plex Sans SemiBold"/>
                <a:cs typeface="IBM Plex Sans SemiBold"/>
              </a:endParaRPr>
            </a:p>
          </p:txBody>
        </p:sp>
        <p:sp>
          <p:nvSpPr>
            <p:cNvPr id="34" name="node01.milestones.source-004.label.part-3"/>
            <p:cNvSpPr/>
            <p:nvPr/>
          </p:nvSpPr>
          <p:spPr>
            <a:xfrm>
              <a:off x="6124956" y="3985518"/>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Design under way.</a:t>
              </a:r>
              <a:endParaRPr lang="en-US" sz="1200" spc="0" kern="0" b="0" i="0" dirty="0">
                <a:solidFill>
                  <a:srgbClr val="070154"/>
                </a:solidFill>
                <a:latin typeface="IBM Plex Sans"/>
                <a:ea typeface="IBM Plex Sans"/>
                <a:cs typeface="IBM Plex Sans"/>
              </a:endParaRPr>
            </a:p>
          </p:txBody>
        </p:sp>
        <p:sp>
          <p:nvSpPr>
            <p:cNvPr id="35" name="node01.milestones.source-005.pin"/>
            <p:cNvSpPr/>
            <p:nvPr/>
          </p:nvSpPr>
          <p:spPr>
            <a:xfrm>
              <a:off x="8659368" y="2851946"/>
              <a:ext cx="304800" cy="304800"/>
            </a:xfrm>
            <a:prstGeom prst="ellipse">
              <a:avLst/>
            </a:prstGeom>
            <a:solidFill>
              <a:srgbClr val="FFFFFF"/>
            </a:solidFill>
            <a:ln w="25400">
              <a:solidFill>
                <a:srgbClr val="070154"/>
              </a:solidFill>
              <a:prstDash val="solid"/>
            </a:ln>
          </p:spPr>
        </p:sp>
        <p:sp>
          <p:nvSpPr>
            <p:cNvPr id="36" name="node01.milestones.source-005.number"/>
            <p:cNvSpPr/>
            <p:nvPr/>
          </p:nvSpPr>
          <p:spPr>
            <a:xfrm>
              <a:off x="8672068" y="286464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37" name="node01.milestones.source-005.tick"/>
            <p:cNvSpPr/>
            <p:nvPr/>
          </p:nvSpPr>
          <p:spPr>
            <a:xfrm>
              <a:off x="8805418" y="3169446"/>
              <a:ext cx="12700" cy="279400"/>
            </a:xfrm>
            <a:prstGeom prst="rect">
              <a:avLst/>
            </a:prstGeom>
            <a:solidFill>
              <a:srgbClr val="070154"/>
            </a:solidFill>
            <a:ln>
              <a:noFill/>
            </a:ln>
          </p:spPr>
        </p:sp>
        <p:sp>
          <p:nvSpPr>
            <p:cNvPr id="38" name="node01.milestones.source-005.label.part-1"/>
            <p:cNvSpPr/>
            <p:nvPr/>
          </p:nvSpPr>
          <p:spPr>
            <a:xfrm>
              <a:off x="7935468" y="349964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39" name="node01.milestones.source-005.label.part-2"/>
            <p:cNvSpPr/>
            <p:nvPr/>
          </p:nvSpPr>
          <p:spPr>
            <a:xfrm>
              <a:off x="7935468" y="367744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Virtual front desk</a:t>
              </a:r>
              <a:endParaRPr lang="en-US" sz="1400" spc="0" kern="0" b="0" i="0" dirty="0">
                <a:solidFill>
                  <a:srgbClr val="070154"/>
                </a:solidFill>
                <a:latin typeface="IBM Plex Sans SemiBold"/>
                <a:ea typeface="IBM Plex Sans SemiBold"/>
                <a:cs typeface="IBM Plex Sans SemiBold"/>
              </a:endParaRPr>
            </a:p>
          </p:txBody>
        </p:sp>
        <p:sp>
          <p:nvSpPr>
            <p:cNvPr id="40" name="node01.milestones.source-005.label.part-3"/>
            <p:cNvSpPr/>
            <p:nvPr/>
          </p:nvSpPr>
          <p:spPr>
            <a:xfrm>
              <a:off x="7935468" y="3969546"/>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Vendor selection.</a:t>
              </a:r>
              <a:endParaRPr lang="en-US" sz="1200" spc="0" kern="0" b="0" i="0" dirty="0">
                <a:solidFill>
                  <a:srgbClr val="070154"/>
                </a:solidFill>
                <a:latin typeface="IBM Plex Sans"/>
                <a:ea typeface="IBM Plex Sans"/>
                <a:cs typeface="IBM Plex Sans"/>
              </a:endParaRPr>
            </a:p>
          </p:txBody>
        </p:sp>
        <p:sp>
          <p:nvSpPr>
            <p:cNvPr id="41" name="node01.milestones.source-006.pin"/>
            <p:cNvSpPr/>
            <p:nvPr/>
          </p:nvSpPr>
          <p:spPr>
            <a:xfrm>
              <a:off x="10469880" y="3046736"/>
              <a:ext cx="304800" cy="304800"/>
            </a:xfrm>
            <a:prstGeom prst="ellipse">
              <a:avLst/>
            </a:prstGeom>
            <a:solidFill>
              <a:srgbClr val="FFFFFF"/>
            </a:solidFill>
            <a:ln w="25400">
              <a:solidFill>
                <a:srgbClr val="070154"/>
              </a:solidFill>
              <a:prstDash val="solid"/>
            </a:ln>
          </p:spPr>
        </p:sp>
        <p:sp>
          <p:nvSpPr>
            <p:cNvPr id="42" name="node01.milestones.source-006.number"/>
            <p:cNvSpPr/>
            <p:nvPr/>
          </p:nvSpPr>
          <p:spPr>
            <a:xfrm>
              <a:off x="10482580" y="3059436"/>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6</a:t>
              </a:r>
              <a:endParaRPr lang="en-US" sz="1100" spc="0" kern="0" b="0" i="0" dirty="0">
                <a:solidFill>
                  <a:srgbClr val="070154"/>
                </a:solidFill>
                <a:latin typeface="IBM Plex Mono SemiBold"/>
                <a:ea typeface="IBM Plex Mono SemiBold"/>
                <a:cs typeface="IBM Plex Mono SemiBold"/>
              </a:endParaRPr>
            </a:p>
          </p:txBody>
        </p:sp>
        <p:sp>
          <p:nvSpPr>
            <p:cNvPr id="43" name="node01.milestones.source-006.tick"/>
            <p:cNvSpPr/>
            <p:nvPr/>
          </p:nvSpPr>
          <p:spPr>
            <a:xfrm>
              <a:off x="10615930" y="3364236"/>
              <a:ext cx="12700" cy="279400"/>
            </a:xfrm>
            <a:prstGeom prst="rect">
              <a:avLst/>
            </a:prstGeom>
            <a:solidFill>
              <a:srgbClr val="070154"/>
            </a:solidFill>
            <a:ln>
              <a:noFill/>
            </a:ln>
          </p:spPr>
        </p:sp>
        <p:sp>
          <p:nvSpPr>
            <p:cNvPr id="44" name="node01.milestones.source-006.label.part-1"/>
            <p:cNvSpPr/>
            <p:nvPr/>
          </p:nvSpPr>
          <p:spPr>
            <a:xfrm>
              <a:off x="9715500" y="3694436"/>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2028</a:t>
              </a:r>
              <a:endParaRPr lang="en-US" sz="900" spc="54" kern="0" b="0" i="0" dirty="0">
                <a:solidFill>
                  <a:srgbClr val="0047FF"/>
                </a:solidFill>
                <a:latin typeface="IBM Plex Mono SemiBold"/>
                <a:ea typeface="IBM Plex Mono SemiBold"/>
                <a:cs typeface="IBM Plex Mono SemiBold"/>
              </a:endParaRPr>
            </a:p>
          </p:txBody>
        </p:sp>
        <p:sp>
          <p:nvSpPr>
            <p:cNvPr id="45" name="node01.milestones.source-006.label.part-2"/>
            <p:cNvSpPr/>
            <p:nvPr/>
          </p:nvSpPr>
          <p:spPr>
            <a:xfrm>
              <a:off x="9715500" y="3872236"/>
              <a:ext cx="1752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Personal journeys</a:t>
              </a:r>
              <a:endParaRPr lang="en-US" sz="1400" spc="0" kern="0" b="0" i="0" dirty="0">
                <a:solidFill>
                  <a:srgbClr val="070154"/>
                </a:solidFill>
                <a:latin typeface="IBM Plex Sans SemiBold"/>
                <a:ea typeface="IBM Plex Sans SemiBold"/>
                <a:cs typeface="IBM Plex Sans SemiBold"/>
              </a:endParaRPr>
            </a:p>
          </p:txBody>
        </p:sp>
        <p:sp>
          <p:nvSpPr>
            <p:cNvPr id="46" name="node01.milestones.source-006.label.part-3"/>
            <p:cNvSpPr/>
            <p:nvPr/>
          </p:nvSpPr>
          <p:spPr>
            <a:xfrm>
              <a:off x="9715500" y="4164336"/>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Case drafted.</a:t>
              </a:r>
              <a:endParaRPr lang="en-US" sz="1200" spc="0" kern="0" b="0" i="0" dirty="0">
                <a:solidFill>
                  <a:srgbClr val="070154"/>
                </a:solidFill>
                <a:latin typeface="IBM Plex Sans"/>
                <a:ea typeface="IBM Plex Sans"/>
                <a:cs typeface="IBM Plex Sans"/>
              </a:endParaRPr>
            </a:p>
          </p:txBody>
        </p:sp>
      </p:grpSp>
      <p:grpSp>
        <p:nvGrpSpPr>
          <p:cNvPr id="50" name="node02"/>
          <p:cNvGrpSpPr/>
          <p:nvPr/>
        </p:nvGrpSpPr>
        <p:grpSpPr>
          <a:xfrm>
            <a:off x="4610100" y="4343400"/>
            <a:ext cx="1371600" cy="228600"/>
            <a:chOff x="4610100" y="4343400"/>
            <a:chExt cx="1371600" cy="228600"/>
          </a:xfrm>
        </p:grpSpPr>
        <p:sp>
          <p:nvSpPr>
            <p:cNvPr id="47" name="node02.surface"/>
            <p:cNvSpPr/>
            <p:nvPr/>
          </p:nvSpPr>
          <p:spPr>
            <a:xfrm>
              <a:off x="4610100" y="4343400"/>
              <a:ext cx="1371600" cy="228600"/>
            </a:xfrm>
            <a:prstGeom prst="rect">
              <a:avLst/>
            </a:prstGeom>
            <a:solidFill>
              <a:srgbClr val="F900D3"/>
            </a:solidFill>
            <a:ln>
              <a:noFill/>
            </a:ln>
          </p:spPr>
        </p:sp>
        <p:sp>
          <p:nvSpPr>
            <p:cNvPr id="48" name="node02.text"/>
            <p:cNvSpPr/>
            <p:nvPr/>
          </p:nvSpPr>
          <p:spPr>
            <a:xfrm>
              <a:off x="4686300" y="43815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WE ARE HERE</a:t>
              </a:r>
              <a:endParaRPr lang="en-US" sz="900" spc="54" kern="0" b="0" i="0" dirty="0">
                <a:solidFill>
                  <a:srgbClr val="070154"/>
                </a:solidFill>
                <a:latin typeface="IBM Plex Mono Medium"/>
                <a:ea typeface="IBM Plex Mono Medium"/>
                <a:cs typeface="IBM Plex Mono Medium"/>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ource-44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horizons take the patient app from booking to care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73</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3429000" cy="685800"/>
            <a:chOff x="723900" y="1600200"/>
            <a:chExt cx="3429000" cy="685800"/>
          </a:xfrm>
        </p:grpSpPr>
        <p:sp>
          <p:nvSpPr>
            <p:cNvPr id="6" name="node01.surface"/>
            <p:cNvSpPr/>
            <p:nvPr/>
          </p:nvSpPr>
          <p:spPr>
            <a:xfrm>
              <a:off x="723900" y="1600200"/>
              <a:ext cx="3429000" cy="685800"/>
            </a:xfrm>
            <a:prstGeom prst="rect">
              <a:avLst/>
            </a:prstGeom>
            <a:solidFill>
              <a:srgbClr val="F900D3"/>
            </a:solidFill>
            <a:ln>
              <a:noFill/>
            </a:ln>
          </p:spPr>
        </p:sp>
        <p:sp>
          <p:nvSpPr>
            <p:cNvPr id="7" name="node01.text"/>
            <p:cNvSpPr/>
            <p:nvPr/>
          </p:nvSpPr>
          <p:spPr>
            <a:xfrm>
              <a:off x="876300" y="17907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Now</a:t>
              </a:r>
              <a:endParaRPr lang="en-US" sz="1800" spc="-18" kern="0" b="0" i="0" dirty="0">
                <a:solidFill>
                  <a:srgbClr val="070154"/>
                </a:solidFill>
                <a:latin typeface="IBM Plex Sans SemiBold"/>
                <a:ea typeface="IBM Plex Sans SemiBold"/>
                <a:cs typeface="IBM Plex Sans SemiBold"/>
              </a:endParaRPr>
            </a:p>
          </p:txBody>
        </p:sp>
      </p:grpSp>
      <p:grpSp>
        <p:nvGrpSpPr>
          <p:cNvPr id="43" name="node02"/>
          <p:cNvGrpSpPr/>
          <p:nvPr/>
        </p:nvGrpSpPr>
        <p:grpSpPr>
          <a:xfrm>
            <a:off x="723900" y="2400300"/>
            <a:ext cx="3429000" cy="152400"/>
            <a:chOff x="723900" y="2400300"/>
            <a:chExt cx="3429000" cy="152400"/>
          </a:xfrm>
        </p:grpSpPr>
        <p:sp>
          <p:nvSpPr>
            <p:cNvPr id="8" name="node02.text"/>
            <p:cNvSpPr/>
            <p:nvPr/>
          </p:nvSpPr>
          <p:spPr>
            <a:xfrm>
              <a:off x="723900" y="24003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NEXT 90 DAYS</a:t>
              </a:r>
              <a:endParaRPr lang="en-US" sz="900" spc="54" kern="0" b="0" i="0" dirty="0">
                <a:solidFill>
                  <a:srgbClr val="50658E"/>
                </a:solidFill>
                <a:latin typeface="IBM Plex Mono Medium"/>
                <a:ea typeface="IBM Plex Mono Medium"/>
                <a:cs typeface="IBM Plex Mono Medium"/>
              </a:endParaRPr>
            </a:p>
          </p:txBody>
        </p:sp>
      </p:grpSp>
      <p:grpSp>
        <p:nvGrpSpPr>
          <p:cNvPr id="44" name="node03"/>
          <p:cNvGrpSpPr/>
          <p:nvPr/>
        </p:nvGrpSpPr>
        <p:grpSpPr>
          <a:xfrm>
            <a:off x="723900" y="2705100"/>
            <a:ext cx="3429000" cy="266700"/>
            <a:chOff x="723900" y="2705100"/>
            <a:chExt cx="3429000" cy="266700"/>
          </a:xfrm>
        </p:grpSpPr>
        <p:sp>
          <p:nvSpPr>
            <p:cNvPr id="9" name="node03.text"/>
            <p:cNvSpPr/>
            <p:nvPr/>
          </p:nvSpPr>
          <p:spPr>
            <a:xfrm>
              <a:off x="723900" y="27051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Remove friction from booking</a:t>
              </a:r>
              <a:endParaRPr lang="en-US" sz="1400" spc="0" kern="0" b="0" i="0" dirty="0">
                <a:solidFill>
                  <a:srgbClr val="070154"/>
                </a:solidFill>
                <a:latin typeface="IBM Plex Sans"/>
                <a:ea typeface="IBM Plex Sans"/>
                <a:cs typeface="IBM Plex Sans"/>
              </a:endParaRPr>
            </a:p>
          </p:txBody>
        </p:sp>
      </p:grpSp>
      <p:grpSp>
        <p:nvGrpSpPr>
          <p:cNvPr id="45" name="node04"/>
          <p:cNvGrpSpPr/>
          <p:nvPr/>
        </p:nvGrpSpPr>
        <p:grpSpPr>
          <a:xfrm>
            <a:off x="723900" y="3200400"/>
            <a:ext cx="3429000" cy="571500"/>
            <a:chOff x="723900" y="3200400"/>
            <a:chExt cx="3429000" cy="571500"/>
          </a:xfrm>
        </p:grpSpPr>
        <p:sp>
          <p:nvSpPr>
            <p:cNvPr id="10" name="node04.surface"/>
            <p:cNvSpPr/>
            <p:nvPr/>
          </p:nvSpPr>
          <p:spPr>
            <a:xfrm>
              <a:off x="723900" y="3200400"/>
              <a:ext cx="3429000" cy="571500"/>
            </a:xfrm>
            <a:prstGeom prst="rect">
              <a:avLst/>
            </a:prstGeom>
            <a:solidFill>
              <a:srgbClr val="E8EEF8"/>
            </a:solidFill>
            <a:ln>
              <a:noFill/>
            </a:ln>
          </p:spPr>
        </p:sp>
        <p:sp>
          <p:nvSpPr>
            <p:cNvPr id="11" name="node04.text"/>
            <p:cNvSpPr/>
            <p:nvPr/>
          </p:nvSpPr>
          <p:spPr>
            <a:xfrm>
              <a:off x="876300" y="33718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Self-scheduling for primary care</a:t>
              </a:r>
              <a:endParaRPr lang="en-US" sz="1200" spc="0" kern="0" b="0" i="0" dirty="0">
                <a:solidFill>
                  <a:srgbClr val="070154"/>
                </a:solidFill>
                <a:latin typeface="IBM Plex Sans"/>
                <a:ea typeface="IBM Plex Sans"/>
                <a:cs typeface="IBM Plex Sans"/>
              </a:endParaRPr>
            </a:p>
          </p:txBody>
        </p:sp>
      </p:grpSp>
      <p:grpSp>
        <p:nvGrpSpPr>
          <p:cNvPr id="46" name="node05"/>
          <p:cNvGrpSpPr/>
          <p:nvPr/>
        </p:nvGrpSpPr>
        <p:grpSpPr>
          <a:xfrm>
            <a:off x="723900" y="3886200"/>
            <a:ext cx="3429000" cy="571500"/>
            <a:chOff x="723900" y="3886200"/>
            <a:chExt cx="3429000" cy="571500"/>
          </a:xfrm>
        </p:grpSpPr>
        <p:sp>
          <p:nvSpPr>
            <p:cNvPr id="12" name="node05.surface"/>
            <p:cNvSpPr/>
            <p:nvPr/>
          </p:nvSpPr>
          <p:spPr>
            <a:xfrm>
              <a:off x="723900" y="3886200"/>
              <a:ext cx="3429000" cy="571500"/>
            </a:xfrm>
            <a:prstGeom prst="rect">
              <a:avLst/>
            </a:prstGeom>
            <a:solidFill>
              <a:srgbClr val="E8EEF8"/>
            </a:solidFill>
            <a:ln>
              <a:noFill/>
            </a:ln>
          </p:spPr>
        </p:sp>
        <p:sp>
          <p:nvSpPr>
            <p:cNvPr id="13" name="node05.text"/>
            <p:cNvSpPr/>
            <p:nvPr/>
          </p:nvSpPr>
          <p:spPr>
            <a:xfrm>
              <a:off x="876300" y="40576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Waitlist and cancellations</a:t>
              </a:r>
              <a:endParaRPr lang="en-US" sz="1200" spc="0" kern="0" b="0" i="0" dirty="0">
                <a:solidFill>
                  <a:srgbClr val="070154"/>
                </a:solidFill>
                <a:latin typeface="IBM Plex Sans"/>
                <a:ea typeface="IBM Plex Sans"/>
                <a:cs typeface="IBM Plex Sans"/>
              </a:endParaRPr>
            </a:p>
          </p:txBody>
        </p:sp>
      </p:grpSp>
      <p:grpSp>
        <p:nvGrpSpPr>
          <p:cNvPr id="47" name="node06"/>
          <p:cNvGrpSpPr/>
          <p:nvPr/>
        </p:nvGrpSpPr>
        <p:grpSpPr>
          <a:xfrm>
            <a:off x="723900" y="4572000"/>
            <a:ext cx="3429000" cy="571500"/>
            <a:chOff x="723900" y="4572000"/>
            <a:chExt cx="3429000" cy="571500"/>
          </a:xfrm>
        </p:grpSpPr>
        <p:sp>
          <p:nvSpPr>
            <p:cNvPr id="14" name="node06.surface"/>
            <p:cNvSpPr/>
            <p:nvPr/>
          </p:nvSpPr>
          <p:spPr>
            <a:xfrm>
              <a:off x="723900" y="4572000"/>
              <a:ext cx="3429000" cy="571500"/>
            </a:xfrm>
            <a:prstGeom prst="rect">
              <a:avLst/>
            </a:prstGeom>
            <a:solidFill>
              <a:srgbClr val="E8EEF8"/>
            </a:solidFill>
            <a:ln>
              <a:noFill/>
            </a:ln>
          </p:spPr>
        </p:sp>
        <p:sp>
          <p:nvSpPr>
            <p:cNvPr id="15" name="node06.text"/>
            <p:cNvSpPr/>
            <p:nvPr/>
          </p:nvSpPr>
          <p:spPr>
            <a:xfrm>
              <a:off x="876300" y="47434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Secure messaging triage</a:t>
              </a:r>
              <a:endParaRPr lang="en-US" sz="1200" spc="0" kern="0" b="0" i="0" dirty="0">
                <a:solidFill>
                  <a:srgbClr val="070154"/>
                </a:solidFill>
                <a:latin typeface="IBM Plex Sans"/>
                <a:ea typeface="IBM Plex Sans"/>
                <a:cs typeface="IBM Plex Sans"/>
              </a:endParaRPr>
            </a:p>
          </p:txBody>
        </p:sp>
      </p:grpSp>
      <p:grpSp>
        <p:nvGrpSpPr>
          <p:cNvPr id="48" name="node07"/>
          <p:cNvGrpSpPr/>
          <p:nvPr/>
        </p:nvGrpSpPr>
        <p:grpSpPr>
          <a:xfrm>
            <a:off x="723900" y="5257800"/>
            <a:ext cx="3429000" cy="571500"/>
            <a:chOff x="723900" y="5257800"/>
            <a:chExt cx="3429000" cy="571500"/>
          </a:xfrm>
        </p:grpSpPr>
        <p:sp>
          <p:nvSpPr>
            <p:cNvPr id="16" name="node07.surface"/>
            <p:cNvSpPr/>
            <p:nvPr/>
          </p:nvSpPr>
          <p:spPr>
            <a:xfrm>
              <a:off x="723900" y="5257800"/>
              <a:ext cx="3429000" cy="571500"/>
            </a:xfrm>
            <a:prstGeom prst="rect">
              <a:avLst/>
            </a:prstGeom>
            <a:solidFill>
              <a:srgbClr val="E8EEF8"/>
            </a:solidFill>
            <a:ln>
              <a:noFill/>
            </a:ln>
          </p:spPr>
        </p:sp>
        <p:sp>
          <p:nvSpPr>
            <p:cNvPr id="17" name="node07.text"/>
            <p:cNvSpPr/>
            <p:nvPr/>
          </p:nvSpPr>
          <p:spPr>
            <a:xfrm>
              <a:off x="876300" y="54292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 online and statements</a:t>
              </a:r>
              <a:endParaRPr lang="en-US" sz="1200" spc="0" kern="0" b="0" i="0" dirty="0">
                <a:solidFill>
                  <a:srgbClr val="070154"/>
                </a:solidFill>
                <a:latin typeface="IBM Plex Sans"/>
                <a:ea typeface="IBM Plex Sans"/>
                <a:cs typeface="IBM Plex Sans"/>
              </a:endParaRPr>
            </a:p>
          </p:txBody>
        </p:sp>
      </p:grpSp>
      <p:grpSp>
        <p:nvGrpSpPr>
          <p:cNvPr id="49" name="node08"/>
          <p:cNvGrpSpPr/>
          <p:nvPr/>
        </p:nvGrpSpPr>
        <p:grpSpPr>
          <a:xfrm>
            <a:off x="4381500" y="1600200"/>
            <a:ext cx="3429000" cy="685800"/>
            <a:chOff x="4381500" y="1600200"/>
            <a:chExt cx="3429000" cy="685800"/>
          </a:xfrm>
        </p:grpSpPr>
        <p:sp>
          <p:nvSpPr>
            <p:cNvPr id="18" name="node08.surface"/>
            <p:cNvSpPr/>
            <p:nvPr/>
          </p:nvSpPr>
          <p:spPr>
            <a:xfrm>
              <a:off x="4381500" y="1600200"/>
              <a:ext cx="3429000" cy="685800"/>
            </a:xfrm>
            <a:prstGeom prst="rect">
              <a:avLst/>
            </a:prstGeom>
            <a:solidFill>
              <a:srgbClr val="CED7E6"/>
            </a:solidFill>
            <a:ln>
              <a:noFill/>
            </a:ln>
          </p:spPr>
        </p:sp>
        <p:sp>
          <p:nvSpPr>
            <p:cNvPr id="19" name="node08.text"/>
            <p:cNvSpPr/>
            <p:nvPr/>
          </p:nvSpPr>
          <p:spPr>
            <a:xfrm>
              <a:off x="4533900" y="17907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Next</a:t>
              </a:r>
              <a:endParaRPr lang="en-US" sz="1800" spc="-18" kern="0" b="0" i="0" dirty="0">
                <a:solidFill>
                  <a:srgbClr val="070154"/>
                </a:solidFill>
                <a:latin typeface="IBM Plex Sans SemiBold"/>
                <a:ea typeface="IBM Plex Sans SemiBold"/>
                <a:cs typeface="IBM Plex Sans SemiBold"/>
              </a:endParaRPr>
            </a:p>
          </p:txBody>
        </p:sp>
      </p:grpSp>
      <p:grpSp>
        <p:nvGrpSpPr>
          <p:cNvPr id="50" name="node09"/>
          <p:cNvGrpSpPr/>
          <p:nvPr/>
        </p:nvGrpSpPr>
        <p:grpSpPr>
          <a:xfrm>
            <a:off x="4381500" y="2400300"/>
            <a:ext cx="3429000" cy="152400"/>
            <a:chOff x="4381500" y="2400300"/>
            <a:chExt cx="3429000" cy="152400"/>
          </a:xfrm>
        </p:grpSpPr>
        <p:sp>
          <p:nvSpPr>
            <p:cNvPr id="20" name="node09.text"/>
            <p:cNvSpPr/>
            <p:nvPr/>
          </p:nvSpPr>
          <p:spPr>
            <a:xfrm>
              <a:off x="4381500" y="24003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FOLLOWING TWO QUARTERS</a:t>
              </a:r>
              <a:endParaRPr lang="en-US" sz="900" spc="54" kern="0" b="0" i="0" dirty="0">
                <a:solidFill>
                  <a:srgbClr val="50658E"/>
                </a:solidFill>
                <a:latin typeface="IBM Plex Mono Medium"/>
                <a:ea typeface="IBM Plex Mono Medium"/>
                <a:cs typeface="IBM Plex Mono Medium"/>
              </a:endParaRPr>
            </a:p>
          </p:txBody>
        </p:sp>
      </p:grpSp>
      <p:grpSp>
        <p:nvGrpSpPr>
          <p:cNvPr id="51" name="node10"/>
          <p:cNvGrpSpPr/>
          <p:nvPr/>
        </p:nvGrpSpPr>
        <p:grpSpPr>
          <a:xfrm>
            <a:off x="4381500" y="2705100"/>
            <a:ext cx="3429000" cy="266700"/>
            <a:chOff x="4381500" y="2705100"/>
            <a:chExt cx="3429000" cy="266700"/>
          </a:xfrm>
        </p:grpSpPr>
        <p:sp>
          <p:nvSpPr>
            <p:cNvPr id="21" name="node10.text"/>
            <p:cNvSpPr/>
            <p:nvPr/>
          </p:nvSpPr>
          <p:spPr>
            <a:xfrm>
              <a:off x="4381500" y="27051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Extend care between visits</a:t>
              </a:r>
              <a:endParaRPr lang="en-US" sz="1400" spc="0" kern="0" b="0" i="0" dirty="0">
                <a:solidFill>
                  <a:srgbClr val="070154"/>
                </a:solidFill>
                <a:latin typeface="IBM Plex Sans"/>
                <a:ea typeface="IBM Plex Sans"/>
                <a:cs typeface="IBM Plex Sans"/>
              </a:endParaRPr>
            </a:p>
          </p:txBody>
        </p:sp>
      </p:grpSp>
      <p:grpSp>
        <p:nvGrpSpPr>
          <p:cNvPr id="52" name="node11"/>
          <p:cNvGrpSpPr/>
          <p:nvPr/>
        </p:nvGrpSpPr>
        <p:grpSpPr>
          <a:xfrm>
            <a:off x="4381500" y="3200400"/>
            <a:ext cx="3429000" cy="571500"/>
            <a:chOff x="4381500" y="3200400"/>
            <a:chExt cx="3429000" cy="571500"/>
          </a:xfrm>
        </p:grpSpPr>
        <p:sp>
          <p:nvSpPr>
            <p:cNvPr id="22" name="node11.surface"/>
            <p:cNvSpPr/>
            <p:nvPr/>
          </p:nvSpPr>
          <p:spPr>
            <a:xfrm>
              <a:off x="4381500" y="3200400"/>
              <a:ext cx="3429000" cy="571500"/>
            </a:xfrm>
            <a:prstGeom prst="rect">
              <a:avLst/>
            </a:prstGeom>
            <a:solidFill>
              <a:srgbClr val="E8EEF8"/>
            </a:solidFill>
            <a:ln>
              <a:noFill/>
            </a:ln>
          </p:spPr>
        </p:sp>
        <p:sp>
          <p:nvSpPr>
            <p:cNvPr id="23" name="node11.text"/>
            <p:cNvSpPr/>
            <p:nvPr/>
          </p:nvSpPr>
          <p:spPr>
            <a:xfrm>
              <a:off x="4533900" y="33718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plans in the app</a:t>
              </a:r>
              <a:endParaRPr lang="en-US" sz="1200" spc="0" kern="0" b="0" i="0" dirty="0">
                <a:solidFill>
                  <a:srgbClr val="070154"/>
                </a:solidFill>
                <a:latin typeface="IBM Plex Sans"/>
                <a:ea typeface="IBM Plex Sans"/>
                <a:cs typeface="IBM Plex Sans"/>
              </a:endParaRPr>
            </a:p>
          </p:txBody>
        </p:sp>
      </p:grpSp>
      <p:grpSp>
        <p:nvGrpSpPr>
          <p:cNvPr id="53" name="node12"/>
          <p:cNvGrpSpPr/>
          <p:nvPr/>
        </p:nvGrpSpPr>
        <p:grpSpPr>
          <a:xfrm>
            <a:off x="4381500" y="3886200"/>
            <a:ext cx="3429000" cy="571500"/>
            <a:chOff x="4381500" y="3886200"/>
            <a:chExt cx="3429000" cy="571500"/>
          </a:xfrm>
        </p:grpSpPr>
        <p:sp>
          <p:nvSpPr>
            <p:cNvPr id="24" name="node12.surface"/>
            <p:cNvSpPr/>
            <p:nvPr/>
          </p:nvSpPr>
          <p:spPr>
            <a:xfrm>
              <a:off x="4381500" y="3886200"/>
              <a:ext cx="3429000" cy="571500"/>
            </a:xfrm>
            <a:prstGeom prst="rect">
              <a:avLst/>
            </a:prstGeom>
            <a:solidFill>
              <a:srgbClr val="E8EEF8"/>
            </a:solidFill>
            <a:ln>
              <a:noFill/>
            </a:ln>
          </p:spPr>
        </p:sp>
        <p:sp>
          <p:nvSpPr>
            <p:cNvPr id="25" name="node12.text"/>
            <p:cNvSpPr/>
            <p:nvPr/>
          </p:nvSpPr>
          <p:spPr>
            <a:xfrm>
              <a:off x="4533900" y="40576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Remote monitoring pilot</a:t>
              </a:r>
              <a:endParaRPr lang="en-US" sz="1200" spc="0" kern="0" b="0" i="0" dirty="0">
                <a:solidFill>
                  <a:srgbClr val="070154"/>
                </a:solidFill>
                <a:latin typeface="IBM Plex Sans"/>
                <a:ea typeface="IBM Plex Sans"/>
                <a:cs typeface="IBM Plex Sans"/>
              </a:endParaRPr>
            </a:p>
          </p:txBody>
        </p:sp>
      </p:grpSp>
      <p:grpSp>
        <p:nvGrpSpPr>
          <p:cNvPr id="54" name="node13"/>
          <p:cNvGrpSpPr/>
          <p:nvPr/>
        </p:nvGrpSpPr>
        <p:grpSpPr>
          <a:xfrm>
            <a:off x="4381500" y="4572000"/>
            <a:ext cx="3429000" cy="571500"/>
            <a:chOff x="4381500" y="4572000"/>
            <a:chExt cx="3429000" cy="571500"/>
          </a:xfrm>
        </p:grpSpPr>
        <p:sp>
          <p:nvSpPr>
            <p:cNvPr id="26" name="node13.surface"/>
            <p:cNvSpPr/>
            <p:nvPr/>
          </p:nvSpPr>
          <p:spPr>
            <a:xfrm>
              <a:off x="4381500" y="4572000"/>
              <a:ext cx="3429000" cy="571500"/>
            </a:xfrm>
            <a:prstGeom prst="rect">
              <a:avLst/>
            </a:prstGeom>
            <a:solidFill>
              <a:srgbClr val="E8EEF8"/>
            </a:solidFill>
            <a:ln>
              <a:noFill/>
            </a:ln>
          </p:spPr>
        </p:sp>
        <p:sp>
          <p:nvSpPr>
            <p:cNvPr id="27" name="node13.text"/>
            <p:cNvSpPr/>
            <p:nvPr/>
          </p:nvSpPr>
          <p:spPr>
            <a:xfrm>
              <a:off x="4533900" y="47434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estimates before visits</a:t>
              </a:r>
              <a:endParaRPr lang="en-US" sz="1200" spc="0" kern="0" b="0" i="0" dirty="0">
                <a:solidFill>
                  <a:srgbClr val="070154"/>
                </a:solidFill>
                <a:latin typeface="IBM Plex Sans"/>
                <a:ea typeface="IBM Plex Sans"/>
                <a:cs typeface="IBM Plex Sans"/>
              </a:endParaRPr>
            </a:p>
          </p:txBody>
        </p:sp>
      </p:grpSp>
      <p:grpSp>
        <p:nvGrpSpPr>
          <p:cNvPr id="55" name="node14"/>
          <p:cNvGrpSpPr/>
          <p:nvPr/>
        </p:nvGrpSpPr>
        <p:grpSpPr>
          <a:xfrm>
            <a:off x="4381500" y="5257800"/>
            <a:ext cx="3429000" cy="571500"/>
            <a:chOff x="4381500" y="5257800"/>
            <a:chExt cx="3429000" cy="571500"/>
          </a:xfrm>
        </p:grpSpPr>
        <p:sp>
          <p:nvSpPr>
            <p:cNvPr id="28" name="node14.surface"/>
            <p:cNvSpPr/>
            <p:nvPr/>
          </p:nvSpPr>
          <p:spPr>
            <a:xfrm>
              <a:off x="4381500" y="5257800"/>
              <a:ext cx="3429000" cy="571500"/>
            </a:xfrm>
            <a:prstGeom prst="rect">
              <a:avLst/>
            </a:prstGeom>
            <a:solidFill>
              <a:srgbClr val="E8EEF8"/>
            </a:solidFill>
            <a:ln>
              <a:noFill/>
            </a:ln>
          </p:spPr>
        </p:sp>
        <p:sp>
          <p:nvSpPr>
            <p:cNvPr id="29" name="node14.text"/>
            <p:cNvSpPr/>
            <p:nvPr/>
          </p:nvSpPr>
          <p:spPr>
            <a:xfrm>
              <a:off x="4533900" y="54292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Clinician console redesign</a:t>
              </a:r>
              <a:endParaRPr lang="en-US" sz="1200" spc="0" kern="0" b="0" i="0" dirty="0">
                <a:solidFill>
                  <a:srgbClr val="070154"/>
                </a:solidFill>
                <a:latin typeface="IBM Plex Sans"/>
                <a:ea typeface="IBM Plex Sans"/>
                <a:cs typeface="IBM Plex Sans"/>
              </a:endParaRPr>
            </a:p>
          </p:txBody>
        </p:sp>
      </p:grpSp>
      <p:grpSp>
        <p:nvGrpSpPr>
          <p:cNvPr id="56" name="node15"/>
          <p:cNvGrpSpPr/>
          <p:nvPr/>
        </p:nvGrpSpPr>
        <p:grpSpPr>
          <a:xfrm>
            <a:off x="8039100" y="1600200"/>
            <a:ext cx="3429000" cy="685800"/>
            <a:chOff x="8039100" y="1600200"/>
            <a:chExt cx="3429000" cy="685800"/>
          </a:xfrm>
        </p:grpSpPr>
        <p:sp>
          <p:nvSpPr>
            <p:cNvPr id="30" name="node15.surface"/>
            <p:cNvSpPr/>
            <p:nvPr/>
          </p:nvSpPr>
          <p:spPr>
            <a:xfrm>
              <a:off x="8039100" y="1600200"/>
              <a:ext cx="3429000" cy="685800"/>
            </a:xfrm>
            <a:prstGeom prst="rect">
              <a:avLst/>
            </a:prstGeom>
            <a:solidFill>
              <a:srgbClr val="E8EEF8"/>
            </a:solidFill>
            <a:ln>
              <a:noFill/>
            </a:ln>
          </p:spPr>
        </p:sp>
        <p:sp>
          <p:nvSpPr>
            <p:cNvPr id="31" name="node15.text"/>
            <p:cNvSpPr/>
            <p:nvPr/>
          </p:nvSpPr>
          <p:spPr>
            <a:xfrm>
              <a:off x="8191500" y="17907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Later</a:t>
              </a:r>
              <a:endParaRPr lang="en-US" sz="1800" spc="-18" kern="0" b="0" i="0" dirty="0">
                <a:solidFill>
                  <a:srgbClr val="070154"/>
                </a:solidFill>
                <a:latin typeface="IBM Plex Sans SemiBold"/>
                <a:ea typeface="IBM Plex Sans SemiBold"/>
                <a:cs typeface="IBM Plex Sans SemiBold"/>
              </a:endParaRPr>
            </a:p>
          </p:txBody>
        </p:sp>
      </p:grpSp>
      <p:grpSp>
        <p:nvGrpSpPr>
          <p:cNvPr id="57" name="node16"/>
          <p:cNvGrpSpPr/>
          <p:nvPr/>
        </p:nvGrpSpPr>
        <p:grpSpPr>
          <a:xfrm>
            <a:off x="8039100" y="2400300"/>
            <a:ext cx="3429000" cy="152400"/>
            <a:chOff x="8039100" y="2400300"/>
            <a:chExt cx="3429000" cy="152400"/>
          </a:xfrm>
        </p:grpSpPr>
        <p:sp>
          <p:nvSpPr>
            <p:cNvPr id="32" name="node16.text"/>
            <p:cNvSpPr/>
            <p:nvPr/>
          </p:nvSpPr>
          <p:spPr>
            <a:xfrm>
              <a:off x="8039100" y="24003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BEYOND SIX MONTHS</a:t>
              </a:r>
              <a:endParaRPr lang="en-US" sz="900" spc="54" kern="0" b="0" i="0" dirty="0">
                <a:solidFill>
                  <a:srgbClr val="50658E"/>
                </a:solidFill>
                <a:latin typeface="IBM Plex Mono Medium"/>
                <a:ea typeface="IBM Plex Mono Medium"/>
                <a:cs typeface="IBM Plex Mono Medium"/>
              </a:endParaRPr>
            </a:p>
          </p:txBody>
        </p:sp>
      </p:grpSp>
      <p:grpSp>
        <p:nvGrpSpPr>
          <p:cNvPr id="58" name="node17"/>
          <p:cNvGrpSpPr/>
          <p:nvPr/>
        </p:nvGrpSpPr>
        <p:grpSpPr>
          <a:xfrm>
            <a:off x="8039100" y="2705100"/>
            <a:ext cx="3429000" cy="266700"/>
            <a:chOff x="8039100" y="2705100"/>
            <a:chExt cx="3429000" cy="266700"/>
          </a:xfrm>
        </p:grpSpPr>
        <p:sp>
          <p:nvSpPr>
            <p:cNvPr id="33" name="node17.text"/>
            <p:cNvSpPr/>
            <p:nvPr/>
          </p:nvSpPr>
          <p:spPr>
            <a:xfrm>
              <a:off x="8039100" y="27051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Widen access and reach</a:t>
              </a:r>
              <a:endParaRPr lang="en-US" sz="1400" spc="0" kern="0" b="0" i="0" dirty="0">
                <a:solidFill>
                  <a:srgbClr val="070154"/>
                </a:solidFill>
                <a:latin typeface="IBM Plex Sans"/>
                <a:ea typeface="IBM Plex Sans"/>
                <a:cs typeface="IBM Plex Sans"/>
              </a:endParaRPr>
            </a:p>
          </p:txBody>
        </p:sp>
      </p:grpSp>
      <p:grpSp>
        <p:nvGrpSpPr>
          <p:cNvPr id="59" name="node18"/>
          <p:cNvGrpSpPr/>
          <p:nvPr/>
        </p:nvGrpSpPr>
        <p:grpSpPr>
          <a:xfrm>
            <a:off x="8039100" y="3200400"/>
            <a:ext cx="3429000" cy="571500"/>
            <a:chOff x="8039100" y="3200400"/>
            <a:chExt cx="3429000" cy="571500"/>
          </a:xfrm>
        </p:grpSpPr>
        <p:sp>
          <p:nvSpPr>
            <p:cNvPr id="34" name="node18.surface"/>
            <p:cNvSpPr/>
            <p:nvPr/>
          </p:nvSpPr>
          <p:spPr>
            <a:xfrm>
              <a:off x="8045450" y="3206750"/>
              <a:ext cx="3416300" cy="558800"/>
            </a:xfrm>
            <a:prstGeom prst="rect">
              <a:avLst/>
            </a:prstGeom>
            <a:solidFill>
              <a:srgbClr val="FFFFFF"/>
            </a:solidFill>
            <a:ln w="12700">
              <a:solidFill>
                <a:srgbClr val="CED7E6"/>
              </a:solidFill>
              <a:prstDash val="solid"/>
            </a:ln>
          </p:spPr>
        </p:sp>
        <p:sp>
          <p:nvSpPr>
            <p:cNvPr id="35" name="node18.text"/>
            <p:cNvSpPr/>
            <p:nvPr/>
          </p:nvSpPr>
          <p:spPr>
            <a:xfrm>
              <a:off x="8191500" y="33718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Proxy access for caregivers</a:t>
              </a:r>
              <a:endParaRPr lang="en-US" sz="1200" spc="0" kern="0" b="0" i="0" dirty="0">
                <a:solidFill>
                  <a:srgbClr val="070154"/>
                </a:solidFill>
                <a:latin typeface="IBM Plex Sans"/>
                <a:ea typeface="IBM Plex Sans"/>
                <a:cs typeface="IBM Plex Sans"/>
              </a:endParaRPr>
            </a:p>
          </p:txBody>
        </p:sp>
      </p:grpSp>
      <p:grpSp>
        <p:nvGrpSpPr>
          <p:cNvPr id="60" name="node19"/>
          <p:cNvGrpSpPr/>
          <p:nvPr/>
        </p:nvGrpSpPr>
        <p:grpSpPr>
          <a:xfrm>
            <a:off x="8039100" y="3886200"/>
            <a:ext cx="3429000" cy="571500"/>
            <a:chOff x="8039100" y="3886200"/>
            <a:chExt cx="3429000" cy="571500"/>
          </a:xfrm>
        </p:grpSpPr>
        <p:sp>
          <p:nvSpPr>
            <p:cNvPr id="36" name="node19.surface"/>
            <p:cNvSpPr/>
            <p:nvPr/>
          </p:nvSpPr>
          <p:spPr>
            <a:xfrm>
              <a:off x="8045450" y="3892550"/>
              <a:ext cx="3416300" cy="558800"/>
            </a:xfrm>
            <a:prstGeom prst="rect">
              <a:avLst/>
            </a:prstGeom>
            <a:solidFill>
              <a:srgbClr val="FFFFFF"/>
            </a:solidFill>
            <a:ln w="12700">
              <a:solidFill>
                <a:srgbClr val="CED7E6"/>
              </a:solidFill>
              <a:prstDash val="solid"/>
            </a:ln>
          </p:spPr>
        </p:sp>
        <p:sp>
          <p:nvSpPr>
            <p:cNvPr id="37" name="node19.text"/>
            <p:cNvSpPr/>
            <p:nvPr/>
          </p:nvSpPr>
          <p:spPr>
            <a:xfrm>
              <a:off x="8191500" y="40576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Community programs</a:t>
              </a:r>
              <a:endParaRPr lang="en-US" sz="1200" spc="0" kern="0" b="0" i="0" dirty="0">
                <a:solidFill>
                  <a:srgbClr val="070154"/>
                </a:solidFill>
                <a:latin typeface="IBM Plex Sans"/>
                <a:ea typeface="IBM Plex Sans"/>
                <a:cs typeface="IBM Plex Sans"/>
              </a:endParaRPr>
            </a:p>
          </p:txBody>
        </p:sp>
      </p:grpSp>
      <p:grpSp>
        <p:nvGrpSpPr>
          <p:cNvPr id="61" name="node20"/>
          <p:cNvGrpSpPr/>
          <p:nvPr/>
        </p:nvGrpSpPr>
        <p:grpSpPr>
          <a:xfrm>
            <a:off x="8039100" y="4572000"/>
            <a:ext cx="3429000" cy="571500"/>
            <a:chOff x="8039100" y="4572000"/>
            <a:chExt cx="3429000" cy="571500"/>
          </a:xfrm>
        </p:grpSpPr>
        <p:sp>
          <p:nvSpPr>
            <p:cNvPr id="38" name="node20.surface"/>
            <p:cNvSpPr/>
            <p:nvPr/>
          </p:nvSpPr>
          <p:spPr>
            <a:xfrm>
              <a:off x="8045450" y="4578350"/>
              <a:ext cx="3416300" cy="558800"/>
            </a:xfrm>
            <a:prstGeom prst="rect">
              <a:avLst/>
            </a:prstGeom>
            <a:solidFill>
              <a:srgbClr val="FFFFFF"/>
            </a:solidFill>
            <a:ln w="12700">
              <a:solidFill>
                <a:srgbClr val="CED7E6"/>
              </a:solidFill>
              <a:prstDash val="solid"/>
            </a:ln>
          </p:spPr>
        </p:sp>
        <p:sp>
          <p:nvSpPr>
            <p:cNvPr id="39" name="node20.text"/>
            <p:cNvSpPr/>
            <p:nvPr/>
          </p:nvSpPr>
          <p:spPr>
            <a:xfrm>
              <a:off x="8191500" y="47434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Predictive no-show outreach</a:t>
              </a:r>
              <a:endParaRPr lang="en-US" sz="1200" spc="0" kern="0" b="0" i="0" dirty="0">
                <a:solidFill>
                  <a:srgbClr val="070154"/>
                </a:solidFill>
                <a:latin typeface="IBM Plex Sans"/>
                <a:ea typeface="IBM Plex Sans"/>
                <a:cs typeface="IBM Plex Sans"/>
              </a:endParaRPr>
            </a:p>
          </p:txBody>
        </p:sp>
      </p:grpSp>
      <p:grpSp>
        <p:nvGrpSpPr>
          <p:cNvPr id="62" name="node21"/>
          <p:cNvGrpSpPr/>
          <p:nvPr/>
        </p:nvGrpSpPr>
        <p:grpSpPr>
          <a:xfrm>
            <a:off x="8039100" y="5257800"/>
            <a:ext cx="3429000" cy="571500"/>
            <a:chOff x="8039100" y="5257800"/>
            <a:chExt cx="3429000" cy="571500"/>
          </a:xfrm>
        </p:grpSpPr>
        <p:sp>
          <p:nvSpPr>
            <p:cNvPr id="40" name="node21.surface"/>
            <p:cNvSpPr/>
            <p:nvPr/>
          </p:nvSpPr>
          <p:spPr>
            <a:xfrm>
              <a:off x="8045450" y="5264150"/>
              <a:ext cx="3416300" cy="558800"/>
            </a:xfrm>
            <a:prstGeom prst="rect">
              <a:avLst/>
            </a:prstGeom>
            <a:solidFill>
              <a:srgbClr val="FFFFFF"/>
            </a:solidFill>
            <a:ln w="12700">
              <a:solidFill>
                <a:srgbClr val="CED7E6"/>
              </a:solidFill>
              <a:prstDash val="solid"/>
            </a:ln>
          </p:spPr>
        </p:sp>
        <p:sp>
          <p:nvSpPr>
            <p:cNvPr id="41" name="node21.text"/>
            <p:cNvSpPr/>
            <p:nvPr/>
          </p:nvSpPr>
          <p:spPr>
            <a:xfrm>
              <a:off x="8191500" y="54292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Multilingual experience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ource-450">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patient problem per horizon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74</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2514600" cy="152400"/>
            <a:chOff x="723900" y="1600200"/>
            <a:chExt cx="2514600" cy="152400"/>
          </a:xfrm>
        </p:grpSpPr>
        <p:sp>
          <p:nvSpPr>
            <p:cNvPr id="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WHY THIS ORDER</a:t>
              </a:r>
              <a:endParaRPr lang="en-US" sz="900" spc="54" kern="0" b="0" i="0" dirty="0">
                <a:solidFill>
                  <a:srgbClr val="CED7E6"/>
                </a:solidFill>
                <a:latin typeface="IBM Plex Mono Medium"/>
                <a:ea typeface="IBM Plex Mono Medium"/>
                <a:cs typeface="IBM Plex Mono Medium"/>
              </a:endParaRPr>
            </a:p>
          </p:txBody>
        </p:sp>
      </p:grpSp>
      <p:grpSp>
        <p:nvGrpSpPr>
          <p:cNvPr id="34" name="node02"/>
          <p:cNvGrpSpPr/>
          <p:nvPr/>
        </p:nvGrpSpPr>
        <p:grpSpPr>
          <a:xfrm>
            <a:off x="723900" y="1905000"/>
            <a:ext cx="2514600" cy="1524000"/>
            <a:chOff x="723900" y="1905000"/>
            <a:chExt cx="2514600" cy="1524000"/>
          </a:xfrm>
        </p:grpSpPr>
        <p:sp>
          <p:nvSpPr>
            <p:cNvPr id="7" name="node02.text"/>
            <p:cNvSpPr/>
            <p:nvPr/>
          </p:nvSpPr>
          <p:spPr>
            <a:xfrm>
              <a:off x="723900" y="1905000"/>
              <a:ext cx="2514600" cy="1524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Patients give up at the front door before they reach care.</a:t>
              </a:r>
              <a:endParaRPr lang="en-US" sz="2400" spc="-36" kern="0" b="0" i="0" dirty="0">
                <a:solidFill>
                  <a:srgbClr val="FFFFFF"/>
                </a:solidFill>
                <a:latin typeface="IBM Plex Sans SemiBold"/>
                <a:ea typeface="IBM Plex Sans SemiBold"/>
                <a:cs typeface="IBM Plex Sans SemiBold"/>
              </a:endParaRPr>
            </a:p>
          </p:txBody>
        </p:sp>
      </p:grpSp>
      <p:grpSp>
        <p:nvGrpSpPr>
          <p:cNvPr id="35" name="node03"/>
          <p:cNvGrpSpPr/>
          <p:nvPr/>
        </p:nvGrpSpPr>
        <p:grpSpPr>
          <a:xfrm>
            <a:off x="723900" y="3657600"/>
            <a:ext cx="2514600" cy="685800"/>
            <a:chOff x="723900" y="3657600"/>
            <a:chExt cx="2514600" cy="685800"/>
          </a:xfrm>
        </p:grpSpPr>
        <p:sp>
          <p:nvSpPr>
            <p:cNvPr id="8" name="node03.text"/>
            <p:cNvSpPr/>
            <p:nvPr/>
          </p:nvSpPr>
          <p:spPr>
            <a:xfrm>
              <a:off x="723900" y="36576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Fix booking first, extend care between visits next, then widen who the app reaches.</a:t>
              </a:r>
              <a:endParaRPr lang="en-US" sz="1200" spc="0" kern="0" b="0" i="0" dirty="0">
                <a:solidFill>
                  <a:srgbClr val="FFFFFF"/>
                </a:solidFill>
                <a:latin typeface="IBM Plex Sans"/>
                <a:ea typeface="IBM Plex Sans"/>
                <a:cs typeface="IBM Plex Sans"/>
              </a:endParaRPr>
            </a:p>
          </p:txBody>
        </p:sp>
      </p:grpSp>
      <p:grpSp>
        <p:nvGrpSpPr>
          <p:cNvPr id="36" name="node04"/>
          <p:cNvGrpSpPr/>
          <p:nvPr/>
        </p:nvGrpSpPr>
        <p:grpSpPr>
          <a:xfrm>
            <a:off x="723900" y="4572000"/>
            <a:ext cx="2514600" cy="152400"/>
            <a:chOff x="723900" y="4572000"/>
            <a:chExt cx="2514600" cy="152400"/>
          </a:xfrm>
        </p:grpSpPr>
        <p:sp>
          <p:nvSpPr>
            <p:cNvPr id="9" name="node04.text"/>
            <p:cNvSpPr/>
            <p:nvPr/>
          </p:nvSpPr>
          <p:spPr>
            <a:xfrm>
              <a:off x="7239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RULE OF THUMB</a:t>
              </a:r>
              <a:endParaRPr lang="en-US" sz="900" spc="54" kern="0" b="0" i="0" dirty="0">
                <a:solidFill>
                  <a:srgbClr val="CED7E6"/>
                </a:solidFill>
                <a:latin typeface="IBM Plex Mono Medium"/>
                <a:ea typeface="IBM Plex Mono Medium"/>
                <a:cs typeface="IBM Plex Mono Medium"/>
              </a:endParaRPr>
            </a:p>
          </p:txBody>
        </p:sp>
      </p:grpSp>
      <p:grpSp>
        <p:nvGrpSpPr>
          <p:cNvPr id="37" name="node05"/>
          <p:cNvGrpSpPr/>
          <p:nvPr/>
        </p:nvGrpSpPr>
        <p:grpSpPr>
          <a:xfrm>
            <a:off x="723900" y="4800600"/>
            <a:ext cx="2514600" cy="457200"/>
            <a:chOff x="723900" y="4800600"/>
            <a:chExt cx="2514600" cy="457200"/>
          </a:xfrm>
        </p:grpSpPr>
        <p:sp>
          <p:nvSpPr>
            <p:cNvPr id="10" name="node05.text"/>
            <p:cNvSpPr/>
            <p:nvPr/>
          </p:nvSpPr>
          <p:spPr>
            <a:xfrm>
              <a:off x="7239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Each horizon names the problem, not the feature list.</a:t>
              </a:r>
              <a:endParaRPr lang="en-US" sz="1200" spc="0" kern="0" b="0" i="0" dirty="0">
                <a:solidFill>
                  <a:srgbClr val="FFFFFF"/>
                </a:solidFill>
                <a:latin typeface="IBM Plex Sans"/>
                <a:ea typeface="IBM Plex Sans"/>
                <a:cs typeface="IBM Plex Sans"/>
              </a:endParaRPr>
            </a:p>
          </p:txBody>
        </p:sp>
      </p:grpSp>
      <p:grpSp>
        <p:nvGrpSpPr>
          <p:cNvPr id="38" name="node06"/>
          <p:cNvGrpSpPr/>
          <p:nvPr/>
        </p:nvGrpSpPr>
        <p:grpSpPr>
          <a:xfrm>
            <a:off x="4381500" y="1600200"/>
            <a:ext cx="1371600" cy="1143000"/>
            <a:chOff x="4381500" y="1600200"/>
            <a:chExt cx="1371600" cy="1143000"/>
          </a:xfrm>
        </p:grpSpPr>
        <p:sp>
          <p:nvSpPr>
            <p:cNvPr id="11" name="node06.surface"/>
            <p:cNvSpPr/>
            <p:nvPr/>
          </p:nvSpPr>
          <p:spPr>
            <a:xfrm>
              <a:off x="4381500" y="1600200"/>
              <a:ext cx="1371600" cy="1143000"/>
            </a:xfrm>
            <a:prstGeom prst="rect">
              <a:avLst/>
            </a:prstGeom>
            <a:solidFill>
              <a:srgbClr val="F900D3"/>
            </a:solidFill>
            <a:ln>
              <a:noFill/>
            </a:ln>
          </p:spPr>
        </p:sp>
        <p:sp>
          <p:nvSpPr>
            <p:cNvPr id="12" name="node06.text"/>
            <p:cNvSpPr/>
            <p:nvPr/>
          </p:nvSpPr>
          <p:spPr>
            <a:xfrm>
              <a:off x="4533900" y="20193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Now</a:t>
              </a:r>
              <a:endParaRPr lang="en-US" sz="1800" spc="-18" kern="0" b="0" i="0" dirty="0">
                <a:solidFill>
                  <a:srgbClr val="070154"/>
                </a:solidFill>
                <a:latin typeface="IBM Plex Sans SemiBold"/>
                <a:ea typeface="IBM Plex Sans SemiBold"/>
                <a:cs typeface="IBM Plex Sans SemiBold"/>
              </a:endParaRPr>
            </a:p>
          </p:txBody>
        </p:sp>
      </p:grpSp>
      <p:grpSp>
        <p:nvGrpSpPr>
          <p:cNvPr id="39" name="node07"/>
          <p:cNvGrpSpPr/>
          <p:nvPr/>
        </p:nvGrpSpPr>
        <p:grpSpPr>
          <a:xfrm>
            <a:off x="4533900" y="2286000"/>
            <a:ext cx="1143000" cy="152400"/>
            <a:chOff x="4533900" y="2286000"/>
            <a:chExt cx="1143000" cy="152400"/>
          </a:xfrm>
        </p:grpSpPr>
        <p:sp>
          <p:nvSpPr>
            <p:cNvPr id="13" name="node07.text"/>
            <p:cNvSpPr/>
            <p:nvPr/>
          </p:nvSpPr>
          <p:spPr>
            <a:xfrm>
              <a:off x="4533900" y="22860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NEXT 90 DAYS</a:t>
              </a:r>
              <a:endParaRPr lang="en-US" sz="900" spc="54" kern="0" b="0" i="0" dirty="0">
                <a:solidFill>
                  <a:srgbClr val="070154"/>
                </a:solidFill>
                <a:latin typeface="IBM Plex Mono Medium"/>
                <a:ea typeface="IBM Plex Mono Medium"/>
                <a:cs typeface="IBM Plex Mono Medium"/>
              </a:endParaRPr>
            </a:p>
          </p:txBody>
        </p:sp>
      </p:grpSp>
      <p:grpSp>
        <p:nvGrpSpPr>
          <p:cNvPr id="40" name="node08"/>
          <p:cNvGrpSpPr/>
          <p:nvPr/>
        </p:nvGrpSpPr>
        <p:grpSpPr>
          <a:xfrm>
            <a:off x="5981700" y="1600200"/>
            <a:ext cx="5486400" cy="1143000"/>
            <a:chOff x="5981700" y="1600200"/>
            <a:chExt cx="5486400" cy="1143000"/>
          </a:xfrm>
        </p:grpSpPr>
        <p:sp>
          <p:nvSpPr>
            <p:cNvPr id="14" name="node08.container"/>
            <p:cNvSpPr/>
            <p:nvPr/>
          </p:nvSpPr>
          <p:spPr>
            <a:xfrm>
              <a:off x="5981700" y="1600200"/>
              <a:ext cx="5486400" cy="1143000"/>
            </a:xfrm>
            <a:prstGeom prst="rect">
              <a:avLst/>
            </a:prstGeom>
            <a:solidFill>
              <a:srgbClr val="E8EEF8"/>
            </a:solidFill>
            <a:ln>
              <a:noFill/>
            </a:ln>
          </p:spPr>
        </p:sp>
      </p:grpSp>
      <p:grpSp>
        <p:nvGrpSpPr>
          <p:cNvPr id="41" name="node09"/>
          <p:cNvGrpSpPr/>
          <p:nvPr/>
        </p:nvGrpSpPr>
        <p:grpSpPr>
          <a:xfrm>
            <a:off x="6134100" y="1714500"/>
            <a:ext cx="5181600" cy="266700"/>
            <a:chOff x="6134100" y="1714500"/>
            <a:chExt cx="5181600" cy="266700"/>
          </a:xfrm>
        </p:grpSpPr>
        <p:sp>
          <p:nvSpPr>
            <p:cNvPr id="15" name="node09.text"/>
            <p:cNvSpPr/>
            <p:nvPr/>
          </p:nvSpPr>
          <p:spPr>
            <a:xfrm>
              <a:off x="6134100" y="17145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Patients give up on booking before they reach a visit</a:t>
              </a:r>
              <a:endParaRPr lang="en-US" sz="1400" spc="0" kern="0" b="0" i="0" dirty="0">
                <a:solidFill>
                  <a:srgbClr val="070154"/>
                </a:solidFill>
                <a:latin typeface="IBM Plex Sans"/>
                <a:ea typeface="IBM Plex Sans"/>
                <a:cs typeface="IBM Plex Sans"/>
              </a:endParaRPr>
            </a:p>
          </p:txBody>
        </p:sp>
      </p:grpSp>
      <p:grpSp>
        <p:nvGrpSpPr>
          <p:cNvPr id="42" name="node10"/>
          <p:cNvGrpSpPr/>
          <p:nvPr/>
        </p:nvGrpSpPr>
        <p:grpSpPr>
          <a:xfrm>
            <a:off x="6134100" y="2057400"/>
            <a:ext cx="5181600" cy="228600"/>
            <a:chOff x="6134100" y="2057400"/>
            <a:chExt cx="5181600" cy="228600"/>
          </a:xfrm>
        </p:grpSpPr>
        <p:sp>
          <p:nvSpPr>
            <p:cNvPr id="16" name="node10.text"/>
            <p:cNvSpPr/>
            <p:nvPr/>
          </p:nvSpPr>
          <p:spPr>
            <a:xfrm>
              <a:off x="6134100" y="20574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Measure: bookings completed without a call</a:t>
              </a:r>
              <a:endParaRPr lang="en-US" sz="1200" spc="0" kern="0" b="0" i="0" dirty="0">
                <a:solidFill>
                  <a:srgbClr val="0047FF"/>
                </a:solidFill>
                <a:latin typeface="IBM Plex Sans"/>
                <a:ea typeface="IBM Plex Sans"/>
                <a:cs typeface="IBM Plex Sans"/>
              </a:endParaRPr>
            </a:p>
          </p:txBody>
        </p:sp>
      </p:grpSp>
      <p:grpSp>
        <p:nvGrpSpPr>
          <p:cNvPr id="43" name="node11"/>
          <p:cNvGrpSpPr/>
          <p:nvPr/>
        </p:nvGrpSpPr>
        <p:grpSpPr>
          <a:xfrm>
            <a:off x="6134100" y="2286000"/>
            <a:ext cx="5181600" cy="228600"/>
            <a:chOff x="6134100" y="2286000"/>
            <a:chExt cx="5181600" cy="228600"/>
          </a:xfrm>
        </p:grpSpPr>
        <p:sp>
          <p:nvSpPr>
            <p:cNvPr id="17" name="node11.text"/>
            <p:cNvSpPr/>
            <p:nvPr/>
          </p:nvSpPr>
          <p:spPr>
            <a:xfrm>
              <a:off x="6134100" y="22860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Ships: self-scheduling, waitlist, messaging triage</a:t>
              </a:r>
              <a:endParaRPr lang="en-US" sz="1200" spc="0" kern="0" b="0" i="0" dirty="0">
                <a:solidFill>
                  <a:srgbClr val="50658E"/>
                </a:solidFill>
                <a:latin typeface="IBM Plex Sans"/>
                <a:ea typeface="IBM Plex Sans"/>
                <a:cs typeface="IBM Plex Sans"/>
              </a:endParaRPr>
            </a:p>
          </p:txBody>
        </p:sp>
      </p:grpSp>
      <p:grpSp>
        <p:nvGrpSpPr>
          <p:cNvPr id="44" name="node12"/>
          <p:cNvGrpSpPr/>
          <p:nvPr/>
        </p:nvGrpSpPr>
        <p:grpSpPr>
          <a:xfrm>
            <a:off x="4381500" y="2971800"/>
            <a:ext cx="1371600" cy="1143000"/>
            <a:chOff x="4381500" y="2971800"/>
            <a:chExt cx="1371600" cy="1143000"/>
          </a:xfrm>
        </p:grpSpPr>
        <p:sp>
          <p:nvSpPr>
            <p:cNvPr id="18" name="node12.surface"/>
            <p:cNvSpPr/>
            <p:nvPr/>
          </p:nvSpPr>
          <p:spPr>
            <a:xfrm>
              <a:off x="4381500" y="2971800"/>
              <a:ext cx="1371600" cy="1143000"/>
            </a:xfrm>
            <a:prstGeom prst="rect">
              <a:avLst/>
            </a:prstGeom>
            <a:solidFill>
              <a:srgbClr val="070154"/>
            </a:solidFill>
            <a:ln>
              <a:noFill/>
            </a:ln>
          </p:spPr>
        </p:sp>
        <p:sp>
          <p:nvSpPr>
            <p:cNvPr id="19" name="node12.text"/>
            <p:cNvSpPr/>
            <p:nvPr/>
          </p:nvSpPr>
          <p:spPr>
            <a:xfrm>
              <a:off x="4533900" y="33909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Next</a:t>
              </a:r>
              <a:endParaRPr lang="en-US" sz="1800" spc="-18" kern="0" b="0" i="0" dirty="0">
                <a:solidFill>
                  <a:srgbClr val="FFFFFF"/>
                </a:solidFill>
                <a:latin typeface="IBM Plex Sans SemiBold"/>
                <a:ea typeface="IBM Plex Sans SemiBold"/>
                <a:cs typeface="IBM Plex Sans SemiBold"/>
              </a:endParaRPr>
            </a:p>
          </p:txBody>
        </p:sp>
      </p:grpSp>
      <p:grpSp>
        <p:nvGrpSpPr>
          <p:cNvPr id="45" name="node13"/>
          <p:cNvGrpSpPr/>
          <p:nvPr/>
        </p:nvGrpSpPr>
        <p:grpSpPr>
          <a:xfrm>
            <a:off x="4533900" y="3657600"/>
            <a:ext cx="1143000" cy="152400"/>
            <a:chOff x="4533900" y="3657600"/>
            <a:chExt cx="1143000" cy="152400"/>
          </a:xfrm>
        </p:grpSpPr>
        <p:sp>
          <p:nvSpPr>
            <p:cNvPr id="20" name="node13.text"/>
            <p:cNvSpPr/>
            <p:nvPr/>
          </p:nvSpPr>
          <p:spPr>
            <a:xfrm>
              <a:off x="4533900" y="36576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TWO QUARTERS</a:t>
              </a:r>
              <a:endParaRPr lang="en-US" sz="900" spc="54" kern="0" b="0" i="0" dirty="0">
                <a:solidFill>
                  <a:srgbClr val="FFFFFF"/>
                </a:solidFill>
                <a:latin typeface="IBM Plex Mono Medium"/>
                <a:ea typeface="IBM Plex Mono Medium"/>
                <a:cs typeface="IBM Plex Mono Medium"/>
              </a:endParaRPr>
            </a:p>
          </p:txBody>
        </p:sp>
      </p:grpSp>
      <p:grpSp>
        <p:nvGrpSpPr>
          <p:cNvPr id="46" name="node14"/>
          <p:cNvGrpSpPr/>
          <p:nvPr/>
        </p:nvGrpSpPr>
        <p:grpSpPr>
          <a:xfrm>
            <a:off x="5981700" y="2971800"/>
            <a:ext cx="5486400" cy="1143000"/>
            <a:chOff x="5981700" y="2971800"/>
            <a:chExt cx="5486400" cy="1143000"/>
          </a:xfrm>
        </p:grpSpPr>
        <p:sp>
          <p:nvSpPr>
            <p:cNvPr id="21" name="node14.container"/>
            <p:cNvSpPr/>
            <p:nvPr/>
          </p:nvSpPr>
          <p:spPr>
            <a:xfrm>
              <a:off x="5981700" y="2971800"/>
              <a:ext cx="5486400" cy="1143000"/>
            </a:xfrm>
            <a:prstGeom prst="rect">
              <a:avLst/>
            </a:prstGeom>
            <a:solidFill>
              <a:srgbClr val="E8EEF8"/>
            </a:solidFill>
            <a:ln>
              <a:noFill/>
            </a:ln>
          </p:spPr>
        </p:sp>
      </p:grpSp>
      <p:grpSp>
        <p:nvGrpSpPr>
          <p:cNvPr id="47" name="node15"/>
          <p:cNvGrpSpPr/>
          <p:nvPr/>
        </p:nvGrpSpPr>
        <p:grpSpPr>
          <a:xfrm>
            <a:off x="6134100" y="3086100"/>
            <a:ext cx="5181600" cy="266700"/>
            <a:chOff x="6134100" y="3086100"/>
            <a:chExt cx="5181600" cy="266700"/>
          </a:xfrm>
        </p:grpSpPr>
        <p:sp>
          <p:nvSpPr>
            <p:cNvPr id="22" name="node15.text"/>
            <p:cNvSpPr/>
            <p:nvPr/>
          </p:nvSpPr>
          <p:spPr>
            <a:xfrm>
              <a:off x="6134100" y="30861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Patients lose the thread between visits</a:t>
              </a:r>
              <a:endParaRPr lang="en-US" sz="1400" spc="0" kern="0" b="0" i="0" dirty="0">
                <a:solidFill>
                  <a:srgbClr val="070154"/>
                </a:solidFill>
                <a:latin typeface="IBM Plex Sans"/>
                <a:ea typeface="IBM Plex Sans"/>
                <a:cs typeface="IBM Plex Sans"/>
              </a:endParaRPr>
            </a:p>
          </p:txBody>
        </p:sp>
      </p:grpSp>
      <p:grpSp>
        <p:nvGrpSpPr>
          <p:cNvPr id="48" name="node16"/>
          <p:cNvGrpSpPr/>
          <p:nvPr/>
        </p:nvGrpSpPr>
        <p:grpSpPr>
          <a:xfrm>
            <a:off x="6134100" y="3429000"/>
            <a:ext cx="5181600" cy="228600"/>
            <a:chOff x="6134100" y="3429000"/>
            <a:chExt cx="5181600" cy="228600"/>
          </a:xfrm>
        </p:grpSpPr>
        <p:sp>
          <p:nvSpPr>
            <p:cNvPr id="23" name="node16.text"/>
            <p:cNvSpPr/>
            <p:nvPr/>
          </p:nvSpPr>
          <p:spPr>
            <a:xfrm>
              <a:off x="6134100" y="34290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Measure: care-plan tasks completed in the app</a:t>
              </a:r>
              <a:endParaRPr lang="en-US" sz="1200" spc="0" kern="0" b="0" i="0" dirty="0">
                <a:solidFill>
                  <a:srgbClr val="0047FF"/>
                </a:solidFill>
                <a:latin typeface="IBM Plex Sans"/>
                <a:ea typeface="IBM Plex Sans"/>
                <a:cs typeface="IBM Plex Sans"/>
              </a:endParaRPr>
            </a:p>
          </p:txBody>
        </p:sp>
      </p:grpSp>
      <p:grpSp>
        <p:nvGrpSpPr>
          <p:cNvPr id="49" name="node17"/>
          <p:cNvGrpSpPr/>
          <p:nvPr/>
        </p:nvGrpSpPr>
        <p:grpSpPr>
          <a:xfrm>
            <a:off x="6134100" y="3657600"/>
            <a:ext cx="5181600" cy="228600"/>
            <a:chOff x="6134100" y="3657600"/>
            <a:chExt cx="5181600" cy="228600"/>
          </a:xfrm>
        </p:grpSpPr>
        <p:sp>
          <p:nvSpPr>
            <p:cNvPr id="24" name="node17.text"/>
            <p:cNvSpPr/>
            <p:nvPr/>
          </p:nvSpPr>
          <p:spPr>
            <a:xfrm>
              <a:off x="6134100" y="36576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Ships: care plans, remote monitoring pilot, cost estimates</a:t>
              </a:r>
              <a:endParaRPr lang="en-US" sz="1200" spc="0" kern="0" b="0" i="0" dirty="0">
                <a:solidFill>
                  <a:srgbClr val="50658E"/>
                </a:solidFill>
                <a:latin typeface="IBM Plex Sans"/>
                <a:ea typeface="IBM Plex Sans"/>
                <a:cs typeface="IBM Plex Sans"/>
              </a:endParaRPr>
            </a:p>
          </p:txBody>
        </p:sp>
      </p:grpSp>
      <p:grpSp>
        <p:nvGrpSpPr>
          <p:cNvPr id="50" name="node18"/>
          <p:cNvGrpSpPr/>
          <p:nvPr/>
        </p:nvGrpSpPr>
        <p:grpSpPr>
          <a:xfrm>
            <a:off x="4381500" y="4343400"/>
            <a:ext cx="1371600" cy="1143000"/>
            <a:chOff x="4381500" y="4343400"/>
            <a:chExt cx="1371600" cy="1143000"/>
          </a:xfrm>
        </p:grpSpPr>
        <p:sp>
          <p:nvSpPr>
            <p:cNvPr id="25" name="node18.surface"/>
            <p:cNvSpPr/>
            <p:nvPr/>
          </p:nvSpPr>
          <p:spPr>
            <a:xfrm>
              <a:off x="4381500" y="4343400"/>
              <a:ext cx="1371600" cy="1143000"/>
            </a:xfrm>
            <a:prstGeom prst="rect">
              <a:avLst/>
            </a:prstGeom>
            <a:solidFill>
              <a:srgbClr val="CED7E6"/>
            </a:solidFill>
            <a:ln>
              <a:noFill/>
            </a:ln>
          </p:spPr>
        </p:sp>
        <p:sp>
          <p:nvSpPr>
            <p:cNvPr id="26" name="node18.text"/>
            <p:cNvSpPr/>
            <p:nvPr/>
          </p:nvSpPr>
          <p:spPr>
            <a:xfrm>
              <a:off x="4533900" y="47625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Later</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19"/>
          <p:cNvGrpSpPr/>
          <p:nvPr/>
        </p:nvGrpSpPr>
        <p:grpSpPr>
          <a:xfrm>
            <a:off x="4533900" y="5029200"/>
            <a:ext cx="1143000" cy="304800"/>
            <a:chOff x="4533900" y="5029200"/>
            <a:chExt cx="1143000" cy="304800"/>
          </a:xfrm>
        </p:grpSpPr>
        <p:sp>
          <p:nvSpPr>
            <p:cNvPr id="27" name="node19.text"/>
            <p:cNvSpPr/>
            <p:nvPr/>
          </p:nvSpPr>
          <p:spPr>
            <a:xfrm>
              <a:off x="4533900" y="5029200"/>
              <a:ext cx="1143000" cy="3048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SIX MONTHS AND BEYOND</a:t>
              </a:r>
              <a:endParaRPr lang="en-US" sz="900" spc="54" kern="0" b="0" i="0" dirty="0">
                <a:solidFill>
                  <a:srgbClr val="070154"/>
                </a:solidFill>
                <a:latin typeface="IBM Plex Mono Medium"/>
                <a:ea typeface="IBM Plex Mono Medium"/>
                <a:cs typeface="IBM Plex Mono Medium"/>
              </a:endParaRPr>
            </a:p>
          </p:txBody>
        </p:sp>
      </p:grpSp>
      <p:grpSp>
        <p:nvGrpSpPr>
          <p:cNvPr id="52" name="node20"/>
          <p:cNvGrpSpPr/>
          <p:nvPr/>
        </p:nvGrpSpPr>
        <p:grpSpPr>
          <a:xfrm>
            <a:off x="5981700" y="4343400"/>
            <a:ext cx="5486400" cy="1143000"/>
            <a:chOff x="5981700" y="4343400"/>
            <a:chExt cx="5486400" cy="1143000"/>
          </a:xfrm>
        </p:grpSpPr>
        <p:sp>
          <p:nvSpPr>
            <p:cNvPr id="28" name="node20.container"/>
            <p:cNvSpPr/>
            <p:nvPr/>
          </p:nvSpPr>
          <p:spPr>
            <a:xfrm>
              <a:off x="5981700" y="4343400"/>
              <a:ext cx="5486400" cy="1143000"/>
            </a:xfrm>
            <a:prstGeom prst="rect">
              <a:avLst/>
            </a:prstGeom>
            <a:solidFill>
              <a:srgbClr val="E8EEF8"/>
            </a:solidFill>
            <a:ln>
              <a:noFill/>
            </a:ln>
          </p:spPr>
        </p:sp>
      </p:grpSp>
      <p:grpSp>
        <p:nvGrpSpPr>
          <p:cNvPr id="53" name="node21"/>
          <p:cNvGrpSpPr/>
          <p:nvPr/>
        </p:nvGrpSpPr>
        <p:grpSpPr>
          <a:xfrm>
            <a:off x="6134100" y="4457700"/>
            <a:ext cx="5181600" cy="266700"/>
            <a:chOff x="6134100" y="4457700"/>
            <a:chExt cx="5181600" cy="266700"/>
          </a:xfrm>
        </p:grpSpPr>
        <p:sp>
          <p:nvSpPr>
            <p:cNvPr id="29" name="node21.text"/>
            <p:cNvSpPr/>
            <p:nvPr/>
          </p:nvSpPr>
          <p:spPr>
            <a:xfrm>
              <a:off x="6134100" y="44577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Families and caregivers are locked out of the app</a:t>
              </a:r>
              <a:endParaRPr lang="en-US" sz="1400" spc="0" kern="0" b="0" i="0" dirty="0">
                <a:solidFill>
                  <a:srgbClr val="070154"/>
                </a:solidFill>
                <a:latin typeface="IBM Plex Sans"/>
                <a:ea typeface="IBM Plex Sans"/>
                <a:cs typeface="IBM Plex Sans"/>
              </a:endParaRPr>
            </a:p>
          </p:txBody>
        </p:sp>
      </p:grpSp>
      <p:grpSp>
        <p:nvGrpSpPr>
          <p:cNvPr id="54" name="node22"/>
          <p:cNvGrpSpPr/>
          <p:nvPr/>
        </p:nvGrpSpPr>
        <p:grpSpPr>
          <a:xfrm>
            <a:off x="6134100" y="4800600"/>
            <a:ext cx="5181600" cy="228600"/>
            <a:chOff x="6134100" y="4800600"/>
            <a:chExt cx="5181600" cy="228600"/>
          </a:xfrm>
        </p:grpSpPr>
        <p:sp>
          <p:nvSpPr>
            <p:cNvPr id="30" name="node22.text"/>
            <p:cNvSpPr/>
            <p:nvPr/>
          </p:nvSpPr>
          <p:spPr>
            <a:xfrm>
              <a:off x="6134100" y="48006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Measure: share of patients with a proxy or language preference</a:t>
              </a:r>
              <a:endParaRPr lang="en-US" sz="1200" spc="0" kern="0" b="0" i="0" dirty="0">
                <a:solidFill>
                  <a:srgbClr val="0047FF"/>
                </a:solidFill>
                <a:latin typeface="IBM Plex Sans"/>
                <a:ea typeface="IBM Plex Sans"/>
                <a:cs typeface="IBM Plex Sans"/>
              </a:endParaRPr>
            </a:p>
          </p:txBody>
        </p:sp>
      </p:grpSp>
      <p:grpSp>
        <p:nvGrpSpPr>
          <p:cNvPr id="55" name="node23"/>
          <p:cNvGrpSpPr/>
          <p:nvPr/>
        </p:nvGrpSpPr>
        <p:grpSpPr>
          <a:xfrm>
            <a:off x="6134100" y="5029200"/>
            <a:ext cx="5181600" cy="228600"/>
            <a:chOff x="6134100" y="5029200"/>
            <a:chExt cx="5181600" cy="228600"/>
          </a:xfrm>
        </p:grpSpPr>
        <p:sp>
          <p:nvSpPr>
            <p:cNvPr id="31" name="node23.text"/>
            <p:cNvSpPr/>
            <p:nvPr/>
          </p:nvSpPr>
          <p:spPr>
            <a:xfrm>
              <a:off x="6134100" y="50292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Ships: proxy access, multilingual booking</a:t>
              </a:r>
              <a:endParaRPr lang="en-US" sz="1200" spc="0" kern="0" b="0" i="0" dirty="0">
                <a:solidFill>
                  <a:srgbClr val="50658E"/>
                </a:solidFill>
                <a:latin typeface="IBM Plex Sans"/>
                <a:ea typeface="IBM Plex Sans"/>
                <a:cs typeface="IBM Plex Sans"/>
              </a:endParaRPr>
            </a:p>
          </p:txBody>
        </p:sp>
      </p:grpSp>
      <p:grpSp>
        <p:nvGrpSpPr>
          <p:cNvPr id="56" name="node24"/>
          <p:cNvGrpSpPr/>
          <p:nvPr/>
        </p:nvGrpSpPr>
        <p:grpSpPr>
          <a:xfrm>
            <a:off x="4381500" y="5715000"/>
            <a:ext cx="7086600" cy="228600"/>
            <a:chOff x="4381500" y="5715000"/>
            <a:chExt cx="7086600" cy="228600"/>
          </a:xfrm>
        </p:grpSpPr>
        <p:sp>
          <p:nvSpPr>
            <p:cNvPr id="32" name="node24.text"/>
            <p:cNvSpPr/>
            <p:nvPr/>
          </p:nvSpPr>
          <p:spPr>
            <a:xfrm>
              <a:off x="4381500" y="57150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Horizons are planning commitments, not delivery dates.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ource-44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roadmap in one view</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75</a:t>
            </a:fld>
            <a:endParaRPr lang="en-US" sz="700" spc="0" kern="0" b="0" i="0" dirty="0">
              <a:solidFill>
                <a:srgbClr val="FFFFFF"/>
              </a:solidFill>
              <a:latin typeface="IBM Plex Mono SemiBold"/>
              <a:ea typeface="IBM Plex Mono SemiBold"/>
              <a:cs typeface="IBM Plex Mono SemiBold"/>
            </a:endParaRPr>
          </a:p>
        </p:txBody>
      </p:sp>
      <p:grpSp>
        <p:nvGrpSpPr>
          <p:cNvPr id="50" name="node01"/>
          <p:cNvGrpSpPr/>
          <p:nvPr/>
        </p:nvGrpSpPr>
        <p:grpSpPr>
          <a:xfrm>
            <a:off x="723900" y="1600200"/>
            <a:ext cx="2057400" cy="685800"/>
            <a:chOff x="723900" y="1600200"/>
            <a:chExt cx="2057400" cy="685800"/>
          </a:xfrm>
        </p:grpSpPr>
        <p:sp>
          <p:nvSpPr>
            <p:cNvPr id="6" name="node01.surface"/>
            <p:cNvSpPr/>
            <p:nvPr/>
          </p:nvSpPr>
          <p:spPr>
            <a:xfrm>
              <a:off x="723900" y="1600200"/>
              <a:ext cx="2057400" cy="685800"/>
            </a:xfrm>
            <a:prstGeom prst="rect">
              <a:avLst/>
            </a:prstGeom>
            <a:solidFill>
              <a:srgbClr val="F900D3"/>
            </a:solidFill>
            <a:ln>
              <a:noFill/>
            </a:ln>
          </p:spPr>
        </p:sp>
        <p:sp>
          <p:nvSpPr>
            <p:cNvPr id="7" name="node01.text"/>
            <p:cNvSpPr/>
            <p:nvPr/>
          </p:nvSpPr>
          <p:spPr>
            <a:xfrm>
              <a:off x="876300" y="1790700"/>
              <a:ext cx="1752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Now</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02"/>
          <p:cNvGrpSpPr/>
          <p:nvPr/>
        </p:nvGrpSpPr>
        <p:grpSpPr>
          <a:xfrm>
            <a:off x="723900" y="2514600"/>
            <a:ext cx="2057400" cy="571500"/>
            <a:chOff x="723900" y="2514600"/>
            <a:chExt cx="2057400" cy="571500"/>
          </a:xfrm>
        </p:grpSpPr>
        <p:sp>
          <p:nvSpPr>
            <p:cNvPr id="8" name="node02.surface"/>
            <p:cNvSpPr/>
            <p:nvPr/>
          </p:nvSpPr>
          <p:spPr>
            <a:xfrm>
              <a:off x="723900" y="2514600"/>
              <a:ext cx="2057400" cy="571500"/>
            </a:xfrm>
            <a:prstGeom prst="rect">
              <a:avLst/>
            </a:prstGeom>
            <a:solidFill>
              <a:srgbClr val="E8EEF8"/>
            </a:solidFill>
            <a:ln>
              <a:noFill/>
            </a:ln>
          </p:spPr>
        </p:sp>
        <p:sp>
          <p:nvSpPr>
            <p:cNvPr id="9" name="node02.text"/>
            <p:cNvSpPr/>
            <p:nvPr/>
          </p:nvSpPr>
          <p:spPr>
            <a:xfrm>
              <a:off x="876300" y="26860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Self-scheduling</a:t>
              </a:r>
              <a:endParaRPr lang="en-US" sz="1200" spc="0" kern="0" b="0" i="0" dirty="0">
                <a:solidFill>
                  <a:srgbClr val="070154"/>
                </a:solidFill>
                <a:latin typeface="IBM Plex Sans"/>
                <a:ea typeface="IBM Plex Sans"/>
                <a:cs typeface="IBM Plex Sans"/>
              </a:endParaRPr>
            </a:p>
          </p:txBody>
        </p:sp>
      </p:grpSp>
      <p:grpSp>
        <p:nvGrpSpPr>
          <p:cNvPr id="52" name="node03"/>
          <p:cNvGrpSpPr/>
          <p:nvPr/>
        </p:nvGrpSpPr>
        <p:grpSpPr>
          <a:xfrm>
            <a:off x="723900" y="3200400"/>
            <a:ext cx="2057400" cy="571500"/>
            <a:chOff x="723900" y="3200400"/>
            <a:chExt cx="2057400" cy="571500"/>
          </a:xfrm>
        </p:grpSpPr>
        <p:sp>
          <p:nvSpPr>
            <p:cNvPr id="10" name="node03.surface"/>
            <p:cNvSpPr/>
            <p:nvPr/>
          </p:nvSpPr>
          <p:spPr>
            <a:xfrm>
              <a:off x="723900" y="3200400"/>
              <a:ext cx="2057400" cy="571500"/>
            </a:xfrm>
            <a:prstGeom prst="rect">
              <a:avLst/>
            </a:prstGeom>
            <a:solidFill>
              <a:srgbClr val="E8EEF8"/>
            </a:solidFill>
            <a:ln>
              <a:noFill/>
            </a:ln>
          </p:spPr>
        </p:sp>
        <p:sp>
          <p:nvSpPr>
            <p:cNvPr id="11" name="node03.text"/>
            <p:cNvSpPr/>
            <p:nvPr/>
          </p:nvSpPr>
          <p:spPr>
            <a:xfrm>
              <a:off x="876300" y="33718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Waitlist</a:t>
              </a:r>
              <a:endParaRPr lang="en-US" sz="1200" spc="0" kern="0" b="0" i="0" dirty="0">
                <a:solidFill>
                  <a:srgbClr val="070154"/>
                </a:solidFill>
                <a:latin typeface="IBM Plex Sans"/>
                <a:ea typeface="IBM Plex Sans"/>
                <a:cs typeface="IBM Plex Sans"/>
              </a:endParaRPr>
            </a:p>
          </p:txBody>
        </p:sp>
      </p:grpSp>
      <p:grpSp>
        <p:nvGrpSpPr>
          <p:cNvPr id="53" name="node04"/>
          <p:cNvGrpSpPr/>
          <p:nvPr/>
        </p:nvGrpSpPr>
        <p:grpSpPr>
          <a:xfrm>
            <a:off x="723900" y="3886200"/>
            <a:ext cx="2057400" cy="571500"/>
            <a:chOff x="723900" y="3886200"/>
            <a:chExt cx="2057400" cy="571500"/>
          </a:xfrm>
        </p:grpSpPr>
        <p:sp>
          <p:nvSpPr>
            <p:cNvPr id="12" name="node04.surface"/>
            <p:cNvSpPr/>
            <p:nvPr/>
          </p:nvSpPr>
          <p:spPr>
            <a:xfrm>
              <a:off x="723900" y="3886200"/>
              <a:ext cx="2057400" cy="571500"/>
            </a:xfrm>
            <a:prstGeom prst="rect">
              <a:avLst/>
            </a:prstGeom>
            <a:solidFill>
              <a:srgbClr val="E8EEF8"/>
            </a:solidFill>
            <a:ln>
              <a:noFill/>
            </a:ln>
          </p:spPr>
        </p:sp>
        <p:sp>
          <p:nvSpPr>
            <p:cNvPr id="13" name="node04.text"/>
            <p:cNvSpPr/>
            <p:nvPr/>
          </p:nvSpPr>
          <p:spPr>
            <a:xfrm>
              <a:off x="876300" y="40576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Messaging triage</a:t>
              </a:r>
              <a:endParaRPr lang="en-US" sz="1200" spc="0" kern="0" b="0" i="0" dirty="0">
                <a:solidFill>
                  <a:srgbClr val="070154"/>
                </a:solidFill>
                <a:latin typeface="IBM Plex Sans"/>
                <a:ea typeface="IBM Plex Sans"/>
                <a:cs typeface="IBM Plex Sans"/>
              </a:endParaRPr>
            </a:p>
          </p:txBody>
        </p:sp>
      </p:grpSp>
      <p:grpSp>
        <p:nvGrpSpPr>
          <p:cNvPr id="54" name="node05"/>
          <p:cNvGrpSpPr/>
          <p:nvPr/>
        </p:nvGrpSpPr>
        <p:grpSpPr>
          <a:xfrm>
            <a:off x="723900" y="4572000"/>
            <a:ext cx="2057400" cy="571500"/>
            <a:chOff x="723900" y="4572000"/>
            <a:chExt cx="2057400" cy="571500"/>
          </a:xfrm>
        </p:grpSpPr>
        <p:sp>
          <p:nvSpPr>
            <p:cNvPr id="14" name="node05.surface"/>
            <p:cNvSpPr/>
            <p:nvPr/>
          </p:nvSpPr>
          <p:spPr>
            <a:xfrm>
              <a:off x="723900" y="4572000"/>
              <a:ext cx="2057400" cy="571500"/>
            </a:xfrm>
            <a:prstGeom prst="rect">
              <a:avLst/>
            </a:prstGeom>
            <a:solidFill>
              <a:srgbClr val="E8EEF8"/>
            </a:solidFill>
            <a:ln>
              <a:noFill/>
            </a:ln>
          </p:spPr>
        </p:sp>
        <p:sp>
          <p:nvSpPr>
            <p:cNvPr id="15" name="node05.text"/>
            <p:cNvSpPr/>
            <p:nvPr/>
          </p:nvSpPr>
          <p:spPr>
            <a:xfrm>
              <a:off x="876300" y="47434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 online</a:t>
              </a:r>
              <a:endParaRPr lang="en-US" sz="1200" spc="0" kern="0" b="0" i="0" dirty="0">
                <a:solidFill>
                  <a:srgbClr val="070154"/>
                </a:solidFill>
                <a:latin typeface="IBM Plex Sans"/>
                <a:ea typeface="IBM Plex Sans"/>
                <a:cs typeface="IBM Plex Sans"/>
              </a:endParaRPr>
            </a:p>
          </p:txBody>
        </p:sp>
      </p:grpSp>
      <p:grpSp>
        <p:nvGrpSpPr>
          <p:cNvPr id="55" name="node06"/>
          <p:cNvGrpSpPr/>
          <p:nvPr/>
        </p:nvGrpSpPr>
        <p:grpSpPr>
          <a:xfrm>
            <a:off x="723900" y="5257800"/>
            <a:ext cx="2057400" cy="571500"/>
            <a:chOff x="723900" y="5257800"/>
            <a:chExt cx="2057400" cy="571500"/>
          </a:xfrm>
        </p:grpSpPr>
        <p:sp>
          <p:nvSpPr>
            <p:cNvPr id="16" name="node06.surface"/>
            <p:cNvSpPr/>
            <p:nvPr/>
          </p:nvSpPr>
          <p:spPr>
            <a:xfrm>
              <a:off x="723900" y="5257800"/>
              <a:ext cx="2057400" cy="571500"/>
            </a:xfrm>
            <a:prstGeom prst="rect">
              <a:avLst/>
            </a:prstGeom>
            <a:solidFill>
              <a:srgbClr val="E8EEF8"/>
            </a:solidFill>
            <a:ln>
              <a:noFill/>
            </a:ln>
          </p:spPr>
        </p:sp>
        <p:sp>
          <p:nvSpPr>
            <p:cNvPr id="17" name="node06.text"/>
            <p:cNvSpPr/>
            <p:nvPr/>
          </p:nvSpPr>
          <p:spPr>
            <a:xfrm>
              <a:off x="876300" y="54292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Payment plans</a:t>
              </a:r>
              <a:endParaRPr lang="en-US" sz="1200" spc="0" kern="0" b="0" i="0" dirty="0">
                <a:solidFill>
                  <a:srgbClr val="070154"/>
                </a:solidFill>
                <a:latin typeface="IBM Plex Sans"/>
                <a:ea typeface="IBM Plex Sans"/>
                <a:cs typeface="IBM Plex Sans"/>
              </a:endParaRPr>
            </a:p>
          </p:txBody>
        </p:sp>
      </p:grpSp>
      <p:grpSp>
        <p:nvGrpSpPr>
          <p:cNvPr id="56" name="node07"/>
          <p:cNvGrpSpPr/>
          <p:nvPr/>
        </p:nvGrpSpPr>
        <p:grpSpPr>
          <a:xfrm>
            <a:off x="3238500" y="1600200"/>
            <a:ext cx="2057400" cy="685800"/>
            <a:chOff x="3238500" y="1600200"/>
            <a:chExt cx="2057400" cy="685800"/>
          </a:xfrm>
        </p:grpSpPr>
        <p:sp>
          <p:nvSpPr>
            <p:cNvPr id="18" name="node07.surface"/>
            <p:cNvSpPr/>
            <p:nvPr/>
          </p:nvSpPr>
          <p:spPr>
            <a:xfrm>
              <a:off x="3238500" y="1600200"/>
              <a:ext cx="2057400" cy="685800"/>
            </a:xfrm>
            <a:prstGeom prst="rect">
              <a:avLst/>
            </a:prstGeom>
            <a:solidFill>
              <a:srgbClr val="070154"/>
            </a:solidFill>
            <a:ln>
              <a:noFill/>
            </a:ln>
          </p:spPr>
        </p:sp>
        <p:sp>
          <p:nvSpPr>
            <p:cNvPr id="19" name="node07.text"/>
            <p:cNvSpPr/>
            <p:nvPr/>
          </p:nvSpPr>
          <p:spPr>
            <a:xfrm>
              <a:off x="3390900" y="1790700"/>
              <a:ext cx="1752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Next</a:t>
              </a:r>
              <a:endParaRPr lang="en-US" sz="1800" spc="-18" kern="0" b="0" i="0" dirty="0">
                <a:solidFill>
                  <a:srgbClr val="FFFFFF"/>
                </a:solidFill>
                <a:latin typeface="IBM Plex Sans SemiBold"/>
                <a:ea typeface="IBM Plex Sans SemiBold"/>
                <a:cs typeface="IBM Plex Sans SemiBold"/>
              </a:endParaRPr>
            </a:p>
          </p:txBody>
        </p:sp>
      </p:grpSp>
      <p:grpSp>
        <p:nvGrpSpPr>
          <p:cNvPr id="57" name="node08"/>
          <p:cNvGrpSpPr/>
          <p:nvPr/>
        </p:nvGrpSpPr>
        <p:grpSpPr>
          <a:xfrm>
            <a:off x="3238500" y="2514600"/>
            <a:ext cx="2057400" cy="571500"/>
            <a:chOff x="3238500" y="2514600"/>
            <a:chExt cx="2057400" cy="571500"/>
          </a:xfrm>
        </p:grpSpPr>
        <p:sp>
          <p:nvSpPr>
            <p:cNvPr id="20" name="node08.surface"/>
            <p:cNvSpPr/>
            <p:nvPr/>
          </p:nvSpPr>
          <p:spPr>
            <a:xfrm>
              <a:off x="3238500" y="2514600"/>
              <a:ext cx="2057400" cy="571500"/>
            </a:xfrm>
            <a:prstGeom prst="rect">
              <a:avLst/>
            </a:prstGeom>
            <a:solidFill>
              <a:srgbClr val="E8EEF8"/>
            </a:solidFill>
            <a:ln>
              <a:noFill/>
            </a:ln>
          </p:spPr>
        </p:sp>
        <p:sp>
          <p:nvSpPr>
            <p:cNvPr id="21" name="node08.text"/>
            <p:cNvSpPr/>
            <p:nvPr/>
          </p:nvSpPr>
          <p:spPr>
            <a:xfrm>
              <a:off x="3390900" y="26860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plans</a:t>
              </a:r>
              <a:endParaRPr lang="en-US" sz="1200" spc="0" kern="0" b="0" i="0" dirty="0">
                <a:solidFill>
                  <a:srgbClr val="070154"/>
                </a:solidFill>
                <a:latin typeface="IBM Plex Sans"/>
                <a:ea typeface="IBM Plex Sans"/>
                <a:cs typeface="IBM Plex Sans"/>
              </a:endParaRPr>
            </a:p>
          </p:txBody>
        </p:sp>
      </p:grpSp>
      <p:grpSp>
        <p:nvGrpSpPr>
          <p:cNvPr id="58" name="node09"/>
          <p:cNvGrpSpPr/>
          <p:nvPr/>
        </p:nvGrpSpPr>
        <p:grpSpPr>
          <a:xfrm>
            <a:off x="3238500" y="3200400"/>
            <a:ext cx="2057400" cy="571500"/>
            <a:chOff x="3238500" y="3200400"/>
            <a:chExt cx="2057400" cy="571500"/>
          </a:xfrm>
        </p:grpSpPr>
        <p:sp>
          <p:nvSpPr>
            <p:cNvPr id="22" name="node09.surface"/>
            <p:cNvSpPr/>
            <p:nvPr/>
          </p:nvSpPr>
          <p:spPr>
            <a:xfrm>
              <a:off x="3238500" y="3200400"/>
              <a:ext cx="2057400" cy="571500"/>
            </a:xfrm>
            <a:prstGeom prst="rect">
              <a:avLst/>
            </a:prstGeom>
            <a:solidFill>
              <a:srgbClr val="E8EEF8"/>
            </a:solidFill>
            <a:ln>
              <a:noFill/>
            </a:ln>
          </p:spPr>
        </p:sp>
        <p:sp>
          <p:nvSpPr>
            <p:cNvPr id="23" name="node09.text"/>
            <p:cNvSpPr/>
            <p:nvPr/>
          </p:nvSpPr>
          <p:spPr>
            <a:xfrm>
              <a:off x="3390900" y="33718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Remote monitoring</a:t>
              </a:r>
              <a:endParaRPr lang="en-US" sz="1200" spc="0" kern="0" b="0" i="0" dirty="0">
                <a:solidFill>
                  <a:srgbClr val="070154"/>
                </a:solidFill>
                <a:latin typeface="IBM Plex Sans"/>
                <a:ea typeface="IBM Plex Sans"/>
                <a:cs typeface="IBM Plex Sans"/>
              </a:endParaRPr>
            </a:p>
          </p:txBody>
        </p:sp>
      </p:grpSp>
      <p:grpSp>
        <p:nvGrpSpPr>
          <p:cNvPr id="59" name="node10"/>
          <p:cNvGrpSpPr/>
          <p:nvPr/>
        </p:nvGrpSpPr>
        <p:grpSpPr>
          <a:xfrm>
            <a:off x="3238500" y="3886200"/>
            <a:ext cx="2057400" cy="571500"/>
            <a:chOff x="3238500" y="3886200"/>
            <a:chExt cx="2057400" cy="571500"/>
          </a:xfrm>
        </p:grpSpPr>
        <p:sp>
          <p:nvSpPr>
            <p:cNvPr id="24" name="node10.surface"/>
            <p:cNvSpPr/>
            <p:nvPr/>
          </p:nvSpPr>
          <p:spPr>
            <a:xfrm>
              <a:off x="3238500" y="3886200"/>
              <a:ext cx="2057400" cy="571500"/>
            </a:xfrm>
            <a:prstGeom prst="rect">
              <a:avLst/>
            </a:prstGeom>
            <a:solidFill>
              <a:srgbClr val="E8EEF8"/>
            </a:solidFill>
            <a:ln>
              <a:noFill/>
            </a:ln>
          </p:spPr>
        </p:sp>
        <p:sp>
          <p:nvSpPr>
            <p:cNvPr id="25" name="node10.text"/>
            <p:cNvSpPr/>
            <p:nvPr/>
          </p:nvSpPr>
          <p:spPr>
            <a:xfrm>
              <a:off x="3390900" y="40576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estimates</a:t>
              </a:r>
              <a:endParaRPr lang="en-US" sz="1200" spc="0" kern="0" b="0" i="0" dirty="0">
                <a:solidFill>
                  <a:srgbClr val="070154"/>
                </a:solidFill>
                <a:latin typeface="IBM Plex Sans"/>
                <a:ea typeface="IBM Plex Sans"/>
                <a:cs typeface="IBM Plex Sans"/>
              </a:endParaRPr>
            </a:p>
          </p:txBody>
        </p:sp>
      </p:grpSp>
      <p:grpSp>
        <p:nvGrpSpPr>
          <p:cNvPr id="60" name="node11"/>
          <p:cNvGrpSpPr/>
          <p:nvPr/>
        </p:nvGrpSpPr>
        <p:grpSpPr>
          <a:xfrm>
            <a:off x="3238500" y="4572000"/>
            <a:ext cx="2057400" cy="571500"/>
            <a:chOff x="3238500" y="4572000"/>
            <a:chExt cx="2057400" cy="571500"/>
          </a:xfrm>
        </p:grpSpPr>
        <p:sp>
          <p:nvSpPr>
            <p:cNvPr id="26" name="node11.surface"/>
            <p:cNvSpPr/>
            <p:nvPr/>
          </p:nvSpPr>
          <p:spPr>
            <a:xfrm>
              <a:off x="3238500" y="4572000"/>
              <a:ext cx="2057400" cy="571500"/>
            </a:xfrm>
            <a:prstGeom prst="rect">
              <a:avLst/>
            </a:prstGeom>
            <a:solidFill>
              <a:srgbClr val="E8EEF8"/>
            </a:solidFill>
            <a:ln>
              <a:noFill/>
            </a:ln>
          </p:spPr>
        </p:sp>
        <p:sp>
          <p:nvSpPr>
            <p:cNvPr id="27" name="node11.text"/>
            <p:cNvSpPr/>
            <p:nvPr/>
          </p:nvSpPr>
          <p:spPr>
            <a:xfrm>
              <a:off x="3390900" y="47434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Pre-visit forms</a:t>
              </a:r>
              <a:endParaRPr lang="en-US" sz="1200" spc="0" kern="0" b="0" i="0" dirty="0">
                <a:solidFill>
                  <a:srgbClr val="070154"/>
                </a:solidFill>
                <a:latin typeface="IBM Plex Sans"/>
                <a:ea typeface="IBM Plex Sans"/>
                <a:cs typeface="IBM Plex Sans"/>
              </a:endParaRPr>
            </a:p>
          </p:txBody>
        </p:sp>
      </p:grpSp>
      <p:grpSp>
        <p:nvGrpSpPr>
          <p:cNvPr id="61" name="node12"/>
          <p:cNvGrpSpPr/>
          <p:nvPr/>
        </p:nvGrpSpPr>
        <p:grpSpPr>
          <a:xfrm>
            <a:off x="3238500" y="5257800"/>
            <a:ext cx="2057400" cy="571500"/>
            <a:chOff x="3238500" y="5257800"/>
            <a:chExt cx="2057400" cy="571500"/>
          </a:xfrm>
        </p:grpSpPr>
        <p:sp>
          <p:nvSpPr>
            <p:cNvPr id="28" name="node12.surface"/>
            <p:cNvSpPr/>
            <p:nvPr/>
          </p:nvSpPr>
          <p:spPr>
            <a:xfrm>
              <a:off x="3238500" y="5257800"/>
              <a:ext cx="2057400" cy="571500"/>
            </a:xfrm>
            <a:prstGeom prst="rect">
              <a:avLst/>
            </a:prstGeom>
            <a:solidFill>
              <a:srgbClr val="E8EEF8"/>
            </a:solidFill>
            <a:ln>
              <a:noFill/>
            </a:ln>
          </p:spPr>
        </p:sp>
        <p:sp>
          <p:nvSpPr>
            <p:cNvPr id="29" name="node12.text"/>
            <p:cNvSpPr/>
            <p:nvPr/>
          </p:nvSpPr>
          <p:spPr>
            <a:xfrm>
              <a:off x="3390900" y="54292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Console redesign</a:t>
              </a:r>
              <a:endParaRPr lang="en-US" sz="1200" spc="0" kern="0" b="0" i="0" dirty="0">
                <a:solidFill>
                  <a:srgbClr val="070154"/>
                </a:solidFill>
                <a:latin typeface="IBM Plex Sans"/>
                <a:ea typeface="IBM Plex Sans"/>
                <a:cs typeface="IBM Plex Sans"/>
              </a:endParaRPr>
            </a:p>
          </p:txBody>
        </p:sp>
      </p:grpSp>
      <p:grpSp>
        <p:nvGrpSpPr>
          <p:cNvPr id="62" name="node13"/>
          <p:cNvGrpSpPr/>
          <p:nvPr/>
        </p:nvGrpSpPr>
        <p:grpSpPr>
          <a:xfrm>
            <a:off x="5753100" y="1600200"/>
            <a:ext cx="2057400" cy="685800"/>
            <a:chOff x="5753100" y="1600200"/>
            <a:chExt cx="2057400" cy="685800"/>
          </a:xfrm>
        </p:grpSpPr>
        <p:sp>
          <p:nvSpPr>
            <p:cNvPr id="30" name="node13.surface"/>
            <p:cNvSpPr/>
            <p:nvPr/>
          </p:nvSpPr>
          <p:spPr>
            <a:xfrm>
              <a:off x="5753100" y="1600200"/>
              <a:ext cx="2057400" cy="685800"/>
            </a:xfrm>
            <a:prstGeom prst="rect">
              <a:avLst/>
            </a:prstGeom>
            <a:solidFill>
              <a:srgbClr val="CED7E6"/>
            </a:solidFill>
            <a:ln>
              <a:noFill/>
            </a:ln>
          </p:spPr>
        </p:sp>
        <p:sp>
          <p:nvSpPr>
            <p:cNvPr id="31" name="node13.text"/>
            <p:cNvSpPr/>
            <p:nvPr/>
          </p:nvSpPr>
          <p:spPr>
            <a:xfrm>
              <a:off x="5905500" y="1790700"/>
              <a:ext cx="1752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Later</a:t>
              </a:r>
              <a:endParaRPr lang="en-US" sz="1800" spc="-18" kern="0" b="0" i="0" dirty="0">
                <a:solidFill>
                  <a:srgbClr val="070154"/>
                </a:solidFill>
                <a:latin typeface="IBM Plex Sans SemiBold"/>
                <a:ea typeface="IBM Plex Sans SemiBold"/>
                <a:cs typeface="IBM Plex Sans SemiBold"/>
              </a:endParaRPr>
            </a:p>
          </p:txBody>
        </p:sp>
      </p:grpSp>
      <p:grpSp>
        <p:nvGrpSpPr>
          <p:cNvPr id="63" name="node14"/>
          <p:cNvGrpSpPr/>
          <p:nvPr/>
        </p:nvGrpSpPr>
        <p:grpSpPr>
          <a:xfrm>
            <a:off x="5753100" y="2514600"/>
            <a:ext cx="2057400" cy="571500"/>
            <a:chOff x="5753100" y="2514600"/>
            <a:chExt cx="2057400" cy="571500"/>
          </a:xfrm>
        </p:grpSpPr>
        <p:sp>
          <p:nvSpPr>
            <p:cNvPr id="32" name="node14.surface"/>
            <p:cNvSpPr/>
            <p:nvPr/>
          </p:nvSpPr>
          <p:spPr>
            <a:xfrm>
              <a:off x="5759450" y="2520950"/>
              <a:ext cx="2044700" cy="558800"/>
            </a:xfrm>
            <a:prstGeom prst="rect">
              <a:avLst/>
            </a:prstGeom>
            <a:solidFill>
              <a:srgbClr val="FFFFFF"/>
            </a:solidFill>
            <a:ln w="12700">
              <a:solidFill>
                <a:srgbClr val="CED7E6"/>
              </a:solidFill>
              <a:prstDash val="solid"/>
            </a:ln>
          </p:spPr>
        </p:sp>
        <p:sp>
          <p:nvSpPr>
            <p:cNvPr id="33" name="node14.text"/>
            <p:cNvSpPr/>
            <p:nvPr/>
          </p:nvSpPr>
          <p:spPr>
            <a:xfrm>
              <a:off x="5905500" y="26860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Caregiver proxy</a:t>
              </a:r>
              <a:endParaRPr lang="en-US" sz="1200" spc="0" kern="0" b="0" i="0" dirty="0">
                <a:solidFill>
                  <a:srgbClr val="070154"/>
                </a:solidFill>
                <a:latin typeface="IBM Plex Sans"/>
                <a:ea typeface="IBM Plex Sans"/>
                <a:cs typeface="IBM Plex Sans"/>
              </a:endParaRPr>
            </a:p>
          </p:txBody>
        </p:sp>
      </p:grpSp>
      <p:grpSp>
        <p:nvGrpSpPr>
          <p:cNvPr id="64" name="node15"/>
          <p:cNvGrpSpPr/>
          <p:nvPr/>
        </p:nvGrpSpPr>
        <p:grpSpPr>
          <a:xfrm>
            <a:off x="5753100" y="3200400"/>
            <a:ext cx="2057400" cy="571500"/>
            <a:chOff x="5753100" y="3200400"/>
            <a:chExt cx="2057400" cy="571500"/>
          </a:xfrm>
        </p:grpSpPr>
        <p:sp>
          <p:nvSpPr>
            <p:cNvPr id="34" name="node15.surface"/>
            <p:cNvSpPr/>
            <p:nvPr/>
          </p:nvSpPr>
          <p:spPr>
            <a:xfrm>
              <a:off x="5759450" y="3206750"/>
              <a:ext cx="2044700" cy="558800"/>
            </a:xfrm>
            <a:prstGeom prst="rect">
              <a:avLst/>
            </a:prstGeom>
            <a:solidFill>
              <a:srgbClr val="FFFFFF"/>
            </a:solidFill>
            <a:ln w="12700">
              <a:solidFill>
                <a:srgbClr val="CED7E6"/>
              </a:solidFill>
              <a:prstDash val="solid"/>
            </a:ln>
          </p:spPr>
        </p:sp>
        <p:sp>
          <p:nvSpPr>
            <p:cNvPr id="35" name="node15.text"/>
            <p:cNvSpPr/>
            <p:nvPr/>
          </p:nvSpPr>
          <p:spPr>
            <a:xfrm>
              <a:off x="5905500" y="33718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Multilingual booking</a:t>
              </a:r>
              <a:endParaRPr lang="en-US" sz="1200" spc="0" kern="0" b="0" i="0" dirty="0">
                <a:solidFill>
                  <a:srgbClr val="070154"/>
                </a:solidFill>
                <a:latin typeface="IBM Plex Sans"/>
                <a:ea typeface="IBM Plex Sans"/>
                <a:cs typeface="IBM Plex Sans"/>
              </a:endParaRPr>
            </a:p>
          </p:txBody>
        </p:sp>
      </p:grpSp>
      <p:grpSp>
        <p:nvGrpSpPr>
          <p:cNvPr id="65" name="node16"/>
          <p:cNvGrpSpPr/>
          <p:nvPr/>
        </p:nvGrpSpPr>
        <p:grpSpPr>
          <a:xfrm>
            <a:off x="5753100" y="3886200"/>
            <a:ext cx="2057400" cy="571500"/>
            <a:chOff x="5753100" y="3886200"/>
            <a:chExt cx="2057400" cy="571500"/>
          </a:xfrm>
        </p:grpSpPr>
        <p:sp>
          <p:nvSpPr>
            <p:cNvPr id="36" name="node16.surface"/>
            <p:cNvSpPr/>
            <p:nvPr/>
          </p:nvSpPr>
          <p:spPr>
            <a:xfrm>
              <a:off x="5759450" y="3892550"/>
              <a:ext cx="2044700" cy="558800"/>
            </a:xfrm>
            <a:prstGeom prst="rect">
              <a:avLst/>
            </a:prstGeom>
            <a:solidFill>
              <a:srgbClr val="FFFFFF"/>
            </a:solidFill>
            <a:ln w="12700">
              <a:solidFill>
                <a:srgbClr val="CED7E6"/>
              </a:solidFill>
              <a:prstDash val="solid"/>
            </a:ln>
          </p:spPr>
        </p:sp>
        <p:sp>
          <p:nvSpPr>
            <p:cNvPr id="37" name="node16.text"/>
            <p:cNvSpPr/>
            <p:nvPr/>
          </p:nvSpPr>
          <p:spPr>
            <a:xfrm>
              <a:off x="5905500" y="40576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No-show outreach</a:t>
              </a:r>
              <a:endParaRPr lang="en-US" sz="1200" spc="0" kern="0" b="0" i="0" dirty="0">
                <a:solidFill>
                  <a:srgbClr val="070154"/>
                </a:solidFill>
                <a:latin typeface="IBM Plex Sans"/>
                <a:ea typeface="IBM Plex Sans"/>
                <a:cs typeface="IBM Plex Sans"/>
              </a:endParaRPr>
            </a:p>
          </p:txBody>
        </p:sp>
      </p:grpSp>
      <p:grpSp>
        <p:nvGrpSpPr>
          <p:cNvPr id="66" name="node17"/>
          <p:cNvGrpSpPr/>
          <p:nvPr/>
        </p:nvGrpSpPr>
        <p:grpSpPr>
          <a:xfrm>
            <a:off x="5753100" y="4572000"/>
            <a:ext cx="2057400" cy="571500"/>
            <a:chOff x="5753100" y="4572000"/>
            <a:chExt cx="2057400" cy="571500"/>
          </a:xfrm>
        </p:grpSpPr>
        <p:sp>
          <p:nvSpPr>
            <p:cNvPr id="38" name="node17.surface"/>
            <p:cNvSpPr/>
            <p:nvPr/>
          </p:nvSpPr>
          <p:spPr>
            <a:xfrm>
              <a:off x="5759450" y="4578350"/>
              <a:ext cx="2044700" cy="558800"/>
            </a:xfrm>
            <a:prstGeom prst="rect">
              <a:avLst/>
            </a:prstGeom>
            <a:solidFill>
              <a:srgbClr val="FFFFFF"/>
            </a:solidFill>
            <a:ln w="12700">
              <a:solidFill>
                <a:srgbClr val="CED7E6"/>
              </a:solidFill>
              <a:prstDash val="solid"/>
            </a:ln>
          </p:spPr>
        </p:sp>
        <p:sp>
          <p:nvSpPr>
            <p:cNvPr id="39" name="node17.text"/>
            <p:cNvSpPr/>
            <p:nvPr/>
          </p:nvSpPr>
          <p:spPr>
            <a:xfrm>
              <a:off x="5905500" y="47434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Kiosk check-in</a:t>
              </a:r>
              <a:endParaRPr lang="en-US" sz="1200" spc="0" kern="0" b="0" i="0" dirty="0">
                <a:solidFill>
                  <a:srgbClr val="070154"/>
                </a:solidFill>
                <a:latin typeface="IBM Plex Sans"/>
                <a:ea typeface="IBM Plex Sans"/>
                <a:cs typeface="IBM Plex Sans"/>
              </a:endParaRPr>
            </a:p>
          </p:txBody>
        </p:sp>
      </p:grpSp>
      <p:grpSp>
        <p:nvGrpSpPr>
          <p:cNvPr id="67" name="node18"/>
          <p:cNvGrpSpPr/>
          <p:nvPr/>
        </p:nvGrpSpPr>
        <p:grpSpPr>
          <a:xfrm>
            <a:off x="5753100" y="5257800"/>
            <a:ext cx="2057400" cy="571500"/>
            <a:chOff x="5753100" y="5257800"/>
            <a:chExt cx="2057400" cy="571500"/>
          </a:xfrm>
        </p:grpSpPr>
        <p:sp>
          <p:nvSpPr>
            <p:cNvPr id="40" name="node18.surface"/>
            <p:cNvSpPr/>
            <p:nvPr/>
          </p:nvSpPr>
          <p:spPr>
            <a:xfrm>
              <a:off x="5759450" y="5264150"/>
              <a:ext cx="2044700" cy="558800"/>
            </a:xfrm>
            <a:prstGeom prst="rect">
              <a:avLst/>
            </a:prstGeom>
            <a:solidFill>
              <a:srgbClr val="FFFFFF"/>
            </a:solidFill>
            <a:ln w="12700">
              <a:solidFill>
                <a:srgbClr val="CED7E6"/>
              </a:solidFill>
              <a:prstDash val="solid"/>
            </a:ln>
          </p:spPr>
        </p:sp>
        <p:sp>
          <p:nvSpPr>
            <p:cNvPr id="41" name="node18.text"/>
            <p:cNvSpPr/>
            <p:nvPr/>
          </p:nvSpPr>
          <p:spPr>
            <a:xfrm>
              <a:off x="5905500" y="54292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re-platform</a:t>
              </a:r>
              <a:endParaRPr lang="en-US" sz="1200" spc="0" kern="0" b="0" i="0" dirty="0">
                <a:solidFill>
                  <a:srgbClr val="070154"/>
                </a:solidFill>
                <a:latin typeface="IBM Plex Sans"/>
                <a:ea typeface="IBM Plex Sans"/>
                <a:cs typeface="IBM Plex Sans"/>
              </a:endParaRPr>
            </a:p>
          </p:txBody>
        </p:sp>
      </p:grpSp>
      <p:grpSp>
        <p:nvGrpSpPr>
          <p:cNvPr id="68" name="node19"/>
          <p:cNvGrpSpPr/>
          <p:nvPr/>
        </p:nvGrpSpPr>
        <p:grpSpPr>
          <a:xfrm>
            <a:off x="8953500" y="1600200"/>
            <a:ext cx="2514600" cy="152400"/>
            <a:chOff x="8953500" y="1600200"/>
            <a:chExt cx="2514600" cy="152400"/>
          </a:xfrm>
        </p:grpSpPr>
        <p:sp>
          <p:nvSpPr>
            <p:cNvPr id="42" name="node19.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IN BRIEF</a:t>
              </a:r>
              <a:endParaRPr lang="en-US" sz="900" spc="54" kern="0" b="0" i="0" dirty="0">
                <a:solidFill>
                  <a:srgbClr val="CED7E6"/>
                </a:solidFill>
                <a:latin typeface="IBM Plex Mono Medium"/>
                <a:ea typeface="IBM Plex Mono Medium"/>
                <a:cs typeface="IBM Plex Mono Medium"/>
              </a:endParaRPr>
            </a:p>
          </p:txBody>
        </p:sp>
      </p:grpSp>
      <p:grpSp>
        <p:nvGrpSpPr>
          <p:cNvPr id="69" name="node20"/>
          <p:cNvGrpSpPr/>
          <p:nvPr/>
        </p:nvGrpSpPr>
        <p:grpSpPr>
          <a:xfrm>
            <a:off x="8953500" y="1905000"/>
            <a:ext cx="2514600" cy="762000"/>
            <a:chOff x="8953500" y="1905000"/>
            <a:chExt cx="2514600" cy="762000"/>
          </a:xfrm>
        </p:grpSpPr>
        <p:sp>
          <p:nvSpPr>
            <p:cNvPr id="43" name="node20.text"/>
            <p:cNvSpPr/>
            <p:nvPr/>
          </p:nvSpPr>
          <p:spPr>
            <a:xfrm>
              <a:off x="8953500" y="1905000"/>
              <a:ext cx="2514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Front door first, then care.</a:t>
              </a:r>
              <a:endParaRPr lang="en-US" sz="2400" spc="-36" kern="0" b="0" i="0" dirty="0">
                <a:solidFill>
                  <a:srgbClr val="FFFFFF"/>
                </a:solidFill>
                <a:latin typeface="IBM Plex Sans SemiBold"/>
                <a:ea typeface="IBM Plex Sans SemiBold"/>
                <a:cs typeface="IBM Plex Sans SemiBold"/>
              </a:endParaRPr>
            </a:p>
          </p:txBody>
        </p:sp>
      </p:grpSp>
      <p:grpSp>
        <p:nvGrpSpPr>
          <p:cNvPr id="70" name="node21"/>
          <p:cNvGrpSpPr/>
          <p:nvPr/>
        </p:nvGrpSpPr>
        <p:grpSpPr>
          <a:xfrm>
            <a:off x="8953500" y="3200400"/>
            <a:ext cx="2514600" cy="152400"/>
            <a:chOff x="8953500" y="3200400"/>
            <a:chExt cx="2514600" cy="152400"/>
          </a:xfrm>
        </p:grpSpPr>
        <p:sp>
          <p:nvSpPr>
            <p:cNvPr id="44" name="node21.text"/>
            <p:cNvSpPr/>
            <p:nvPr/>
          </p:nvSpPr>
          <p:spPr>
            <a:xfrm>
              <a:off x="8953500" y="3200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NOW</a:t>
              </a:r>
              <a:endParaRPr lang="en-US" sz="900" spc="54" kern="0" b="0" i="0" dirty="0">
                <a:solidFill>
                  <a:srgbClr val="F900D3"/>
                </a:solidFill>
                <a:latin typeface="IBM Plex Mono Medium"/>
                <a:ea typeface="IBM Plex Mono Medium"/>
                <a:cs typeface="IBM Plex Mono Medium"/>
              </a:endParaRPr>
            </a:p>
          </p:txBody>
        </p:sp>
      </p:grpSp>
      <p:grpSp>
        <p:nvGrpSpPr>
          <p:cNvPr id="71" name="node22"/>
          <p:cNvGrpSpPr/>
          <p:nvPr/>
        </p:nvGrpSpPr>
        <p:grpSpPr>
          <a:xfrm>
            <a:off x="8953500" y="3429000"/>
            <a:ext cx="2514600" cy="457200"/>
            <a:chOff x="8953500" y="3429000"/>
            <a:chExt cx="2514600" cy="457200"/>
          </a:xfrm>
        </p:grpSpPr>
        <p:sp>
          <p:nvSpPr>
            <p:cNvPr id="45" name="node22.text"/>
            <p:cNvSpPr/>
            <p:nvPr/>
          </p:nvSpPr>
          <p:spPr>
            <a:xfrm>
              <a:off x="8953500" y="34290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Remove friction from booking and billing.</a:t>
              </a:r>
              <a:endParaRPr lang="en-US" sz="1200" spc="0" kern="0" b="0" i="0" dirty="0">
                <a:solidFill>
                  <a:srgbClr val="FFFFFF"/>
                </a:solidFill>
                <a:latin typeface="IBM Plex Sans"/>
                <a:ea typeface="IBM Plex Sans"/>
                <a:cs typeface="IBM Plex Sans"/>
              </a:endParaRPr>
            </a:p>
          </p:txBody>
        </p:sp>
      </p:grpSp>
      <p:grpSp>
        <p:nvGrpSpPr>
          <p:cNvPr id="72" name="node23"/>
          <p:cNvGrpSpPr/>
          <p:nvPr/>
        </p:nvGrpSpPr>
        <p:grpSpPr>
          <a:xfrm>
            <a:off x="8953500" y="4114800"/>
            <a:ext cx="2514600" cy="152400"/>
            <a:chOff x="8953500" y="4114800"/>
            <a:chExt cx="2514600" cy="152400"/>
          </a:xfrm>
        </p:grpSpPr>
        <p:sp>
          <p:nvSpPr>
            <p:cNvPr id="46" name="node23.text"/>
            <p:cNvSpPr/>
            <p:nvPr/>
          </p:nvSpPr>
          <p:spPr>
            <a:xfrm>
              <a:off x="8953500" y="4114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NEXT</a:t>
              </a:r>
              <a:endParaRPr lang="en-US" sz="900" spc="54" kern="0" b="0" i="0" dirty="0">
                <a:solidFill>
                  <a:srgbClr val="CED7E6"/>
                </a:solidFill>
                <a:latin typeface="IBM Plex Mono Medium"/>
                <a:ea typeface="IBM Plex Mono Medium"/>
                <a:cs typeface="IBM Plex Mono Medium"/>
              </a:endParaRPr>
            </a:p>
          </p:txBody>
        </p:sp>
      </p:grpSp>
      <p:grpSp>
        <p:nvGrpSpPr>
          <p:cNvPr id="73" name="node24"/>
          <p:cNvGrpSpPr/>
          <p:nvPr/>
        </p:nvGrpSpPr>
        <p:grpSpPr>
          <a:xfrm>
            <a:off x="8953500" y="4343400"/>
            <a:ext cx="2514600" cy="228600"/>
            <a:chOff x="8953500" y="4343400"/>
            <a:chExt cx="2514600" cy="228600"/>
          </a:xfrm>
        </p:grpSpPr>
        <p:sp>
          <p:nvSpPr>
            <p:cNvPr id="47" name="node24.text"/>
            <p:cNvSpPr/>
            <p:nvPr/>
          </p:nvSpPr>
          <p:spPr>
            <a:xfrm>
              <a:off x="8953500" y="4343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Extend care between visits.</a:t>
              </a:r>
              <a:endParaRPr lang="en-US" sz="1200" spc="0" kern="0" b="0" i="0" dirty="0">
                <a:solidFill>
                  <a:srgbClr val="FFFFFF"/>
                </a:solidFill>
                <a:latin typeface="IBM Plex Sans"/>
                <a:ea typeface="IBM Plex Sans"/>
                <a:cs typeface="IBM Plex Sans"/>
              </a:endParaRPr>
            </a:p>
          </p:txBody>
        </p:sp>
      </p:grpSp>
      <p:grpSp>
        <p:nvGrpSpPr>
          <p:cNvPr id="74" name="node25"/>
          <p:cNvGrpSpPr/>
          <p:nvPr/>
        </p:nvGrpSpPr>
        <p:grpSpPr>
          <a:xfrm>
            <a:off x="8953500" y="4800600"/>
            <a:ext cx="2514600" cy="152400"/>
            <a:chOff x="8953500" y="4800600"/>
            <a:chExt cx="2514600" cy="152400"/>
          </a:xfrm>
        </p:grpSpPr>
        <p:sp>
          <p:nvSpPr>
            <p:cNvPr id="48" name="node25.text"/>
            <p:cNvSpPr/>
            <p:nvPr/>
          </p:nvSpPr>
          <p:spPr>
            <a:xfrm>
              <a:off x="8953500" y="4800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LATER</a:t>
              </a:r>
              <a:endParaRPr lang="en-US" sz="900" spc="54" kern="0" b="0" i="0" dirty="0">
                <a:solidFill>
                  <a:srgbClr val="CED7E6"/>
                </a:solidFill>
                <a:latin typeface="IBM Plex Mono Medium"/>
                <a:ea typeface="IBM Plex Mono Medium"/>
                <a:cs typeface="IBM Plex Mono Medium"/>
              </a:endParaRPr>
            </a:p>
          </p:txBody>
        </p:sp>
      </p:grpSp>
      <p:grpSp>
        <p:nvGrpSpPr>
          <p:cNvPr id="75" name="node26"/>
          <p:cNvGrpSpPr/>
          <p:nvPr/>
        </p:nvGrpSpPr>
        <p:grpSpPr>
          <a:xfrm>
            <a:off x="8953500" y="5029200"/>
            <a:ext cx="2514600" cy="457200"/>
            <a:chOff x="8953500" y="5029200"/>
            <a:chExt cx="2514600" cy="457200"/>
          </a:xfrm>
        </p:grpSpPr>
        <p:sp>
          <p:nvSpPr>
            <p:cNvPr id="49" name="node26.text"/>
            <p:cNvSpPr/>
            <p:nvPr/>
          </p:nvSpPr>
          <p:spPr>
            <a:xfrm>
              <a:off x="8953500" y="50292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Widen access to caregivers and communities.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ource-45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Releases land lane by lane across three horizons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76</a:t>
            </a:fld>
            <a:endParaRPr lang="en-US" sz="700" spc="0" kern="0" b="0" i="0" dirty="0">
              <a:solidFill>
                <a:srgbClr val="070154"/>
              </a:solidFill>
              <a:latin typeface="IBM Plex Mono SemiBold"/>
              <a:ea typeface="IBM Plex Mono SemiBold"/>
              <a:cs typeface="IBM Plex Mono SemiBold"/>
            </a:endParaRPr>
          </a:p>
        </p:txBody>
      </p:sp>
      <p:grpSp>
        <p:nvGrpSpPr>
          <p:cNvPr id="55" name="node01"/>
          <p:cNvGrpSpPr/>
          <p:nvPr/>
        </p:nvGrpSpPr>
        <p:grpSpPr>
          <a:xfrm>
            <a:off x="723900" y="1651000"/>
            <a:ext cx="1600200" cy="152400"/>
            <a:chOff x="723900" y="1651000"/>
            <a:chExt cx="1600200" cy="152400"/>
          </a:xfrm>
        </p:grpSpPr>
        <p:sp>
          <p:nvSpPr>
            <p:cNvPr id="6" name="node01.text"/>
            <p:cNvSpPr/>
            <p:nvPr/>
          </p:nvSpPr>
          <p:spPr>
            <a:xfrm>
              <a:off x="723900" y="16510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PRODUCT AREA</a:t>
              </a:r>
              <a:endParaRPr lang="en-US" sz="900" spc="54" kern="0" b="0" i="0" dirty="0">
                <a:solidFill>
                  <a:srgbClr val="50658E"/>
                </a:solidFill>
                <a:latin typeface="IBM Plex Mono Medium"/>
                <a:ea typeface="IBM Plex Mono Medium"/>
                <a:cs typeface="IBM Plex Mono Medium"/>
              </a:endParaRPr>
            </a:p>
          </p:txBody>
        </p:sp>
      </p:grpSp>
      <p:grpSp>
        <p:nvGrpSpPr>
          <p:cNvPr id="56" name="node02"/>
          <p:cNvGrpSpPr/>
          <p:nvPr/>
        </p:nvGrpSpPr>
        <p:grpSpPr>
          <a:xfrm>
            <a:off x="2552700" y="1600200"/>
            <a:ext cx="2971800" cy="342900"/>
            <a:chOff x="2552700" y="1600200"/>
            <a:chExt cx="2971800" cy="342900"/>
          </a:xfrm>
        </p:grpSpPr>
        <p:sp>
          <p:nvSpPr>
            <p:cNvPr id="7" name="node02.surface"/>
            <p:cNvSpPr/>
            <p:nvPr/>
          </p:nvSpPr>
          <p:spPr>
            <a:xfrm>
              <a:off x="2552700" y="1600200"/>
              <a:ext cx="2971800" cy="342900"/>
            </a:xfrm>
            <a:prstGeom prst="rect">
              <a:avLst/>
            </a:prstGeom>
            <a:solidFill>
              <a:srgbClr val="F900D3"/>
            </a:solidFill>
            <a:ln>
              <a:noFill/>
            </a:ln>
          </p:spPr>
        </p:sp>
        <p:sp>
          <p:nvSpPr>
            <p:cNvPr id="8" name="node02.text"/>
            <p:cNvSpPr/>
            <p:nvPr/>
          </p:nvSpPr>
          <p:spPr>
            <a:xfrm>
              <a:off x="2705100" y="1657350"/>
              <a:ext cx="2667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Now · 90 days</a:t>
              </a:r>
              <a:endParaRPr lang="en-US" sz="1200" spc="0" kern="0" b="0" i="0" dirty="0">
                <a:solidFill>
                  <a:srgbClr val="070154"/>
                </a:solidFill>
                <a:latin typeface="IBM Plex Sans"/>
                <a:ea typeface="IBM Plex Sans"/>
                <a:cs typeface="IBM Plex Sans"/>
              </a:endParaRPr>
            </a:p>
          </p:txBody>
        </p:sp>
      </p:grpSp>
      <p:grpSp>
        <p:nvGrpSpPr>
          <p:cNvPr id="57" name="node03"/>
          <p:cNvGrpSpPr/>
          <p:nvPr/>
        </p:nvGrpSpPr>
        <p:grpSpPr>
          <a:xfrm>
            <a:off x="5524500" y="1600200"/>
            <a:ext cx="2971800" cy="342900"/>
            <a:chOff x="5524500" y="1600200"/>
            <a:chExt cx="2971800" cy="342900"/>
          </a:xfrm>
        </p:grpSpPr>
        <p:sp>
          <p:nvSpPr>
            <p:cNvPr id="9" name="node03.surface"/>
            <p:cNvSpPr/>
            <p:nvPr/>
          </p:nvSpPr>
          <p:spPr>
            <a:xfrm>
              <a:off x="5524500" y="1600200"/>
              <a:ext cx="2971800" cy="342900"/>
            </a:xfrm>
            <a:prstGeom prst="rect">
              <a:avLst/>
            </a:prstGeom>
            <a:solidFill>
              <a:srgbClr val="070154"/>
            </a:solidFill>
            <a:ln>
              <a:noFill/>
            </a:ln>
          </p:spPr>
        </p:sp>
        <p:sp>
          <p:nvSpPr>
            <p:cNvPr id="10" name="node03.text"/>
            <p:cNvSpPr/>
            <p:nvPr/>
          </p:nvSpPr>
          <p:spPr>
            <a:xfrm>
              <a:off x="5676900" y="1657350"/>
              <a:ext cx="2667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Next · two quarters</a:t>
              </a:r>
              <a:endParaRPr lang="en-US" sz="1200" spc="0" kern="0" b="0" i="0" dirty="0">
                <a:solidFill>
                  <a:srgbClr val="FFFFFF"/>
                </a:solidFill>
                <a:latin typeface="IBM Plex Sans"/>
                <a:ea typeface="IBM Plex Sans"/>
                <a:cs typeface="IBM Plex Sans"/>
              </a:endParaRPr>
            </a:p>
          </p:txBody>
        </p:sp>
      </p:grpSp>
      <p:grpSp>
        <p:nvGrpSpPr>
          <p:cNvPr id="58" name="node04"/>
          <p:cNvGrpSpPr/>
          <p:nvPr/>
        </p:nvGrpSpPr>
        <p:grpSpPr>
          <a:xfrm>
            <a:off x="8496300" y="1600200"/>
            <a:ext cx="2971800" cy="342900"/>
            <a:chOff x="8496300" y="1600200"/>
            <a:chExt cx="2971800" cy="342900"/>
          </a:xfrm>
        </p:grpSpPr>
        <p:sp>
          <p:nvSpPr>
            <p:cNvPr id="11" name="node04.surface"/>
            <p:cNvSpPr/>
            <p:nvPr/>
          </p:nvSpPr>
          <p:spPr>
            <a:xfrm>
              <a:off x="8496300" y="1600200"/>
              <a:ext cx="2971800" cy="342900"/>
            </a:xfrm>
            <a:prstGeom prst="rect">
              <a:avLst/>
            </a:prstGeom>
            <a:solidFill>
              <a:srgbClr val="CED7E6"/>
            </a:solidFill>
            <a:ln>
              <a:noFill/>
            </a:ln>
          </p:spPr>
        </p:sp>
        <p:sp>
          <p:nvSpPr>
            <p:cNvPr id="12" name="node04.text"/>
            <p:cNvSpPr/>
            <p:nvPr/>
          </p:nvSpPr>
          <p:spPr>
            <a:xfrm>
              <a:off x="8648700" y="1657350"/>
              <a:ext cx="2667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Later · six months+</a:t>
              </a:r>
              <a:endParaRPr lang="en-US" sz="1200" spc="0" kern="0" b="0" i="0" dirty="0">
                <a:solidFill>
                  <a:srgbClr val="070154"/>
                </a:solidFill>
                <a:latin typeface="IBM Plex Sans"/>
                <a:ea typeface="IBM Plex Sans"/>
                <a:cs typeface="IBM Plex Sans"/>
              </a:endParaRPr>
            </a:p>
          </p:txBody>
        </p:sp>
      </p:grpSp>
      <p:grpSp>
        <p:nvGrpSpPr>
          <p:cNvPr id="59" name="node05"/>
          <p:cNvGrpSpPr/>
          <p:nvPr/>
        </p:nvGrpSpPr>
        <p:grpSpPr>
          <a:xfrm>
            <a:off x="723900" y="2057400"/>
            <a:ext cx="1600200" cy="800100"/>
            <a:chOff x="723900" y="2057400"/>
            <a:chExt cx="1600200" cy="800100"/>
          </a:xfrm>
        </p:grpSpPr>
        <p:sp>
          <p:nvSpPr>
            <p:cNvPr id="13" name="node05.surface"/>
            <p:cNvSpPr/>
            <p:nvPr/>
          </p:nvSpPr>
          <p:spPr>
            <a:xfrm>
              <a:off x="723900" y="2057400"/>
              <a:ext cx="1600200" cy="800100"/>
            </a:xfrm>
            <a:prstGeom prst="rect">
              <a:avLst/>
            </a:prstGeom>
            <a:solidFill>
              <a:srgbClr val="05013F"/>
            </a:solidFill>
            <a:ln>
              <a:noFill/>
            </a:ln>
          </p:spPr>
        </p:sp>
        <p:sp>
          <p:nvSpPr>
            <p:cNvPr id="14" name="node05.text"/>
            <p:cNvSpPr/>
            <p:nvPr/>
          </p:nvSpPr>
          <p:spPr>
            <a:xfrm>
              <a:off x="876300" y="230505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Access</a:t>
              </a:r>
              <a:endParaRPr lang="en-US" sz="1800" spc="-18" kern="0" b="0" i="0" dirty="0">
                <a:solidFill>
                  <a:srgbClr val="FFFFFF"/>
                </a:solidFill>
                <a:latin typeface="IBM Plex Sans SemiBold"/>
                <a:ea typeface="IBM Plex Sans SemiBold"/>
                <a:cs typeface="IBM Plex Sans SemiBold"/>
              </a:endParaRPr>
            </a:p>
          </p:txBody>
        </p:sp>
      </p:grpSp>
      <p:grpSp>
        <p:nvGrpSpPr>
          <p:cNvPr id="60" name="node06"/>
          <p:cNvGrpSpPr/>
          <p:nvPr/>
        </p:nvGrpSpPr>
        <p:grpSpPr>
          <a:xfrm>
            <a:off x="2552700" y="2057400"/>
            <a:ext cx="2286000" cy="342900"/>
            <a:chOff x="2552700" y="2057400"/>
            <a:chExt cx="2286000" cy="342900"/>
          </a:xfrm>
        </p:grpSpPr>
        <p:sp>
          <p:nvSpPr>
            <p:cNvPr id="15" name="node06.surface"/>
            <p:cNvSpPr/>
            <p:nvPr/>
          </p:nvSpPr>
          <p:spPr>
            <a:xfrm>
              <a:off x="2552700" y="2057400"/>
              <a:ext cx="2286000" cy="342900"/>
            </a:xfrm>
            <a:prstGeom prst="rect">
              <a:avLst/>
            </a:prstGeom>
            <a:solidFill>
              <a:srgbClr val="F900D3"/>
            </a:solidFill>
            <a:ln>
              <a:noFill/>
            </a:ln>
          </p:spPr>
        </p:sp>
        <p:sp>
          <p:nvSpPr>
            <p:cNvPr id="16" name="node06.text"/>
            <p:cNvSpPr/>
            <p:nvPr/>
          </p:nvSpPr>
          <p:spPr>
            <a:xfrm>
              <a:off x="2705100" y="211455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Self-scheduling</a:t>
              </a:r>
              <a:endParaRPr lang="en-US" sz="1200" spc="0" kern="0" b="0" i="0" dirty="0">
                <a:solidFill>
                  <a:srgbClr val="070154"/>
                </a:solidFill>
                <a:latin typeface="IBM Plex Sans"/>
                <a:ea typeface="IBM Plex Sans"/>
                <a:cs typeface="IBM Plex Sans"/>
              </a:endParaRPr>
            </a:p>
          </p:txBody>
        </p:sp>
      </p:grpSp>
      <p:grpSp>
        <p:nvGrpSpPr>
          <p:cNvPr id="61" name="node07"/>
          <p:cNvGrpSpPr/>
          <p:nvPr/>
        </p:nvGrpSpPr>
        <p:grpSpPr>
          <a:xfrm>
            <a:off x="8496300" y="2057400"/>
            <a:ext cx="2971800" cy="342900"/>
            <a:chOff x="8496300" y="2057400"/>
            <a:chExt cx="2971800" cy="342900"/>
          </a:xfrm>
        </p:grpSpPr>
        <p:sp>
          <p:nvSpPr>
            <p:cNvPr id="17" name="node07.surface"/>
            <p:cNvSpPr/>
            <p:nvPr/>
          </p:nvSpPr>
          <p:spPr>
            <a:xfrm>
              <a:off x="8502650" y="2063750"/>
              <a:ext cx="2959100" cy="330200"/>
            </a:xfrm>
            <a:prstGeom prst="rect">
              <a:avLst/>
            </a:prstGeom>
            <a:solidFill>
              <a:srgbClr val="FFFFFF"/>
            </a:solidFill>
            <a:ln w="12700">
              <a:solidFill>
                <a:srgbClr val="CED7E6"/>
              </a:solidFill>
              <a:prstDash val="solid"/>
            </a:ln>
          </p:spPr>
        </p:sp>
        <p:sp>
          <p:nvSpPr>
            <p:cNvPr id="18" name="node07.text"/>
            <p:cNvSpPr/>
            <p:nvPr/>
          </p:nvSpPr>
          <p:spPr>
            <a:xfrm>
              <a:off x="8648700" y="211455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Multilingual booking</a:t>
              </a:r>
              <a:endParaRPr lang="en-US" sz="1200" spc="0" kern="0" b="0" i="0" dirty="0">
                <a:solidFill>
                  <a:srgbClr val="070154"/>
                </a:solidFill>
                <a:latin typeface="IBM Plex Sans"/>
                <a:ea typeface="IBM Plex Sans"/>
                <a:cs typeface="IBM Plex Sans"/>
              </a:endParaRPr>
            </a:p>
          </p:txBody>
        </p:sp>
      </p:grpSp>
      <p:grpSp>
        <p:nvGrpSpPr>
          <p:cNvPr id="62" name="node08"/>
          <p:cNvGrpSpPr/>
          <p:nvPr/>
        </p:nvGrpSpPr>
        <p:grpSpPr>
          <a:xfrm>
            <a:off x="4838700" y="2514600"/>
            <a:ext cx="2971800" cy="342900"/>
            <a:chOff x="4838700" y="2514600"/>
            <a:chExt cx="2971800" cy="342900"/>
          </a:xfrm>
        </p:grpSpPr>
        <p:sp>
          <p:nvSpPr>
            <p:cNvPr id="19" name="node08.surface"/>
            <p:cNvSpPr/>
            <p:nvPr/>
          </p:nvSpPr>
          <p:spPr>
            <a:xfrm>
              <a:off x="4838700" y="2514600"/>
              <a:ext cx="2971800" cy="342900"/>
            </a:xfrm>
            <a:prstGeom prst="rect">
              <a:avLst/>
            </a:prstGeom>
            <a:solidFill>
              <a:srgbClr val="CED7E6"/>
            </a:solidFill>
            <a:ln>
              <a:noFill/>
            </a:ln>
          </p:spPr>
        </p:sp>
        <p:sp>
          <p:nvSpPr>
            <p:cNvPr id="20" name="node08.text"/>
            <p:cNvSpPr/>
            <p:nvPr/>
          </p:nvSpPr>
          <p:spPr>
            <a:xfrm>
              <a:off x="4991100" y="257175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Waitlist and cancellations</a:t>
              </a:r>
              <a:endParaRPr lang="en-US" sz="1200" spc="0" kern="0" b="0" i="0" dirty="0">
                <a:solidFill>
                  <a:srgbClr val="070154"/>
                </a:solidFill>
                <a:latin typeface="IBM Plex Sans"/>
                <a:ea typeface="IBM Plex Sans"/>
                <a:cs typeface="IBM Plex Sans"/>
              </a:endParaRPr>
            </a:p>
          </p:txBody>
        </p:sp>
      </p:grpSp>
      <p:grpSp>
        <p:nvGrpSpPr>
          <p:cNvPr id="63" name="node09"/>
          <p:cNvGrpSpPr/>
          <p:nvPr/>
        </p:nvGrpSpPr>
        <p:grpSpPr>
          <a:xfrm>
            <a:off x="723900" y="2971800"/>
            <a:ext cx="1600200" cy="800100"/>
            <a:chOff x="723900" y="2971800"/>
            <a:chExt cx="1600200" cy="800100"/>
          </a:xfrm>
        </p:grpSpPr>
        <p:sp>
          <p:nvSpPr>
            <p:cNvPr id="21" name="node09.surface"/>
            <p:cNvSpPr/>
            <p:nvPr/>
          </p:nvSpPr>
          <p:spPr>
            <a:xfrm>
              <a:off x="723900" y="2971800"/>
              <a:ext cx="1600200" cy="800100"/>
            </a:xfrm>
            <a:prstGeom prst="rect">
              <a:avLst/>
            </a:prstGeom>
            <a:solidFill>
              <a:srgbClr val="05013F"/>
            </a:solidFill>
            <a:ln>
              <a:noFill/>
            </a:ln>
          </p:spPr>
        </p:sp>
        <p:sp>
          <p:nvSpPr>
            <p:cNvPr id="22" name="node09.text"/>
            <p:cNvSpPr/>
            <p:nvPr/>
          </p:nvSpPr>
          <p:spPr>
            <a:xfrm>
              <a:off x="876300" y="321945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Care</a:t>
              </a:r>
              <a:endParaRPr lang="en-US" sz="1800" spc="-18" kern="0" b="0" i="0" dirty="0">
                <a:solidFill>
                  <a:srgbClr val="FFFFFF"/>
                </a:solidFill>
                <a:latin typeface="IBM Plex Sans SemiBold"/>
                <a:ea typeface="IBM Plex Sans SemiBold"/>
                <a:cs typeface="IBM Plex Sans SemiBold"/>
              </a:endParaRPr>
            </a:p>
          </p:txBody>
        </p:sp>
      </p:grpSp>
      <p:sp>
        <p:nvSpPr>
          <p:cNvPr id="23" name="node10"/>
          <p:cNvSpPr/>
          <p:nvPr/>
        </p:nvSpPr>
        <p:spPr>
          <a:xfrm>
            <a:off x="723900" y="2908300"/>
            <a:ext cx="10744200" cy="9525"/>
          </a:xfrm>
          <a:prstGeom prst="rect">
            <a:avLst/>
          </a:prstGeom>
          <a:solidFill>
            <a:srgbClr val="CED7E6"/>
          </a:solidFill>
          <a:ln>
            <a:noFill/>
          </a:ln>
        </p:spPr>
      </p:sp>
      <p:grpSp>
        <p:nvGrpSpPr>
          <p:cNvPr id="64" name="node11"/>
          <p:cNvGrpSpPr/>
          <p:nvPr/>
        </p:nvGrpSpPr>
        <p:grpSpPr>
          <a:xfrm>
            <a:off x="2552700" y="2971800"/>
            <a:ext cx="2514600" cy="342900"/>
            <a:chOff x="2552700" y="2971800"/>
            <a:chExt cx="2514600" cy="342900"/>
          </a:xfrm>
        </p:grpSpPr>
        <p:sp>
          <p:nvSpPr>
            <p:cNvPr id="24" name="node11.surface"/>
            <p:cNvSpPr/>
            <p:nvPr/>
          </p:nvSpPr>
          <p:spPr>
            <a:xfrm>
              <a:off x="2552700" y="2971800"/>
              <a:ext cx="2514600" cy="342900"/>
            </a:xfrm>
            <a:prstGeom prst="rect">
              <a:avLst/>
            </a:prstGeom>
            <a:solidFill>
              <a:srgbClr val="070154"/>
            </a:solidFill>
            <a:ln>
              <a:noFill/>
            </a:ln>
          </p:spPr>
        </p:sp>
        <p:sp>
          <p:nvSpPr>
            <p:cNvPr id="25" name="node11.text"/>
            <p:cNvSpPr/>
            <p:nvPr/>
          </p:nvSpPr>
          <p:spPr>
            <a:xfrm>
              <a:off x="2705100" y="302895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Messaging triage</a:t>
              </a:r>
              <a:endParaRPr lang="en-US" sz="1200" spc="0" kern="0" b="0" i="0" dirty="0">
                <a:solidFill>
                  <a:srgbClr val="FFFFFF"/>
                </a:solidFill>
                <a:latin typeface="IBM Plex Sans"/>
                <a:ea typeface="IBM Plex Sans"/>
                <a:cs typeface="IBM Plex Sans"/>
              </a:endParaRPr>
            </a:p>
          </p:txBody>
        </p:sp>
      </p:grpSp>
      <p:grpSp>
        <p:nvGrpSpPr>
          <p:cNvPr id="65" name="node12"/>
          <p:cNvGrpSpPr/>
          <p:nvPr/>
        </p:nvGrpSpPr>
        <p:grpSpPr>
          <a:xfrm>
            <a:off x="5295900" y="2971800"/>
            <a:ext cx="3429000" cy="342900"/>
            <a:chOff x="5295900" y="2971800"/>
            <a:chExt cx="3429000" cy="342900"/>
          </a:xfrm>
        </p:grpSpPr>
        <p:sp>
          <p:nvSpPr>
            <p:cNvPr id="26" name="node12.surface"/>
            <p:cNvSpPr/>
            <p:nvPr/>
          </p:nvSpPr>
          <p:spPr>
            <a:xfrm>
              <a:off x="5295900" y="2971800"/>
              <a:ext cx="3429000" cy="342900"/>
            </a:xfrm>
            <a:prstGeom prst="rect">
              <a:avLst/>
            </a:prstGeom>
            <a:solidFill>
              <a:srgbClr val="CED7E6"/>
            </a:solidFill>
            <a:ln>
              <a:noFill/>
            </a:ln>
          </p:spPr>
        </p:sp>
        <p:sp>
          <p:nvSpPr>
            <p:cNvPr id="27" name="node12.text"/>
            <p:cNvSpPr/>
            <p:nvPr/>
          </p:nvSpPr>
          <p:spPr>
            <a:xfrm>
              <a:off x="5448300" y="302895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plans in the app</a:t>
              </a:r>
              <a:endParaRPr lang="en-US" sz="1200" spc="0" kern="0" b="0" i="0" dirty="0">
                <a:solidFill>
                  <a:srgbClr val="070154"/>
                </a:solidFill>
                <a:latin typeface="IBM Plex Sans"/>
                <a:ea typeface="IBM Plex Sans"/>
                <a:cs typeface="IBM Plex Sans"/>
              </a:endParaRPr>
            </a:p>
          </p:txBody>
        </p:sp>
      </p:grpSp>
      <p:grpSp>
        <p:nvGrpSpPr>
          <p:cNvPr id="66" name="node13"/>
          <p:cNvGrpSpPr/>
          <p:nvPr/>
        </p:nvGrpSpPr>
        <p:grpSpPr>
          <a:xfrm>
            <a:off x="5524500" y="3429000"/>
            <a:ext cx="2743200" cy="342900"/>
            <a:chOff x="5524500" y="3429000"/>
            <a:chExt cx="2743200" cy="342900"/>
          </a:xfrm>
        </p:grpSpPr>
        <p:sp>
          <p:nvSpPr>
            <p:cNvPr id="28" name="node13.surface"/>
            <p:cNvSpPr/>
            <p:nvPr/>
          </p:nvSpPr>
          <p:spPr>
            <a:xfrm>
              <a:off x="5524500" y="3429000"/>
              <a:ext cx="2743200" cy="342900"/>
            </a:xfrm>
            <a:prstGeom prst="rect">
              <a:avLst/>
            </a:prstGeom>
            <a:solidFill>
              <a:srgbClr val="CED7E6"/>
            </a:solidFill>
            <a:ln>
              <a:noFill/>
            </a:ln>
          </p:spPr>
        </p:sp>
        <p:sp>
          <p:nvSpPr>
            <p:cNvPr id="29" name="node13.text"/>
            <p:cNvSpPr/>
            <p:nvPr/>
          </p:nvSpPr>
          <p:spPr>
            <a:xfrm>
              <a:off x="5676900" y="3486150"/>
              <a:ext cx="2438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Remote monitoring pilot</a:t>
              </a:r>
              <a:endParaRPr lang="en-US" sz="1200" spc="0" kern="0" b="0" i="0" dirty="0">
                <a:solidFill>
                  <a:srgbClr val="070154"/>
                </a:solidFill>
                <a:latin typeface="IBM Plex Sans"/>
                <a:ea typeface="IBM Plex Sans"/>
                <a:cs typeface="IBM Plex Sans"/>
              </a:endParaRPr>
            </a:p>
          </p:txBody>
        </p:sp>
      </p:grpSp>
      <p:grpSp>
        <p:nvGrpSpPr>
          <p:cNvPr id="67" name="node14"/>
          <p:cNvGrpSpPr/>
          <p:nvPr/>
        </p:nvGrpSpPr>
        <p:grpSpPr>
          <a:xfrm>
            <a:off x="8496300" y="3429000"/>
            <a:ext cx="2971800" cy="342900"/>
            <a:chOff x="8496300" y="3429000"/>
            <a:chExt cx="2971800" cy="342900"/>
          </a:xfrm>
        </p:grpSpPr>
        <p:sp>
          <p:nvSpPr>
            <p:cNvPr id="30" name="node14.surface"/>
            <p:cNvSpPr/>
            <p:nvPr/>
          </p:nvSpPr>
          <p:spPr>
            <a:xfrm>
              <a:off x="8502650" y="3435350"/>
              <a:ext cx="2959100" cy="330200"/>
            </a:xfrm>
            <a:prstGeom prst="rect">
              <a:avLst/>
            </a:prstGeom>
            <a:solidFill>
              <a:srgbClr val="FFFFFF"/>
            </a:solidFill>
            <a:ln w="12700">
              <a:solidFill>
                <a:srgbClr val="CED7E6"/>
              </a:solidFill>
              <a:prstDash val="solid"/>
            </a:ln>
          </p:spPr>
        </p:sp>
        <p:sp>
          <p:nvSpPr>
            <p:cNvPr id="31" name="node14.text"/>
            <p:cNvSpPr/>
            <p:nvPr/>
          </p:nvSpPr>
          <p:spPr>
            <a:xfrm>
              <a:off x="8648700" y="348615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Caregiver proxy access</a:t>
              </a:r>
              <a:endParaRPr lang="en-US" sz="1200" spc="0" kern="0" b="0" i="0" dirty="0">
                <a:solidFill>
                  <a:srgbClr val="070154"/>
                </a:solidFill>
                <a:latin typeface="IBM Plex Sans"/>
                <a:ea typeface="IBM Plex Sans"/>
                <a:cs typeface="IBM Plex Sans"/>
              </a:endParaRPr>
            </a:p>
          </p:txBody>
        </p:sp>
      </p:grpSp>
      <p:grpSp>
        <p:nvGrpSpPr>
          <p:cNvPr id="68" name="node15"/>
          <p:cNvGrpSpPr/>
          <p:nvPr/>
        </p:nvGrpSpPr>
        <p:grpSpPr>
          <a:xfrm>
            <a:off x="723900" y="3886200"/>
            <a:ext cx="1600200" cy="800100"/>
            <a:chOff x="723900" y="3886200"/>
            <a:chExt cx="1600200" cy="800100"/>
          </a:xfrm>
        </p:grpSpPr>
        <p:sp>
          <p:nvSpPr>
            <p:cNvPr id="32" name="node15.surface"/>
            <p:cNvSpPr/>
            <p:nvPr/>
          </p:nvSpPr>
          <p:spPr>
            <a:xfrm>
              <a:off x="723900" y="3886200"/>
              <a:ext cx="1600200" cy="800100"/>
            </a:xfrm>
            <a:prstGeom prst="rect">
              <a:avLst/>
            </a:prstGeom>
            <a:solidFill>
              <a:srgbClr val="05013F"/>
            </a:solidFill>
            <a:ln>
              <a:noFill/>
            </a:ln>
          </p:spPr>
        </p:sp>
        <p:sp>
          <p:nvSpPr>
            <p:cNvPr id="33" name="node15.text"/>
            <p:cNvSpPr/>
            <p:nvPr/>
          </p:nvSpPr>
          <p:spPr>
            <a:xfrm>
              <a:off x="876300" y="413385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Billing</a:t>
              </a:r>
              <a:endParaRPr lang="en-US" sz="1800" spc="-18" kern="0" b="0" i="0" dirty="0">
                <a:solidFill>
                  <a:srgbClr val="FFFFFF"/>
                </a:solidFill>
                <a:latin typeface="IBM Plex Sans SemiBold"/>
                <a:ea typeface="IBM Plex Sans SemiBold"/>
                <a:cs typeface="IBM Plex Sans SemiBold"/>
              </a:endParaRPr>
            </a:p>
          </p:txBody>
        </p:sp>
      </p:grpSp>
      <p:sp>
        <p:nvSpPr>
          <p:cNvPr id="34" name="node16"/>
          <p:cNvSpPr/>
          <p:nvPr/>
        </p:nvSpPr>
        <p:spPr>
          <a:xfrm>
            <a:off x="723900" y="3822700"/>
            <a:ext cx="10744200" cy="9525"/>
          </a:xfrm>
          <a:prstGeom prst="rect">
            <a:avLst/>
          </a:prstGeom>
          <a:solidFill>
            <a:srgbClr val="CED7E6"/>
          </a:solidFill>
          <a:ln>
            <a:noFill/>
          </a:ln>
        </p:spPr>
      </p:sp>
      <p:grpSp>
        <p:nvGrpSpPr>
          <p:cNvPr id="69" name="node17"/>
          <p:cNvGrpSpPr/>
          <p:nvPr/>
        </p:nvGrpSpPr>
        <p:grpSpPr>
          <a:xfrm>
            <a:off x="2552700" y="3886200"/>
            <a:ext cx="2057400" cy="342900"/>
            <a:chOff x="2552700" y="3886200"/>
            <a:chExt cx="2057400" cy="342900"/>
          </a:xfrm>
        </p:grpSpPr>
        <p:sp>
          <p:nvSpPr>
            <p:cNvPr id="35" name="node17.surface"/>
            <p:cNvSpPr/>
            <p:nvPr/>
          </p:nvSpPr>
          <p:spPr>
            <a:xfrm>
              <a:off x="2552700" y="3886200"/>
              <a:ext cx="2057400" cy="342900"/>
            </a:xfrm>
            <a:prstGeom prst="rect">
              <a:avLst/>
            </a:prstGeom>
            <a:solidFill>
              <a:srgbClr val="070154"/>
            </a:solidFill>
            <a:ln>
              <a:noFill/>
            </a:ln>
          </p:spPr>
        </p:sp>
        <p:sp>
          <p:nvSpPr>
            <p:cNvPr id="36" name="node17.text"/>
            <p:cNvSpPr/>
            <p:nvPr/>
          </p:nvSpPr>
          <p:spPr>
            <a:xfrm>
              <a:off x="2705100" y="394335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Pay online</a:t>
              </a:r>
              <a:endParaRPr lang="en-US" sz="1200" spc="0" kern="0" b="0" i="0" dirty="0">
                <a:solidFill>
                  <a:srgbClr val="FFFFFF"/>
                </a:solidFill>
                <a:latin typeface="IBM Plex Sans"/>
                <a:ea typeface="IBM Plex Sans"/>
                <a:cs typeface="IBM Plex Sans"/>
              </a:endParaRPr>
            </a:p>
          </p:txBody>
        </p:sp>
      </p:grpSp>
      <p:grpSp>
        <p:nvGrpSpPr>
          <p:cNvPr id="70" name="node18"/>
          <p:cNvGrpSpPr/>
          <p:nvPr/>
        </p:nvGrpSpPr>
        <p:grpSpPr>
          <a:xfrm>
            <a:off x="4838700" y="3886200"/>
            <a:ext cx="2743200" cy="342900"/>
            <a:chOff x="4838700" y="3886200"/>
            <a:chExt cx="2743200" cy="342900"/>
          </a:xfrm>
        </p:grpSpPr>
        <p:sp>
          <p:nvSpPr>
            <p:cNvPr id="37" name="node18.surface"/>
            <p:cNvSpPr/>
            <p:nvPr/>
          </p:nvSpPr>
          <p:spPr>
            <a:xfrm>
              <a:off x="4838700" y="3886200"/>
              <a:ext cx="2743200" cy="342900"/>
            </a:xfrm>
            <a:prstGeom prst="rect">
              <a:avLst/>
            </a:prstGeom>
            <a:solidFill>
              <a:srgbClr val="CED7E6"/>
            </a:solidFill>
            <a:ln>
              <a:noFill/>
            </a:ln>
          </p:spPr>
        </p:sp>
        <p:sp>
          <p:nvSpPr>
            <p:cNvPr id="38" name="node18.text"/>
            <p:cNvSpPr/>
            <p:nvPr/>
          </p:nvSpPr>
          <p:spPr>
            <a:xfrm>
              <a:off x="4991100" y="3943350"/>
              <a:ext cx="2438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estimates</a:t>
              </a:r>
              <a:endParaRPr lang="en-US" sz="1200" spc="0" kern="0" b="0" i="0" dirty="0">
                <a:solidFill>
                  <a:srgbClr val="070154"/>
                </a:solidFill>
                <a:latin typeface="IBM Plex Sans"/>
                <a:ea typeface="IBM Plex Sans"/>
                <a:cs typeface="IBM Plex Sans"/>
              </a:endParaRPr>
            </a:p>
          </p:txBody>
        </p:sp>
      </p:grpSp>
      <p:grpSp>
        <p:nvGrpSpPr>
          <p:cNvPr id="71" name="node19"/>
          <p:cNvGrpSpPr/>
          <p:nvPr/>
        </p:nvGrpSpPr>
        <p:grpSpPr>
          <a:xfrm>
            <a:off x="2552700" y="4343400"/>
            <a:ext cx="2743200" cy="342900"/>
            <a:chOff x="2552700" y="4343400"/>
            <a:chExt cx="2743200" cy="342900"/>
          </a:xfrm>
        </p:grpSpPr>
        <p:sp>
          <p:nvSpPr>
            <p:cNvPr id="39" name="node19.surface"/>
            <p:cNvSpPr/>
            <p:nvPr/>
          </p:nvSpPr>
          <p:spPr>
            <a:xfrm>
              <a:off x="2552700" y="4343400"/>
              <a:ext cx="2743200" cy="342900"/>
            </a:xfrm>
            <a:prstGeom prst="rect">
              <a:avLst/>
            </a:prstGeom>
            <a:solidFill>
              <a:srgbClr val="070154"/>
            </a:solidFill>
            <a:ln>
              <a:noFill/>
            </a:ln>
          </p:spPr>
        </p:sp>
        <p:sp>
          <p:nvSpPr>
            <p:cNvPr id="40" name="node19.text"/>
            <p:cNvSpPr/>
            <p:nvPr/>
          </p:nvSpPr>
          <p:spPr>
            <a:xfrm>
              <a:off x="2705100" y="4400550"/>
              <a:ext cx="2438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Statements and plans</a:t>
              </a:r>
              <a:endParaRPr lang="en-US" sz="1200" spc="0" kern="0" b="0" i="0" dirty="0">
                <a:solidFill>
                  <a:srgbClr val="FFFFFF"/>
                </a:solidFill>
                <a:latin typeface="IBM Plex Sans"/>
                <a:ea typeface="IBM Plex Sans"/>
                <a:cs typeface="IBM Plex Sans"/>
              </a:endParaRPr>
            </a:p>
          </p:txBody>
        </p:sp>
      </p:grpSp>
      <p:grpSp>
        <p:nvGrpSpPr>
          <p:cNvPr id="72" name="node20"/>
          <p:cNvGrpSpPr/>
          <p:nvPr/>
        </p:nvGrpSpPr>
        <p:grpSpPr>
          <a:xfrm>
            <a:off x="8496300" y="3886200"/>
            <a:ext cx="2971800" cy="342900"/>
            <a:chOff x="8496300" y="3886200"/>
            <a:chExt cx="2971800" cy="342900"/>
          </a:xfrm>
        </p:grpSpPr>
        <p:sp>
          <p:nvSpPr>
            <p:cNvPr id="41" name="node20.surface"/>
            <p:cNvSpPr/>
            <p:nvPr/>
          </p:nvSpPr>
          <p:spPr>
            <a:xfrm>
              <a:off x="8502650" y="3892550"/>
              <a:ext cx="2959100" cy="330200"/>
            </a:xfrm>
            <a:prstGeom prst="rect">
              <a:avLst/>
            </a:prstGeom>
            <a:solidFill>
              <a:srgbClr val="FFFFFF"/>
            </a:solidFill>
            <a:ln w="12700">
              <a:solidFill>
                <a:srgbClr val="CED7E6"/>
              </a:solidFill>
              <a:prstDash val="solid"/>
            </a:ln>
          </p:spPr>
        </p:sp>
        <p:sp>
          <p:nvSpPr>
            <p:cNvPr id="42" name="node20.text"/>
            <p:cNvSpPr/>
            <p:nvPr/>
          </p:nvSpPr>
          <p:spPr>
            <a:xfrm>
              <a:off x="8648700" y="394335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Insurance card capture</a:t>
              </a:r>
              <a:endParaRPr lang="en-US" sz="1200" spc="0" kern="0" b="0" i="0" dirty="0">
                <a:solidFill>
                  <a:srgbClr val="070154"/>
                </a:solidFill>
                <a:latin typeface="IBM Plex Sans"/>
                <a:ea typeface="IBM Plex Sans"/>
                <a:cs typeface="IBM Plex Sans"/>
              </a:endParaRPr>
            </a:p>
          </p:txBody>
        </p:sp>
      </p:grpSp>
      <p:grpSp>
        <p:nvGrpSpPr>
          <p:cNvPr id="73" name="node21"/>
          <p:cNvGrpSpPr/>
          <p:nvPr/>
        </p:nvGrpSpPr>
        <p:grpSpPr>
          <a:xfrm>
            <a:off x="723900" y="4800600"/>
            <a:ext cx="1600200" cy="800100"/>
            <a:chOff x="723900" y="4800600"/>
            <a:chExt cx="1600200" cy="800100"/>
          </a:xfrm>
        </p:grpSpPr>
        <p:sp>
          <p:nvSpPr>
            <p:cNvPr id="43" name="node21.surface"/>
            <p:cNvSpPr/>
            <p:nvPr/>
          </p:nvSpPr>
          <p:spPr>
            <a:xfrm>
              <a:off x="723900" y="4800600"/>
              <a:ext cx="1600200" cy="800100"/>
            </a:xfrm>
            <a:prstGeom prst="rect">
              <a:avLst/>
            </a:prstGeom>
            <a:solidFill>
              <a:srgbClr val="05013F"/>
            </a:solidFill>
            <a:ln>
              <a:noFill/>
            </a:ln>
          </p:spPr>
        </p:sp>
        <p:sp>
          <p:nvSpPr>
            <p:cNvPr id="44" name="node21.text"/>
            <p:cNvSpPr/>
            <p:nvPr/>
          </p:nvSpPr>
          <p:spPr>
            <a:xfrm>
              <a:off x="876300" y="504825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Platform</a:t>
              </a:r>
              <a:endParaRPr lang="en-US" sz="1800" spc="-18" kern="0" b="0" i="0" dirty="0">
                <a:solidFill>
                  <a:srgbClr val="FFFFFF"/>
                </a:solidFill>
                <a:latin typeface="IBM Plex Sans SemiBold"/>
                <a:ea typeface="IBM Plex Sans SemiBold"/>
                <a:cs typeface="IBM Plex Sans SemiBold"/>
              </a:endParaRPr>
            </a:p>
          </p:txBody>
        </p:sp>
      </p:grpSp>
      <p:sp>
        <p:nvSpPr>
          <p:cNvPr id="45" name="node22"/>
          <p:cNvSpPr/>
          <p:nvPr/>
        </p:nvSpPr>
        <p:spPr>
          <a:xfrm>
            <a:off x="723900" y="4737100"/>
            <a:ext cx="10744200" cy="9525"/>
          </a:xfrm>
          <a:prstGeom prst="rect">
            <a:avLst/>
          </a:prstGeom>
          <a:solidFill>
            <a:srgbClr val="CED7E6"/>
          </a:solidFill>
          <a:ln>
            <a:noFill/>
          </a:ln>
        </p:spPr>
      </p:sp>
      <p:grpSp>
        <p:nvGrpSpPr>
          <p:cNvPr id="74" name="node23"/>
          <p:cNvGrpSpPr/>
          <p:nvPr/>
        </p:nvGrpSpPr>
        <p:grpSpPr>
          <a:xfrm>
            <a:off x="2552700" y="4800600"/>
            <a:ext cx="2971800" cy="342900"/>
            <a:chOff x="2552700" y="4800600"/>
            <a:chExt cx="2971800" cy="342900"/>
          </a:xfrm>
        </p:grpSpPr>
        <p:sp>
          <p:nvSpPr>
            <p:cNvPr id="46" name="node23.surface"/>
            <p:cNvSpPr/>
            <p:nvPr/>
          </p:nvSpPr>
          <p:spPr>
            <a:xfrm>
              <a:off x="2552700" y="4800600"/>
              <a:ext cx="2971800" cy="342900"/>
            </a:xfrm>
            <a:prstGeom prst="rect">
              <a:avLst/>
            </a:prstGeom>
            <a:solidFill>
              <a:srgbClr val="070154"/>
            </a:solidFill>
            <a:ln>
              <a:noFill/>
            </a:ln>
          </p:spPr>
        </p:sp>
        <p:sp>
          <p:nvSpPr>
            <p:cNvPr id="47" name="node23.text"/>
            <p:cNvSpPr/>
            <p:nvPr/>
          </p:nvSpPr>
          <p:spPr>
            <a:xfrm>
              <a:off x="2705100" y="485775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EHR hardening</a:t>
              </a:r>
              <a:endParaRPr lang="en-US" sz="1200" spc="0" kern="0" b="0" i="0" dirty="0">
                <a:solidFill>
                  <a:srgbClr val="FFFFFF"/>
                </a:solidFill>
                <a:latin typeface="IBM Plex Sans"/>
                <a:ea typeface="IBM Plex Sans"/>
                <a:cs typeface="IBM Plex Sans"/>
              </a:endParaRPr>
            </a:p>
          </p:txBody>
        </p:sp>
      </p:grpSp>
      <p:grpSp>
        <p:nvGrpSpPr>
          <p:cNvPr id="75" name="node24"/>
          <p:cNvGrpSpPr/>
          <p:nvPr/>
        </p:nvGrpSpPr>
        <p:grpSpPr>
          <a:xfrm>
            <a:off x="5753100" y="4800600"/>
            <a:ext cx="2743200" cy="342900"/>
            <a:chOff x="5753100" y="4800600"/>
            <a:chExt cx="2743200" cy="342900"/>
          </a:xfrm>
        </p:grpSpPr>
        <p:sp>
          <p:nvSpPr>
            <p:cNvPr id="48" name="node24.surface"/>
            <p:cNvSpPr/>
            <p:nvPr/>
          </p:nvSpPr>
          <p:spPr>
            <a:xfrm>
              <a:off x="5753100" y="4800600"/>
              <a:ext cx="2743200" cy="342900"/>
            </a:xfrm>
            <a:prstGeom prst="rect">
              <a:avLst/>
            </a:prstGeom>
            <a:solidFill>
              <a:srgbClr val="CED7E6"/>
            </a:solidFill>
            <a:ln>
              <a:noFill/>
            </a:ln>
          </p:spPr>
        </p:sp>
        <p:sp>
          <p:nvSpPr>
            <p:cNvPr id="49" name="node24.text"/>
            <p:cNvSpPr/>
            <p:nvPr/>
          </p:nvSpPr>
          <p:spPr>
            <a:xfrm>
              <a:off x="5905500" y="4857750"/>
              <a:ext cx="2438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Event stream</a:t>
              </a:r>
              <a:endParaRPr lang="en-US" sz="1200" spc="0" kern="0" b="0" i="0" dirty="0">
                <a:solidFill>
                  <a:srgbClr val="070154"/>
                </a:solidFill>
                <a:latin typeface="IBM Plex Sans"/>
                <a:ea typeface="IBM Plex Sans"/>
                <a:cs typeface="IBM Plex Sans"/>
              </a:endParaRPr>
            </a:p>
          </p:txBody>
        </p:sp>
      </p:grpSp>
      <p:grpSp>
        <p:nvGrpSpPr>
          <p:cNvPr id="76" name="node25"/>
          <p:cNvGrpSpPr/>
          <p:nvPr/>
        </p:nvGrpSpPr>
        <p:grpSpPr>
          <a:xfrm>
            <a:off x="5524500" y="5257800"/>
            <a:ext cx="2743200" cy="342900"/>
            <a:chOff x="5524500" y="5257800"/>
            <a:chExt cx="2743200" cy="342900"/>
          </a:xfrm>
        </p:grpSpPr>
        <p:sp>
          <p:nvSpPr>
            <p:cNvPr id="50" name="node25.surface"/>
            <p:cNvSpPr/>
            <p:nvPr/>
          </p:nvSpPr>
          <p:spPr>
            <a:xfrm>
              <a:off x="5524500" y="5257800"/>
              <a:ext cx="2743200" cy="342900"/>
            </a:xfrm>
            <a:prstGeom prst="rect">
              <a:avLst/>
            </a:prstGeom>
            <a:solidFill>
              <a:srgbClr val="CED7E6"/>
            </a:solidFill>
            <a:ln>
              <a:noFill/>
            </a:ln>
          </p:spPr>
        </p:sp>
        <p:sp>
          <p:nvSpPr>
            <p:cNvPr id="51" name="node25.text"/>
            <p:cNvSpPr/>
            <p:nvPr/>
          </p:nvSpPr>
          <p:spPr>
            <a:xfrm>
              <a:off x="5676900" y="5314950"/>
              <a:ext cx="2438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grpSp>
      <p:grpSp>
        <p:nvGrpSpPr>
          <p:cNvPr id="77" name="node26"/>
          <p:cNvGrpSpPr/>
          <p:nvPr/>
        </p:nvGrpSpPr>
        <p:grpSpPr>
          <a:xfrm>
            <a:off x="8496300" y="5257800"/>
            <a:ext cx="2971800" cy="342900"/>
            <a:chOff x="8496300" y="5257800"/>
            <a:chExt cx="2971800" cy="342900"/>
          </a:xfrm>
        </p:grpSpPr>
        <p:sp>
          <p:nvSpPr>
            <p:cNvPr id="52" name="node26.surface"/>
            <p:cNvSpPr/>
            <p:nvPr/>
          </p:nvSpPr>
          <p:spPr>
            <a:xfrm>
              <a:off x="8502650" y="5264150"/>
              <a:ext cx="2959100" cy="330200"/>
            </a:xfrm>
            <a:prstGeom prst="rect">
              <a:avLst/>
            </a:prstGeom>
            <a:solidFill>
              <a:srgbClr val="FFFFFF"/>
            </a:solidFill>
            <a:ln w="12700">
              <a:solidFill>
                <a:srgbClr val="CED7E6"/>
              </a:solidFill>
              <a:prstDash val="solid"/>
            </a:ln>
          </p:spPr>
        </p:sp>
        <p:sp>
          <p:nvSpPr>
            <p:cNvPr id="53" name="node26.text"/>
            <p:cNvSpPr/>
            <p:nvPr/>
          </p:nvSpPr>
          <p:spPr>
            <a:xfrm>
              <a:off x="8648700" y="531495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store re-platform</a:t>
              </a:r>
              <a:endParaRPr lang="en-US" sz="1200" spc="0" kern="0" b="0" i="0" dirty="0">
                <a:solidFill>
                  <a:srgbClr val="070154"/>
                </a:solidFill>
                <a:latin typeface="IBM Plex Sans"/>
                <a:ea typeface="IBM Plex Sans"/>
                <a:cs typeface="IBM Plex Sans"/>
              </a:endParaRPr>
            </a:p>
          </p:txBody>
        </p:sp>
      </p:grpSp>
      <p:grpSp>
        <p:nvGrpSpPr>
          <p:cNvPr id="78" name="node27"/>
          <p:cNvGrpSpPr/>
          <p:nvPr/>
        </p:nvGrpSpPr>
        <p:grpSpPr>
          <a:xfrm>
            <a:off x="723900" y="5715000"/>
            <a:ext cx="10744200" cy="228600"/>
            <a:chOff x="723900" y="5715000"/>
            <a:chExt cx="10744200" cy="228600"/>
          </a:xfrm>
        </p:grpSpPr>
        <p:sp>
          <p:nvSpPr>
            <p:cNvPr id="54" name="node27.text"/>
            <p:cNvSpPr/>
            <p:nvPr/>
          </p:nvSpPr>
          <p:spPr>
            <a:xfrm>
              <a:off x="723900" y="57150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Dark bars are committed, mid-blue planned, outlined exploratory. Magenta marks the launch commitment.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ource-44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Confidence falls as the horizon lengthens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77</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1600200"/>
            <a:ext cx="3429000" cy="685800"/>
            <a:chOff x="723900" y="1600200"/>
            <a:chExt cx="3429000" cy="685800"/>
          </a:xfrm>
        </p:grpSpPr>
        <p:sp>
          <p:nvSpPr>
            <p:cNvPr id="6" name="node01.surface"/>
            <p:cNvSpPr/>
            <p:nvPr/>
          </p:nvSpPr>
          <p:spPr>
            <a:xfrm>
              <a:off x="723900" y="1600200"/>
              <a:ext cx="3429000" cy="685800"/>
            </a:xfrm>
            <a:prstGeom prst="rect">
              <a:avLst/>
            </a:prstGeom>
            <a:solidFill>
              <a:srgbClr val="F900D3"/>
            </a:solidFill>
            <a:ln>
              <a:noFill/>
            </a:ln>
          </p:spPr>
        </p:sp>
        <p:sp>
          <p:nvSpPr>
            <p:cNvPr id="7" name="node01.text"/>
            <p:cNvSpPr/>
            <p:nvPr/>
          </p:nvSpPr>
          <p:spPr>
            <a:xfrm>
              <a:off x="876300" y="17907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Now</a:t>
              </a:r>
              <a:endParaRPr lang="en-US" sz="1800" spc="-18" kern="0" b="0" i="0" dirty="0">
                <a:solidFill>
                  <a:srgbClr val="070154"/>
                </a:solidFill>
                <a:latin typeface="IBM Plex Sans SemiBold"/>
                <a:ea typeface="IBM Plex Sans SemiBold"/>
                <a:cs typeface="IBM Plex Sans SemiBold"/>
              </a:endParaRPr>
            </a:p>
          </p:txBody>
        </p:sp>
      </p:grpSp>
      <p:grpSp>
        <p:nvGrpSpPr>
          <p:cNvPr id="68" name="node02"/>
          <p:cNvGrpSpPr/>
          <p:nvPr/>
        </p:nvGrpSpPr>
        <p:grpSpPr>
          <a:xfrm>
            <a:off x="723900" y="2438400"/>
            <a:ext cx="3429000" cy="266700"/>
            <a:chOff x="723900" y="2438400"/>
            <a:chExt cx="3429000" cy="266700"/>
          </a:xfrm>
        </p:grpSpPr>
        <p:sp>
          <p:nvSpPr>
            <p:cNvPr id="8" name="node02.text"/>
            <p:cNvSpPr/>
            <p:nvPr/>
          </p:nvSpPr>
          <p:spPr>
            <a:xfrm>
              <a:off x="723900" y="24384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Committed: funded and staffed</a:t>
              </a:r>
              <a:endParaRPr lang="en-US" sz="1400" spc="0" kern="0" b="0" i="0" dirty="0">
                <a:solidFill>
                  <a:srgbClr val="070154"/>
                </a:solidFill>
                <a:latin typeface="IBM Plex Sans"/>
                <a:ea typeface="IBM Plex Sans"/>
                <a:cs typeface="IBM Plex Sans"/>
              </a:endParaRPr>
            </a:p>
          </p:txBody>
        </p:sp>
      </p:grpSp>
      <p:grpSp>
        <p:nvGrpSpPr>
          <p:cNvPr id="69" name="node03"/>
          <p:cNvGrpSpPr/>
          <p:nvPr/>
        </p:nvGrpSpPr>
        <p:grpSpPr>
          <a:xfrm>
            <a:off x="723900" y="2971800"/>
            <a:ext cx="3429000" cy="2184400"/>
            <a:chOff x="723900" y="2971800"/>
            <a:chExt cx="3429000" cy="2184400"/>
          </a:xfrm>
        </p:grpSpPr>
        <p:graphicFrame>
          <p:nvGraphicFramePr>
            <p:cNvPr id="9" name="node03.native"/>
            <p:cNvGraphicFramePr>
              <a:graphicFrameLocks noGrp="1"/>
            </p:cNvGraphicFramePr>
            <p:nvPr>
              <p:extLst>
                <p:ext uri="{D42A27DB-BD31-4B8C-83A1-F6EECF244321}">
                  <p14:modId xmlns:p14="http://schemas.microsoft.com/office/powerpoint/2010/main" val="1579011935"/>
                </p:ext>
              </p:extLst>
            </p:nvPr>
          </p:nvGraphicFramePr>
          <p:xfrm>
            <a:off x="723900" y="2971800"/>
            <a:ext cx="3429000" cy="2184400"/>
          </p:xfrm>
          <a:graphic>
            <a:graphicData uri="http://schemas.openxmlformats.org/drawingml/2006/table">
              <a:tbl>
                <a:tblPr/>
                <a:tblGrid>
                  <a:gridCol w="1905000"/>
                  <a:gridCol w="1524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RELEASE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CONFIDENCE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Self-scheduling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Waitlist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Messaging triage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Pay online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10" name="node03.row.item-001.c.dots-1"/>
            <p:cNvSpPr/>
            <p:nvPr/>
          </p:nvSpPr>
          <p:spPr>
            <a:xfrm>
              <a:off x="2781300" y="3505200"/>
              <a:ext cx="101600" cy="101600"/>
            </a:xfrm>
            <a:prstGeom prst="ellipse">
              <a:avLst/>
            </a:prstGeom>
            <a:solidFill>
              <a:srgbClr val="070154"/>
            </a:solidFill>
            <a:ln>
              <a:noFill/>
            </a:ln>
          </p:spPr>
        </p:sp>
        <p:sp>
          <p:nvSpPr>
            <p:cNvPr id="11" name="node03.row.item-001.c.dots-2"/>
            <p:cNvSpPr/>
            <p:nvPr/>
          </p:nvSpPr>
          <p:spPr>
            <a:xfrm>
              <a:off x="2933700" y="3505200"/>
              <a:ext cx="101600" cy="101600"/>
            </a:xfrm>
            <a:prstGeom prst="ellipse">
              <a:avLst/>
            </a:prstGeom>
            <a:solidFill>
              <a:srgbClr val="070154"/>
            </a:solidFill>
            <a:ln>
              <a:noFill/>
            </a:ln>
          </p:spPr>
        </p:sp>
        <p:sp>
          <p:nvSpPr>
            <p:cNvPr id="12" name="node03.row.item-001.c.dots-3"/>
            <p:cNvSpPr/>
            <p:nvPr/>
          </p:nvSpPr>
          <p:spPr>
            <a:xfrm>
              <a:off x="3086100" y="3505200"/>
              <a:ext cx="101600" cy="101600"/>
            </a:xfrm>
            <a:prstGeom prst="ellipse">
              <a:avLst/>
            </a:prstGeom>
            <a:solidFill>
              <a:srgbClr val="070154"/>
            </a:solidFill>
            <a:ln>
              <a:noFill/>
            </a:ln>
          </p:spPr>
        </p:sp>
        <p:sp>
          <p:nvSpPr>
            <p:cNvPr id="13" name="node03.row.item-001.c.dots-4"/>
            <p:cNvSpPr/>
            <p:nvPr/>
          </p:nvSpPr>
          <p:spPr>
            <a:xfrm>
              <a:off x="3238500" y="3505200"/>
              <a:ext cx="101600" cy="101600"/>
            </a:xfrm>
            <a:prstGeom prst="ellipse">
              <a:avLst/>
            </a:prstGeom>
            <a:solidFill>
              <a:srgbClr val="070154"/>
            </a:solidFill>
            <a:ln>
              <a:noFill/>
            </a:ln>
          </p:spPr>
        </p:sp>
        <p:sp>
          <p:nvSpPr>
            <p:cNvPr id="14" name="node03.row.item-002.c.dots-1"/>
            <p:cNvSpPr/>
            <p:nvPr/>
          </p:nvSpPr>
          <p:spPr>
            <a:xfrm>
              <a:off x="2781300" y="3962400"/>
              <a:ext cx="101600" cy="101600"/>
            </a:xfrm>
            <a:prstGeom prst="ellipse">
              <a:avLst/>
            </a:prstGeom>
            <a:solidFill>
              <a:srgbClr val="070154"/>
            </a:solidFill>
            <a:ln>
              <a:noFill/>
            </a:ln>
          </p:spPr>
        </p:sp>
        <p:sp>
          <p:nvSpPr>
            <p:cNvPr id="15" name="node03.row.item-002.c.dots-2"/>
            <p:cNvSpPr/>
            <p:nvPr/>
          </p:nvSpPr>
          <p:spPr>
            <a:xfrm>
              <a:off x="2933700" y="3962400"/>
              <a:ext cx="101600" cy="101600"/>
            </a:xfrm>
            <a:prstGeom prst="ellipse">
              <a:avLst/>
            </a:prstGeom>
            <a:solidFill>
              <a:srgbClr val="070154"/>
            </a:solidFill>
            <a:ln>
              <a:noFill/>
            </a:ln>
          </p:spPr>
        </p:sp>
        <p:sp>
          <p:nvSpPr>
            <p:cNvPr id="16" name="node03.row.item-002.c.dots-3"/>
            <p:cNvSpPr/>
            <p:nvPr/>
          </p:nvSpPr>
          <p:spPr>
            <a:xfrm>
              <a:off x="3086100" y="3962400"/>
              <a:ext cx="101600" cy="101600"/>
            </a:xfrm>
            <a:prstGeom prst="ellipse">
              <a:avLst/>
            </a:prstGeom>
            <a:solidFill>
              <a:srgbClr val="070154"/>
            </a:solidFill>
            <a:ln>
              <a:noFill/>
            </a:ln>
          </p:spPr>
        </p:sp>
        <p:sp>
          <p:nvSpPr>
            <p:cNvPr id="17" name="node03.row.item-002.c.dots-4"/>
            <p:cNvSpPr/>
            <p:nvPr/>
          </p:nvSpPr>
          <p:spPr>
            <a:xfrm>
              <a:off x="3238500" y="3962400"/>
              <a:ext cx="101600" cy="101600"/>
            </a:xfrm>
            <a:prstGeom prst="ellipse">
              <a:avLst/>
            </a:prstGeom>
            <a:solidFill>
              <a:srgbClr val="070154"/>
            </a:solidFill>
            <a:ln>
              <a:noFill/>
            </a:ln>
          </p:spPr>
        </p:sp>
        <p:sp>
          <p:nvSpPr>
            <p:cNvPr id="18" name="node03.row.item-003.c.dots-1"/>
            <p:cNvSpPr/>
            <p:nvPr/>
          </p:nvSpPr>
          <p:spPr>
            <a:xfrm>
              <a:off x="2781300" y="4419600"/>
              <a:ext cx="101600" cy="101600"/>
            </a:xfrm>
            <a:prstGeom prst="ellipse">
              <a:avLst/>
            </a:prstGeom>
            <a:solidFill>
              <a:srgbClr val="070154"/>
            </a:solidFill>
            <a:ln>
              <a:noFill/>
            </a:ln>
          </p:spPr>
        </p:sp>
        <p:sp>
          <p:nvSpPr>
            <p:cNvPr id="19" name="node03.row.item-003.c.dots-2"/>
            <p:cNvSpPr/>
            <p:nvPr/>
          </p:nvSpPr>
          <p:spPr>
            <a:xfrm>
              <a:off x="2933700" y="4419600"/>
              <a:ext cx="101600" cy="101600"/>
            </a:xfrm>
            <a:prstGeom prst="ellipse">
              <a:avLst/>
            </a:prstGeom>
            <a:solidFill>
              <a:srgbClr val="070154"/>
            </a:solidFill>
            <a:ln>
              <a:noFill/>
            </a:ln>
          </p:spPr>
        </p:sp>
        <p:sp>
          <p:nvSpPr>
            <p:cNvPr id="20" name="node03.row.item-003.c.dots-3"/>
            <p:cNvSpPr/>
            <p:nvPr/>
          </p:nvSpPr>
          <p:spPr>
            <a:xfrm>
              <a:off x="3086100" y="4419600"/>
              <a:ext cx="101600" cy="101600"/>
            </a:xfrm>
            <a:prstGeom prst="ellipse">
              <a:avLst/>
            </a:prstGeom>
            <a:solidFill>
              <a:srgbClr val="070154"/>
            </a:solidFill>
            <a:ln>
              <a:noFill/>
            </a:ln>
          </p:spPr>
        </p:sp>
        <p:sp>
          <p:nvSpPr>
            <p:cNvPr id="21" name="node03.row.item-003.c.dots-4"/>
            <p:cNvSpPr/>
            <p:nvPr/>
          </p:nvSpPr>
          <p:spPr>
            <a:xfrm>
              <a:off x="3238500" y="4419600"/>
              <a:ext cx="101600" cy="101600"/>
            </a:xfrm>
            <a:prstGeom prst="ellipse">
              <a:avLst/>
            </a:prstGeom>
            <a:solidFill>
              <a:srgbClr val="CED7E6"/>
            </a:solidFill>
            <a:ln>
              <a:noFill/>
            </a:ln>
          </p:spPr>
        </p:sp>
        <p:sp>
          <p:nvSpPr>
            <p:cNvPr id="22" name="node03.row.item-004.c.dots-1"/>
            <p:cNvSpPr/>
            <p:nvPr/>
          </p:nvSpPr>
          <p:spPr>
            <a:xfrm>
              <a:off x="2781300" y="4876800"/>
              <a:ext cx="101600" cy="101600"/>
            </a:xfrm>
            <a:prstGeom prst="ellipse">
              <a:avLst/>
            </a:prstGeom>
            <a:solidFill>
              <a:srgbClr val="070154"/>
            </a:solidFill>
            <a:ln>
              <a:noFill/>
            </a:ln>
          </p:spPr>
        </p:sp>
        <p:sp>
          <p:nvSpPr>
            <p:cNvPr id="23" name="node03.row.item-004.c.dots-2"/>
            <p:cNvSpPr/>
            <p:nvPr/>
          </p:nvSpPr>
          <p:spPr>
            <a:xfrm>
              <a:off x="2933700" y="4876800"/>
              <a:ext cx="101600" cy="101600"/>
            </a:xfrm>
            <a:prstGeom prst="ellipse">
              <a:avLst/>
            </a:prstGeom>
            <a:solidFill>
              <a:srgbClr val="070154"/>
            </a:solidFill>
            <a:ln>
              <a:noFill/>
            </a:ln>
          </p:spPr>
        </p:sp>
        <p:sp>
          <p:nvSpPr>
            <p:cNvPr id="24" name="node03.row.item-004.c.dots-3"/>
            <p:cNvSpPr/>
            <p:nvPr/>
          </p:nvSpPr>
          <p:spPr>
            <a:xfrm>
              <a:off x="3086100" y="4876800"/>
              <a:ext cx="101600" cy="101600"/>
            </a:xfrm>
            <a:prstGeom prst="ellipse">
              <a:avLst/>
            </a:prstGeom>
            <a:solidFill>
              <a:srgbClr val="070154"/>
            </a:solidFill>
            <a:ln>
              <a:noFill/>
            </a:ln>
          </p:spPr>
        </p:sp>
        <p:sp>
          <p:nvSpPr>
            <p:cNvPr id="25" name="node03.row.item-004.c.dots-4"/>
            <p:cNvSpPr/>
            <p:nvPr/>
          </p:nvSpPr>
          <p:spPr>
            <a:xfrm>
              <a:off x="3238500" y="4876800"/>
              <a:ext cx="101600" cy="101600"/>
            </a:xfrm>
            <a:prstGeom prst="ellipse">
              <a:avLst/>
            </a:prstGeom>
            <a:solidFill>
              <a:srgbClr val="070154"/>
            </a:solidFill>
            <a:ln>
              <a:noFill/>
            </a:ln>
          </p:spPr>
        </p:sp>
      </p:grpSp>
      <p:grpSp>
        <p:nvGrpSpPr>
          <p:cNvPr id="70" name="node04"/>
          <p:cNvGrpSpPr/>
          <p:nvPr/>
        </p:nvGrpSpPr>
        <p:grpSpPr>
          <a:xfrm>
            <a:off x="4381500" y="1600200"/>
            <a:ext cx="3429000" cy="685800"/>
            <a:chOff x="4381500" y="1600200"/>
            <a:chExt cx="3429000" cy="685800"/>
          </a:xfrm>
        </p:grpSpPr>
        <p:sp>
          <p:nvSpPr>
            <p:cNvPr id="26" name="node04.surface"/>
            <p:cNvSpPr/>
            <p:nvPr/>
          </p:nvSpPr>
          <p:spPr>
            <a:xfrm>
              <a:off x="4381500" y="1600200"/>
              <a:ext cx="3429000" cy="685800"/>
            </a:xfrm>
            <a:prstGeom prst="rect">
              <a:avLst/>
            </a:prstGeom>
            <a:solidFill>
              <a:srgbClr val="070154"/>
            </a:solidFill>
            <a:ln>
              <a:noFill/>
            </a:ln>
          </p:spPr>
        </p:sp>
        <p:sp>
          <p:nvSpPr>
            <p:cNvPr id="27" name="node04.text"/>
            <p:cNvSpPr/>
            <p:nvPr/>
          </p:nvSpPr>
          <p:spPr>
            <a:xfrm>
              <a:off x="4533900" y="17907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Next</a:t>
              </a:r>
              <a:endParaRPr lang="en-US" sz="1800" spc="-18" kern="0" b="0" i="0" dirty="0">
                <a:solidFill>
                  <a:srgbClr val="FFFFFF"/>
                </a:solidFill>
                <a:latin typeface="IBM Plex Sans SemiBold"/>
                <a:ea typeface="IBM Plex Sans SemiBold"/>
                <a:cs typeface="IBM Plex Sans SemiBold"/>
              </a:endParaRPr>
            </a:p>
          </p:txBody>
        </p:sp>
      </p:grpSp>
      <p:grpSp>
        <p:nvGrpSpPr>
          <p:cNvPr id="71" name="node05"/>
          <p:cNvGrpSpPr/>
          <p:nvPr/>
        </p:nvGrpSpPr>
        <p:grpSpPr>
          <a:xfrm>
            <a:off x="4381500" y="2438400"/>
            <a:ext cx="3429000" cy="266700"/>
            <a:chOff x="4381500" y="2438400"/>
            <a:chExt cx="3429000" cy="266700"/>
          </a:xfrm>
        </p:grpSpPr>
        <p:sp>
          <p:nvSpPr>
            <p:cNvPr id="28" name="node05.text"/>
            <p:cNvSpPr/>
            <p:nvPr/>
          </p:nvSpPr>
          <p:spPr>
            <a:xfrm>
              <a:off x="4381500" y="24384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Probable: scoped, not yet funded</a:t>
              </a:r>
              <a:endParaRPr lang="en-US" sz="1400" spc="0" kern="0" b="0" i="0" dirty="0">
                <a:solidFill>
                  <a:srgbClr val="070154"/>
                </a:solidFill>
                <a:latin typeface="IBM Plex Sans"/>
                <a:ea typeface="IBM Plex Sans"/>
                <a:cs typeface="IBM Plex Sans"/>
              </a:endParaRPr>
            </a:p>
          </p:txBody>
        </p:sp>
      </p:grpSp>
      <p:grpSp>
        <p:nvGrpSpPr>
          <p:cNvPr id="72" name="node06"/>
          <p:cNvGrpSpPr/>
          <p:nvPr/>
        </p:nvGrpSpPr>
        <p:grpSpPr>
          <a:xfrm>
            <a:off x="4381500" y="2971800"/>
            <a:ext cx="3429000" cy="2184400"/>
            <a:chOff x="4381500" y="2971800"/>
            <a:chExt cx="3429000" cy="2184400"/>
          </a:xfrm>
        </p:grpSpPr>
        <p:graphicFrame>
          <p:nvGraphicFramePr>
            <p:cNvPr id="29" name="node06.native"/>
            <p:cNvGraphicFramePr>
              <a:graphicFrameLocks noGrp="1"/>
            </p:cNvGraphicFramePr>
            <p:nvPr>
              <p:extLst>
                <p:ext uri="{D42A27DB-BD31-4B8C-83A1-F6EECF244321}">
                  <p14:modId xmlns:p14="http://schemas.microsoft.com/office/powerpoint/2010/main" val="1579011935"/>
                </p:ext>
              </p:extLst>
            </p:nvPr>
          </p:nvGraphicFramePr>
          <p:xfrm>
            <a:off x="4381500" y="2971800"/>
            <a:ext cx="3429000" cy="2184400"/>
          </p:xfrm>
          <a:graphic>
            <a:graphicData uri="http://schemas.openxmlformats.org/drawingml/2006/table">
              <a:tbl>
                <a:tblPr/>
                <a:tblGrid>
                  <a:gridCol w="1905000"/>
                  <a:gridCol w="1524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RELEASE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CONFIDENCE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 plans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Remote monitoring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Cost estimates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Console redesign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0" name="node06.row.item-001.c.dots-1"/>
            <p:cNvSpPr/>
            <p:nvPr/>
          </p:nvSpPr>
          <p:spPr>
            <a:xfrm>
              <a:off x="6438900" y="3505200"/>
              <a:ext cx="101600" cy="101600"/>
            </a:xfrm>
            <a:prstGeom prst="ellipse">
              <a:avLst/>
            </a:prstGeom>
            <a:solidFill>
              <a:srgbClr val="070154"/>
            </a:solidFill>
            <a:ln>
              <a:noFill/>
            </a:ln>
          </p:spPr>
        </p:sp>
        <p:sp>
          <p:nvSpPr>
            <p:cNvPr id="31" name="node06.row.item-001.c.dots-2"/>
            <p:cNvSpPr/>
            <p:nvPr/>
          </p:nvSpPr>
          <p:spPr>
            <a:xfrm>
              <a:off x="6591300" y="3505200"/>
              <a:ext cx="101600" cy="101600"/>
            </a:xfrm>
            <a:prstGeom prst="ellipse">
              <a:avLst/>
            </a:prstGeom>
            <a:solidFill>
              <a:srgbClr val="070154"/>
            </a:solidFill>
            <a:ln>
              <a:noFill/>
            </a:ln>
          </p:spPr>
        </p:sp>
        <p:sp>
          <p:nvSpPr>
            <p:cNvPr id="32" name="node06.row.item-001.c.dots-3"/>
            <p:cNvSpPr/>
            <p:nvPr/>
          </p:nvSpPr>
          <p:spPr>
            <a:xfrm>
              <a:off x="6743700" y="3505200"/>
              <a:ext cx="101600" cy="101600"/>
            </a:xfrm>
            <a:prstGeom prst="ellipse">
              <a:avLst/>
            </a:prstGeom>
            <a:solidFill>
              <a:srgbClr val="070154"/>
            </a:solidFill>
            <a:ln>
              <a:noFill/>
            </a:ln>
          </p:spPr>
        </p:sp>
        <p:sp>
          <p:nvSpPr>
            <p:cNvPr id="33" name="node06.row.item-001.c.dots-4"/>
            <p:cNvSpPr/>
            <p:nvPr/>
          </p:nvSpPr>
          <p:spPr>
            <a:xfrm>
              <a:off x="6896100" y="3505200"/>
              <a:ext cx="101600" cy="101600"/>
            </a:xfrm>
            <a:prstGeom prst="ellipse">
              <a:avLst/>
            </a:prstGeom>
            <a:solidFill>
              <a:srgbClr val="CED7E6"/>
            </a:solidFill>
            <a:ln>
              <a:noFill/>
            </a:ln>
          </p:spPr>
        </p:sp>
        <p:sp>
          <p:nvSpPr>
            <p:cNvPr id="34" name="node06.row.item-002.c.dots-1"/>
            <p:cNvSpPr/>
            <p:nvPr/>
          </p:nvSpPr>
          <p:spPr>
            <a:xfrm>
              <a:off x="6438900" y="3962400"/>
              <a:ext cx="101600" cy="101600"/>
            </a:xfrm>
            <a:prstGeom prst="ellipse">
              <a:avLst/>
            </a:prstGeom>
            <a:solidFill>
              <a:srgbClr val="070154"/>
            </a:solidFill>
            <a:ln>
              <a:noFill/>
            </a:ln>
          </p:spPr>
        </p:sp>
        <p:sp>
          <p:nvSpPr>
            <p:cNvPr id="35" name="node06.row.item-002.c.dots-2"/>
            <p:cNvSpPr/>
            <p:nvPr/>
          </p:nvSpPr>
          <p:spPr>
            <a:xfrm>
              <a:off x="6591300" y="3962400"/>
              <a:ext cx="101600" cy="101600"/>
            </a:xfrm>
            <a:prstGeom prst="ellipse">
              <a:avLst/>
            </a:prstGeom>
            <a:solidFill>
              <a:srgbClr val="070154"/>
            </a:solidFill>
            <a:ln>
              <a:noFill/>
            </a:ln>
          </p:spPr>
        </p:sp>
        <p:sp>
          <p:nvSpPr>
            <p:cNvPr id="36" name="node06.row.item-002.c.dots-3"/>
            <p:cNvSpPr/>
            <p:nvPr/>
          </p:nvSpPr>
          <p:spPr>
            <a:xfrm>
              <a:off x="6743700" y="3962400"/>
              <a:ext cx="101600" cy="101600"/>
            </a:xfrm>
            <a:prstGeom prst="ellipse">
              <a:avLst/>
            </a:prstGeom>
            <a:solidFill>
              <a:srgbClr val="CED7E6"/>
            </a:solidFill>
            <a:ln>
              <a:noFill/>
            </a:ln>
          </p:spPr>
        </p:sp>
        <p:sp>
          <p:nvSpPr>
            <p:cNvPr id="37" name="node06.row.item-002.c.dots-4"/>
            <p:cNvSpPr/>
            <p:nvPr/>
          </p:nvSpPr>
          <p:spPr>
            <a:xfrm>
              <a:off x="6896100" y="3962400"/>
              <a:ext cx="101600" cy="101600"/>
            </a:xfrm>
            <a:prstGeom prst="ellipse">
              <a:avLst/>
            </a:prstGeom>
            <a:solidFill>
              <a:srgbClr val="CED7E6"/>
            </a:solidFill>
            <a:ln>
              <a:noFill/>
            </a:ln>
          </p:spPr>
        </p:sp>
        <p:sp>
          <p:nvSpPr>
            <p:cNvPr id="38" name="node06.row.item-003.c.dots-1"/>
            <p:cNvSpPr/>
            <p:nvPr/>
          </p:nvSpPr>
          <p:spPr>
            <a:xfrm>
              <a:off x="6438900" y="4419600"/>
              <a:ext cx="101600" cy="101600"/>
            </a:xfrm>
            <a:prstGeom prst="ellipse">
              <a:avLst/>
            </a:prstGeom>
            <a:solidFill>
              <a:srgbClr val="070154"/>
            </a:solidFill>
            <a:ln>
              <a:noFill/>
            </a:ln>
          </p:spPr>
        </p:sp>
        <p:sp>
          <p:nvSpPr>
            <p:cNvPr id="39" name="node06.row.item-003.c.dots-2"/>
            <p:cNvSpPr/>
            <p:nvPr/>
          </p:nvSpPr>
          <p:spPr>
            <a:xfrm>
              <a:off x="6591300" y="4419600"/>
              <a:ext cx="101600" cy="101600"/>
            </a:xfrm>
            <a:prstGeom prst="ellipse">
              <a:avLst/>
            </a:prstGeom>
            <a:solidFill>
              <a:srgbClr val="070154"/>
            </a:solidFill>
            <a:ln>
              <a:noFill/>
            </a:ln>
          </p:spPr>
        </p:sp>
        <p:sp>
          <p:nvSpPr>
            <p:cNvPr id="40" name="node06.row.item-003.c.dots-3"/>
            <p:cNvSpPr/>
            <p:nvPr/>
          </p:nvSpPr>
          <p:spPr>
            <a:xfrm>
              <a:off x="6743700" y="4419600"/>
              <a:ext cx="101600" cy="101600"/>
            </a:xfrm>
            <a:prstGeom prst="ellipse">
              <a:avLst/>
            </a:prstGeom>
            <a:solidFill>
              <a:srgbClr val="070154"/>
            </a:solidFill>
            <a:ln>
              <a:noFill/>
            </a:ln>
          </p:spPr>
        </p:sp>
        <p:sp>
          <p:nvSpPr>
            <p:cNvPr id="41" name="node06.row.item-003.c.dots-4"/>
            <p:cNvSpPr/>
            <p:nvPr/>
          </p:nvSpPr>
          <p:spPr>
            <a:xfrm>
              <a:off x="6896100" y="4419600"/>
              <a:ext cx="101600" cy="101600"/>
            </a:xfrm>
            <a:prstGeom prst="ellipse">
              <a:avLst/>
            </a:prstGeom>
            <a:solidFill>
              <a:srgbClr val="CED7E6"/>
            </a:solidFill>
            <a:ln>
              <a:noFill/>
            </a:ln>
          </p:spPr>
        </p:sp>
        <p:sp>
          <p:nvSpPr>
            <p:cNvPr id="42" name="node06.row.item-004.c.dots-1"/>
            <p:cNvSpPr/>
            <p:nvPr/>
          </p:nvSpPr>
          <p:spPr>
            <a:xfrm>
              <a:off x="6438900" y="4876800"/>
              <a:ext cx="101600" cy="101600"/>
            </a:xfrm>
            <a:prstGeom prst="ellipse">
              <a:avLst/>
            </a:prstGeom>
            <a:solidFill>
              <a:srgbClr val="070154"/>
            </a:solidFill>
            <a:ln>
              <a:noFill/>
            </a:ln>
          </p:spPr>
        </p:sp>
        <p:sp>
          <p:nvSpPr>
            <p:cNvPr id="43" name="node06.row.item-004.c.dots-2"/>
            <p:cNvSpPr/>
            <p:nvPr/>
          </p:nvSpPr>
          <p:spPr>
            <a:xfrm>
              <a:off x="6591300" y="4876800"/>
              <a:ext cx="101600" cy="101600"/>
            </a:xfrm>
            <a:prstGeom prst="ellipse">
              <a:avLst/>
            </a:prstGeom>
            <a:solidFill>
              <a:srgbClr val="070154"/>
            </a:solidFill>
            <a:ln>
              <a:noFill/>
            </a:ln>
          </p:spPr>
        </p:sp>
        <p:sp>
          <p:nvSpPr>
            <p:cNvPr id="44" name="node06.row.item-004.c.dots-3"/>
            <p:cNvSpPr/>
            <p:nvPr/>
          </p:nvSpPr>
          <p:spPr>
            <a:xfrm>
              <a:off x="6743700" y="4876800"/>
              <a:ext cx="101600" cy="101600"/>
            </a:xfrm>
            <a:prstGeom prst="ellipse">
              <a:avLst/>
            </a:prstGeom>
            <a:solidFill>
              <a:srgbClr val="CED7E6"/>
            </a:solidFill>
            <a:ln>
              <a:noFill/>
            </a:ln>
          </p:spPr>
        </p:sp>
        <p:sp>
          <p:nvSpPr>
            <p:cNvPr id="45" name="node06.row.item-004.c.dots-4"/>
            <p:cNvSpPr/>
            <p:nvPr/>
          </p:nvSpPr>
          <p:spPr>
            <a:xfrm>
              <a:off x="6896100" y="4876800"/>
              <a:ext cx="101600" cy="101600"/>
            </a:xfrm>
            <a:prstGeom prst="ellipse">
              <a:avLst/>
            </a:prstGeom>
            <a:solidFill>
              <a:srgbClr val="CED7E6"/>
            </a:solidFill>
            <a:ln>
              <a:noFill/>
            </a:ln>
          </p:spPr>
        </p:sp>
      </p:grpSp>
      <p:grpSp>
        <p:nvGrpSpPr>
          <p:cNvPr id="73" name="node07"/>
          <p:cNvGrpSpPr/>
          <p:nvPr/>
        </p:nvGrpSpPr>
        <p:grpSpPr>
          <a:xfrm>
            <a:off x="8039100" y="1600200"/>
            <a:ext cx="3429000" cy="685800"/>
            <a:chOff x="8039100" y="1600200"/>
            <a:chExt cx="3429000" cy="685800"/>
          </a:xfrm>
        </p:grpSpPr>
        <p:sp>
          <p:nvSpPr>
            <p:cNvPr id="46" name="node07.surface"/>
            <p:cNvSpPr/>
            <p:nvPr/>
          </p:nvSpPr>
          <p:spPr>
            <a:xfrm>
              <a:off x="8039100" y="1600200"/>
              <a:ext cx="3429000" cy="685800"/>
            </a:xfrm>
            <a:prstGeom prst="rect">
              <a:avLst/>
            </a:prstGeom>
            <a:solidFill>
              <a:srgbClr val="CED7E6"/>
            </a:solidFill>
            <a:ln>
              <a:noFill/>
            </a:ln>
          </p:spPr>
        </p:sp>
        <p:sp>
          <p:nvSpPr>
            <p:cNvPr id="47" name="node07.text"/>
            <p:cNvSpPr/>
            <p:nvPr/>
          </p:nvSpPr>
          <p:spPr>
            <a:xfrm>
              <a:off x="8191500" y="17907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Later</a:t>
              </a:r>
              <a:endParaRPr lang="en-US" sz="1800" spc="-18" kern="0" b="0" i="0" dirty="0">
                <a:solidFill>
                  <a:srgbClr val="070154"/>
                </a:solidFill>
                <a:latin typeface="IBM Plex Sans SemiBold"/>
                <a:ea typeface="IBM Plex Sans SemiBold"/>
                <a:cs typeface="IBM Plex Sans SemiBold"/>
              </a:endParaRPr>
            </a:p>
          </p:txBody>
        </p:sp>
      </p:grpSp>
      <p:grpSp>
        <p:nvGrpSpPr>
          <p:cNvPr id="74" name="node08"/>
          <p:cNvGrpSpPr/>
          <p:nvPr/>
        </p:nvGrpSpPr>
        <p:grpSpPr>
          <a:xfrm>
            <a:off x="8039100" y="2438400"/>
            <a:ext cx="3429000" cy="266700"/>
            <a:chOff x="8039100" y="2438400"/>
            <a:chExt cx="3429000" cy="266700"/>
          </a:xfrm>
        </p:grpSpPr>
        <p:sp>
          <p:nvSpPr>
            <p:cNvPr id="48" name="node08.text"/>
            <p:cNvSpPr/>
            <p:nvPr/>
          </p:nvSpPr>
          <p:spPr>
            <a:xfrm>
              <a:off x="8039100" y="24384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Exploratory: needs discovery</a:t>
              </a:r>
              <a:endParaRPr lang="en-US" sz="1400" spc="0" kern="0" b="0" i="0" dirty="0">
                <a:solidFill>
                  <a:srgbClr val="070154"/>
                </a:solidFill>
                <a:latin typeface="IBM Plex Sans"/>
                <a:ea typeface="IBM Plex Sans"/>
                <a:cs typeface="IBM Plex Sans"/>
              </a:endParaRPr>
            </a:p>
          </p:txBody>
        </p:sp>
      </p:grpSp>
      <p:grpSp>
        <p:nvGrpSpPr>
          <p:cNvPr id="75" name="node09"/>
          <p:cNvGrpSpPr/>
          <p:nvPr/>
        </p:nvGrpSpPr>
        <p:grpSpPr>
          <a:xfrm>
            <a:off x="8039100" y="2971800"/>
            <a:ext cx="3429000" cy="2184400"/>
            <a:chOff x="8039100" y="2971800"/>
            <a:chExt cx="3429000" cy="2184400"/>
          </a:xfrm>
        </p:grpSpPr>
        <p:graphicFrame>
          <p:nvGraphicFramePr>
            <p:cNvPr id="49" name="node09.native"/>
            <p:cNvGraphicFramePr>
              <a:graphicFrameLocks noGrp="1"/>
            </p:cNvGraphicFramePr>
            <p:nvPr>
              <p:extLst>
                <p:ext uri="{D42A27DB-BD31-4B8C-83A1-F6EECF244321}">
                  <p14:modId xmlns:p14="http://schemas.microsoft.com/office/powerpoint/2010/main" val="1579011935"/>
                </p:ext>
              </p:extLst>
            </p:nvPr>
          </p:nvGraphicFramePr>
          <p:xfrm>
            <a:off x="8039100" y="2971800"/>
            <a:ext cx="3429000" cy="2184400"/>
          </p:xfrm>
          <a:graphic>
            <a:graphicData uri="http://schemas.openxmlformats.org/drawingml/2006/table">
              <a:tbl>
                <a:tblPr/>
                <a:tblGrid>
                  <a:gridCol w="1905000"/>
                  <a:gridCol w="1524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RELEASE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CONFIDENCE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Caregiver proxy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Multilingual booking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No-show outreach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Data re-platform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50" name="node09.row.item-001.c.dots-1"/>
            <p:cNvSpPr/>
            <p:nvPr/>
          </p:nvSpPr>
          <p:spPr>
            <a:xfrm>
              <a:off x="10096500" y="3505200"/>
              <a:ext cx="101600" cy="101600"/>
            </a:xfrm>
            <a:prstGeom prst="ellipse">
              <a:avLst/>
            </a:prstGeom>
            <a:solidFill>
              <a:srgbClr val="070154"/>
            </a:solidFill>
            <a:ln>
              <a:noFill/>
            </a:ln>
          </p:spPr>
        </p:sp>
        <p:sp>
          <p:nvSpPr>
            <p:cNvPr id="51" name="node09.row.item-001.c.dots-2"/>
            <p:cNvSpPr/>
            <p:nvPr/>
          </p:nvSpPr>
          <p:spPr>
            <a:xfrm>
              <a:off x="10248900" y="3505200"/>
              <a:ext cx="101600" cy="101600"/>
            </a:xfrm>
            <a:prstGeom prst="ellipse">
              <a:avLst/>
            </a:prstGeom>
            <a:solidFill>
              <a:srgbClr val="070154"/>
            </a:solidFill>
            <a:ln>
              <a:noFill/>
            </a:ln>
          </p:spPr>
        </p:sp>
        <p:sp>
          <p:nvSpPr>
            <p:cNvPr id="52" name="node09.row.item-001.c.dots-3"/>
            <p:cNvSpPr/>
            <p:nvPr/>
          </p:nvSpPr>
          <p:spPr>
            <a:xfrm>
              <a:off x="10401300" y="3505200"/>
              <a:ext cx="101600" cy="101600"/>
            </a:xfrm>
            <a:prstGeom prst="ellipse">
              <a:avLst/>
            </a:prstGeom>
            <a:solidFill>
              <a:srgbClr val="CED7E6"/>
            </a:solidFill>
            <a:ln>
              <a:noFill/>
            </a:ln>
          </p:spPr>
        </p:sp>
        <p:sp>
          <p:nvSpPr>
            <p:cNvPr id="53" name="node09.row.item-001.c.dots-4"/>
            <p:cNvSpPr/>
            <p:nvPr/>
          </p:nvSpPr>
          <p:spPr>
            <a:xfrm>
              <a:off x="10553700" y="3505200"/>
              <a:ext cx="101600" cy="101600"/>
            </a:xfrm>
            <a:prstGeom prst="ellipse">
              <a:avLst/>
            </a:prstGeom>
            <a:solidFill>
              <a:srgbClr val="CED7E6"/>
            </a:solidFill>
            <a:ln>
              <a:noFill/>
            </a:ln>
          </p:spPr>
        </p:sp>
        <p:sp>
          <p:nvSpPr>
            <p:cNvPr id="54" name="node09.row.item-002.c.dots-1"/>
            <p:cNvSpPr/>
            <p:nvPr/>
          </p:nvSpPr>
          <p:spPr>
            <a:xfrm>
              <a:off x="10096500" y="3962400"/>
              <a:ext cx="101600" cy="101600"/>
            </a:xfrm>
            <a:prstGeom prst="ellipse">
              <a:avLst/>
            </a:prstGeom>
            <a:solidFill>
              <a:srgbClr val="070154"/>
            </a:solidFill>
            <a:ln>
              <a:noFill/>
            </a:ln>
          </p:spPr>
        </p:sp>
        <p:sp>
          <p:nvSpPr>
            <p:cNvPr id="55" name="node09.row.item-002.c.dots-2"/>
            <p:cNvSpPr/>
            <p:nvPr/>
          </p:nvSpPr>
          <p:spPr>
            <a:xfrm>
              <a:off x="10248900" y="3962400"/>
              <a:ext cx="101600" cy="101600"/>
            </a:xfrm>
            <a:prstGeom prst="ellipse">
              <a:avLst/>
            </a:prstGeom>
            <a:solidFill>
              <a:srgbClr val="CED7E6"/>
            </a:solidFill>
            <a:ln>
              <a:noFill/>
            </a:ln>
          </p:spPr>
        </p:sp>
        <p:sp>
          <p:nvSpPr>
            <p:cNvPr id="56" name="node09.row.item-002.c.dots-3"/>
            <p:cNvSpPr/>
            <p:nvPr/>
          </p:nvSpPr>
          <p:spPr>
            <a:xfrm>
              <a:off x="10401300" y="3962400"/>
              <a:ext cx="101600" cy="101600"/>
            </a:xfrm>
            <a:prstGeom prst="ellipse">
              <a:avLst/>
            </a:prstGeom>
            <a:solidFill>
              <a:srgbClr val="CED7E6"/>
            </a:solidFill>
            <a:ln>
              <a:noFill/>
            </a:ln>
          </p:spPr>
        </p:sp>
        <p:sp>
          <p:nvSpPr>
            <p:cNvPr id="57" name="node09.row.item-002.c.dots-4"/>
            <p:cNvSpPr/>
            <p:nvPr/>
          </p:nvSpPr>
          <p:spPr>
            <a:xfrm>
              <a:off x="10553700" y="3962400"/>
              <a:ext cx="101600" cy="101600"/>
            </a:xfrm>
            <a:prstGeom prst="ellipse">
              <a:avLst/>
            </a:prstGeom>
            <a:solidFill>
              <a:srgbClr val="CED7E6"/>
            </a:solidFill>
            <a:ln>
              <a:noFill/>
            </a:ln>
          </p:spPr>
        </p:sp>
        <p:sp>
          <p:nvSpPr>
            <p:cNvPr id="58" name="node09.row.item-003.c.dots-1"/>
            <p:cNvSpPr/>
            <p:nvPr/>
          </p:nvSpPr>
          <p:spPr>
            <a:xfrm>
              <a:off x="10096500" y="4419600"/>
              <a:ext cx="101600" cy="101600"/>
            </a:xfrm>
            <a:prstGeom prst="ellipse">
              <a:avLst/>
            </a:prstGeom>
            <a:solidFill>
              <a:srgbClr val="070154"/>
            </a:solidFill>
            <a:ln>
              <a:noFill/>
            </a:ln>
          </p:spPr>
        </p:sp>
        <p:sp>
          <p:nvSpPr>
            <p:cNvPr id="59" name="node09.row.item-003.c.dots-2"/>
            <p:cNvSpPr/>
            <p:nvPr/>
          </p:nvSpPr>
          <p:spPr>
            <a:xfrm>
              <a:off x="10248900" y="4419600"/>
              <a:ext cx="101600" cy="101600"/>
            </a:xfrm>
            <a:prstGeom prst="ellipse">
              <a:avLst/>
            </a:prstGeom>
            <a:solidFill>
              <a:srgbClr val="CED7E6"/>
            </a:solidFill>
            <a:ln>
              <a:noFill/>
            </a:ln>
          </p:spPr>
        </p:sp>
        <p:sp>
          <p:nvSpPr>
            <p:cNvPr id="60" name="node09.row.item-003.c.dots-3"/>
            <p:cNvSpPr/>
            <p:nvPr/>
          </p:nvSpPr>
          <p:spPr>
            <a:xfrm>
              <a:off x="10401300" y="4419600"/>
              <a:ext cx="101600" cy="101600"/>
            </a:xfrm>
            <a:prstGeom prst="ellipse">
              <a:avLst/>
            </a:prstGeom>
            <a:solidFill>
              <a:srgbClr val="CED7E6"/>
            </a:solidFill>
            <a:ln>
              <a:noFill/>
            </a:ln>
          </p:spPr>
        </p:sp>
        <p:sp>
          <p:nvSpPr>
            <p:cNvPr id="61" name="node09.row.item-003.c.dots-4"/>
            <p:cNvSpPr/>
            <p:nvPr/>
          </p:nvSpPr>
          <p:spPr>
            <a:xfrm>
              <a:off x="10553700" y="4419600"/>
              <a:ext cx="101600" cy="101600"/>
            </a:xfrm>
            <a:prstGeom prst="ellipse">
              <a:avLst/>
            </a:prstGeom>
            <a:solidFill>
              <a:srgbClr val="CED7E6"/>
            </a:solidFill>
            <a:ln>
              <a:noFill/>
            </a:ln>
          </p:spPr>
        </p:sp>
        <p:sp>
          <p:nvSpPr>
            <p:cNvPr id="62" name="node09.row.item-004.c.dots-1"/>
            <p:cNvSpPr/>
            <p:nvPr/>
          </p:nvSpPr>
          <p:spPr>
            <a:xfrm>
              <a:off x="10096500" y="4876800"/>
              <a:ext cx="101600" cy="101600"/>
            </a:xfrm>
            <a:prstGeom prst="ellipse">
              <a:avLst/>
            </a:prstGeom>
            <a:solidFill>
              <a:srgbClr val="070154"/>
            </a:solidFill>
            <a:ln>
              <a:noFill/>
            </a:ln>
          </p:spPr>
        </p:sp>
        <p:sp>
          <p:nvSpPr>
            <p:cNvPr id="63" name="node09.row.item-004.c.dots-2"/>
            <p:cNvSpPr/>
            <p:nvPr/>
          </p:nvSpPr>
          <p:spPr>
            <a:xfrm>
              <a:off x="10248900" y="4876800"/>
              <a:ext cx="101600" cy="101600"/>
            </a:xfrm>
            <a:prstGeom prst="ellipse">
              <a:avLst/>
            </a:prstGeom>
            <a:solidFill>
              <a:srgbClr val="070154"/>
            </a:solidFill>
            <a:ln>
              <a:noFill/>
            </a:ln>
          </p:spPr>
        </p:sp>
        <p:sp>
          <p:nvSpPr>
            <p:cNvPr id="64" name="node09.row.item-004.c.dots-3"/>
            <p:cNvSpPr/>
            <p:nvPr/>
          </p:nvSpPr>
          <p:spPr>
            <a:xfrm>
              <a:off x="10401300" y="4876800"/>
              <a:ext cx="101600" cy="101600"/>
            </a:xfrm>
            <a:prstGeom prst="ellipse">
              <a:avLst/>
            </a:prstGeom>
            <a:solidFill>
              <a:srgbClr val="CED7E6"/>
            </a:solidFill>
            <a:ln>
              <a:noFill/>
            </a:ln>
          </p:spPr>
        </p:sp>
        <p:sp>
          <p:nvSpPr>
            <p:cNvPr id="65" name="node09.row.item-004.c.dots-4"/>
            <p:cNvSpPr/>
            <p:nvPr/>
          </p:nvSpPr>
          <p:spPr>
            <a:xfrm>
              <a:off x="10553700" y="4876800"/>
              <a:ext cx="101600" cy="101600"/>
            </a:xfrm>
            <a:prstGeom prst="ellipse">
              <a:avLst/>
            </a:prstGeom>
            <a:solidFill>
              <a:srgbClr val="CED7E6"/>
            </a:solidFill>
            <a:ln>
              <a:noFill/>
            </a:ln>
          </p:spPr>
        </p:sp>
      </p:grpSp>
      <p:grpSp>
        <p:nvGrpSpPr>
          <p:cNvPr id="76" name="node10"/>
          <p:cNvGrpSpPr/>
          <p:nvPr/>
        </p:nvGrpSpPr>
        <p:grpSpPr>
          <a:xfrm>
            <a:off x="723900" y="5600700"/>
            <a:ext cx="10744200" cy="228600"/>
            <a:chOff x="723900" y="5600700"/>
            <a:chExt cx="10744200" cy="228600"/>
          </a:xfrm>
        </p:grpSpPr>
        <p:sp>
          <p:nvSpPr>
            <p:cNvPr id="66" name="node10.text"/>
            <p:cNvSpPr/>
            <p:nvPr/>
          </p:nvSpPr>
          <p:spPr>
            <a:xfrm>
              <a:off x="723900" y="56007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Each Next and Later release is re-scored at the quarterly product council.</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ource-44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EHR hardening gates the later horizons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78</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2971800" cy="685800"/>
            <a:chOff x="723900" y="1600200"/>
            <a:chExt cx="2971800" cy="685800"/>
          </a:xfrm>
        </p:grpSpPr>
        <p:sp>
          <p:nvSpPr>
            <p:cNvPr id="6" name="node01.surface"/>
            <p:cNvSpPr/>
            <p:nvPr/>
          </p:nvSpPr>
          <p:spPr>
            <a:xfrm>
              <a:off x="723900" y="1600200"/>
              <a:ext cx="2971800" cy="685800"/>
            </a:xfrm>
            <a:prstGeom prst="rect">
              <a:avLst/>
            </a:prstGeom>
            <a:solidFill>
              <a:srgbClr val="070154"/>
            </a:solidFill>
            <a:ln>
              <a:noFill/>
            </a:ln>
          </p:spPr>
        </p:sp>
        <p:sp>
          <p:nvSpPr>
            <p:cNvPr id="7" name="node01.text"/>
            <p:cNvSpPr/>
            <p:nvPr/>
          </p:nvSpPr>
          <p:spPr>
            <a:xfrm>
              <a:off x="876300" y="1790700"/>
              <a:ext cx="2667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Now</a:t>
              </a:r>
              <a:endParaRPr lang="en-US" sz="1800" spc="-18" kern="0" b="0" i="0" dirty="0">
                <a:solidFill>
                  <a:srgbClr val="FFFFFF"/>
                </a:solidFill>
                <a:latin typeface="IBM Plex Sans SemiBold"/>
                <a:ea typeface="IBM Plex Sans SemiBold"/>
                <a:cs typeface="IBM Plex Sans SemiBold"/>
              </a:endParaRPr>
            </a:p>
          </p:txBody>
        </p:sp>
      </p:grpSp>
      <p:grpSp>
        <p:nvGrpSpPr>
          <p:cNvPr id="53" name="node02"/>
          <p:cNvGrpSpPr/>
          <p:nvPr/>
        </p:nvGrpSpPr>
        <p:grpSpPr>
          <a:xfrm>
            <a:off x="4610100" y="1600200"/>
            <a:ext cx="2971800" cy="685800"/>
            <a:chOff x="4610100" y="1600200"/>
            <a:chExt cx="2971800" cy="685800"/>
          </a:xfrm>
        </p:grpSpPr>
        <p:sp>
          <p:nvSpPr>
            <p:cNvPr id="8" name="node02.surface"/>
            <p:cNvSpPr/>
            <p:nvPr/>
          </p:nvSpPr>
          <p:spPr>
            <a:xfrm>
              <a:off x="4610100" y="1600200"/>
              <a:ext cx="2971800" cy="685800"/>
            </a:xfrm>
            <a:prstGeom prst="rect">
              <a:avLst/>
            </a:prstGeom>
            <a:solidFill>
              <a:srgbClr val="CED7E6"/>
            </a:solidFill>
            <a:ln>
              <a:noFill/>
            </a:ln>
          </p:spPr>
        </p:sp>
        <p:sp>
          <p:nvSpPr>
            <p:cNvPr id="9" name="node02.text"/>
            <p:cNvSpPr/>
            <p:nvPr/>
          </p:nvSpPr>
          <p:spPr>
            <a:xfrm>
              <a:off x="4762500" y="1790700"/>
              <a:ext cx="2667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Next</a:t>
              </a:r>
              <a:endParaRPr lang="en-US" sz="1800" spc="-18" kern="0" b="0" i="0" dirty="0">
                <a:solidFill>
                  <a:srgbClr val="070154"/>
                </a:solidFill>
                <a:latin typeface="IBM Plex Sans SemiBold"/>
                <a:ea typeface="IBM Plex Sans SemiBold"/>
                <a:cs typeface="IBM Plex Sans SemiBold"/>
              </a:endParaRPr>
            </a:p>
          </p:txBody>
        </p:sp>
      </p:grpSp>
      <p:grpSp>
        <p:nvGrpSpPr>
          <p:cNvPr id="54" name="node03"/>
          <p:cNvGrpSpPr/>
          <p:nvPr/>
        </p:nvGrpSpPr>
        <p:grpSpPr>
          <a:xfrm>
            <a:off x="8496300" y="1600200"/>
            <a:ext cx="2971800" cy="685800"/>
            <a:chOff x="8496300" y="1600200"/>
            <a:chExt cx="2971800" cy="685800"/>
          </a:xfrm>
        </p:grpSpPr>
        <p:sp>
          <p:nvSpPr>
            <p:cNvPr id="10" name="node03.surface"/>
            <p:cNvSpPr/>
            <p:nvPr/>
          </p:nvSpPr>
          <p:spPr>
            <a:xfrm>
              <a:off x="8496300" y="1600200"/>
              <a:ext cx="2971800" cy="685800"/>
            </a:xfrm>
            <a:prstGeom prst="rect">
              <a:avLst/>
            </a:prstGeom>
            <a:solidFill>
              <a:srgbClr val="E8EEF8"/>
            </a:solidFill>
            <a:ln>
              <a:noFill/>
            </a:ln>
          </p:spPr>
        </p:sp>
        <p:sp>
          <p:nvSpPr>
            <p:cNvPr id="11" name="node03.text"/>
            <p:cNvSpPr/>
            <p:nvPr/>
          </p:nvSpPr>
          <p:spPr>
            <a:xfrm>
              <a:off x="8648700" y="1790700"/>
              <a:ext cx="2667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Later</a:t>
              </a:r>
              <a:endParaRPr lang="en-US" sz="1800" spc="-18" kern="0" b="0" i="0" dirty="0">
                <a:solidFill>
                  <a:srgbClr val="070154"/>
                </a:solidFill>
                <a:latin typeface="IBM Plex Sans SemiBold"/>
                <a:ea typeface="IBM Plex Sans SemiBold"/>
                <a:cs typeface="IBM Plex Sans SemiBold"/>
              </a:endParaRPr>
            </a:p>
          </p:txBody>
        </p:sp>
      </p:grpSp>
      <p:grpSp>
        <p:nvGrpSpPr>
          <p:cNvPr id="55" name="node04"/>
          <p:cNvGrpSpPr/>
          <p:nvPr/>
        </p:nvGrpSpPr>
        <p:grpSpPr>
          <a:xfrm>
            <a:off x="723900" y="2514600"/>
            <a:ext cx="2971800" cy="685800"/>
            <a:chOff x="723900" y="2514600"/>
            <a:chExt cx="2971800" cy="685800"/>
          </a:xfrm>
        </p:grpSpPr>
        <p:sp>
          <p:nvSpPr>
            <p:cNvPr id="12" name="node04.surface"/>
            <p:cNvSpPr/>
            <p:nvPr/>
          </p:nvSpPr>
          <p:spPr>
            <a:xfrm>
              <a:off x="723900" y="2514600"/>
              <a:ext cx="2971800" cy="685800"/>
            </a:xfrm>
            <a:prstGeom prst="rect">
              <a:avLst/>
            </a:prstGeom>
            <a:solidFill>
              <a:srgbClr val="E8EEF8"/>
            </a:solidFill>
            <a:ln>
              <a:noFill/>
            </a:ln>
          </p:spPr>
        </p:sp>
        <p:sp>
          <p:nvSpPr>
            <p:cNvPr id="13" name="node04.text"/>
            <p:cNvSpPr/>
            <p:nvPr/>
          </p:nvSpPr>
          <p:spPr>
            <a:xfrm>
              <a:off x="876300" y="27432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Self-scheduling</a:t>
              </a:r>
              <a:endParaRPr lang="en-US" sz="1200" spc="0" kern="0" b="0" i="0" dirty="0">
                <a:solidFill>
                  <a:srgbClr val="070154"/>
                </a:solidFill>
                <a:latin typeface="IBM Plex Sans"/>
                <a:ea typeface="IBM Plex Sans"/>
                <a:cs typeface="IBM Plex Sans"/>
              </a:endParaRPr>
            </a:p>
          </p:txBody>
        </p:sp>
      </p:grpSp>
      <p:grpSp>
        <p:nvGrpSpPr>
          <p:cNvPr id="56" name="node05"/>
          <p:cNvGrpSpPr/>
          <p:nvPr/>
        </p:nvGrpSpPr>
        <p:grpSpPr>
          <a:xfrm>
            <a:off x="723900" y="3429000"/>
            <a:ext cx="2971800" cy="685800"/>
            <a:chOff x="723900" y="3429000"/>
            <a:chExt cx="2971800" cy="685800"/>
          </a:xfrm>
        </p:grpSpPr>
        <p:sp>
          <p:nvSpPr>
            <p:cNvPr id="14" name="node05.surface"/>
            <p:cNvSpPr/>
            <p:nvPr/>
          </p:nvSpPr>
          <p:spPr>
            <a:xfrm>
              <a:off x="723900" y="3429000"/>
              <a:ext cx="2971800" cy="685800"/>
            </a:xfrm>
            <a:prstGeom prst="rect">
              <a:avLst/>
            </a:prstGeom>
            <a:solidFill>
              <a:srgbClr val="F900D3"/>
            </a:solidFill>
            <a:ln>
              <a:noFill/>
            </a:ln>
          </p:spPr>
        </p:sp>
        <p:sp>
          <p:nvSpPr>
            <p:cNvPr id="15" name="node05.text"/>
            <p:cNvSpPr/>
            <p:nvPr/>
          </p:nvSpPr>
          <p:spPr>
            <a:xfrm>
              <a:off x="876300" y="36576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EHR hardening</a:t>
              </a:r>
              <a:endParaRPr lang="en-US" sz="1200" spc="0" kern="0" b="0" i="0" dirty="0">
                <a:solidFill>
                  <a:srgbClr val="070154"/>
                </a:solidFill>
                <a:latin typeface="IBM Plex Sans"/>
                <a:ea typeface="IBM Plex Sans"/>
                <a:cs typeface="IBM Plex Sans"/>
              </a:endParaRPr>
            </a:p>
          </p:txBody>
        </p:sp>
      </p:grpSp>
      <p:grpSp>
        <p:nvGrpSpPr>
          <p:cNvPr id="57" name="node06"/>
          <p:cNvGrpSpPr/>
          <p:nvPr/>
        </p:nvGrpSpPr>
        <p:grpSpPr>
          <a:xfrm>
            <a:off x="723900" y="4343400"/>
            <a:ext cx="2971800" cy="685800"/>
            <a:chOff x="723900" y="4343400"/>
            <a:chExt cx="2971800" cy="685800"/>
          </a:xfrm>
        </p:grpSpPr>
        <p:sp>
          <p:nvSpPr>
            <p:cNvPr id="16" name="node06.surface"/>
            <p:cNvSpPr/>
            <p:nvPr/>
          </p:nvSpPr>
          <p:spPr>
            <a:xfrm>
              <a:off x="723900" y="4343400"/>
              <a:ext cx="2971800" cy="685800"/>
            </a:xfrm>
            <a:prstGeom prst="rect">
              <a:avLst/>
            </a:prstGeom>
            <a:solidFill>
              <a:srgbClr val="E8EEF8"/>
            </a:solidFill>
            <a:ln>
              <a:noFill/>
            </a:ln>
          </p:spPr>
        </p:sp>
        <p:sp>
          <p:nvSpPr>
            <p:cNvPr id="17" name="node06.text"/>
            <p:cNvSpPr/>
            <p:nvPr/>
          </p:nvSpPr>
          <p:spPr>
            <a:xfrm>
              <a:off x="876300" y="45720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Event stream</a:t>
              </a:r>
              <a:endParaRPr lang="en-US" sz="1200" spc="0" kern="0" b="0" i="0" dirty="0">
                <a:solidFill>
                  <a:srgbClr val="070154"/>
                </a:solidFill>
                <a:latin typeface="IBM Plex Sans"/>
                <a:ea typeface="IBM Plex Sans"/>
                <a:cs typeface="IBM Plex Sans"/>
              </a:endParaRPr>
            </a:p>
          </p:txBody>
        </p:sp>
      </p:grpSp>
      <p:grpSp>
        <p:nvGrpSpPr>
          <p:cNvPr id="58" name="node07"/>
          <p:cNvGrpSpPr/>
          <p:nvPr/>
        </p:nvGrpSpPr>
        <p:grpSpPr>
          <a:xfrm>
            <a:off x="4610100" y="2514600"/>
            <a:ext cx="2971800" cy="685800"/>
            <a:chOff x="4610100" y="2514600"/>
            <a:chExt cx="2971800" cy="685800"/>
          </a:xfrm>
        </p:grpSpPr>
        <p:sp>
          <p:nvSpPr>
            <p:cNvPr id="18" name="node07.surface"/>
            <p:cNvSpPr/>
            <p:nvPr/>
          </p:nvSpPr>
          <p:spPr>
            <a:xfrm>
              <a:off x="4610100" y="2514600"/>
              <a:ext cx="2971800" cy="685800"/>
            </a:xfrm>
            <a:prstGeom prst="rect">
              <a:avLst/>
            </a:prstGeom>
            <a:solidFill>
              <a:srgbClr val="E8EEF8"/>
            </a:solidFill>
            <a:ln>
              <a:noFill/>
            </a:ln>
          </p:spPr>
        </p:sp>
        <p:sp>
          <p:nvSpPr>
            <p:cNvPr id="19" name="node07.text"/>
            <p:cNvSpPr/>
            <p:nvPr/>
          </p:nvSpPr>
          <p:spPr>
            <a:xfrm>
              <a:off x="4762500" y="27432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Waitlist and cancellations</a:t>
              </a:r>
              <a:endParaRPr lang="en-US" sz="1200" spc="0" kern="0" b="0" i="0" dirty="0">
                <a:solidFill>
                  <a:srgbClr val="070154"/>
                </a:solidFill>
                <a:latin typeface="IBM Plex Sans"/>
                <a:ea typeface="IBM Plex Sans"/>
                <a:cs typeface="IBM Plex Sans"/>
              </a:endParaRPr>
            </a:p>
          </p:txBody>
        </p:sp>
      </p:grpSp>
      <p:grpSp>
        <p:nvGrpSpPr>
          <p:cNvPr id="59" name="node08"/>
          <p:cNvGrpSpPr/>
          <p:nvPr/>
        </p:nvGrpSpPr>
        <p:grpSpPr>
          <a:xfrm>
            <a:off x="4610100" y="3429000"/>
            <a:ext cx="2971800" cy="685800"/>
            <a:chOff x="4610100" y="3429000"/>
            <a:chExt cx="2971800" cy="685800"/>
          </a:xfrm>
        </p:grpSpPr>
        <p:sp>
          <p:nvSpPr>
            <p:cNvPr id="20" name="node08.surface"/>
            <p:cNvSpPr/>
            <p:nvPr/>
          </p:nvSpPr>
          <p:spPr>
            <a:xfrm>
              <a:off x="4610100" y="3429000"/>
              <a:ext cx="2971800" cy="685800"/>
            </a:xfrm>
            <a:prstGeom prst="rect">
              <a:avLst/>
            </a:prstGeom>
            <a:solidFill>
              <a:srgbClr val="E8EEF8"/>
            </a:solidFill>
            <a:ln>
              <a:noFill/>
            </a:ln>
          </p:spPr>
        </p:sp>
        <p:sp>
          <p:nvSpPr>
            <p:cNvPr id="21" name="node08.text"/>
            <p:cNvSpPr/>
            <p:nvPr/>
          </p:nvSpPr>
          <p:spPr>
            <a:xfrm>
              <a:off x="4762500" y="36576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plans</a:t>
              </a:r>
              <a:endParaRPr lang="en-US" sz="1200" spc="0" kern="0" b="0" i="0" dirty="0">
                <a:solidFill>
                  <a:srgbClr val="070154"/>
                </a:solidFill>
                <a:latin typeface="IBM Plex Sans"/>
                <a:ea typeface="IBM Plex Sans"/>
                <a:cs typeface="IBM Plex Sans"/>
              </a:endParaRPr>
            </a:p>
          </p:txBody>
        </p:sp>
      </p:grpSp>
      <p:grpSp>
        <p:nvGrpSpPr>
          <p:cNvPr id="60" name="node09"/>
          <p:cNvGrpSpPr/>
          <p:nvPr/>
        </p:nvGrpSpPr>
        <p:grpSpPr>
          <a:xfrm>
            <a:off x="4610100" y="4343400"/>
            <a:ext cx="2971800" cy="685800"/>
            <a:chOff x="4610100" y="4343400"/>
            <a:chExt cx="2971800" cy="685800"/>
          </a:xfrm>
        </p:grpSpPr>
        <p:sp>
          <p:nvSpPr>
            <p:cNvPr id="22" name="node09.surface"/>
            <p:cNvSpPr/>
            <p:nvPr/>
          </p:nvSpPr>
          <p:spPr>
            <a:xfrm>
              <a:off x="4610100" y="4343400"/>
              <a:ext cx="2971800" cy="685800"/>
            </a:xfrm>
            <a:prstGeom prst="rect">
              <a:avLst/>
            </a:prstGeom>
            <a:solidFill>
              <a:srgbClr val="E8EEF8"/>
            </a:solidFill>
            <a:ln>
              <a:noFill/>
            </a:ln>
          </p:spPr>
        </p:sp>
        <p:sp>
          <p:nvSpPr>
            <p:cNvPr id="23" name="node09.text"/>
            <p:cNvSpPr/>
            <p:nvPr/>
          </p:nvSpPr>
          <p:spPr>
            <a:xfrm>
              <a:off x="4762500" y="45720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Remote monitoring pilot</a:t>
              </a:r>
              <a:endParaRPr lang="en-US" sz="1200" spc="0" kern="0" b="0" i="0" dirty="0">
                <a:solidFill>
                  <a:srgbClr val="070154"/>
                </a:solidFill>
                <a:latin typeface="IBM Plex Sans"/>
                <a:ea typeface="IBM Plex Sans"/>
                <a:cs typeface="IBM Plex Sans"/>
              </a:endParaRPr>
            </a:p>
          </p:txBody>
        </p:sp>
      </p:grpSp>
      <p:grpSp>
        <p:nvGrpSpPr>
          <p:cNvPr id="61" name="node10"/>
          <p:cNvGrpSpPr/>
          <p:nvPr/>
        </p:nvGrpSpPr>
        <p:grpSpPr>
          <a:xfrm>
            <a:off x="8496300" y="2514600"/>
            <a:ext cx="2971800" cy="685800"/>
            <a:chOff x="8496300" y="2514600"/>
            <a:chExt cx="2971800" cy="685800"/>
          </a:xfrm>
        </p:grpSpPr>
        <p:sp>
          <p:nvSpPr>
            <p:cNvPr id="24" name="node10.surface"/>
            <p:cNvSpPr/>
            <p:nvPr/>
          </p:nvSpPr>
          <p:spPr>
            <a:xfrm>
              <a:off x="8502650" y="2520950"/>
              <a:ext cx="2959100" cy="673100"/>
            </a:xfrm>
            <a:prstGeom prst="rect">
              <a:avLst/>
            </a:prstGeom>
            <a:solidFill>
              <a:srgbClr val="FFFFFF"/>
            </a:solidFill>
            <a:ln w="12700">
              <a:solidFill>
                <a:srgbClr val="CED7E6"/>
              </a:solidFill>
              <a:prstDash val="solid"/>
            </a:ln>
          </p:spPr>
        </p:sp>
        <p:sp>
          <p:nvSpPr>
            <p:cNvPr id="25" name="node10.text"/>
            <p:cNvSpPr/>
            <p:nvPr/>
          </p:nvSpPr>
          <p:spPr>
            <a:xfrm>
              <a:off x="8648700" y="27432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Multilingual booking</a:t>
              </a:r>
              <a:endParaRPr lang="en-US" sz="1200" spc="0" kern="0" b="0" i="0" dirty="0">
                <a:solidFill>
                  <a:srgbClr val="070154"/>
                </a:solidFill>
                <a:latin typeface="IBM Plex Sans"/>
                <a:ea typeface="IBM Plex Sans"/>
                <a:cs typeface="IBM Plex Sans"/>
              </a:endParaRPr>
            </a:p>
          </p:txBody>
        </p:sp>
      </p:grpSp>
      <p:grpSp>
        <p:nvGrpSpPr>
          <p:cNvPr id="62" name="node11"/>
          <p:cNvGrpSpPr/>
          <p:nvPr/>
        </p:nvGrpSpPr>
        <p:grpSpPr>
          <a:xfrm>
            <a:off x="8496300" y="3429000"/>
            <a:ext cx="2971800" cy="685800"/>
            <a:chOff x="8496300" y="3429000"/>
            <a:chExt cx="2971800" cy="685800"/>
          </a:xfrm>
        </p:grpSpPr>
        <p:sp>
          <p:nvSpPr>
            <p:cNvPr id="26" name="node11.surface"/>
            <p:cNvSpPr/>
            <p:nvPr/>
          </p:nvSpPr>
          <p:spPr>
            <a:xfrm>
              <a:off x="8502650" y="3435350"/>
              <a:ext cx="2959100" cy="673100"/>
            </a:xfrm>
            <a:prstGeom prst="rect">
              <a:avLst/>
            </a:prstGeom>
            <a:solidFill>
              <a:srgbClr val="FFFFFF"/>
            </a:solidFill>
            <a:ln w="12700">
              <a:solidFill>
                <a:srgbClr val="CED7E6"/>
              </a:solidFill>
              <a:prstDash val="solid"/>
            </a:ln>
          </p:spPr>
        </p:sp>
        <p:sp>
          <p:nvSpPr>
            <p:cNvPr id="27" name="node11.text"/>
            <p:cNvSpPr/>
            <p:nvPr/>
          </p:nvSpPr>
          <p:spPr>
            <a:xfrm>
              <a:off x="8648700" y="36576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Caregiver proxy access</a:t>
              </a:r>
              <a:endParaRPr lang="en-US" sz="1200" spc="0" kern="0" b="0" i="0" dirty="0">
                <a:solidFill>
                  <a:srgbClr val="070154"/>
                </a:solidFill>
                <a:latin typeface="IBM Plex Sans"/>
                <a:ea typeface="IBM Plex Sans"/>
                <a:cs typeface="IBM Plex Sans"/>
              </a:endParaRPr>
            </a:p>
          </p:txBody>
        </p:sp>
      </p:grpSp>
      <p:grpSp>
        <p:nvGrpSpPr>
          <p:cNvPr id="63" name="node12"/>
          <p:cNvGrpSpPr/>
          <p:nvPr/>
        </p:nvGrpSpPr>
        <p:grpSpPr>
          <a:xfrm>
            <a:off x="8496300" y="4343400"/>
            <a:ext cx="2971800" cy="685800"/>
            <a:chOff x="8496300" y="4343400"/>
            <a:chExt cx="2971800" cy="685800"/>
          </a:xfrm>
        </p:grpSpPr>
        <p:sp>
          <p:nvSpPr>
            <p:cNvPr id="28" name="node12.surface"/>
            <p:cNvSpPr/>
            <p:nvPr/>
          </p:nvSpPr>
          <p:spPr>
            <a:xfrm>
              <a:off x="8502650" y="4349750"/>
              <a:ext cx="2959100" cy="673100"/>
            </a:xfrm>
            <a:prstGeom prst="rect">
              <a:avLst/>
            </a:prstGeom>
            <a:solidFill>
              <a:srgbClr val="FFFFFF"/>
            </a:solidFill>
            <a:ln w="12700">
              <a:solidFill>
                <a:srgbClr val="CED7E6"/>
              </a:solidFill>
              <a:prstDash val="solid"/>
            </a:ln>
          </p:spPr>
        </p:sp>
        <p:sp>
          <p:nvSpPr>
            <p:cNvPr id="29" name="node12.text"/>
            <p:cNvSpPr/>
            <p:nvPr/>
          </p:nvSpPr>
          <p:spPr>
            <a:xfrm>
              <a:off x="8648700" y="45720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No-show outreach</a:t>
              </a:r>
              <a:endParaRPr lang="en-US" sz="1200" spc="0" kern="0" b="0" i="0" dirty="0">
                <a:solidFill>
                  <a:srgbClr val="070154"/>
                </a:solidFill>
                <a:latin typeface="IBM Plex Sans"/>
                <a:ea typeface="IBM Plex Sans"/>
                <a:cs typeface="IBM Plex Sans"/>
              </a:endParaRPr>
            </a:p>
          </p:txBody>
        </p:sp>
      </p:grpSp>
      <p:grpSp>
        <p:nvGrpSpPr>
          <p:cNvPr id="64" name="node13"/>
          <p:cNvGrpSpPr/>
          <p:nvPr/>
        </p:nvGrpSpPr>
        <p:grpSpPr>
          <a:xfrm>
            <a:off x="3695700" y="2814879"/>
            <a:ext cx="914400" cy="85242"/>
            <a:chOff x="3695700" y="2814879"/>
            <a:chExt cx="914400" cy="85242"/>
          </a:xfrm>
        </p:grpSpPr>
        <p:sp>
          <p:nvSpPr>
            <p:cNvPr id="30" name="node13.segment-1"/>
            <p:cNvSpPr/>
            <p:nvPr/>
          </p:nvSpPr>
          <p:spPr>
            <a:xfrm>
              <a:off x="3695700" y="28575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31" name="node13.head-end.0"/>
            <p:cNvSpPr/>
            <p:nvPr/>
          </p:nvSpPr>
          <p:spPr>
            <a:xfrm>
              <a:off x="4532083" y="28575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2" name="node13.head-end.1"/>
            <p:cNvSpPr/>
            <p:nvPr/>
          </p:nvSpPr>
          <p:spPr>
            <a:xfrm>
              <a:off x="4532083" y="28148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5" name="node14"/>
          <p:cNvGrpSpPr/>
          <p:nvPr/>
        </p:nvGrpSpPr>
        <p:grpSpPr>
          <a:xfrm>
            <a:off x="3695700" y="3729279"/>
            <a:ext cx="914400" cy="85242"/>
            <a:chOff x="3695700" y="3729279"/>
            <a:chExt cx="914400" cy="85242"/>
          </a:xfrm>
        </p:grpSpPr>
        <p:sp>
          <p:nvSpPr>
            <p:cNvPr id="33" name="node14.segment-1"/>
            <p:cNvSpPr/>
            <p:nvPr/>
          </p:nvSpPr>
          <p:spPr>
            <a:xfrm>
              <a:off x="3695700" y="37719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34" name="node14.head-end.0"/>
            <p:cNvSpPr/>
            <p:nvPr/>
          </p:nvSpPr>
          <p:spPr>
            <a:xfrm>
              <a:off x="4532083" y="37719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5" name="node14.head-end.1"/>
            <p:cNvSpPr/>
            <p:nvPr/>
          </p:nvSpPr>
          <p:spPr>
            <a:xfrm>
              <a:off x="4532083" y="37292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6" name="node15"/>
          <p:cNvGrpSpPr/>
          <p:nvPr/>
        </p:nvGrpSpPr>
        <p:grpSpPr>
          <a:xfrm>
            <a:off x="3695700" y="4643679"/>
            <a:ext cx="914400" cy="85242"/>
            <a:chOff x="3695700" y="4643679"/>
            <a:chExt cx="914400" cy="85242"/>
          </a:xfrm>
        </p:grpSpPr>
        <p:sp>
          <p:nvSpPr>
            <p:cNvPr id="36" name="node15.segment-1"/>
            <p:cNvSpPr/>
            <p:nvPr/>
          </p:nvSpPr>
          <p:spPr>
            <a:xfrm>
              <a:off x="3695700" y="4686300"/>
              <a:ext cx="914400" cy="0"/>
            </a:xfrm>
            <a:custGeom>
              <a:avLst/>
              <a:gdLst/>
              <a:ahLst/>
              <a:cxnLst/>
              <a:rect l="l" t="t" r="r" b="b"/>
              <a:pathLst>
                <a:path w="914400">
                  <a:moveTo>
                    <a:pt x="0" y="0"/>
                  </a:moveTo>
                  <a:lnTo>
                    <a:pt x="914400" y="0"/>
                  </a:lnTo>
                </a:path>
              </a:pathLst>
            </a:custGeom>
            <a:ln w="12700">
              <a:solidFill>
                <a:srgbClr val="070154"/>
              </a:solidFill>
              <a:prstDash val="dash"/>
            </a:ln>
          </p:spPr>
        </p:sp>
        <p:sp>
          <p:nvSpPr>
            <p:cNvPr id="37" name="node15.head-end.0"/>
            <p:cNvSpPr/>
            <p:nvPr/>
          </p:nvSpPr>
          <p:spPr>
            <a:xfrm>
              <a:off x="4532083" y="4686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8" name="node15.head-end.1"/>
            <p:cNvSpPr/>
            <p:nvPr/>
          </p:nvSpPr>
          <p:spPr>
            <a:xfrm>
              <a:off x="4532083" y="4643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7" name="node16"/>
          <p:cNvGrpSpPr/>
          <p:nvPr/>
        </p:nvGrpSpPr>
        <p:grpSpPr>
          <a:xfrm>
            <a:off x="7581900" y="2814879"/>
            <a:ext cx="914400" cy="85242"/>
            <a:chOff x="7581900" y="2814879"/>
            <a:chExt cx="914400" cy="85242"/>
          </a:xfrm>
        </p:grpSpPr>
        <p:sp>
          <p:nvSpPr>
            <p:cNvPr id="39" name="node16.segment-1"/>
            <p:cNvSpPr/>
            <p:nvPr/>
          </p:nvSpPr>
          <p:spPr>
            <a:xfrm>
              <a:off x="7581900" y="28575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40" name="node16.head-end.0"/>
            <p:cNvSpPr/>
            <p:nvPr/>
          </p:nvSpPr>
          <p:spPr>
            <a:xfrm>
              <a:off x="8418283" y="28575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1" name="node16.head-end.1"/>
            <p:cNvSpPr/>
            <p:nvPr/>
          </p:nvSpPr>
          <p:spPr>
            <a:xfrm>
              <a:off x="8418283" y="28148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8" name="node17"/>
          <p:cNvGrpSpPr/>
          <p:nvPr/>
        </p:nvGrpSpPr>
        <p:grpSpPr>
          <a:xfrm>
            <a:off x="7581900" y="3729279"/>
            <a:ext cx="914400" cy="85242"/>
            <a:chOff x="7581900" y="3729279"/>
            <a:chExt cx="914400" cy="85242"/>
          </a:xfrm>
        </p:grpSpPr>
        <p:sp>
          <p:nvSpPr>
            <p:cNvPr id="42" name="node17.segment-1"/>
            <p:cNvSpPr/>
            <p:nvPr/>
          </p:nvSpPr>
          <p:spPr>
            <a:xfrm>
              <a:off x="7581900" y="3771900"/>
              <a:ext cx="914400" cy="0"/>
            </a:xfrm>
            <a:custGeom>
              <a:avLst/>
              <a:gdLst/>
              <a:ahLst/>
              <a:cxnLst/>
              <a:rect l="l" t="t" r="r" b="b"/>
              <a:pathLst>
                <a:path w="914400">
                  <a:moveTo>
                    <a:pt x="0" y="0"/>
                  </a:moveTo>
                  <a:lnTo>
                    <a:pt x="914400" y="0"/>
                  </a:lnTo>
                </a:path>
              </a:pathLst>
            </a:custGeom>
            <a:ln w="12700">
              <a:solidFill>
                <a:srgbClr val="070154"/>
              </a:solidFill>
              <a:prstDash val="dash"/>
            </a:ln>
          </p:spPr>
        </p:sp>
        <p:sp>
          <p:nvSpPr>
            <p:cNvPr id="43" name="node17.head-end.0"/>
            <p:cNvSpPr/>
            <p:nvPr/>
          </p:nvSpPr>
          <p:spPr>
            <a:xfrm>
              <a:off x="8418283" y="37719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4" name="node17.head-end.1"/>
            <p:cNvSpPr/>
            <p:nvPr/>
          </p:nvSpPr>
          <p:spPr>
            <a:xfrm>
              <a:off x="8418283" y="37292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9" name="node18"/>
          <p:cNvGrpSpPr/>
          <p:nvPr/>
        </p:nvGrpSpPr>
        <p:grpSpPr>
          <a:xfrm>
            <a:off x="7581900" y="4643679"/>
            <a:ext cx="914400" cy="85242"/>
            <a:chOff x="7581900" y="4643679"/>
            <a:chExt cx="914400" cy="85242"/>
          </a:xfrm>
        </p:grpSpPr>
        <p:sp>
          <p:nvSpPr>
            <p:cNvPr id="45" name="node18.segment-1"/>
            <p:cNvSpPr/>
            <p:nvPr/>
          </p:nvSpPr>
          <p:spPr>
            <a:xfrm>
              <a:off x="7581900" y="4686300"/>
              <a:ext cx="914400" cy="0"/>
            </a:xfrm>
            <a:custGeom>
              <a:avLst/>
              <a:gdLst/>
              <a:ahLst/>
              <a:cxnLst/>
              <a:rect l="l" t="t" r="r" b="b"/>
              <a:pathLst>
                <a:path w="914400">
                  <a:moveTo>
                    <a:pt x="0" y="0"/>
                  </a:moveTo>
                  <a:lnTo>
                    <a:pt x="914400" y="0"/>
                  </a:lnTo>
                </a:path>
              </a:pathLst>
            </a:custGeom>
            <a:ln w="12700">
              <a:solidFill>
                <a:srgbClr val="070154"/>
              </a:solidFill>
              <a:prstDash val="dash"/>
            </a:ln>
          </p:spPr>
        </p:sp>
        <p:sp>
          <p:nvSpPr>
            <p:cNvPr id="46" name="node18.head-end.0"/>
            <p:cNvSpPr/>
            <p:nvPr/>
          </p:nvSpPr>
          <p:spPr>
            <a:xfrm>
              <a:off x="8418283" y="4686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7" name="node18.head-end.1"/>
            <p:cNvSpPr/>
            <p:nvPr/>
          </p:nvSpPr>
          <p:spPr>
            <a:xfrm>
              <a:off x="8418283" y="4643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0" name="node19"/>
          <p:cNvGrpSpPr/>
          <p:nvPr/>
        </p:nvGrpSpPr>
        <p:grpSpPr>
          <a:xfrm>
            <a:off x="723900" y="5257800"/>
            <a:ext cx="3429000" cy="152400"/>
            <a:chOff x="723900" y="5257800"/>
            <a:chExt cx="3429000" cy="152400"/>
          </a:xfrm>
        </p:grpSpPr>
        <p:sp>
          <p:nvSpPr>
            <p:cNvPr id="48" name="node19.text"/>
            <p:cNvSpPr/>
            <p:nvPr/>
          </p:nvSpPr>
          <p:spPr>
            <a:xfrm>
              <a:off x="723900" y="5257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READING THE ARROWS</a:t>
              </a:r>
              <a:endParaRPr lang="en-US" sz="900" spc="54" kern="0" b="0" i="0" dirty="0">
                <a:solidFill>
                  <a:srgbClr val="50658E"/>
                </a:solidFill>
                <a:latin typeface="IBM Plex Mono Medium"/>
                <a:ea typeface="IBM Plex Mono Medium"/>
                <a:cs typeface="IBM Plex Mono Medium"/>
              </a:endParaRPr>
            </a:p>
          </p:txBody>
        </p:sp>
      </p:grpSp>
      <p:grpSp>
        <p:nvGrpSpPr>
          <p:cNvPr id="71" name="node20"/>
          <p:cNvGrpSpPr/>
          <p:nvPr/>
        </p:nvGrpSpPr>
        <p:grpSpPr>
          <a:xfrm>
            <a:off x="723900" y="5486400"/>
            <a:ext cx="3429000" cy="457200"/>
            <a:chOff x="723900" y="5486400"/>
            <a:chExt cx="3429000" cy="457200"/>
          </a:xfrm>
        </p:grpSpPr>
        <p:sp>
          <p:nvSpPr>
            <p:cNvPr id="49" name="node20.text"/>
            <p:cNvSpPr/>
            <p:nvPr/>
          </p:nvSpPr>
          <p:spPr>
            <a:xfrm>
              <a:off x="723900" y="54864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Solid arrows are hard dependencies; dashed are soft.</a:t>
              </a:r>
              <a:endParaRPr lang="en-US" sz="1200" spc="0" kern="0" b="0" i="0" dirty="0">
                <a:solidFill>
                  <a:srgbClr val="070154"/>
                </a:solidFill>
                <a:latin typeface="IBM Plex Sans"/>
                <a:ea typeface="IBM Plex Sans"/>
                <a:cs typeface="IBM Plex Sans"/>
              </a:endParaRPr>
            </a:p>
          </p:txBody>
        </p:sp>
      </p:grpSp>
      <p:grpSp>
        <p:nvGrpSpPr>
          <p:cNvPr id="72" name="node21"/>
          <p:cNvGrpSpPr/>
          <p:nvPr/>
        </p:nvGrpSpPr>
        <p:grpSpPr>
          <a:xfrm>
            <a:off x="4381500" y="5257800"/>
            <a:ext cx="7086600" cy="152400"/>
            <a:chOff x="4381500" y="5257800"/>
            <a:chExt cx="7086600" cy="152400"/>
          </a:xfrm>
        </p:grpSpPr>
        <p:sp>
          <p:nvSpPr>
            <p:cNvPr id="50" name="node21.text"/>
            <p:cNvSpPr/>
            <p:nvPr/>
          </p:nvSpPr>
          <p:spPr>
            <a:xfrm>
              <a:off x="4381500" y="52578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CRITICAL PATH</a:t>
              </a:r>
              <a:endParaRPr lang="en-US" sz="900" spc="54" kern="0" b="0" i="0" dirty="0">
                <a:solidFill>
                  <a:srgbClr val="0047FF"/>
                </a:solidFill>
                <a:latin typeface="IBM Plex Mono Medium"/>
                <a:ea typeface="IBM Plex Mono Medium"/>
                <a:cs typeface="IBM Plex Mono Medium"/>
              </a:endParaRPr>
            </a:p>
          </p:txBody>
        </p:sp>
      </p:grpSp>
      <p:grpSp>
        <p:nvGrpSpPr>
          <p:cNvPr id="73" name="node22"/>
          <p:cNvGrpSpPr/>
          <p:nvPr/>
        </p:nvGrpSpPr>
        <p:grpSpPr>
          <a:xfrm>
            <a:off x="4381500" y="5486400"/>
            <a:ext cx="7086600" cy="228600"/>
            <a:chOff x="4381500" y="5486400"/>
            <a:chExt cx="7086600" cy="228600"/>
          </a:xfrm>
        </p:grpSpPr>
        <p:sp>
          <p:nvSpPr>
            <p:cNvPr id="51" name="node22.text"/>
            <p:cNvSpPr/>
            <p:nvPr/>
          </p:nvSpPr>
          <p:spPr>
            <a:xfrm>
              <a:off x="4381500" y="54864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EHR hardening gates care plans, and a slip there moves caregiver access with it.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ource-45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Nine months from build to Northfield ownership</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79</a:t>
            </a:fld>
            <a:endParaRPr lang="en-US" sz="700" spc="0" kern="0" b="0" i="0" dirty="0">
              <a:solidFill>
                <a:srgbClr val="070154"/>
              </a:solidFill>
              <a:latin typeface="IBM Plex Mono SemiBold"/>
              <a:ea typeface="IBM Plex Mono SemiBold"/>
              <a:cs typeface="IBM Plex Mono SemiBold"/>
            </a:endParaRPr>
          </a:p>
        </p:txBody>
      </p:sp>
      <p:grpSp>
        <p:nvGrpSpPr>
          <p:cNvPr id="128" name="node01"/>
          <p:cNvGrpSpPr/>
          <p:nvPr/>
        </p:nvGrpSpPr>
        <p:grpSpPr>
          <a:xfrm>
            <a:off x="723900" y="1600200"/>
            <a:ext cx="10744200" cy="3623733"/>
            <a:chOff x="723900" y="1600200"/>
            <a:chExt cx="10744200" cy="3623733"/>
          </a:xfrm>
        </p:grpSpPr>
        <p:sp>
          <p:nvSpPr>
            <p:cNvPr id="6" name="node01.period-header"/>
            <p:cNvSpPr/>
            <p:nvPr/>
          </p:nvSpPr>
          <p:spPr>
            <a:xfrm>
              <a:off x="723900" y="1981200"/>
              <a:ext cx="10744200" cy="304800"/>
            </a:xfrm>
            <a:prstGeom prst="rect">
              <a:avLst/>
            </a:prstGeom>
            <a:solidFill>
              <a:srgbClr val="E8EEF8"/>
            </a:solidFill>
            <a:ln>
              <a:noFill/>
            </a:ln>
          </p:spPr>
        </p:sp>
        <p:sp>
          <p:nvSpPr>
            <p:cNvPr id="7" name="node01.sidebar-heading"/>
            <p:cNvSpPr/>
            <p:nvPr/>
          </p:nvSpPr>
          <p:spPr>
            <a:xfrm>
              <a:off x="800100" y="20574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PHASE · SCOPE</a:t>
              </a:r>
              <a:endParaRPr lang="en-US" sz="900" spc="54" kern="0" b="0" i="0" dirty="0">
                <a:solidFill>
                  <a:srgbClr val="50658E"/>
                </a:solidFill>
                <a:latin typeface="IBM Plex Mono SemiBold"/>
                <a:ea typeface="IBM Plex Mono SemiBold"/>
                <a:cs typeface="IBM Plex Mono SemiBold"/>
              </a:endParaRPr>
            </a:p>
          </p:txBody>
        </p:sp>
        <p:sp>
          <p:nvSpPr>
            <p:cNvPr id="8" name="node01.periods.slot-001.label"/>
            <p:cNvSpPr/>
            <p:nvPr/>
          </p:nvSpPr>
          <p:spPr>
            <a:xfrm>
              <a:off x="3162300"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M1</a:t>
              </a:r>
              <a:endParaRPr lang="en-US" sz="900" spc="54" kern="0" b="0" i="0" dirty="0">
                <a:solidFill>
                  <a:srgbClr val="070154"/>
                </a:solidFill>
                <a:latin typeface="IBM Plex Mono SemiBold"/>
                <a:ea typeface="IBM Plex Mono SemiBold"/>
                <a:cs typeface="IBM Plex Mono SemiBold"/>
              </a:endParaRPr>
            </a:p>
          </p:txBody>
        </p:sp>
        <p:sp>
          <p:nvSpPr>
            <p:cNvPr id="9" name="node01.periods.slot-002.label"/>
            <p:cNvSpPr/>
            <p:nvPr/>
          </p:nvSpPr>
          <p:spPr>
            <a:xfrm>
              <a:off x="3801208"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M2</a:t>
              </a:r>
              <a:endParaRPr lang="en-US" sz="900" spc="54" kern="0" b="0" i="0" dirty="0">
                <a:solidFill>
                  <a:srgbClr val="070154"/>
                </a:solidFill>
                <a:latin typeface="IBM Plex Mono SemiBold"/>
                <a:ea typeface="IBM Plex Mono SemiBold"/>
                <a:cs typeface="IBM Plex Mono SemiBold"/>
              </a:endParaRPr>
            </a:p>
          </p:txBody>
        </p:sp>
        <p:sp>
          <p:nvSpPr>
            <p:cNvPr id="10" name="node01.periods.slot-003.label"/>
            <p:cNvSpPr/>
            <p:nvPr/>
          </p:nvSpPr>
          <p:spPr>
            <a:xfrm>
              <a:off x="4440115"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M3</a:t>
              </a:r>
              <a:endParaRPr lang="en-US" sz="900" spc="54" kern="0" b="0" i="0" dirty="0">
                <a:solidFill>
                  <a:srgbClr val="070154"/>
                </a:solidFill>
                <a:latin typeface="IBM Plex Mono SemiBold"/>
                <a:ea typeface="IBM Plex Mono SemiBold"/>
                <a:cs typeface="IBM Plex Mono SemiBold"/>
              </a:endParaRPr>
            </a:p>
          </p:txBody>
        </p:sp>
        <p:sp>
          <p:nvSpPr>
            <p:cNvPr id="11" name="node01.periods.slot-004.label"/>
            <p:cNvSpPr/>
            <p:nvPr/>
          </p:nvSpPr>
          <p:spPr>
            <a:xfrm>
              <a:off x="5079023"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M4</a:t>
              </a:r>
              <a:endParaRPr lang="en-US" sz="900" spc="54" kern="0" b="0" i="0" dirty="0">
                <a:solidFill>
                  <a:srgbClr val="070154"/>
                </a:solidFill>
                <a:latin typeface="IBM Plex Mono SemiBold"/>
                <a:ea typeface="IBM Plex Mono SemiBold"/>
                <a:cs typeface="IBM Plex Mono SemiBold"/>
              </a:endParaRPr>
            </a:p>
          </p:txBody>
        </p:sp>
        <p:sp>
          <p:nvSpPr>
            <p:cNvPr id="12" name="node01.periods.slot-005.label"/>
            <p:cNvSpPr/>
            <p:nvPr/>
          </p:nvSpPr>
          <p:spPr>
            <a:xfrm>
              <a:off x="5717931"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M5</a:t>
              </a:r>
              <a:endParaRPr lang="en-US" sz="900" spc="54" kern="0" b="0" i="0" dirty="0">
                <a:solidFill>
                  <a:srgbClr val="070154"/>
                </a:solidFill>
                <a:latin typeface="IBM Plex Mono SemiBold"/>
                <a:ea typeface="IBM Plex Mono SemiBold"/>
                <a:cs typeface="IBM Plex Mono SemiBold"/>
              </a:endParaRPr>
            </a:p>
          </p:txBody>
        </p:sp>
        <p:sp>
          <p:nvSpPr>
            <p:cNvPr id="13" name="node01.periods.slot-006.label"/>
            <p:cNvSpPr/>
            <p:nvPr/>
          </p:nvSpPr>
          <p:spPr>
            <a:xfrm>
              <a:off x="6356838"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M6</a:t>
              </a:r>
              <a:endParaRPr lang="en-US" sz="900" spc="54" kern="0" b="0" i="0" dirty="0">
                <a:solidFill>
                  <a:srgbClr val="070154"/>
                </a:solidFill>
                <a:latin typeface="IBM Plex Mono SemiBold"/>
                <a:ea typeface="IBM Plex Mono SemiBold"/>
                <a:cs typeface="IBM Plex Mono SemiBold"/>
              </a:endParaRPr>
            </a:p>
          </p:txBody>
        </p:sp>
        <p:sp>
          <p:nvSpPr>
            <p:cNvPr id="14" name="node01.periods.slot-007.label"/>
            <p:cNvSpPr/>
            <p:nvPr/>
          </p:nvSpPr>
          <p:spPr>
            <a:xfrm>
              <a:off x="6995746"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M7</a:t>
              </a:r>
              <a:endParaRPr lang="en-US" sz="900" spc="54" kern="0" b="0" i="0" dirty="0">
                <a:solidFill>
                  <a:srgbClr val="070154"/>
                </a:solidFill>
                <a:latin typeface="IBM Plex Mono SemiBold"/>
                <a:ea typeface="IBM Plex Mono SemiBold"/>
                <a:cs typeface="IBM Plex Mono SemiBold"/>
              </a:endParaRPr>
            </a:p>
          </p:txBody>
        </p:sp>
        <p:sp>
          <p:nvSpPr>
            <p:cNvPr id="15" name="node01.periods.slot-008.label"/>
            <p:cNvSpPr/>
            <p:nvPr/>
          </p:nvSpPr>
          <p:spPr>
            <a:xfrm>
              <a:off x="7634654"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M8</a:t>
              </a:r>
              <a:endParaRPr lang="en-US" sz="900" spc="54" kern="0" b="0" i="0" dirty="0">
                <a:solidFill>
                  <a:srgbClr val="070154"/>
                </a:solidFill>
                <a:latin typeface="IBM Plex Mono SemiBold"/>
                <a:ea typeface="IBM Plex Mono SemiBold"/>
                <a:cs typeface="IBM Plex Mono SemiBold"/>
              </a:endParaRPr>
            </a:p>
          </p:txBody>
        </p:sp>
        <p:sp>
          <p:nvSpPr>
            <p:cNvPr id="16" name="node01.periods.slot-009.label"/>
            <p:cNvSpPr/>
            <p:nvPr/>
          </p:nvSpPr>
          <p:spPr>
            <a:xfrm>
              <a:off x="8273562"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M9</a:t>
              </a:r>
              <a:endParaRPr lang="en-US" sz="900" spc="54" kern="0" b="0" i="0" dirty="0">
                <a:solidFill>
                  <a:srgbClr val="070154"/>
                </a:solidFill>
                <a:latin typeface="IBM Plex Mono SemiBold"/>
                <a:ea typeface="IBM Plex Mono SemiBold"/>
                <a:cs typeface="IBM Plex Mono SemiBold"/>
              </a:endParaRPr>
            </a:p>
          </p:txBody>
        </p:sp>
        <p:sp>
          <p:nvSpPr>
            <p:cNvPr id="17" name="node01.periods.slot-010.label"/>
            <p:cNvSpPr/>
            <p:nvPr/>
          </p:nvSpPr>
          <p:spPr>
            <a:xfrm>
              <a:off x="8912469"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M10</a:t>
              </a:r>
              <a:endParaRPr lang="en-US" sz="900" spc="54" kern="0" b="0" i="0" dirty="0">
                <a:solidFill>
                  <a:srgbClr val="070154"/>
                </a:solidFill>
                <a:latin typeface="IBM Plex Mono SemiBold"/>
                <a:ea typeface="IBM Plex Mono SemiBold"/>
                <a:cs typeface="IBM Plex Mono SemiBold"/>
              </a:endParaRPr>
            </a:p>
          </p:txBody>
        </p:sp>
        <p:sp>
          <p:nvSpPr>
            <p:cNvPr id="18" name="node01.periods.slot-011.label"/>
            <p:cNvSpPr/>
            <p:nvPr/>
          </p:nvSpPr>
          <p:spPr>
            <a:xfrm>
              <a:off x="9551377"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M11</a:t>
              </a:r>
              <a:endParaRPr lang="en-US" sz="900" spc="54" kern="0" b="0" i="0" dirty="0">
                <a:solidFill>
                  <a:srgbClr val="070154"/>
                </a:solidFill>
                <a:latin typeface="IBM Plex Mono SemiBold"/>
                <a:ea typeface="IBM Plex Mono SemiBold"/>
                <a:cs typeface="IBM Plex Mono SemiBold"/>
              </a:endParaRPr>
            </a:p>
          </p:txBody>
        </p:sp>
        <p:sp>
          <p:nvSpPr>
            <p:cNvPr id="19" name="node01.periods.slot-012.label"/>
            <p:cNvSpPr/>
            <p:nvPr/>
          </p:nvSpPr>
          <p:spPr>
            <a:xfrm>
              <a:off x="10190285"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M12</a:t>
              </a:r>
              <a:endParaRPr lang="en-US" sz="900" spc="54" kern="0" b="0" i="0" dirty="0">
                <a:solidFill>
                  <a:srgbClr val="070154"/>
                </a:solidFill>
                <a:latin typeface="IBM Plex Mono SemiBold"/>
                <a:ea typeface="IBM Plex Mono SemiBold"/>
                <a:cs typeface="IBM Plex Mono SemiBold"/>
              </a:endParaRPr>
            </a:p>
          </p:txBody>
        </p:sp>
        <p:sp>
          <p:nvSpPr>
            <p:cNvPr id="20" name="node01.periods.slot-013.label"/>
            <p:cNvSpPr/>
            <p:nvPr/>
          </p:nvSpPr>
          <p:spPr>
            <a:xfrm>
              <a:off x="10829192"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sp>
          <p:nvSpPr>
            <p:cNvPr id="21" name="node01.phases.slot-001.rule"/>
            <p:cNvSpPr/>
            <p:nvPr/>
          </p:nvSpPr>
          <p:spPr>
            <a:xfrm>
              <a:off x="3175000" y="1676400"/>
              <a:ext cx="2530231" cy="38100"/>
            </a:xfrm>
            <a:prstGeom prst="rect">
              <a:avLst/>
            </a:prstGeom>
            <a:solidFill>
              <a:srgbClr val="070154"/>
            </a:solidFill>
            <a:ln>
              <a:noFill/>
            </a:ln>
          </p:spPr>
        </p:sp>
        <p:sp>
          <p:nvSpPr>
            <p:cNvPr id="22" name="node01.phases.slot-001.label"/>
            <p:cNvSpPr/>
            <p:nvPr/>
          </p:nvSpPr>
          <p:spPr>
            <a:xfrm>
              <a:off x="3238500" y="1714500"/>
              <a:ext cx="2454031"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BUILD THE PLATFORM</a:t>
              </a:r>
              <a:endParaRPr lang="en-US" sz="900" spc="54" kern="0" b="0" i="0" dirty="0">
                <a:solidFill>
                  <a:srgbClr val="070154"/>
                </a:solidFill>
                <a:latin typeface="IBM Plex Mono SemiBold"/>
                <a:ea typeface="IBM Plex Mono SemiBold"/>
                <a:cs typeface="IBM Plex Mono SemiBold"/>
              </a:endParaRPr>
            </a:p>
          </p:txBody>
        </p:sp>
        <p:sp>
          <p:nvSpPr>
            <p:cNvPr id="23" name="node01.phases.slot-002.rule"/>
            <p:cNvSpPr/>
            <p:nvPr/>
          </p:nvSpPr>
          <p:spPr>
            <a:xfrm>
              <a:off x="5730631" y="1676400"/>
              <a:ext cx="3169138" cy="38100"/>
            </a:xfrm>
            <a:prstGeom prst="rect">
              <a:avLst/>
            </a:prstGeom>
            <a:solidFill>
              <a:srgbClr val="0047FF"/>
            </a:solidFill>
            <a:ln>
              <a:noFill/>
            </a:ln>
          </p:spPr>
        </p:sp>
        <p:sp>
          <p:nvSpPr>
            <p:cNvPr id="24" name="node01.phases.slot-002.label"/>
            <p:cNvSpPr/>
            <p:nvPr/>
          </p:nvSpPr>
          <p:spPr>
            <a:xfrm>
              <a:off x="5794131" y="1714500"/>
              <a:ext cx="3092938"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PROVE AND SCALE</a:t>
              </a:r>
              <a:endParaRPr lang="en-US" sz="900" spc="54" kern="0" b="0" i="0" dirty="0">
                <a:solidFill>
                  <a:srgbClr val="070154"/>
                </a:solidFill>
                <a:latin typeface="IBM Plex Mono SemiBold"/>
                <a:ea typeface="IBM Plex Mono SemiBold"/>
                <a:cs typeface="IBM Plex Mono SemiBold"/>
              </a:endParaRPr>
            </a:p>
          </p:txBody>
        </p:sp>
        <p:sp>
          <p:nvSpPr>
            <p:cNvPr id="25" name="node01.phases.slot-003.rule"/>
            <p:cNvSpPr/>
            <p:nvPr/>
          </p:nvSpPr>
          <p:spPr>
            <a:xfrm>
              <a:off x="8925169" y="1676400"/>
              <a:ext cx="2530231" cy="38100"/>
            </a:xfrm>
            <a:prstGeom prst="rect">
              <a:avLst/>
            </a:prstGeom>
            <a:solidFill>
              <a:srgbClr val="F900D3"/>
            </a:solidFill>
            <a:ln>
              <a:noFill/>
            </a:ln>
          </p:spPr>
        </p:sp>
        <p:sp>
          <p:nvSpPr>
            <p:cNvPr id="26" name="node01.phases.slot-003.label"/>
            <p:cNvSpPr/>
            <p:nvPr/>
          </p:nvSpPr>
          <p:spPr>
            <a:xfrm>
              <a:off x="8988669" y="1714500"/>
              <a:ext cx="2454031"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HAND OVER</a:t>
              </a:r>
              <a:endParaRPr lang="en-US" sz="900" spc="54" kern="0" b="0" i="0" dirty="0">
                <a:solidFill>
                  <a:srgbClr val="070154"/>
                </a:solidFill>
                <a:latin typeface="IBM Plex Mono SemiBold"/>
                <a:ea typeface="IBM Plex Mono SemiBold"/>
                <a:cs typeface="IBM Plex Mono SemiBold"/>
              </a:endParaRPr>
            </a:p>
          </p:txBody>
        </p:sp>
        <p:sp>
          <p:nvSpPr>
            <p:cNvPr id="27" name="node01.grid-1"/>
            <p:cNvSpPr/>
            <p:nvPr/>
          </p:nvSpPr>
          <p:spPr>
            <a:xfrm>
              <a:off x="3801208"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28" name="node01.grid-2"/>
            <p:cNvSpPr/>
            <p:nvPr/>
          </p:nvSpPr>
          <p:spPr>
            <a:xfrm>
              <a:off x="4440115"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29" name="node01.grid-3"/>
            <p:cNvSpPr/>
            <p:nvPr/>
          </p:nvSpPr>
          <p:spPr>
            <a:xfrm>
              <a:off x="5079023"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0" name="node01.grid-4"/>
            <p:cNvSpPr/>
            <p:nvPr/>
          </p:nvSpPr>
          <p:spPr>
            <a:xfrm>
              <a:off x="5717931"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1" name="node01.grid-5"/>
            <p:cNvSpPr/>
            <p:nvPr/>
          </p:nvSpPr>
          <p:spPr>
            <a:xfrm>
              <a:off x="6356838"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2" name="node01.grid-6"/>
            <p:cNvSpPr/>
            <p:nvPr/>
          </p:nvSpPr>
          <p:spPr>
            <a:xfrm>
              <a:off x="6995746"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3" name="node01.grid-7"/>
            <p:cNvSpPr/>
            <p:nvPr/>
          </p:nvSpPr>
          <p:spPr>
            <a:xfrm>
              <a:off x="7634654"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4" name="node01.grid-8"/>
            <p:cNvSpPr/>
            <p:nvPr/>
          </p:nvSpPr>
          <p:spPr>
            <a:xfrm>
              <a:off x="8273562"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5" name="node01.grid-9"/>
            <p:cNvSpPr/>
            <p:nvPr/>
          </p:nvSpPr>
          <p:spPr>
            <a:xfrm>
              <a:off x="8912469"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6" name="node01.grid-10"/>
            <p:cNvSpPr/>
            <p:nvPr/>
          </p:nvSpPr>
          <p:spPr>
            <a:xfrm>
              <a:off x="9551377"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7" name="node01.grid-11"/>
            <p:cNvSpPr/>
            <p:nvPr/>
          </p:nvSpPr>
          <p:spPr>
            <a:xfrm>
              <a:off x="10190285"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8" name="node01.grid-12"/>
            <p:cNvSpPr/>
            <p:nvPr/>
          </p:nvSpPr>
          <p:spPr>
            <a:xfrm>
              <a:off x="10829192"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9" name="node01.timeline-left"/>
            <p:cNvSpPr/>
            <p:nvPr/>
          </p:nvSpPr>
          <p:spPr>
            <a:xfrm>
              <a:off x="3162300" y="1600200"/>
              <a:ext cx="0" cy="3352800"/>
            </a:xfrm>
            <a:custGeom>
              <a:avLst/>
              <a:gdLst/>
              <a:ahLst/>
              <a:cxnLst/>
              <a:rect l="l" t="t" r="r" b="b"/>
              <a:pathLst>
                <a:path h="3352800">
                  <a:moveTo>
                    <a:pt x="0" y="0"/>
                  </a:moveTo>
                  <a:lnTo>
                    <a:pt x="0" y="3352800"/>
                  </a:lnTo>
                </a:path>
              </a:pathLst>
            </a:custGeom>
            <a:ln w="12700">
              <a:solidFill>
                <a:srgbClr val="CED7E6"/>
              </a:solidFill>
              <a:prstDash val="solid"/>
            </a:ln>
          </p:spPr>
        </p:sp>
        <p:grpSp>
          <p:nvGrpSpPr>
            <p:cNvPr id="122" name="node01.groups.slot-001.lanes.slot-001.icon"/>
            <p:cNvGrpSpPr/>
            <p:nvPr/>
          </p:nvGrpSpPr>
          <p:grpSpPr>
            <a:xfrm>
              <a:off x="838200" y="2438400"/>
              <a:ext cx="228600" cy="228600"/>
              <a:chOff x="838200" y="2438400"/>
              <a:chExt cx="228600" cy="228600"/>
            </a:xfrm>
          </p:grpSpPr>
          <p:pic>
            <p:nvPicPr>
              <p:cNvPr id="40" name="node01.groups.slot-001.lanes.slot-001.icon.image" descr="icon/connected-cube/navy; canonical SHA256=ae8f72d20c5f5e0503daba461d0c788c9a34e696fca0737dc59774f8790eac03">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8200" y="2438400"/>
                <a:ext cx="228600" cy="228600"/>
              </a:xfrm>
              <a:prstGeom prst="rect">
                <a:avLst/>
              </a:prstGeom>
            </p:spPr>
          </p:pic>
        </p:grpSp>
        <p:sp>
          <p:nvSpPr>
            <p:cNvPr id="41" name="node01.groups.slot-001.lanes.slot-001.title"/>
            <p:cNvSpPr/>
            <p:nvPr/>
          </p:nvSpPr>
          <p:spPr>
            <a:xfrm>
              <a:off x="1181100" y="23241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Phase 01 · Foundation</a:t>
              </a:r>
              <a:endParaRPr lang="en-US" sz="1250" spc="0" kern="0" b="0" i="0" dirty="0">
                <a:solidFill>
                  <a:srgbClr val="070154"/>
                </a:solidFill>
                <a:latin typeface="IBM Plex Sans SemiBold"/>
                <a:ea typeface="IBM Plex Sans SemiBold"/>
                <a:cs typeface="IBM Plex Sans SemiBold"/>
              </a:endParaRPr>
            </a:p>
          </p:txBody>
        </p:sp>
        <p:sp>
          <p:nvSpPr>
            <p:cNvPr id="42" name="node01.groups.slot-001.lanes.slot-001.sub"/>
            <p:cNvSpPr/>
            <p:nvPr/>
          </p:nvSpPr>
          <p:spPr>
            <a:xfrm>
              <a:off x="1181100" y="25527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Architecture and guardrails</a:t>
              </a:r>
              <a:endParaRPr lang="en-US" sz="1200" spc="0" kern="0" b="0" i="0" dirty="0">
                <a:solidFill>
                  <a:srgbClr val="50658E"/>
                </a:solidFill>
                <a:latin typeface="IBM Plex Sans"/>
                <a:ea typeface="IBM Plex Sans"/>
                <a:cs typeface="IBM Plex Sans"/>
              </a:endParaRPr>
            </a:p>
          </p:txBody>
        </p:sp>
        <p:sp>
          <p:nvSpPr>
            <p:cNvPr id="43" name="node01.groups.slot-001.lanes.slot-001.separator"/>
            <p:cNvSpPr/>
            <p:nvPr/>
          </p:nvSpPr>
          <p:spPr>
            <a:xfrm>
              <a:off x="723900" y="2814638"/>
              <a:ext cx="10744200" cy="0"/>
            </a:xfrm>
            <a:custGeom>
              <a:avLst/>
              <a:gdLst/>
              <a:ahLst/>
              <a:cxnLst/>
              <a:rect l="l" t="t" r="r" b="b"/>
              <a:pathLst>
                <a:path w="10744200">
                  <a:moveTo>
                    <a:pt x="0" y="0"/>
                  </a:moveTo>
                  <a:lnTo>
                    <a:pt x="10744200" y="0"/>
                  </a:lnTo>
                </a:path>
              </a:pathLst>
            </a:custGeom>
            <a:ln w="9525">
              <a:solidFill>
                <a:srgbClr val="CED7E6"/>
              </a:solidFill>
              <a:prstDash val="solid"/>
            </a:ln>
          </p:spPr>
        </p:sp>
        <p:sp>
          <p:nvSpPr>
            <p:cNvPr id="44" name="node01.groups.slot-001.lanes.slot-001.items.slot-001.segment-0"/>
            <p:cNvSpPr/>
            <p:nvPr/>
          </p:nvSpPr>
          <p:spPr>
            <a:xfrm>
              <a:off x="3162300" y="2413000"/>
              <a:ext cx="1916723" cy="279400"/>
            </a:xfrm>
            <a:prstGeom prst="rect">
              <a:avLst/>
            </a:prstGeom>
            <a:solidFill>
              <a:srgbClr val="CED7E6"/>
            </a:solidFill>
            <a:ln w="9525">
              <a:solidFill>
                <a:srgbClr val="070154"/>
              </a:solidFill>
              <a:prstDash val="solid"/>
            </a:ln>
          </p:spPr>
        </p:sp>
        <p:sp>
          <p:nvSpPr>
            <p:cNvPr id="45" name="node01.groups.slot-001.lanes.slot-001.items.slot-001.segment-1.fill"/>
            <p:cNvSpPr/>
            <p:nvPr/>
          </p:nvSpPr>
          <p:spPr>
            <a:xfrm>
              <a:off x="5079023" y="2413000"/>
              <a:ext cx="319454" cy="279400"/>
            </a:xfrm>
            <a:prstGeom prst="rect">
              <a:avLst/>
            </a:prstGeom>
            <a:solidFill>
              <a:srgbClr val="CED7E6"/>
            </a:solidFill>
            <a:ln w="9525">
              <a:solidFill>
                <a:srgbClr val="070154"/>
              </a:solidFill>
              <a:prstDash val="solid"/>
            </a:ln>
          </p:spPr>
        </p:sp>
        <p:sp>
          <p:nvSpPr>
            <p:cNvPr id="46" name="node01.groups.slot-001.lanes.slot-001.items.slot-001.segment-1.hatch-1"/>
            <p:cNvSpPr/>
            <p:nvPr/>
          </p:nvSpPr>
          <p:spPr>
            <a:xfrm>
              <a:off x="5079023" y="24130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47" name="node01.groups.slot-001.lanes.slot-001.items.slot-001.segment-1.hatch-2"/>
            <p:cNvSpPr/>
            <p:nvPr/>
          </p:nvSpPr>
          <p:spPr>
            <a:xfrm>
              <a:off x="5079023" y="24130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48" name="node01.groups.slot-001.lanes.slot-001.items.slot-001.segment-1.hatch-3"/>
            <p:cNvSpPr/>
            <p:nvPr/>
          </p:nvSpPr>
          <p:spPr>
            <a:xfrm>
              <a:off x="5079023" y="24130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49" name="node01.groups.slot-001.lanes.slot-001.items.slot-001.segment-1.hatch-4"/>
            <p:cNvSpPr/>
            <p:nvPr/>
          </p:nvSpPr>
          <p:spPr>
            <a:xfrm>
              <a:off x="5104423" y="24130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50" name="node01.groups.slot-001.lanes.slot-001.items.slot-001.segment-1.hatch-5"/>
            <p:cNvSpPr/>
            <p:nvPr/>
          </p:nvSpPr>
          <p:spPr>
            <a:xfrm>
              <a:off x="5180623" y="2474546"/>
              <a:ext cx="217854" cy="217854"/>
            </a:xfrm>
            <a:custGeom>
              <a:avLst/>
              <a:gdLst/>
              <a:ahLst/>
              <a:cxnLst/>
              <a:rect l="l" t="t" r="r" b="b"/>
              <a:pathLst>
                <a:path w="217854" h="217854">
                  <a:moveTo>
                    <a:pt x="0" y="217854"/>
                  </a:moveTo>
                  <a:lnTo>
                    <a:pt x="217854" y="0"/>
                  </a:lnTo>
                </a:path>
              </a:pathLst>
            </a:custGeom>
            <a:ln w="6350">
              <a:solidFill>
                <a:srgbClr val="070154"/>
              </a:solidFill>
              <a:prstDash val="solid"/>
            </a:ln>
          </p:spPr>
        </p:sp>
        <p:sp>
          <p:nvSpPr>
            <p:cNvPr id="51" name="node01.groups.slot-001.lanes.slot-001.items.slot-001.segment-1.hatch-6"/>
            <p:cNvSpPr/>
            <p:nvPr/>
          </p:nvSpPr>
          <p:spPr>
            <a:xfrm>
              <a:off x="5256823" y="2550746"/>
              <a:ext cx="141654" cy="141654"/>
            </a:xfrm>
            <a:custGeom>
              <a:avLst/>
              <a:gdLst/>
              <a:ahLst/>
              <a:cxnLst/>
              <a:rect l="l" t="t" r="r" b="b"/>
              <a:pathLst>
                <a:path w="141654" h="141654">
                  <a:moveTo>
                    <a:pt x="0" y="141654"/>
                  </a:moveTo>
                  <a:lnTo>
                    <a:pt x="141654" y="0"/>
                  </a:lnTo>
                </a:path>
              </a:pathLst>
            </a:custGeom>
            <a:ln w="6350">
              <a:solidFill>
                <a:srgbClr val="070154"/>
              </a:solidFill>
              <a:prstDash val="solid"/>
            </a:ln>
          </p:spPr>
        </p:sp>
        <p:sp>
          <p:nvSpPr>
            <p:cNvPr id="52" name="node01.groups.slot-001.lanes.slot-001.items.slot-001.segment-1.hatch-7"/>
            <p:cNvSpPr/>
            <p:nvPr/>
          </p:nvSpPr>
          <p:spPr>
            <a:xfrm>
              <a:off x="5333023" y="2626946"/>
              <a:ext cx="65454" cy="65454"/>
            </a:xfrm>
            <a:custGeom>
              <a:avLst/>
              <a:gdLst/>
              <a:ahLst/>
              <a:cxnLst/>
              <a:rect l="l" t="t" r="r" b="b"/>
              <a:pathLst>
                <a:path w="65454" h="65454">
                  <a:moveTo>
                    <a:pt x="0" y="65454"/>
                  </a:moveTo>
                  <a:lnTo>
                    <a:pt x="65454" y="0"/>
                  </a:lnTo>
                </a:path>
              </a:pathLst>
            </a:custGeom>
            <a:ln w="6350">
              <a:solidFill>
                <a:srgbClr val="070154"/>
              </a:solidFill>
              <a:prstDash val="solid"/>
            </a:ln>
          </p:spPr>
        </p:sp>
        <p:sp>
          <p:nvSpPr>
            <p:cNvPr id="53" name="node01.groups.slot-001.lanes.slot-001.items.slot-001.label"/>
            <p:cNvSpPr/>
            <p:nvPr/>
          </p:nvSpPr>
          <p:spPr>
            <a:xfrm>
              <a:off x="3251200" y="2438400"/>
              <a:ext cx="8524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Foundation</a:t>
              </a:r>
              <a:endParaRPr lang="en-US" sz="1200" spc="0" kern="0" b="0" i="0" dirty="0">
                <a:solidFill>
                  <a:srgbClr val="070154"/>
                </a:solidFill>
                <a:latin typeface="IBM Plex Sans SemiBold"/>
                <a:ea typeface="IBM Plex Sans SemiBold"/>
                <a:cs typeface="IBM Plex Sans SemiBold"/>
              </a:endParaRPr>
            </a:p>
          </p:txBody>
        </p:sp>
        <p:sp>
          <p:nvSpPr>
            <p:cNvPr id="54" name="node01.groups.slot-001.lanes.slot-001.items.slot-002.marker"/>
            <p:cNvSpPr/>
            <p:nvPr/>
          </p:nvSpPr>
          <p:spPr>
            <a:xfrm>
              <a:off x="5629031" y="2463800"/>
              <a:ext cx="177800" cy="177800"/>
            </a:xfrm>
            <a:prstGeom prst="star5">
              <a:avLst/>
            </a:prstGeom>
            <a:solidFill>
              <a:srgbClr val="F900D3"/>
            </a:solidFill>
            <a:ln>
              <a:noFill/>
            </a:ln>
          </p:spPr>
        </p:sp>
        <p:sp>
          <p:nvSpPr>
            <p:cNvPr id="55" name="node01.groups.slot-001.lanes.slot-001.items.slot-002.label"/>
            <p:cNvSpPr/>
            <p:nvPr/>
          </p:nvSpPr>
          <p:spPr>
            <a:xfrm>
              <a:off x="5857631" y="2438400"/>
              <a:ext cx="16446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Architecture approved</a:t>
              </a:r>
              <a:endParaRPr lang="en-US" sz="1200" spc="0" kern="0" b="0" i="0" dirty="0">
                <a:solidFill>
                  <a:srgbClr val="070154"/>
                </a:solidFill>
                <a:latin typeface="IBM Plex Sans SemiBold"/>
                <a:ea typeface="IBM Plex Sans SemiBold"/>
                <a:cs typeface="IBM Plex Sans SemiBold"/>
              </a:endParaRPr>
            </a:p>
          </p:txBody>
        </p:sp>
        <p:grpSp>
          <p:nvGrpSpPr>
            <p:cNvPr id="123" name="node01.groups.slot-001.lanes.slot-002.icon"/>
            <p:cNvGrpSpPr/>
            <p:nvPr/>
          </p:nvGrpSpPr>
          <p:grpSpPr>
            <a:xfrm>
              <a:off x="838200" y="2971800"/>
              <a:ext cx="228600" cy="228600"/>
              <a:chOff x="838200" y="2971800"/>
              <a:chExt cx="228600" cy="228600"/>
            </a:xfrm>
          </p:grpSpPr>
          <p:pic>
            <p:nvPicPr>
              <p:cNvPr id="56" name="node01.groups.slot-001.lanes.slot-002.icon.image" descr="icon/people-network/navy; canonical SHA256=26a54565c4380df2a681c0042aab5ccca48e766f18565cd05873f10e3f738ae2">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2971800"/>
                <a:ext cx="228600" cy="228600"/>
              </a:xfrm>
              <a:prstGeom prst="rect">
                <a:avLst/>
              </a:prstGeom>
            </p:spPr>
          </p:pic>
        </p:grpSp>
        <p:sp>
          <p:nvSpPr>
            <p:cNvPr id="57" name="node01.groups.slot-001.lanes.slot-002.title"/>
            <p:cNvSpPr/>
            <p:nvPr/>
          </p:nvSpPr>
          <p:spPr>
            <a:xfrm>
              <a:off x="1181100" y="28575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Phase 02 · Scale</a:t>
              </a:r>
              <a:endParaRPr lang="en-US" sz="1250" spc="0" kern="0" b="0" i="0" dirty="0">
                <a:solidFill>
                  <a:srgbClr val="070154"/>
                </a:solidFill>
                <a:latin typeface="IBM Plex Sans SemiBold"/>
                <a:ea typeface="IBM Plex Sans SemiBold"/>
                <a:cs typeface="IBM Plex Sans SemiBold"/>
              </a:endParaRPr>
            </a:p>
          </p:txBody>
        </p:sp>
        <p:sp>
          <p:nvSpPr>
            <p:cNvPr id="58" name="node01.groups.slot-001.lanes.slot-002.sub"/>
            <p:cNvSpPr/>
            <p:nvPr/>
          </p:nvSpPr>
          <p:spPr>
            <a:xfrm>
              <a:off x="1181100" y="30861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Three early adopters</a:t>
              </a:r>
              <a:endParaRPr lang="en-US" sz="1200" spc="0" kern="0" b="0" i="0" dirty="0">
                <a:solidFill>
                  <a:srgbClr val="50658E"/>
                </a:solidFill>
                <a:latin typeface="IBM Plex Sans"/>
                <a:ea typeface="IBM Plex Sans"/>
                <a:cs typeface="IBM Plex Sans"/>
              </a:endParaRPr>
            </a:p>
          </p:txBody>
        </p:sp>
        <p:sp>
          <p:nvSpPr>
            <p:cNvPr id="59" name="node01.groups.slot-001.lanes.slot-002.separator"/>
            <p:cNvSpPr/>
            <p:nvPr/>
          </p:nvSpPr>
          <p:spPr>
            <a:xfrm>
              <a:off x="723900" y="3348038"/>
              <a:ext cx="10744200" cy="0"/>
            </a:xfrm>
            <a:custGeom>
              <a:avLst/>
              <a:gdLst/>
              <a:ahLst/>
              <a:cxnLst/>
              <a:rect l="l" t="t" r="r" b="b"/>
              <a:pathLst>
                <a:path w="10744200">
                  <a:moveTo>
                    <a:pt x="0" y="0"/>
                  </a:moveTo>
                  <a:lnTo>
                    <a:pt x="10744200" y="0"/>
                  </a:lnTo>
                </a:path>
              </a:pathLst>
            </a:custGeom>
            <a:ln w="9525">
              <a:solidFill>
                <a:srgbClr val="CED7E6"/>
              </a:solidFill>
              <a:prstDash val="solid"/>
            </a:ln>
          </p:spPr>
        </p:sp>
        <p:sp>
          <p:nvSpPr>
            <p:cNvPr id="60" name="node01.groups.slot-001.lanes.slot-002.items.slot-001.segment-0"/>
            <p:cNvSpPr/>
            <p:nvPr/>
          </p:nvSpPr>
          <p:spPr>
            <a:xfrm>
              <a:off x="5398477" y="2946400"/>
              <a:ext cx="2236177" cy="279400"/>
            </a:xfrm>
            <a:prstGeom prst="rect">
              <a:avLst/>
            </a:prstGeom>
            <a:solidFill>
              <a:srgbClr val="50658E"/>
            </a:solidFill>
            <a:ln w="9525">
              <a:solidFill>
                <a:srgbClr val="070154"/>
              </a:solidFill>
              <a:prstDash val="solid"/>
            </a:ln>
          </p:spPr>
        </p:sp>
        <p:sp>
          <p:nvSpPr>
            <p:cNvPr id="61" name="node01.groups.slot-001.lanes.slot-002.items.slot-001.segment-1.fill"/>
            <p:cNvSpPr/>
            <p:nvPr/>
          </p:nvSpPr>
          <p:spPr>
            <a:xfrm>
              <a:off x="7634654" y="2946400"/>
              <a:ext cx="638908" cy="279400"/>
            </a:xfrm>
            <a:prstGeom prst="rect">
              <a:avLst/>
            </a:prstGeom>
            <a:solidFill>
              <a:srgbClr val="50658E"/>
            </a:solidFill>
            <a:ln w="9525">
              <a:solidFill>
                <a:srgbClr val="070154"/>
              </a:solidFill>
              <a:prstDash val="solid"/>
            </a:ln>
          </p:spPr>
        </p:sp>
        <p:sp>
          <p:nvSpPr>
            <p:cNvPr id="62" name="node01.groups.slot-001.lanes.slot-002.items.slot-001.segment-1.hatch-1"/>
            <p:cNvSpPr/>
            <p:nvPr/>
          </p:nvSpPr>
          <p:spPr>
            <a:xfrm>
              <a:off x="7634654" y="29464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63" name="node01.groups.slot-001.lanes.slot-002.items.slot-001.segment-1.hatch-2"/>
            <p:cNvSpPr/>
            <p:nvPr/>
          </p:nvSpPr>
          <p:spPr>
            <a:xfrm>
              <a:off x="7634654" y="29464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64" name="node01.groups.slot-001.lanes.slot-002.items.slot-001.segment-1.hatch-3"/>
            <p:cNvSpPr/>
            <p:nvPr/>
          </p:nvSpPr>
          <p:spPr>
            <a:xfrm>
              <a:off x="7634654" y="29464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65" name="node01.groups.slot-001.lanes.slot-002.items.slot-001.segment-1.hatch-4"/>
            <p:cNvSpPr/>
            <p:nvPr/>
          </p:nvSpPr>
          <p:spPr>
            <a:xfrm>
              <a:off x="76600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66" name="node01.groups.slot-001.lanes.slot-002.items.slot-001.segment-1.hatch-5"/>
            <p:cNvSpPr/>
            <p:nvPr/>
          </p:nvSpPr>
          <p:spPr>
            <a:xfrm>
              <a:off x="77362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67" name="node01.groups.slot-001.lanes.slot-002.items.slot-001.segment-1.hatch-6"/>
            <p:cNvSpPr/>
            <p:nvPr/>
          </p:nvSpPr>
          <p:spPr>
            <a:xfrm>
              <a:off x="78124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68" name="node01.groups.slot-001.lanes.slot-002.items.slot-001.segment-1.hatch-7"/>
            <p:cNvSpPr/>
            <p:nvPr/>
          </p:nvSpPr>
          <p:spPr>
            <a:xfrm>
              <a:off x="78886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69" name="node01.groups.slot-001.lanes.slot-002.items.slot-001.segment-1.hatch-8"/>
            <p:cNvSpPr/>
            <p:nvPr/>
          </p:nvSpPr>
          <p:spPr>
            <a:xfrm>
              <a:off x="79648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70" name="node01.groups.slot-001.lanes.slot-002.items.slot-001.segment-1.hatch-9"/>
            <p:cNvSpPr/>
            <p:nvPr/>
          </p:nvSpPr>
          <p:spPr>
            <a:xfrm>
              <a:off x="8041054" y="2993292"/>
              <a:ext cx="232508" cy="232508"/>
            </a:xfrm>
            <a:custGeom>
              <a:avLst/>
              <a:gdLst/>
              <a:ahLst/>
              <a:cxnLst/>
              <a:rect l="l" t="t" r="r" b="b"/>
              <a:pathLst>
                <a:path w="232508" h="232508">
                  <a:moveTo>
                    <a:pt x="0" y="232508"/>
                  </a:moveTo>
                  <a:lnTo>
                    <a:pt x="232508" y="0"/>
                  </a:lnTo>
                </a:path>
              </a:pathLst>
            </a:custGeom>
            <a:ln w="6350">
              <a:solidFill>
                <a:srgbClr val="070154"/>
              </a:solidFill>
              <a:prstDash val="solid"/>
            </a:ln>
          </p:spPr>
        </p:sp>
        <p:sp>
          <p:nvSpPr>
            <p:cNvPr id="71" name="node01.groups.slot-001.lanes.slot-002.items.slot-001.segment-1.hatch-10"/>
            <p:cNvSpPr/>
            <p:nvPr/>
          </p:nvSpPr>
          <p:spPr>
            <a:xfrm>
              <a:off x="8117254" y="3069492"/>
              <a:ext cx="156308" cy="156308"/>
            </a:xfrm>
            <a:custGeom>
              <a:avLst/>
              <a:gdLst/>
              <a:ahLst/>
              <a:cxnLst/>
              <a:rect l="l" t="t" r="r" b="b"/>
              <a:pathLst>
                <a:path w="156308" h="156308">
                  <a:moveTo>
                    <a:pt x="0" y="156308"/>
                  </a:moveTo>
                  <a:lnTo>
                    <a:pt x="156308" y="0"/>
                  </a:lnTo>
                </a:path>
              </a:pathLst>
            </a:custGeom>
            <a:ln w="6350">
              <a:solidFill>
                <a:srgbClr val="070154"/>
              </a:solidFill>
              <a:prstDash val="solid"/>
            </a:ln>
          </p:spPr>
        </p:sp>
        <p:sp>
          <p:nvSpPr>
            <p:cNvPr id="72" name="node01.groups.slot-001.lanes.slot-002.items.slot-001.segment-1.hatch-11"/>
            <p:cNvSpPr/>
            <p:nvPr/>
          </p:nvSpPr>
          <p:spPr>
            <a:xfrm>
              <a:off x="8193454" y="3145692"/>
              <a:ext cx="80108" cy="80108"/>
            </a:xfrm>
            <a:custGeom>
              <a:avLst/>
              <a:gdLst/>
              <a:ahLst/>
              <a:cxnLst/>
              <a:rect l="l" t="t" r="r" b="b"/>
              <a:pathLst>
                <a:path w="80108" h="80108">
                  <a:moveTo>
                    <a:pt x="0" y="80108"/>
                  </a:moveTo>
                  <a:lnTo>
                    <a:pt x="80108" y="0"/>
                  </a:lnTo>
                </a:path>
              </a:pathLst>
            </a:custGeom>
            <a:ln w="6350">
              <a:solidFill>
                <a:srgbClr val="070154"/>
              </a:solidFill>
              <a:prstDash val="solid"/>
            </a:ln>
          </p:spPr>
        </p:sp>
        <p:sp>
          <p:nvSpPr>
            <p:cNvPr id="73" name="node01.groups.slot-001.lanes.slot-002.items.slot-001.segment-1.hatch-12"/>
            <p:cNvSpPr/>
            <p:nvPr/>
          </p:nvSpPr>
          <p:spPr>
            <a:xfrm>
              <a:off x="8269654" y="3221892"/>
              <a:ext cx="3908" cy="3908"/>
            </a:xfrm>
            <a:custGeom>
              <a:avLst/>
              <a:gdLst/>
              <a:ahLst/>
              <a:cxnLst/>
              <a:rect l="l" t="t" r="r" b="b"/>
              <a:pathLst>
                <a:path w="3908" h="3908">
                  <a:moveTo>
                    <a:pt x="0" y="3908"/>
                  </a:moveTo>
                  <a:lnTo>
                    <a:pt x="3908" y="0"/>
                  </a:lnTo>
                </a:path>
              </a:pathLst>
            </a:custGeom>
            <a:ln w="6350">
              <a:solidFill>
                <a:srgbClr val="070154"/>
              </a:solidFill>
              <a:prstDash val="solid"/>
            </a:ln>
          </p:spPr>
        </p:sp>
        <p:sp>
          <p:nvSpPr>
            <p:cNvPr id="74" name="node01.groups.slot-001.lanes.slot-002.items.slot-001.label"/>
            <p:cNvSpPr/>
            <p:nvPr/>
          </p:nvSpPr>
          <p:spPr>
            <a:xfrm>
              <a:off x="5487377" y="2971800"/>
              <a:ext cx="17986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Scale and early adoption</a:t>
              </a:r>
              <a:endParaRPr lang="en-US" sz="1200" spc="0" kern="0" b="0" i="0" dirty="0">
                <a:solidFill>
                  <a:srgbClr val="FFFFFF"/>
                </a:solidFill>
                <a:latin typeface="IBM Plex Sans SemiBold"/>
                <a:ea typeface="IBM Plex Sans SemiBold"/>
                <a:cs typeface="IBM Plex Sans SemiBold"/>
              </a:endParaRPr>
            </a:p>
          </p:txBody>
        </p:sp>
        <p:sp>
          <p:nvSpPr>
            <p:cNvPr id="75" name="node01.groups.slot-001.lanes.slot-002.items.slot-002.marker"/>
            <p:cNvSpPr/>
            <p:nvPr/>
          </p:nvSpPr>
          <p:spPr>
            <a:xfrm>
              <a:off x="8823569" y="2997200"/>
              <a:ext cx="177800" cy="177800"/>
            </a:xfrm>
            <a:prstGeom prst="star5">
              <a:avLst/>
            </a:prstGeom>
            <a:solidFill>
              <a:srgbClr val="F900D3"/>
            </a:solidFill>
            <a:ln>
              <a:noFill/>
            </a:ln>
          </p:spPr>
        </p:sp>
        <p:sp>
          <p:nvSpPr>
            <p:cNvPr id="76" name="node01.groups.slot-001.lanes.slot-002.items.slot-002.label"/>
            <p:cNvSpPr/>
            <p:nvPr/>
          </p:nvSpPr>
          <p:spPr>
            <a:xfrm>
              <a:off x="9052169" y="2971800"/>
              <a:ext cx="12493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Targeted release</a:t>
              </a:r>
              <a:endParaRPr lang="en-US" sz="1200" spc="0" kern="0" b="0" i="0" dirty="0">
                <a:solidFill>
                  <a:srgbClr val="070154"/>
                </a:solidFill>
                <a:latin typeface="IBM Plex Sans SemiBold"/>
                <a:ea typeface="IBM Plex Sans SemiBold"/>
                <a:cs typeface="IBM Plex Sans SemiBold"/>
              </a:endParaRPr>
            </a:p>
          </p:txBody>
        </p:sp>
        <p:grpSp>
          <p:nvGrpSpPr>
            <p:cNvPr id="124" name="node01.groups.slot-001.lanes.slot-003.icon"/>
            <p:cNvGrpSpPr/>
            <p:nvPr/>
          </p:nvGrpSpPr>
          <p:grpSpPr>
            <a:xfrm>
              <a:off x="838200" y="3505200"/>
              <a:ext cx="228600" cy="228600"/>
              <a:chOff x="838200" y="3505200"/>
              <a:chExt cx="228600" cy="228600"/>
            </a:xfrm>
          </p:grpSpPr>
          <p:pic>
            <p:nvPicPr>
              <p:cNvPr id="77" name="node01.groups.slot-001.lanes.slot-003.icon.image" descr="icon/rocket/navy; canonical SHA256=ffb490de8b9b29946e5a5c50216ffa0fd40b52e053d7f0ac1ffcd04d517e70b5">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200" y="3505200"/>
                <a:ext cx="228600" cy="228600"/>
              </a:xfrm>
              <a:prstGeom prst="rect">
                <a:avLst/>
              </a:prstGeom>
            </p:spPr>
          </p:pic>
        </p:grpSp>
        <p:sp>
          <p:nvSpPr>
            <p:cNvPr id="78" name="node01.groups.slot-001.lanes.slot-003.title"/>
            <p:cNvSpPr/>
            <p:nvPr/>
          </p:nvSpPr>
          <p:spPr>
            <a:xfrm>
              <a:off x="1181100" y="33909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Phase 03 · Availability</a:t>
              </a:r>
              <a:endParaRPr lang="en-US" sz="1250" spc="0" kern="0" b="0" i="0" dirty="0">
                <a:solidFill>
                  <a:srgbClr val="070154"/>
                </a:solidFill>
                <a:latin typeface="IBM Plex Sans SemiBold"/>
                <a:ea typeface="IBM Plex Sans SemiBold"/>
                <a:cs typeface="IBM Plex Sans SemiBold"/>
              </a:endParaRPr>
            </a:p>
          </p:txBody>
        </p:sp>
        <p:sp>
          <p:nvSpPr>
            <p:cNvPr id="79" name="node01.groups.slot-001.lanes.slot-003.sub"/>
            <p:cNvSpPr/>
            <p:nvPr/>
          </p:nvSpPr>
          <p:spPr>
            <a:xfrm>
              <a:off x="1181100" y="36195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General availability</a:t>
              </a:r>
              <a:endParaRPr lang="en-US" sz="1200" spc="0" kern="0" b="0" i="0" dirty="0">
                <a:solidFill>
                  <a:srgbClr val="50658E"/>
                </a:solidFill>
                <a:latin typeface="IBM Plex Sans"/>
                <a:ea typeface="IBM Plex Sans"/>
                <a:cs typeface="IBM Plex Sans"/>
              </a:endParaRPr>
            </a:p>
          </p:txBody>
        </p:sp>
        <p:sp>
          <p:nvSpPr>
            <p:cNvPr id="80" name="node01.groups.slot-001.lanes.slot-003.separator"/>
            <p:cNvSpPr/>
            <p:nvPr/>
          </p:nvSpPr>
          <p:spPr>
            <a:xfrm>
              <a:off x="723900" y="3881438"/>
              <a:ext cx="10744200" cy="0"/>
            </a:xfrm>
            <a:custGeom>
              <a:avLst/>
              <a:gdLst/>
              <a:ahLst/>
              <a:cxnLst/>
              <a:rect l="l" t="t" r="r" b="b"/>
              <a:pathLst>
                <a:path w="10744200">
                  <a:moveTo>
                    <a:pt x="0" y="0"/>
                  </a:moveTo>
                  <a:lnTo>
                    <a:pt x="10744200" y="0"/>
                  </a:lnTo>
                </a:path>
              </a:pathLst>
            </a:custGeom>
            <a:ln w="9525">
              <a:solidFill>
                <a:srgbClr val="CED7E6"/>
              </a:solidFill>
              <a:prstDash val="solid"/>
            </a:ln>
          </p:spPr>
        </p:sp>
        <p:sp>
          <p:nvSpPr>
            <p:cNvPr id="81" name="node01.groups.slot-001.lanes.slot-003.items.slot-001.segment-0"/>
            <p:cNvSpPr/>
            <p:nvPr/>
          </p:nvSpPr>
          <p:spPr>
            <a:xfrm>
              <a:off x="7634654" y="3479800"/>
              <a:ext cx="1277815" cy="279400"/>
            </a:xfrm>
            <a:prstGeom prst="rect">
              <a:avLst/>
            </a:prstGeom>
            <a:solidFill>
              <a:srgbClr val="070154"/>
            </a:solidFill>
            <a:ln w="9525">
              <a:solidFill>
                <a:srgbClr val="070154"/>
              </a:solidFill>
              <a:prstDash val="solid"/>
            </a:ln>
          </p:spPr>
        </p:sp>
        <p:sp>
          <p:nvSpPr>
            <p:cNvPr id="82" name="node01.groups.slot-001.lanes.slot-003.items.slot-001.segment-1.fill"/>
            <p:cNvSpPr/>
            <p:nvPr/>
          </p:nvSpPr>
          <p:spPr>
            <a:xfrm>
              <a:off x="8912469" y="3479800"/>
              <a:ext cx="319454" cy="279400"/>
            </a:xfrm>
            <a:prstGeom prst="rect">
              <a:avLst/>
            </a:prstGeom>
            <a:solidFill>
              <a:srgbClr val="070154"/>
            </a:solidFill>
            <a:ln w="9525">
              <a:solidFill>
                <a:srgbClr val="070154"/>
              </a:solidFill>
              <a:prstDash val="solid"/>
            </a:ln>
          </p:spPr>
        </p:sp>
        <p:sp>
          <p:nvSpPr>
            <p:cNvPr id="83" name="node01.groups.slot-001.lanes.slot-003.items.slot-001.segment-1.hatch-1"/>
            <p:cNvSpPr/>
            <p:nvPr/>
          </p:nvSpPr>
          <p:spPr>
            <a:xfrm>
              <a:off x="8912469" y="34798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84" name="node01.groups.slot-001.lanes.slot-003.items.slot-001.segment-1.hatch-2"/>
            <p:cNvSpPr/>
            <p:nvPr/>
          </p:nvSpPr>
          <p:spPr>
            <a:xfrm>
              <a:off x="8912469" y="34798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85" name="node01.groups.slot-001.lanes.slot-003.items.slot-001.segment-1.hatch-3"/>
            <p:cNvSpPr/>
            <p:nvPr/>
          </p:nvSpPr>
          <p:spPr>
            <a:xfrm>
              <a:off x="8912469" y="34798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86" name="node01.groups.slot-001.lanes.slot-003.items.slot-001.segment-1.hatch-4"/>
            <p:cNvSpPr/>
            <p:nvPr/>
          </p:nvSpPr>
          <p:spPr>
            <a:xfrm>
              <a:off x="8937869" y="34798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87" name="node01.groups.slot-001.lanes.slot-003.items.slot-001.segment-1.hatch-5"/>
            <p:cNvSpPr/>
            <p:nvPr/>
          </p:nvSpPr>
          <p:spPr>
            <a:xfrm>
              <a:off x="9014069" y="3541346"/>
              <a:ext cx="217854" cy="217854"/>
            </a:xfrm>
            <a:custGeom>
              <a:avLst/>
              <a:gdLst/>
              <a:ahLst/>
              <a:cxnLst/>
              <a:rect l="l" t="t" r="r" b="b"/>
              <a:pathLst>
                <a:path w="217854" h="217854">
                  <a:moveTo>
                    <a:pt x="0" y="217854"/>
                  </a:moveTo>
                  <a:lnTo>
                    <a:pt x="217854" y="0"/>
                  </a:lnTo>
                </a:path>
              </a:pathLst>
            </a:custGeom>
            <a:ln w="6350">
              <a:solidFill>
                <a:srgbClr val="070154"/>
              </a:solidFill>
              <a:prstDash val="solid"/>
            </a:ln>
          </p:spPr>
        </p:sp>
        <p:sp>
          <p:nvSpPr>
            <p:cNvPr id="88" name="node01.groups.slot-001.lanes.slot-003.items.slot-001.segment-1.hatch-6"/>
            <p:cNvSpPr/>
            <p:nvPr/>
          </p:nvSpPr>
          <p:spPr>
            <a:xfrm>
              <a:off x="9090269" y="3617546"/>
              <a:ext cx="141654" cy="141654"/>
            </a:xfrm>
            <a:custGeom>
              <a:avLst/>
              <a:gdLst/>
              <a:ahLst/>
              <a:cxnLst/>
              <a:rect l="l" t="t" r="r" b="b"/>
              <a:pathLst>
                <a:path w="141654" h="141654">
                  <a:moveTo>
                    <a:pt x="0" y="141654"/>
                  </a:moveTo>
                  <a:lnTo>
                    <a:pt x="141654" y="0"/>
                  </a:lnTo>
                </a:path>
              </a:pathLst>
            </a:custGeom>
            <a:ln w="6350">
              <a:solidFill>
                <a:srgbClr val="070154"/>
              </a:solidFill>
              <a:prstDash val="solid"/>
            </a:ln>
          </p:spPr>
        </p:sp>
        <p:sp>
          <p:nvSpPr>
            <p:cNvPr id="89" name="node01.groups.slot-001.lanes.slot-003.items.slot-001.segment-1.hatch-7"/>
            <p:cNvSpPr/>
            <p:nvPr/>
          </p:nvSpPr>
          <p:spPr>
            <a:xfrm>
              <a:off x="9166469" y="3693746"/>
              <a:ext cx="65454" cy="65454"/>
            </a:xfrm>
            <a:custGeom>
              <a:avLst/>
              <a:gdLst/>
              <a:ahLst/>
              <a:cxnLst/>
              <a:rect l="l" t="t" r="r" b="b"/>
              <a:pathLst>
                <a:path w="65454" h="65454">
                  <a:moveTo>
                    <a:pt x="0" y="65454"/>
                  </a:moveTo>
                  <a:lnTo>
                    <a:pt x="65454" y="0"/>
                  </a:lnTo>
                </a:path>
              </a:pathLst>
            </a:custGeom>
            <a:ln w="6350">
              <a:solidFill>
                <a:srgbClr val="070154"/>
              </a:solidFill>
              <a:prstDash val="solid"/>
            </a:ln>
          </p:spPr>
        </p:sp>
        <p:sp>
          <p:nvSpPr>
            <p:cNvPr id="90" name="node01.groups.slot-001.lanes.slot-003.items.slot-001.label"/>
            <p:cNvSpPr/>
            <p:nvPr/>
          </p:nvSpPr>
          <p:spPr>
            <a:xfrm>
              <a:off x="7723554" y="3505200"/>
              <a:ext cx="8461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Availability</a:t>
              </a:r>
              <a:endParaRPr lang="en-US" sz="1200" spc="0" kern="0" b="0" i="0" dirty="0">
                <a:solidFill>
                  <a:srgbClr val="FFFFFF"/>
                </a:solidFill>
                <a:latin typeface="IBM Plex Sans SemiBold"/>
                <a:ea typeface="IBM Plex Sans SemiBold"/>
                <a:cs typeface="IBM Plex Sans SemiBold"/>
              </a:endParaRPr>
            </a:p>
          </p:txBody>
        </p:sp>
        <p:sp>
          <p:nvSpPr>
            <p:cNvPr id="91" name="node01.groups.slot-001.lanes.slot-003.items.slot-002.marker"/>
            <p:cNvSpPr/>
            <p:nvPr/>
          </p:nvSpPr>
          <p:spPr>
            <a:xfrm>
              <a:off x="9462477" y="3530600"/>
              <a:ext cx="177800" cy="177800"/>
            </a:xfrm>
            <a:prstGeom prst="star5">
              <a:avLst/>
            </a:prstGeom>
            <a:solidFill>
              <a:srgbClr val="F900D3"/>
            </a:solidFill>
            <a:ln>
              <a:noFill/>
            </a:ln>
          </p:spPr>
        </p:sp>
        <p:sp>
          <p:nvSpPr>
            <p:cNvPr id="92" name="node01.groups.slot-001.lanes.slot-003.items.slot-002.label"/>
            <p:cNvSpPr/>
            <p:nvPr/>
          </p:nvSpPr>
          <p:spPr>
            <a:xfrm>
              <a:off x="9691077" y="3505200"/>
              <a:ext cx="5603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Launch</a:t>
              </a:r>
              <a:endParaRPr lang="en-US" sz="1200" spc="0" kern="0" b="0" i="0" dirty="0">
                <a:solidFill>
                  <a:srgbClr val="070154"/>
                </a:solidFill>
                <a:latin typeface="IBM Plex Sans SemiBold"/>
                <a:ea typeface="IBM Plex Sans SemiBold"/>
                <a:cs typeface="IBM Plex Sans SemiBold"/>
              </a:endParaRPr>
            </a:p>
          </p:txBody>
        </p:sp>
        <p:grpSp>
          <p:nvGrpSpPr>
            <p:cNvPr id="125" name="node01.groups.slot-001.lanes.slot-004.icon"/>
            <p:cNvGrpSpPr/>
            <p:nvPr/>
          </p:nvGrpSpPr>
          <p:grpSpPr>
            <a:xfrm>
              <a:off x="838200" y="4038600"/>
              <a:ext cx="228600" cy="228600"/>
              <a:chOff x="838200" y="4038600"/>
              <a:chExt cx="228600" cy="228600"/>
            </a:xfrm>
          </p:grpSpPr>
          <p:pic>
            <p:nvPicPr>
              <p:cNvPr id="93" name="node01.groups.slot-001.lanes.slot-004.icon.image" descr="icon/handshake/navy; canonical SHA256=a1e01289a0a8c347c53fcd6c8c0c934464808e08abdb2761c17bf9f971608920">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8200" y="4038600"/>
                <a:ext cx="228600" cy="228600"/>
              </a:xfrm>
              <a:prstGeom prst="rect">
                <a:avLst/>
              </a:prstGeom>
            </p:spPr>
          </p:pic>
        </p:grpSp>
        <p:sp>
          <p:nvSpPr>
            <p:cNvPr id="94" name="node01.groups.slot-001.lanes.slot-004.title"/>
            <p:cNvSpPr/>
            <p:nvPr/>
          </p:nvSpPr>
          <p:spPr>
            <a:xfrm>
              <a:off x="1181100" y="39243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Onboarding</a:t>
              </a:r>
              <a:endParaRPr lang="en-US" sz="1250" spc="0" kern="0" b="0" i="0" dirty="0">
                <a:solidFill>
                  <a:srgbClr val="070154"/>
                </a:solidFill>
                <a:latin typeface="IBM Plex Sans SemiBold"/>
                <a:ea typeface="IBM Plex Sans SemiBold"/>
                <a:cs typeface="IBM Plex Sans SemiBold"/>
              </a:endParaRPr>
            </a:p>
          </p:txBody>
        </p:sp>
        <p:sp>
          <p:nvSpPr>
            <p:cNvPr id="95" name="node01.groups.slot-001.lanes.slot-004.sub"/>
            <p:cNvSpPr/>
            <p:nvPr/>
          </p:nvSpPr>
          <p:spPr>
            <a:xfrm>
              <a:off x="1181100" y="41529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Northfield ownership</a:t>
              </a:r>
              <a:endParaRPr lang="en-US" sz="1200" spc="0" kern="0" b="0" i="0" dirty="0">
                <a:solidFill>
                  <a:srgbClr val="50658E"/>
                </a:solidFill>
                <a:latin typeface="IBM Plex Sans"/>
                <a:ea typeface="IBM Plex Sans"/>
                <a:cs typeface="IBM Plex Sans"/>
              </a:endParaRPr>
            </a:p>
          </p:txBody>
        </p:sp>
        <p:sp>
          <p:nvSpPr>
            <p:cNvPr id="96" name="node01.groups.slot-001.lanes.slot-004.separator"/>
            <p:cNvSpPr/>
            <p:nvPr/>
          </p:nvSpPr>
          <p:spPr>
            <a:xfrm>
              <a:off x="723900" y="44132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97" name="node01.groups.slot-001.lanes.slot-004.items.slot-001.segment-0"/>
            <p:cNvSpPr/>
            <p:nvPr/>
          </p:nvSpPr>
          <p:spPr>
            <a:xfrm>
              <a:off x="9231923" y="4013200"/>
              <a:ext cx="2236177" cy="279400"/>
            </a:xfrm>
            <a:prstGeom prst="rect">
              <a:avLst/>
            </a:prstGeom>
            <a:solidFill>
              <a:srgbClr val="0047FF"/>
            </a:solidFill>
            <a:ln w="9525">
              <a:solidFill>
                <a:srgbClr val="070154"/>
              </a:solidFill>
              <a:prstDash val="solid"/>
            </a:ln>
          </p:spPr>
        </p:sp>
        <p:sp>
          <p:nvSpPr>
            <p:cNvPr id="98" name="node01.groups.slot-001.lanes.slot-004.items.slot-001.label"/>
            <p:cNvSpPr/>
            <p:nvPr/>
          </p:nvSpPr>
          <p:spPr>
            <a:xfrm>
              <a:off x="9320823" y="4038600"/>
              <a:ext cx="18827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Onboarding and handover</a:t>
              </a:r>
              <a:endParaRPr lang="en-US" sz="1200" spc="0" kern="0" b="0" i="0" dirty="0">
                <a:solidFill>
                  <a:srgbClr val="FFFFFF"/>
                </a:solidFill>
                <a:latin typeface="IBM Plex Sans SemiBold"/>
                <a:ea typeface="IBM Plex Sans SemiBold"/>
                <a:cs typeface="IBM Plex Sans SemiBold"/>
              </a:endParaRPr>
            </a:p>
          </p:txBody>
        </p:sp>
        <p:grpSp>
          <p:nvGrpSpPr>
            <p:cNvPr id="126" name="node01.groups.slot-002.lanes.slot-001.icon"/>
            <p:cNvGrpSpPr/>
            <p:nvPr/>
          </p:nvGrpSpPr>
          <p:grpSpPr>
            <a:xfrm>
              <a:off x="838200" y="4572000"/>
              <a:ext cx="228600" cy="228600"/>
              <a:chOff x="838200" y="4572000"/>
              <a:chExt cx="228600" cy="228600"/>
            </a:xfrm>
          </p:grpSpPr>
          <p:pic>
            <p:nvPicPr>
              <p:cNvPr id="99" name="node01.groups.slot-002.lanes.slot-001.icon.image" descr="icon/task-list-cycle/navy; canonical SHA256=aa285536d12b16d541142eeba78f9cf567c5a88210faaad000e76fcc18505a7b">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8200" y="4572000"/>
                <a:ext cx="228600" cy="228600"/>
              </a:xfrm>
              <a:prstGeom prst="rect">
                <a:avLst/>
              </a:prstGeom>
            </p:spPr>
          </p:pic>
        </p:grpSp>
        <p:sp>
          <p:nvSpPr>
            <p:cNvPr id="100" name="node01.groups.slot-002.lanes.slot-001.title"/>
            <p:cNvSpPr/>
            <p:nvPr/>
          </p:nvSpPr>
          <p:spPr>
            <a:xfrm>
              <a:off x="1181100" y="44577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Program management</a:t>
              </a:r>
              <a:endParaRPr lang="en-US" sz="1250" spc="0" kern="0" b="0" i="0" dirty="0">
                <a:solidFill>
                  <a:srgbClr val="070154"/>
                </a:solidFill>
                <a:latin typeface="IBM Plex Sans SemiBold"/>
                <a:ea typeface="IBM Plex Sans SemiBold"/>
                <a:cs typeface="IBM Plex Sans SemiBold"/>
              </a:endParaRPr>
            </a:p>
          </p:txBody>
        </p:sp>
        <p:sp>
          <p:nvSpPr>
            <p:cNvPr id="101" name="node01.groups.slot-002.lanes.slot-001.sub"/>
            <p:cNvSpPr/>
            <p:nvPr/>
          </p:nvSpPr>
          <p:spPr>
            <a:xfrm>
              <a:off x="1181100" y="46863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Project and product</a:t>
              </a:r>
              <a:endParaRPr lang="en-US" sz="1200" spc="0" kern="0" b="0" i="0" dirty="0">
                <a:solidFill>
                  <a:srgbClr val="50658E"/>
                </a:solidFill>
                <a:latin typeface="IBM Plex Sans"/>
                <a:ea typeface="IBM Plex Sans"/>
                <a:cs typeface="IBM Plex Sans"/>
              </a:endParaRPr>
            </a:p>
          </p:txBody>
        </p:sp>
        <p:sp>
          <p:nvSpPr>
            <p:cNvPr id="102" name="node01.groups.slot-002.lanes.slot-001.separator"/>
            <p:cNvSpPr/>
            <p:nvPr/>
          </p:nvSpPr>
          <p:spPr>
            <a:xfrm>
              <a:off x="723900" y="49466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03" name="node01.groups.slot-002.lanes.slot-001.items.slot-001.segment-0"/>
            <p:cNvSpPr/>
            <p:nvPr/>
          </p:nvSpPr>
          <p:spPr>
            <a:xfrm>
              <a:off x="3162300" y="4546600"/>
              <a:ext cx="6069623" cy="279400"/>
            </a:xfrm>
            <a:prstGeom prst="rect">
              <a:avLst/>
            </a:prstGeom>
            <a:solidFill>
              <a:srgbClr val="E8EEF8"/>
            </a:solidFill>
            <a:ln w="9525">
              <a:solidFill>
                <a:srgbClr val="070154"/>
              </a:solidFill>
              <a:prstDash val="solid"/>
            </a:ln>
          </p:spPr>
        </p:sp>
        <p:sp>
          <p:nvSpPr>
            <p:cNvPr id="104" name="node01.groups.slot-002.lanes.slot-001.items.slot-001.label"/>
            <p:cNvSpPr/>
            <p:nvPr/>
          </p:nvSpPr>
          <p:spPr>
            <a:xfrm>
              <a:off x="3251200" y="4572000"/>
              <a:ext cx="30257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Ongoing project and product management</a:t>
              </a:r>
              <a:endParaRPr lang="en-US" sz="1200" spc="0" kern="0" b="0" i="0" dirty="0">
                <a:solidFill>
                  <a:srgbClr val="070154"/>
                </a:solidFill>
                <a:latin typeface="IBM Plex Sans SemiBold"/>
                <a:ea typeface="IBM Plex Sans SemiBold"/>
                <a:cs typeface="IBM Plex Sans SemiBold"/>
              </a:endParaRPr>
            </a:p>
          </p:txBody>
        </p:sp>
        <p:grpSp>
          <p:nvGrpSpPr>
            <p:cNvPr id="127" name="node01.legend"/>
            <p:cNvGrpSpPr/>
            <p:nvPr/>
          </p:nvGrpSpPr>
          <p:grpSpPr>
            <a:xfrm>
              <a:off x="723900" y="5071533"/>
              <a:ext cx="7040033" cy="152400"/>
              <a:chOff x="723900" y="5071533"/>
              <a:chExt cx="7040033" cy="152400"/>
            </a:xfrm>
          </p:grpSpPr>
          <p:sp>
            <p:nvSpPr>
              <p:cNvPr id="105" name="node01.legend.items.kind-ga.swatch"/>
              <p:cNvSpPr/>
              <p:nvPr/>
            </p:nvSpPr>
            <p:spPr>
              <a:xfrm>
                <a:off x="723900" y="5105400"/>
                <a:ext cx="84667" cy="84667"/>
              </a:xfrm>
              <a:prstGeom prst="rect">
                <a:avLst/>
              </a:prstGeom>
              <a:solidFill>
                <a:srgbClr val="0047FF"/>
              </a:solidFill>
              <a:ln w="6350">
                <a:solidFill>
                  <a:srgbClr val="070154"/>
                </a:solidFill>
                <a:prstDash val="solid"/>
              </a:ln>
            </p:spPr>
          </p:sp>
          <p:sp>
            <p:nvSpPr>
              <p:cNvPr id="106" name="node01.legend.items.kind-ga.text"/>
              <p:cNvSpPr/>
              <p:nvPr/>
            </p:nvSpPr>
            <p:spPr>
              <a:xfrm>
                <a:off x="884767" y="5071533"/>
                <a:ext cx="58102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Onboarding</a:t>
                </a:r>
                <a:endParaRPr lang="en-US" sz="800" spc="0" kern="0" b="0" i="0" dirty="0">
                  <a:solidFill>
                    <a:srgbClr val="070154"/>
                  </a:solidFill>
                  <a:latin typeface="IBM Plex Sans"/>
                  <a:ea typeface="IBM Plex Sans"/>
                  <a:cs typeface="IBM Plex Sans"/>
                </a:endParaRPr>
              </a:p>
            </p:txBody>
          </p:sp>
          <p:sp>
            <p:nvSpPr>
              <p:cNvPr id="107" name="node01.legend.items.kind-p1.swatch"/>
              <p:cNvSpPr/>
              <p:nvPr/>
            </p:nvSpPr>
            <p:spPr>
              <a:xfrm>
                <a:off x="1618192" y="5105400"/>
                <a:ext cx="84667" cy="84667"/>
              </a:xfrm>
              <a:prstGeom prst="rect">
                <a:avLst/>
              </a:prstGeom>
              <a:solidFill>
                <a:srgbClr val="CED7E6"/>
              </a:solidFill>
              <a:ln w="6350">
                <a:solidFill>
                  <a:srgbClr val="070154"/>
                </a:solidFill>
                <a:prstDash val="solid"/>
              </a:ln>
            </p:spPr>
          </p:sp>
          <p:sp>
            <p:nvSpPr>
              <p:cNvPr id="108" name="node01.legend.items.kind-p1.text"/>
              <p:cNvSpPr/>
              <p:nvPr/>
            </p:nvSpPr>
            <p:spPr>
              <a:xfrm>
                <a:off x="1779058" y="5071533"/>
                <a:ext cx="47307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Phase 01</a:t>
                </a:r>
                <a:endParaRPr lang="en-US" sz="800" spc="0" kern="0" b="0" i="0" dirty="0">
                  <a:solidFill>
                    <a:srgbClr val="070154"/>
                  </a:solidFill>
                  <a:latin typeface="IBM Plex Sans"/>
                  <a:ea typeface="IBM Plex Sans"/>
                  <a:cs typeface="IBM Plex Sans"/>
                </a:endParaRPr>
              </a:p>
            </p:txBody>
          </p:sp>
          <p:sp>
            <p:nvSpPr>
              <p:cNvPr id="109" name="node01.legend.items.kind-p2.swatch"/>
              <p:cNvSpPr/>
              <p:nvPr/>
            </p:nvSpPr>
            <p:spPr>
              <a:xfrm>
                <a:off x="2404533" y="5105400"/>
                <a:ext cx="84667" cy="84667"/>
              </a:xfrm>
              <a:prstGeom prst="rect">
                <a:avLst/>
              </a:prstGeom>
              <a:solidFill>
                <a:srgbClr val="50658E"/>
              </a:solidFill>
              <a:ln w="6350">
                <a:solidFill>
                  <a:srgbClr val="070154"/>
                </a:solidFill>
                <a:prstDash val="solid"/>
              </a:ln>
            </p:spPr>
          </p:sp>
          <p:sp>
            <p:nvSpPr>
              <p:cNvPr id="110" name="node01.legend.items.kind-p2.text"/>
              <p:cNvSpPr/>
              <p:nvPr/>
            </p:nvSpPr>
            <p:spPr>
              <a:xfrm>
                <a:off x="2565400" y="5071533"/>
                <a:ext cx="47307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Phase 02</a:t>
                </a:r>
                <a:endParaRPr lang="en-US" sz="800" spc="0" kern="0" b="0" i="0" dirty="0">
                  <a:solidFill>
                    <a:srgbClr val="070154"/>
                  </a:solidFill>
                  <a:latin typeface="IBM Plex Sans"/>
                  <a:ea typeface="IBM Plex Sans"/>
                  <a:cs typeface="IBM Plex Sans"/>
                </a:endParaRPr>
              </a:p>
            </p:txBody>
          </p:sp>
          <p:sp>
            <p:nvSpPr>
              <p:cNvPr id="111" name="node01.legend.items.kind-p3.swatch"/>
              <p:cNvSpPr/>
              <p:nvPr/>
            </p:nvSpPr>
            <p:spPr>
              <a:xfrm>
                <a:off x="3190875" y="5105400"/>
                <a:ext cx="84667" cy="84667"/>
              </a:xfrm>
              <a:prstGeom prst="rect">
                <a:avLst/>
              </a:prstGeom>
              <a:solidFill>
                <a:srgbClr val="070154"/>
              </a:solidFill>
              <a:ln w="6350">
                <a:solidFill>
                  <a:srgbClr val="070154"/>
                </a:solidFill>
                <a:prstDash val="solid"/>
              </a:ln>
            </p:spPr>
          </p:sp>
          <p:sp>
            <p:nvSpPr>
              <p:cNvPr id="112" name="node01.legend.items.kind-p3.text"/>
              <p:cNvSpPr/>
              <p:nvPr/>
            </p:nvSpPr>
            <p:spPr>
              <a:xfrm>
                <a:off x="3351742" y="5071533"/>
                <a:ext cx="47307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Phase 03</a:t>
                </a:r>
                <a:endParaRPr lang="en-US" sz="800" spc="0" kern="0" b="0" i="0" dirty="0">
                  <a:solidFill>
                    <a:srgbClr val="070154"/>
                  </a:solidFill>
                  <a:latin typeface="IBM Plex Sans"/>
                  <a:ea typeface="IBM Plex Sans"/>
                  <a:cs typeface="IBM Plex Sans"/>
                </a:endParaRPr>
              </a:p>
            </p:txBody>
          </p:sp>
          <p:sp>
            <p:nvSpPr>
              <p:cNvPr id="113" name="node01.legend.items.kind-pm.swatch"/>
              <p:cNvSpPr/>
              <p:nvPr/>
            </p:nvSpPr>
            <p:spPr>
              <a:xfrm>
                <a:off x="3977217" y="5105400"/>
                <a:ext cx="84667" cy="84667"/>
              </a:xfrm>
              <a:prstGeom prst="rect">
                <a:avLst/>
              </a:prstGeom>
              <a:solidFill>
                <a:srgbClr val="E8EEF8"/>
              </a:solidFill>
              <a:ln w="6350">
                <a:solidFill>
                  <a:srgbClr val="070154"/>
                </a:solidFill>
                <a:prstDash val="solid"/>
              </a:ln>
            </p:spPr>
          </p:sp>
          <p:sp>
            <p:nvSpPr>
              <p:cNvPr id="114" name="node01.legend.items.kind-pm.text"/>
              <p:cNvSpPr/>
              <p:nvPr/>
            </p:nvSpPr>
            <p:spPr>
              <a:xfrm>
                <a:off x="4138083" y="5071533"/>
                <a:ext cx="427038"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Ongoing</a:t>
                </a:r>
                <a:endParaRPr lang="en-US" sz="800" spc="0" kern="0" b="0" i="0" dirty="0">
                  <a:solidFill>
                    <a:srgbClr val="070154"/>
                  </a:solidFill>
                  <a:latin typeface="IBM Plex Sans"/>
                  <a:ea typeface="IBM Plex Sans"/>
                  <a:cs typeface="IBM Plex Sans"/>
                </a:endParaRPr>
              </a:p>
            </p:txBody>
          </p:sp>
          <p:sp>
            <p:nvSpPr>
              <p:cNvPr id="115" name="node01.legend.items.hatch.swatch.fill"/>
              <p:cNvSpPr/>
              <p:nvPr/>
            </p:nvSpPr>
            <p:spPr>
              <a:xfrm>
                <a:off x="4717521" y="5105400"/>
                <a:ext cx="152400" cy="84667"/>
              </a:xfrm>
              <a:prstGeom prst="rect">
                <a:avLst/>
              </a:prstGeom>
              <a:solidFill>
                <a:srgbClr val="E8EEF8"/>
              </a:solidFill>
              <a:ln w="9525">
                <a:solidFill>
                  <a:srgbClr val="070154"/>
                </a:solidFill>
                <a:prstDash val="solid"/>
              </a:ln>
            </p:spPr>
          </p:sp>
          <p:sp>
            <p:nvSpPr>
              <p:cNvPr id="116" name="node01.legend.items.hatch.swatch.hatch-1"/>
              <p:cNvSpPr/>
              <p:nvPr/>
            </p:nvSpPr>
            <p:spPr>
              <a:xfrm>
                <a:off x="4717521" y="51054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117" name="node01.legend.items.hatch.swatch.hatch-2"/>
              <p:cNvSpPr/>
              <p:nvPr/>
            </p:nvSpPr>
            <p:spPr>
              <a:xfrm>
                <a:off x="4785254" y="5105400"/>
                <a:ext cx="84667" cy="84667"/>
              </a:xfrm>
              <a:custGeom>
                <a:avLst/>
                <a:gdLst/>
                <a:ahLst/>
                <a:cxnLst/>
                <a:rect l="l" t="t" r="r" b="b"/>
                <a:pathLst>
                  <a:path w="84667" h="84667">
                    <a:moveTo>
                      <a:pt x="0" y="84667"/>
                    </a:moveTo>
                    <a:lnTo>
                      <a:pt x="84667" y="0"/>
                    </a:lnTo>
                  </a:path>
                </a:pathLst>
              </a:custGeom>
              <a:ln w="6350">
                <a:solidFill>
                  <a:srgbClr val="070154"/>
                </a:solidFill>
                <a:prstDash val="solid"/>
              </a:ln>
            </p:spPr>
          </p:sp>
          <p:sp>
            <p:nvSpPr>
              <p:cNvPr id="118" name="node01.legend.items.hatch.swatch.hatch-3"/>
              <p:cNvSpPr/>
              <p:nvPr/>
            </p:nvSpPr>
            <p:spPr>
              <a:xfrm>
                <a:off x="4861454" y="5181600"/>
                <a:ext cx="8467" cy="8467"/>
              </a:xfrm>
              <a:custGeom>
                <a:avLst/>
                <a:gdLst/>
                <a:ahLst/>
                <a:cxnLst/>
                <a:rect l="l" t="t" r="r" b="b"/>
                <a:pathLst>
                  <a:path w="8467" h="8467">
                    <a:moveTo>
                      <a:pt x="0" y="8467"/>
                    </a:moveTo>
                    <a:lnTo>
                      <a:pt x="8467" y="0"/>
                    </a:lnTo>
                  </a:path>
                </a:pathLst>
              </a:custGeom>
              <a:ln w="6350">
                <a:solidFill>
                  <a:srgbClr val="070154"/>
                </a:solidFill>
                <a:prstDash val="solid"/>
              </a:ln>
            </p:spPr>
          </p:sp>
          <p:sp>
            <p:nvSpPr>
              <p:cNvPr id="119" name="node01.legend.items.hatch.text"/>
              <p:cNvSpPr/>
              <p:nvPr/>
            </p:nvSpPr>
            <p:spPr>
              <a:xfrm>
                <a:off x="4946121" y="5071533"/>
                <a:ext cx="199231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Hatched: in progress, soft start or tentative</a:t>
                </a:r>
                <a:endParaRPr lang="en-US" sz="800" spc="0" kern="0" b="0" i="0" dirty="0">
                  <a:solidFill>
                    <a:srgbClr val="070154"/>
                  </a:solidFill>
                  <a:latin typeface="IBM Plex Sans"/>
                  <a:ea typeface="IBM Plex Sans"/>
                  <a:cs typeface="IBM Plex Sans"/>
                </a:endParaRPr>
              </a:p>
            </p:txBody>
          </p:sp>
          <p:sp>
            <p:nvSpPr>
              <p:cNvPr id="120" name="node01.legend.items.event-star.swatch"/>
              <p:cNvSpPr/>
              <p:nvPr/>
            </p:nvSpPr>
            <p:spPr>
              <a:xfrm>
                <a:off x="7090833" y="5096933"/>
                <a:ext cx="101600" cy="101600"/>
              </a:xfrm>
              <a:prstGeom prst="star5">
                <a:avLst/>
              </a:prstGeom>
              <a:solidFill>
                <a:srgbClr val="F900D3"/>
              </a:solidFill>
              <a:ln w="6350">
                <a:solidFill>
                  <a:srgbClr val="070154"/>
                </a:solidFill>
                <a:prstDash val="solid"/>
              </a:ln>
            </p:spPr>
          </p:sp>
          <p:sp>
            <p:nvSpPr>
              <p:cNvPr id="121" name="node01.legend.items.event-star.text"/>
              <p:cNvSpPr/>
              <p:nvPr/>
            </p:nvSpPr>
            <p:spPr>
              <a:xfrm>
                <a:off x="7268633" y="5071533"/>
                <a:ext cx="495300"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Milestone</a:t>
                </a:r>
                <a:endParaRPr lang="en-US" sz="800" spc="0" kern="0" b="0" i="0" dirty="0">
                  <a:solidFill>
                    <a:srgbClr val="070154"/>
                  </a:solidFill>
                  <a:latin typeface="IBM Plex Sans"/>
                  <a:ea typeface="IBM Plex Sans"/>
                  <a:cs typeface="IBM Plex Sans"/>
                </a:endParaRPr>
              </a:p>
            </p:txBody>
          </p:sp>
        </p:gr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ource-45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Nine months from build to Northfield ownership</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80</a:t>
            </a:fld>
            <a:endParaRPr lang="en-US" sz="700" spc="0" kern="0" b="0" i="0" dirty="0">
              <a:solidFill>
                <a:srgbClr val="070154"/>
              </a:solidFill>
              <a:latin typeface="IBM Plex Mono SemiBold"/>
              <a:ea typeface="IBM Plex Mono SemiBold"/>
              <a:cs typeface="IBM Plex Mono SemiBold"/>
            </a:endParaRPr>
          </a:p>
        </p:txBody>
      </p:sp>
      <p:grpSp>
        <p:nvGrpSpPr>
          <p:cNvPr id="136" name="node01"/>
          <p:cNvGrpSpPr/>
          <p:nvPr/>
        </p:nvGrpSpPr>
        <p:grpSpPr>
          <a:xfrm>
            <a:off x="723900" y="1600200"/>
            <a:ext cx="10744200" cy="3623733"/>
            <a:chOff x="723900" y="1600200"/>
            <a:chExt cx="10744200" cy="3623733"/>
          </a:xfrm>
        </p:grpSpPr>
        <p:sp>
          <p:nvSpPr>
            <p:cNvPr id="14" name="node01.period-header"/>
            <p:cNvSpPr/>
            <p:nvPr/>
          </p:nvSpPr>
          <p:spPr>
            <a:xfrm>
              <a:off x="723900" y="1981200"/>
              <a:ext cx="10744200" cy="304800"/>
            </a:xfrm>
            <a:prstGeom prst="rect">
              <a:avLst/>
            </a:prstGeom>
            <a:solidFill>
              <a:srgbClr val="E8EEF8"/>
            </a:solidFill>
            <a:ln>
              <a:noFill/>
            </a:ln>
          </p:spPr>
        </p:sp>
        <p:sp>
          <p:nvSpPr>
            <p:cNvPr id="15" name="node01.sidebar-heading"/>
            <p:cNvSpPr/>
            <p:nvPr/>
          </p:nvSpPr>
          <p:spPr>
            <a:xfrm>
              <a:off x="800100" y="20574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PHASE · SCOPE</a:t>
              </a:r>
              <a:endParaRPr lang="en-US" sz="900" spc="54" kern="0" b="0" i="0" dirty="0">
                <a:solidFill>
                  <a:srgbClr val="50658E"/>
                </a:solidFill>
                <a:latin typeface="IBM Plex Mono SemiBold"/>
                <a:ea typeface="IBM Plex Mono SemiBold"/>
                <a:cs typeface="IBM Plex Mono SemiBold"/>
              </a:endParaRPr>
            </a:p>
          </p:txBody>
        </p:sp>
        <p:sp>
          <p:nvSpPr>
            <p:cNvPr id="16" name="node01.periods.slot-001.label"/>
            <p:cNvSpPr/>
            <p:nvPr/>
          </p:nvSpPr>
          <p:spPr>
            <a:xfrm>
              <a:off x="3162300"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M1</a:t>
              </a:r>
              <a:endParaRPr lang="en-US" sz="900" spc="54" kern="0" b="0" i="0" dirty="0">
                <a:solidFill>
                  <a:srgbClr val="070154"/>
                </a:solidFill>
                <a:latin typeface="IBM Plex Mono SemiBold"/>
                <a:ea typeface="IBM Plex Mono SemiBold"/>
                <a:cs typeface="IBM Plex Mono SemiBold"/>
              </a:endParaRPr>
            </a:p>
          </p:txBody>
        </p:sp>
        <p:sp>
          <p:nvSpPr>
            <p:cNvPr id="17" name="node01.periods.slot-002.label"/>
            <p:cNvSpPr/>
            <p:nvPr/>
          </p:nvSpPr>
          <p:spPr>
            <a:xfrm>
              <a:off x="3801208"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M2</a:t>
              </a:r>
              <a:endParaRPr lang="en-US" sz="900" spc="54" kern="0" b="0" i="0" dirty="0">
                <a:solidFill>
                  <a:srgbClr val="070154"/>
                </a:solidFill>
                <a:latin typeface="IBM Plex Mono SemiBold"/>
                <a:ea typeface="IBM Plex Mono SemiBold"/>
                <a:cs typeface="IBM Plex Mono SemiBold"/>
              </a:endParaRPr>
            </a:p>
          </p:txBody>
        </p:sp>
        <p:sp>
          <p:nvSpPr>
            <p:cNvPr id="18" name="node01.periods.slot-003.label"/>
            <p:cNvSpPr/>
            <p:nvPr/>
          </p:nvSpPr>
          <p:spPr>
            <a:xfrm>
              <a:off x="4440115"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M3</a:t>
              </a:r>
              <a:endParaRPr lang="en-US" sz="900" spc="54" kern="0" b="0" i="0" dirty="0">
                <a:solidFill>
                  <a:srgbClr val="070154"/>
                </a:solidFill>
                <a:latin typeface="IBM Plex Mono SemiBold"/>
                <a:ea typeface="IBM Plex Mono SemiBold"/>
                <a:cs typeface="IBM Plex Mono SemiBold"/>
              </a:endParaRPr>
            </a:p>
          </p:txBody>
        </p:sp>
        <p:sp>
          <p:nvSpPr>
            <p:cNvPr id="19" name="node01.periods.slot-004.label"/>
            <p:cNvSpPr/>
            <p:nvPr/>
          </p:nvSpPr>
          <p:spPr>
            <a:xfrm>
              <a:off x="5079023"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M4</a:t>
              </a:r>
              <a:endParaRPr lang="en-US" sz="900" spc="54" kern="0" b="0" i="0" dirty="0">
                <a:solidFill>
                  <a:srgbClr val="070154"/>
                </a:solidFill>
                <a:latin typeface="IBM Plex Mono SemiBold"/>
                <a:ea typeface="IBM Plex Mono SemiBold"/>
                <a:cs typeface="IBM Plex Mono SemiBold"/>
              </a:endParaRPr>
            </a:p>
          </p:txBody>
        </p:sp>
        <p:sp>
          <p:nvSpPr>
            <p:cNvPr id="20" name="node01.periods.slot-005.label"/>
            <p:cNvSpPr/>
            <p:nvPr/>
          </p:nvSpPr>
          <p:spPr>
            <a:xfrm>
              <a:off x="5717931"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M5</a:t>
              </a:r>
              <a:endParaRPr lang="en-US" sz="900" spc="54" kern="0" b="0" i="0" dirty="0">
                <a:solidFill>
                  <a:srgbClr val="070154"/>
                </a:solidFill>
                <a:latin typeface="IBM Plex Mono SemiBold"/>
                <a:ea typeface="IBM Plex Mono SemiBold"/>
                <a:cs typeface="IBM Plex Mono SemiBold"/>
              </a:endParaRPr>
            </a:p>
          </p:txBody>
        </p:sp>
        <p:sp>
          <p:nvSpPr>
            <p:cNvPr id="21" name="node01.periods.slot-006.label"/>
            <p:cNvSpPr/>
            <p:nvPr/>
          </p:nvSpPr>
          <p:spPr>
            <a:xfrm>
              <a:off x="6356838"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M6</a:t>
              </a:r>
              <a:endParaRPr lang="en-US" sz="900" spc="54" kern="0" b="0" i="0" dirty="0">
                <a:solidFill>
                  <a:srgbClr val="070154"/>
                </a:solidFill>
                <a:latin typeface="IBM Plex Mono SemiBold"/>
                <a:ea typeface="IBM Plex Mono SemiBold"/>
                <a:cs typeface="IBM Plex Mono SemiBold"/>
              </a:endParaRPr>
            </a:p>
          </p:txBody>
        </p:sp>
        <p:sp>
          <p:nvSpPr>
            <p:cNvPr id="22" name="node01.periods.slot-007.label"/>
            <p:cNvSpPr/>
            <p:nvPr/>
          </p:nvSpPr>
          <p:spPr>
            <a:xfrm>
              <a:off x="6995746"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M7</a:t>
              </a:r>
              <a:endParaRPr lang="en-US" sz="900" spc="54" kern="0" b="0" i="0" dirty="0">
                <a:solidFill>
                  <a:srgbClr val="070154"/>
                </a:solidFill>
                <a:latin typeface="IBM Plex Mono SemiBold"/>
                <a:ea typeface="IBM Plex Mono SemiBold"/>
                <a:cs typeface="IBM Plex Mono SemiBold"/>
              </a:endParaRPr>
            </a:p>
          </p:txBody>
        </p:sp>
        <p:sp>
          <p:nvSpPr>
            <p:cNvPr id="23" name="node01.periods.slot-008.label"/>
            <p:cNvSpPr/>
            <p:nvPr/>
          </p:nvSpPr>
          <p:spPr>
            <a:xfrm>
              <a:off x="7634654"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M8</a:t>
              </a:r>
              <a:endParaRPr lang="en-US" sz="900" spc="54" kern="0" b="0" i="0" dirty="0">
                <a:solidFill>
                  <a:srgbClr val="070154"/>
                </a:solidFill>
                <a:latin typeface="IBM Plex Mono SemiBold"/>
                <a:ea typeface="IBM Plex Mono SemiBold"/>
                <a:cs typeface="IBM Plex Mono SemiBold"/>
              </a:endParaRPr>
            </a:p>
          </p:txBody>
        </p:sp>
        <p:sp>
          <p:nvSpPr>
            <p:cNvPr id="24" name="node01.periods.slot-009.label"/>
            <p:cNvSpPr/>
            <p:nvPr/>
          </p:nvSpPr>
          <p:spPr>
            <a:xfrm>
              <a:off x="8273562"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M9</a:t>
              </a:r>
              <a:endParaRPr lang="en-US" sz="900" spc="54" kern="0" b="0" i="0" dirty="0">
                <a:solidFill>
                  <a:srgbClr val="070154"/>
                </a:solidFill>
                <a:latin typeface="IBM Plex Mono SemiBold"/>
                <a:ea typeface="IBM Plex Mono SemiBold"/>
                <a:cs typeface="IBM Plex Mono SemiBold"/>
              </a:endParaRPr>
            </a:p>
          </p:txBody>
        </p:sp>
        <p:sp>
          <p:nvSpPr>
            <p:cNvPr id="25" name="node01.periods.slot-010.label"/>
            <p:cNvSpPr/>
            <p:nvPr/>
          </p:nvSpPr>
          <p:spPr>
            <a:xfrm>
              <a:off x="8912469"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M10</a:t>
              </a:r>
              <a:endParaRPr lang="en-US" sz="900" spc="54" kern="0" b="0" i="0" dirty="0">
                <a:solidFill>
                  <a:srgbClr val="070154"/>
                </a:solidFill>
                <a:latin typeface="IBM Plex Mono SemiBold"/>
                <a:ea typeface="IBM Plex Mono SemiBold"/>
                <a:cs typeface="IBM Plex Mono SemiBold"/>
              </a:endParaRPr>
            </a:p>
          </p:txBody>
        </p:sp>
        <p:sp>
          <p:nvSpPr>
            <p:cNvPr id="26" name="node01.periods.slot-011.label"/>
            <p:cNvSpPr/>
            <p:nvPr/>
          </p:nvSpPr>
          <p:spPr>
            <a:xfrm>
              <a:off x="9551377"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M11</a:t>
              </a:r>
              <a:endParaRPr lang="en-US" sz="900" spc="54" kern="0" b="0" i="0" dirty="0">
                <a:solidFill>
                  <a:srgbClr val="070154"/>
                </a:solidFill>
                <a:latin typeface="IBM Plex Mono SemiBold"/>
                <a:ea typeface="IBM Plex Mono SemiBold"/>
                <a:cs typeface="IBM Plex Mono SemiBold"/>
              </a:endParaRPr>
            </a:p>
          </p:txBody>
        </p:sp>
        <p:sp>
          <p:nvSpPr>
            <p:cNvPr id="27" name="node01.periods.slot-012.label"/>
            <p:cNvSpPr/>
            <p:nvPr/>
          </p:nvSpPr>
          <p:spPr>
            <a:xfrm>
              <a:off x="10190285"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M12</a:t>
              </a:r>
              <a:endParaRPr lang="en-US" sz="900" spc="54" kern="0" b="0" i="0" dirty="0">
                <a:solidFill>
                  <a:srgbClr val="070154"/>
                </a:solidFill>
                <a:latin typeface="IBM Plex Mono SemiBold"/>
                <a:ea typeface="IBM Plex Mono SemiBold"/>
                <a:cs typeface="IBM Plex Mono SemiBold"/>
              </a:endParaRPr>
            </a:p>
          </p:txBody>
        </p:sp>
        <p:sp>
          <p:nvSpPr>
            <p:cNvPr id="28" name="node01.periods.slot-013.label"/>
            <p:cNvSpPr/>
            <p:nvPr/>
          </p:nvSpPr>
          <p:spPr>
            <a:xfrm>
              <a:off x="10829192" y="2057400"/>
              <a:ext cx="638908"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sp>
          <p:nvSpPr>
            <p:cNvPr id="29" name="node01.phases.slot-001.rule"/>
            <p:cNvSpPr/>
            <p:nvPr/>
          </p:nvSpPr>
          <p:spPr>
            <a:xfrm>
              <a:off x="3175000" y="1676400"/>
              <a:ext cx="2530231" cy="38100"/>
            </a:xfrm>
            <a:prstGeom prst="rect">
              <a:avLst/>
            </a:prstGeom>
            <a:solidFill>
              <a:srgbClr val="070154"/>
            </a:solidFill>
            <a:ln>
              <a:noFill/>
            </a:ln>
          </p:spPr>
        </p:sp>
        <p:sp>
          <p:nvSpPr>
            <p:cNvPr id="30" name="node01.phases.slot-001.label"/>
            <p:cNvSpPr/>
            <p:nvPr/>
          </p:nvSpPr>
          <p:spPr>
            <a:xfrm>
              <a:off x="3238500" y="1714500"/>
              <a:ext cx="2454031"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BUILD THE PLATFORM</a:t>
              </a:r>
              <a:endParaRPr lang="en-US" sz="900" spc="54" kern="0" b="0" i="0" dirty="0">
                <a:solidFill>
                  <a:srgbClr val="070154"/>
                </a:solidFill>
                <a:latin typeface="IBM Plex Mono SemiBold"/>
                <a:ea typeface="IBM Plex Mono SemiBold"/>
                <a:cs typeface="IBM Plex Mono SemiBold"/>
              </a:endParaRPr>
            </a:p>
          </p:txBody>
        </p:sp>
        <p:sp>
          <p:nvSpPr>
            <p:cNvPr id="31" name="node01.phases.slot-002.rule"/>
            <p:cNvSpPr/>
            <p:nvPr/>
          </p:nvSpPr>
          <p:spPr>
            <a:xfrm>
              <a:off x="5730631" y="1676400"/>
              <a:ext cx="3169138" cy="38100"/>
            </a:xfrm>
            <a:prstGeom prst="rect">
              <a:avLst/>
            </a:prstGeom>
            <a:solidFill>
              <a:srgbClr val="0047FF"/>
            </a:solidFill>
            <a:ln>
              <a:noFill/>
            </a:ln>
          </p:spPr>
        </p:sp>
        <p:sp>
          <p:nvSpPr>
            <p:cNvPr id="32" name="node01.phases.slot-002.label"/>
            <p:cNvSpPr/>
            <p:nvPr/>
          </p:nvSpPr>
          <p:spPr>
            <a:xfrm>
              <a:off x="5794131" y="1714500"/>
              <a:ext cx="3092938"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PROVE AND SCALE</a:t>
              </a:r>
              <a:endParaRPr lang="en-US" sz="900" spc="54" kern="0" b="0" i="0" dirty="0">
                <a:solidFill>
                  <a:srgbClr val="070154"/>
                </a:solidFill>
                <a:latin typeface="IBM Plex Mono SemiBold"/>
                <a:ea typeface="IBM Plex Mono SemiBold"/>
                <a:cs typeface="IBM Plex Mono SemiBold"/>
              </a:endParaRPr>
            </a:p>
          </p:txBody>
        </p:sp>
        <p:sp>
          <p:nvSpPr>
            <p:cNvPr id="33" name="node01.phases.slot-003.rule"/>
            <p:cNvSpPr/>
            <p:nvPr/>
          </p:nvSpPr>
          <p:spPr>
            <a:xfrm>
              <a:off x="8925169" y="1676400"/>
              <a:ext cx="2530231" cy="38100"/>
            </a:xfrm>
            <a:prstGeom prst="rect">
              <a:avLst/>
            </a:prstGeom>
            <a:solidFill>
              <a:srgbClr val="F900D3"/>
            </a:solidFill>
            <a:ln>
              <a:noFill/>
            </a:ln>
          </p:spPr>
        </p:sp>
        <p:sp>
          <p:nvSpPr>
            <p:cNvPr id="34" name="node01.phases.slot-003.label"/>
            <p:cNvSpPr/>
            <p:nvPr/>
          </p:nvSpPr>
          <p:spPr>
            <a:xfrm>
              <a:off x="8988669" y="1714500"/>
              <a:ext cx="2454031"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HAND OVER</a:t>
              </a:r>
              <a:endParaRPr lang="en-US" sz="900" spc="54" kern="0" b="0" i="0" dirty="0">
                <a:solidFill>
                  <a:srgbClr val="070154"/>
                </a:solidFill>
                <a:latin typeface="IBM Plex Mono SemiBold"/>
                <a:ea typeface="IBM Plex Mono SemiBold"/>
                <a:cs typeface="IBM Plex Mono SemiBold"/>
              </a:endParaRPr>
            </a:p>
          </p:txBody>
        </p:sp>
        <p:sp>
          <p:nvSpPr>
            <p:cNvPr id="35" name="node01.grid-1"/>
            <p:cNvSpPr/>
            <p:nvPr/>
          </p:nvSpPr>
          <p:spPr>
            <a:xfrm>
              <a:off x="3801208"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6" name="node01.grid-2"/>
            <p:cNvSpPr/>
            <p:nvPr/>
          </p:nvSpPr>
          <p:spPr>
            <a:xfrm>
              <a:off x="4440115"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7" name="node01.grid-3"/>
            <p:cNvSpPr/>
            <p:nvPr/>
          </p:nvSpPr>
          <p:spPr>
            <a:xfrm>
              <a:off x="5079023"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8" name="node01.grid-4"/>
            <p:cNvSpPr/>
            <p:nvPr/>
          </p:nvSpPr>
          <p:spPr>
            <a:xfrm>
              <a:off x="5717931"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39" name="node01.grid-5"/>
            <p:cNvSpPr/>
            <p:nvPr/>
          </p:nvSpPr>
          <p:spPr>
            <a:xfrm>
              <a:off x="6356838"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40" name="node01.grid-6"/>
            <p:cNvSpPr/>
            <p:nvPr/>
          </p:nvSpPr>
          <p:spPr>
            <a:xfrm>
              <a:off x="6995746"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41" name="node01.grid-7"/>
            <p:cNvSpPr/>
            <p:nvPr/>
          </p:nvSpPr>
          <p:spPr>
            <a:xfrm>
              <a:off x="7634654"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42" name="node01.grid-8"/>
            <p:cNvSpPr/>
            <p:nvPr/>
          </p:nvSpPr>
          <p:spPr>
            <a:xfrm>
              <a:off x="8273562"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43" name="node01.grid-9"/>
            <p:cNvSpPr/>
            <p:nvPr/>
          </p:nvSpPr>
          <p:spPr>
            <a:xfrm>
              <a:off x="8912469"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44" name="node01.grid-10"/>
            <p:cNvSpPr/>
            <p:nvPr/>
          </p:nvSpPr>
          <p:spPr>
            <a:xfrm>
              <a:off x="9551377"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45" name="node01.grid-11"/>
            <p:cNvSpPr/>
            <p:nvPr/>
          </p:nvSpPr>
          <p:spPr>
            <a:xfrm>
              <a:off x="10190285"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46" name="node01.grid-12"/>
            <p:cNvSpPr/>
            <p:nvPr/>
          </p:nvSpPr>
          <p:spPr>
            <a:xfrm>
              <a:off x="10829192" y="2286000"/>
              <a:ext cx="0" cy="2667000"/>
            </a:xfrm>
            <a:custGeom>
              <a:avLst/>
              <a:gdLst/>
              <a:ahLst/>
              <a:cxnLst/>
              <a:rect l="l" t="t" r="r" b="b"/>
              <a:pathLst>
                <a:path h="2667000">
                  <a:moveTo>
                    <a:pt x="0" y="0"/>
                  </a:moveTo>
                  <a:lnTo>
                    <a:pt x="0" y="2667000"/>
                  </a:lnTo>
                </a:path>
              </a:pathLst>
            </a:custGeom>
            <a:ln w="9525">
              <a:solidFill>
                <a:srgbClr val="CED7E6"/>
              </a:solidFill>
              <a:prstDash val="solid"/>
            </a:ln>
          </p:spPr>
        </p:sp>
        <p:sp>
          <p:nvSpPr>
            <p:cNvPr id="47" name="node01.timeline-left"/>
            <p:cNvSpPr/>
            <p:nvPr/>
          </p:nvSpPr>
          <p:spPr>
            <a:xfrm>
              <a:off x="3162300" y="1600200"/>
              <a:ext cx="0" cy="3352800"/>
            </a:xfrm>
            <a:custGeom>
              <a:avLst/>
              <a:gdLst/>
              <a:ahLst/>
              <a:cxnLst/>
              <a:rect l="l" t="t" r="r" b="b"/>
              <a:pathLst>
                <a:path h="3352800">
                  <a:moveTo>
                    <a:pt x="0" y="0"/>
                  </a:moveTo>
                  <a:lnTo>
                    <a:pt x="0" y="3352800"/>
                  </a:lnTo>
                </a:path>
              </a:pathLst>
            </a:custGeom>
            <a:ln w="12700">
              <a:solidFill>
                <a:srgbClr val="CED7E6"/>
              </a:solidFill>
              <a:prstDash val="solid"/>
            </a:ln>
          </p:spPr>
        </p:sp>
        <p:grpSp>
          <p:nvGrpSpPr>
            <p:cNvPr id="130" name="node01.groups.slot-001.lanes.slot-001.icon"/>
            <p:cNvGrpSpPr/>
            <p:nvPr/>
          </p:nvGrpSpPr>
          <p:grpSpPr>
            <a:xfrm>
              <a:off x="838200" y="2438400"/>
              <a:ext cx="228600" cy="228600"/>
              <a:chOff x="838200" y="2438400"/>
              <a:chExt cx="228600" cy="228600"/>
            </a:xfrm>
          </p:grpSpPr>
          <p:pic>
            <p:nvPicPr>
              <p:cNvPr id="48" name="node01.groups.slot-001.lanes.slot-001.icon.image" descr="icon/connected-cube/navy; canonical SHA256=ae8f72d20c5f5e0503daba461d0c788c9a34e696fca0737dc59774f8790eac03">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8200" y="2438400"/>
                <a:ext cx="228600" cy="228600"/>
              </a:xfrm>
              <a:prstGeom prst="rect">
                <a:avLst/>
              </a:prstGeom>
            </p:spPr>
          </p:pic>
        </p:grpSp>
        <p:sp>
          <p:nvSpPr>
            <p:cNvPr id="49" name="node01.groups.slot-001.lanes.slot-001.title"/>
            <p:cNvSpPr/>
            <p:nvPr/>
          </p:nvSpPr>
          <p:spPr>
            <a:xfrm>
              <a:off x="1181100" y="23241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Phase 01 · Foundation</a:t>
              </a:r>
              <a:endParaRPr lang="en-US" sz="1250" spc="0" kern="0" b="0" i="0" dirty="0">
                <a:solidFill>
                  <a:srgbClr val="070154"/>
                </a:solidFill>
                <a:latin typeface="IBM Plex Sans SemiBold"/>
                <a:ea typeface="IBM Plex Sans SemiBold"/>
                <a:cs typeface="IBM Plex Sans SemiBold"/>
              </a:endParaRPr>
            </a:p>
          </p:txBody>
        </p:sp>
        <p:sp>
          <p:nvSpPr>
            <p:cNvPr id="50" name="node01.groups.slot-001.lanes.slot-001.sub"/>
            <p:cNvSpPr/>
            <p:nvPr/>
          </p:nvSpPr>
          <p:spPr>
            <a:xfrm>
              <a:off x="1181100" y="25527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Architecture and guardrails</a:t>
              </a:r>
              <a:endParaRPr lang="en-US" sz="1200" spc="0" kern="0" b="0" i="0" dirty="0">
                <a:solidFill>
                  <a:srgbClr val="50658E"/>
                </a:solidFill>
                <a:latin typeface="IBM Plex Sans"/>
                <a:ea typeface="IBM Plex Sans"/>
                <a:cs typeface="IBM Plex Sans"/>
              </a:endParaRPr>
            </a:p>
          </p:txBody>
        </p:sp>
        <p:sp>
          <p:nvSpPr>
            <p:cNvPr id="51" name="node01.groups.slot-001.lanes.slot-001.separator"/>
            <p:cNvSpPr/>
            <p:nvPr/>
          </p:nvSpPr>
          <p:spPr>
            <a:xfrm>
              <a:off x="723900" y="2814638"/>
              <a:ext cx="10744200" cy="0"/>
            </a:xfrm>
            <a:custGeom>
              <a:avLst/>
              <a:gdLst/>
              <a:ahLst/>
              <a:cxnLst/>
              <a:rect l="l" t="t" r="r" b="b"/>
              <a:pathLst>
                <a:path w="10744200">
                  <a:moveTo>
                    <a:pt x="0" y="0"/>
                  </a:moveTo>
                  <a:lnTo>
                    <a:pt x="10744200" y="0"/>
                  </a:lnTo>
                </a:path>
              </a:pathLst>
            </a:custGeom>
            <a:ln w="9525">
              <a:solidFill>
                <a:srgbClr val="CED7E6"/>
              </a:solidFill>
              <a:prstDash val="solid"/>
            </a:ln>
          </p:spPr>
        </p:sp>
        <p:sp>
          <p:nvSpPr>
            <p:cNvPr id="52" name="node01.groups.slot-001.lanes.slot-001.items.slot-001.segment-0"/>
            <p:cNvSpPr/>
            <p:nvPr/>
          </p:nvSpPr>
          <p:spPr>
            <a:xfrm>
              <a:off x="3162300" y="2413000"/>
              <a:ext cx="1916723" cy="279400"/>
            </a:xfrm>
            <a:prstGeom prst="rect">
              <a:avLst/>
            </a:prstGeom>
            <a:solidFill>
              <a:srgbClr val="CED7E6"/>
            </a:solidFill>
            <a:ln w="9525">
              <a:solidFill>
                <a:srgbClr val="070154"/>
              </a:solidFill>
              <a:prstDash val="solid"/>
            </a:ln>
          </p:spPr>
        </p:sp>
        <p:sp>
          <p:nvSpPr>
            <p:cNvPr id="53" name="node01.groups.slot-001.lanes.slot-001.items.slot-001.segment-1.fill"/>
            <p:cNvSpPr/>
            <p:nvPr/>
          </p:nvSpPr>
          <p:spPr>
            <a:xfrm>
              <a:off x="5079023" y="2413000"/>
              <a:ext cx="319454" cy="279400"/>
            </a:xfrm>
            <a:prstGeom prst="rect">
              <a:avLst/>
            </a:prstGeom>
            <a:solidFill>
              <a:srgbClr val="CED7E6"/>
            </a:solidFill>
            <a:ln w="9525">
              <a:solidFill>
                <a:srgbClr val="070154"/>
              </a:solidFill>
              <a:prstDash val="solid"/>
            </a:ln>
          </p:spPr>
        </p:sp>
        <p:sp>
          <p:nvSpPr>
            <p:cNvPr id="54" name="node01.groups.slot-001.lanes.slot-001.items.slot-001.segment-1.hatch-1"/>
            <p:cNvSpPr/>
            <p:nvPr/>
          </p:nvSpPr>
          <p:spPr>
            <a:xfrm>
              <a:off x="5079023" y="24130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55" name="node01.groups.slot-001.lanes.slot-001.items.slot-001.segment-1.hatch-2"/>
            <p:cNvSpPr/>
            <p:nvPr/>
          </p:nvSpPr>
          <p:spPr>
            <a:xfrm>
              <a:off x="5079023" y="24130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56" name="node01.groups.slot-001.lanes.slot-001.items.slot-001.segment-1.hatch-3"/>
            <p:cNvSpPr/>
            <p:nvPr/>
          </p:nvSpPr>
          <p:spPr>
            <a:xfrm>
              <a:off x="5079023" y="24130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57" name="node01.groups.slot-001.lanes.slot-001.items.slot-001.segment-1.hatch-4"/>
            <p:cNvSpPr/>
            <p:nvPr/>
          </p:nvSpPr>
          <p:spPr>
            <a:xfrm>
              <a:off x="5104423" y="24130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58" name="node01.groups.slot-001.lanes.slot-001.items.slot-001.segment-1.hatch-5"/>
            <p:cNvSpPr/>
            <p:nvPr/>
          </p:nvSpPr>
          <p:spPr>
            <a:xfrm>
              <a:off x="5180623" y="2474546"/>
              <a:ext cx="217854" cy="217854"/>
            </a:xfrm>
            <a:custGeom>
              <a:avLst/>
              <a:gdLst/>
              <a:ahLst/>
              <a:cxnLst/>
              <a:rect l="l" t="t" r="r" b="b"/>
              <a:pathLst>
                <a:path w="217854" h="217854">
                  <a:moveTo>
                    <a:pt x="0" y="217854"/>
                  </a:moveTo>
                  <a:lnTo>
                    <a:pt x="217854" y="0"/>
                  </a:lnTo>
                </a:path>
              </a:pathLst>
            </a:custGeom>
            <a:ln w="6350">
              <a:solidFill>
                <a:srgbClr val="070154"/>
              </a:solidFill>
              <a:prstDash val="solid"/>
            </a:ln>
          </p:spPr>
        </p:sp>
        <p:sp>
          <p:nvSpPr>
            <p:cNvPr id="59" name="node01.groups.slot-001.lanes.slot-001.items.slot-001.segment-1.hatch-6"/>
            <p:cNvSpPr/>
            <p:nvPr/>
          </p:nvSpPr>
          <p:spPr>
            <a:xfrm>
              <a:off x="5256823" y="2550746"/>
              <a:ext cx="141654" cy="141654"/>
            </a:xfrm>
            <a:custGeom>
              <a:avLst/>
              <a:gdLst/>
              <a:ahLst/>
              <a:cxnLst/>
              <a:rect l="l" t="t" r="r" b="b"/>
              <a:pathLst>
                <a:path w="141654" h="141654">
                  <a:moveTo>
                    <a:pt x="0" y="141654"/>
                  </a:moveTo>
                  <a:lnTo>
                    <a:pt x="141654" y="0"/>
                  </a:lnTo>
                </a:path>
              </a:pathLst>
            </a:custGeom>
            <a:ln w="6350">
              <a:solidFill>
                <a:srgbClr val="070154"/>
              </a:solidFill>
              <a:prstDash val="solid"/>
            </a:ln>
          </p:spPr>
        </p:sp>
        <p:sp>
          <p:nvSpPr>
            <p:cNvPr id="60" name="node01.groups.slot-001.lanes.slot-001.items.slot-001.segment-1.hatch-7"/>
            <p:cNvSpPr/>
            <p:nvPr/>
          </p:nvSpPr>
          <p:spPr>
            <a:xfrm>
              <a:off x="5333023" y="2626946"/>
              <a:ext cx="65454" cy="65454"/>
            </a:xfrm>
            <a:custGeom>
              <a:avLst/>
              <a:gdLst/>
              <a:ahLst/>
              <a:cxnLst/>
              <a:rect l="l" t="t" r="r" b="b"/>
              <a:pathLst>
                <a:path w="65454" h="65454">
                  <a:moveTo>
                    <a:pt x="0" y="65454"/>
                  </a:moveTo>
                  <a:lnTo>
                    <a:pt x="65454" y="0"/>
                  </a:lnTo>
                </a:path>
              </a:pathLst>
            </a:custGeom>
            <a:ln w="6350">
              <a:solidFill>
                <a:srgbClr val="070154"/>
              </a:solidFill>
              <a:prstDash val="solid"/>
            </a:ln>
          </p:spPr>
        </p:sp>
        <p:sp>
          <p:nvSpPr>
            <p:cNvPr id="61" name="node01.groups.slot-001.lanes.slot-001.items.slot-001.label"/>
            <p:cNvSpPr/>
            <p:nvPr/>
          </p:nvSpPr>
          <p:spPr>
            <a:xfrm>
              <a:off x="3251200" y="2438400"/>
              <a:ext cx="8524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Foundation</a:t>
              </a:r>
              <a:endParaRPr lang="en-US" sz="1200" spc="0" kern="0" b="0" i="0" dirty="0">
                <a:solidFill>
                  <a:srgbClr val="070154"/>
                </a:solidFill>
                <a:latin typeface="IBM Plex Sans SemiBold"/>
                <a:ea typeface="IBM Plex Sans SemiBold"/>
                <a:cs typeface="IBM Plex Sans SemiBold"/>
              </a:endParaRPr>
            </a:p>
          </p:txBody>
        </p:sp>
        <p:sp>
          <p:nvSpPr>
            <p:cNvPr id="62" name="node01.groups.slot-001.lanes.slot-001.items.slot-002.marker"/>
            <p:cNvSpPr/>
            <p:nvPr/>
          </p:nvSpPr>
          <p:spPr>
            <a:xfrm>
              <a:off x="5629031" y="2463800"/>
              <a:ext cx="177800" cy="177800"/>
            </a:xfrm>
            <a:prstGeom prst="star5">
              <a:avLst/>
            </a:prstGeom>
            <a:solidFill>
              <a:srgbClr val="F900D3"/>
            </a:solidFill>
            <a:ln>
              <a:noFill/>
            </a:ln>
          </p:spPr>
        </p:sp>
        <p:sp>
          <p:nvSpPr>
            <p:cNvPr id="63" name="node01.groups.slot-001.lanes.slot-001.items.slot-002.label"/>
            <p:cNvSpPr/>
            <p:nvPr/>
          </p:nvSpPr>
          <p:spPr>
            <a:xfrm>
              <a:off x="5857631" y="2438400"/>
              <a:ext cx="16446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Architecture approved</a:t>
              </a:r>
              <a:endParaRPr lang="en-US" sz="1200" spc="0" kern="0" b="0" i="0" dirty="0">
                <a:solidFill>
                  <a:srgbClr val="070154"/>
                </a:solidFill>
                <a:latin typeface="IBM Plex Sans SemiBold"/>
                <a:ea typeface="IBM Plex Sans SemiBold"/>
                <a:cs typeface="IBM Plex Sans SemiBold"/>
              </a:endParaRPr>
            </a:p>
          </p:txBody>
        </p:sp>
        <p:grpSp>
          <p:nvGrpSpPr>
            <p:cNvPr id="131" name="node01.groups.slot-001.lanes.slot-002.icon"/>
            <p:cNvGrpSpPr/>
            <p:nvPr/>
          </p:nvGrpSpPr>
          <p:grpSpPr>
            <a:xfrm>
              <a:off x="838200" y="2971800"/>
              <a:ext cx="228600" cy="228600"/>
              <a:chOff x="838200" y="2971800"/>
              <a:chExt cx="228600" cy="228600"/>
            </a:xfrm>
          </p:grpSpPr>
          <p:pic>
            <p:nvPicPr>
              <p:cNvPr id="64" name="node01.groups.slot-001.lanes.slot-002.icon.image" descr="icon/people-network/navy; canonical SHA256=26a54565c4380df2a681c0042aab5ccca48e766f18565cd05873f10e3f738ae2">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2971800"/>
                <a:ext cx="228600" cy="228600"/>
              </a:xfrm>
              <a:prstGeom prst="rect">
                <a:avLst/>
              </a:prstGeom>
            </p:spPr>
          </p:pic>
        </p:grpSp>
        <p:sp>
          <p:nvSpPr>
            <p:cNvPr id="65" name="node01.groups.slot-001.lanes.slot-002.title"/>
            <p:cNvSpPr/>
            <p:nvPr/>
          </p:nvSpPr>
          <p:spPr>
            <a:xfrm>
              <a:off x="1181100" y="28575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Phase 02 · Scale</a:t>
              </a:r>
              <a:endParaRPr lang="en-US" sz="1250" spc="0" kern="0" b="0" i="0" dirty="0">
                <a:solidFill>
                  <a:srgbClr val="070154"/>
                </a:solidFill>
                <a:latin typeface="IBM Plex Sans SemiBold"/>
                <a:ea typeface="IBM Plex Sans SemiBold"/>
                <a:cs typeface="IBM Plex Sans SemiBold"/>
              </a:endParaRPr>
            </a:p>
          </p:txBody>
        </p:sp>
        <p:sp>
          <p:nvSpPr>
            <p:cNvPr id="66" name="node01.groups.slot-001.lanes.slot-002.sub"/>
            <p:cNvSpPr/>
            <p:nvPr/>
          </p:nvSpPr>
          <p:spPr>
            <a:xfrm>
              <a:off x="1181100" y="30861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Three early adopters</a:t>
              </a:r>
              <a:endParaRPr lang="en-US" sz="1200" spc="0" kern="0" b="0" i="0" dirty="0">
                <a:solidFill>
                  <a:srgbClr val="50658E"/>
                </a:solidFill>
                <a:latin typeface="IBM Plex Sans"/>
                <a:ea typeface="IBM Plex Sans"/>
                <a:cs typeface="IBM Plex Sans"/>
              </a:endParaRPr>
            </a:p>
          </p:txBody>
        </p:sp>
        <p:sp>
          <p:nvSpPr>
            <p:cNvPr id="67" name="node01.groups.slot-001.lanes.slot-002.separator"/>
            <p:cNvSpPr/>
            <p:nvPr/>
          </p:nvSpPr>
          <p:spPr>
            <a:xfrm>
              <a:off x="723900" y="3348038"/>
              <a:ext cx="10744200" cy="0"/>
            </a:xfrm>
            <a:custGeom>
              <a:avLst/>
              <a:gdLst/>
              <a:ahLst/>
              <a:cxnLst/>
              <a:rect l="l" t="t" r="r" b="b"/>
              <a:pathLst>
                <a:path w="10744200">
                  <a:moveTo>
                    <a:pt x="0" y="0"/>
                  </a:moveTo>
                  <a:lnTo>
                    <a:pt x="10744200" y="0"/>
                  </a:lnTo>
                </a:path>
              </a:pathLst>
            </a:custGeom>
            <a:ln w="9525">
              <a:solidFill>
                <a:srgbClr val="CED7E6"/>
              </a:solidFill>
              <a:prstDash val="solid"/>
            </a:ln>
          </p:spPr>
        </p:sp>
        <p:sp>
          <p:nvSpPr>
            <p:cNvPr id="68" name="node01.groups.slot-001.lanes.slot-002.items.slot-001.segment-0"/>
            <p:cNvSpPr/>
            <p:nvPr/>
          </p:nvSpPr>
          <p:spPr>
            <a:xfrm>
              <a:off x="5398477" y="2946400"/>
              <a:ext cx="2236177" cy="279400"/>
            </a:xfrm>
            <a:prstGeom prst="rect">
              <a:avLst/>
            </a:prstGeom>
            <a:solidFill>
              <a:srgbClr val="50658E"/>
            </a:solidFill>
            <a:ln w="9525">
              <a:solidFill>
                <a:srgbClr val="070154"/>
              </a:solidFill>
              <a:prstDash val="solid"/>
            </a:ln>
          </p:spPr>
        </p:sp>
        <p:sp>
          <p:nvSpPr>
            <p:cNvPr id="69" name="node01.groups.slot-001.lanes.slot-002.items.slot-001.segment-1.fill"/>
            <p:cNvSpPr/>
            <p:nvPr/>
          </p:nvSpPr>
          <p:spPr>
            <a:xfrm>
              <a:off x="7634654" y="2946400"/>
              <a:ext cx="638908" cy="279400"/>
            </a:xfrm>
            <a:prstGeom prst="rect">
              <a:avLst/>
            </a:prstGeom>
            <a:solidFill>
              <a:srgbClr val="50658E"/>
            </a:solidFill>
            <a:ln w="9525">
              <a:solidFill>
                <a:srgbClr val="070154"/>
              </a:solidFill>
              <a:prstDash val="solid"/>
            </a:ln>
          </p:spPr>
        </p:sp>
        <p:sp>
          <p:nvSpPr>
            <p:cNvPr id="70" name="node01.groups.slot-001.lanes.slot-002.items.slot-001.segment-1.hatch-1"/>
            <p:cNvSpPr/>
            <p:nvPr/>
          </p:nvSpPr>
          <p:spPr>
            <a:xfrm>
              <a:off x="7634654" y="29464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71" name="node01.groups.slot-001.lanes.slot-002.items.slot-001.segment-1.hatch-2"/>
            <p:cNvSpPr/>
            <p:nvPr/>
          </p:nvSpPr>
          <p:spPr>
            <a:xfrm>
              <a:off x="7634654" y="29464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72" name="node01.groups.slot-001.lanes.slot-002.items.slot-001.segment-1.hatch-3"/>
            <p:cNvSpPr/>
            <p:nvPr/>
          </p:nvSpPr>
          <p:spPr>
            <a:xfrm>
              <a:off x="7634654" y="29464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73" name="node01.groups.slot-001.lanes.slot-002.items.slot-001.segment-1.hatch-4"/>
            <p:cNvSpPr/>
            <p:nvPr/>
          </p:nvSpPr>
          <p:spPr>
            <a:xfrm>
              <a:off x="76600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74" name="node01.groups.slot-001.lanes.slot-002.items.slot-001.segment-1.hatch-5"/>
            <p:cNvSpPr/>
            <p:nvPr/>
          </p:nvSpPr>
          <p:spPr>
            <a:xfrm>
              <a:off x="77362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75" name="node01.groups.slot-001.lanes.slot-002.items.slot-001.segment-1.hatch-6"/>
            <p:cNvSpPr/>
            <p:nvPr/>
          </p:nvSpPr>
          <p:spPr>
            <a:xfrm>
              <a:off x="78124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76" name="node01.groups.slot-001.lanes.slot-002.items.slot-001.segment-1.hatch-7"/>
            <p:cNvSpPr/>
            <p:nvPr/>
          </p:nvSpPr>
          <p:spPr>
            <a:xfrm>
              <a:off x="78886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77" name="node01.groups.slot-001.lanes.slot-002.items.slot-001.segment-1.hatch-8"/>
            <p:cNvSpPr/>
            <p:nvPr/>
          </p:nvSpPr>
          <p:spPr>
            <a:xfrm>
              <a:off x="7964854" y="29464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78" name="node01.groups.slot-001.lanes.slot-002.items.slot-001.segment-1.hatch-9"/>
            <p:cNvSpPr/>
            <p:nvPr/>
          </p:nvSpPr>
          <p:spPr>
            <a:xfrm>
              <a:off x="8041054" y="2993292"/>
              <a:ext cx="232508" cy="232508"/>
            </a:xfrm>
            <a:custGeom>
              <a:avLst/>
              <a:gdLst/>
              <a:ahLst/>
              <a:cxnLst/>
              <a:rect l="l" t="t" r="r" b="b"/>
              <a:pathLst>
                <a:path w="232508" h="232508">
                  <a:moveTo>
                    <a:pt x="0" y="232508"/>
                  </a:moveTo>
                  <a:lnTo>
                    <a:pt x="232508" y="0"/>
                  </a:lnTo>
                </a:path>
              </a:pathLst>
            </a:custGeom>
            <a:ln w="6350">
              <a:solidFill>
                <a:srgbClr val="070154"/>
              </a:solidFill>
              <a:prstDash val="solid"/>
            </a:ln>
          </p:spPr>
        </p:sp>
        <p:sp>
          <p:nvSpPr>
            <p:cNvPr id="79" name="node01.groups.slot-001.lanes.slot-002.items.slot-001.segment-1.hatch-10"/>
            <p:cNvSpPr/>
            <p:nvPr/>
          </p:nvSpPr>
          <p:spPr>
            <a:xfrm>
              <a:off x="8117254" y="3069492"/>
              <a:ext cx="156308" cy="156308"/>
            </a:xfrm>
            <a:custGeom>
              <a:avLst/>
              <a:gdLst/>
              <a:ahLst/>
              <a:cxnLst/>
              <a:rect l="l" t="t" r="r" b="b"/>
              <a:pathLst>
                <a:path w="156308" h="156308">
                  <a:moveTo>
                    <a:pt x="0" y="156308"/>
                  </a:moveTo>
                  <a:lnTo>
                    <a:pt x="156308" y="0"/>
                  </a:lnTo>
                </a:path>
              </a:pathLst>
            </a:custGeom>
            <a:ln w="6350">
              <a:solidFill>
                <a:srgbClr val="070154"/>
              </a:solidFill>
              <a:prstDash val="solid"/>
            </a:ln>
          </p:spPr>
        </p:sp>
        <p:sp>
          <p:nvSpPr>
            <p:cNvPr id="80" name="node01.groups.slot-001.lanes.slot-002.items.slot-001.segment-1.hatch-11"/>
            <p:cNvSpPr/>
            <p:nvPr/>
          </p:nvSpPr>
          <p:spPr>
            <a:xfrm>
              <a:off x="8193454" y="3145692"/>
              <a:ext cx="80108" cy="80108"/>
            </a:xfrm>
            <a:custGeom>
              <a:avLst/>
              <a:gdLst/>
              <a:ahLst/>
              <a:cxnLst/>
              <a:rect l="l" t="t" r="r" b="b"/>
              <a:pathLst>
                <a:path w="80108" h="80108">
                  <a:moveTo>
                    <a:pt x="0" y="80108"/>
                  </a:moveTo>
                  <a:lnTo>
                    <a:pt x="80108" y="0"/>
                  </a:lnTo>
                </a:path>
              </a:pathLst>
            </a:custGeom>
            <a:ln w="6350">
              <a:solidFill>
                <a:srgbClr val="070154"/>
              </a:solidFill>
              <a:prstDash val="solid"/>
            </a:ln>
          </p:spPr>
        </p:sp>
        <p:sp>
          <p:nvSpPr>
            <p:cNvPr id="81" name="node01.groups.slot-001.lanes.slot-002.items.slot-001.segment-1.hatch-12"/>
            <p:cNvSpPr/>
            <p:nvPr/>
          </p:nvSpPr>
          <p:spPr>
            <a:xfrm>
              <a:off x="8269654" y="3221892"/>
              <a:ext cx="3908" cy="3908"/>
            </a:xfrm>
            <a:custGeom>
              <a:avLst/>
              <a:gdLst/>
              <a:ahLst/>
              <a:cxnLst/>
              <a:rect l="l" t="t" r="r" b="b"/>
              <a:pathLst>
                <a:path w="3908" h="3908">
                  <a:moveTo>
                    <a:pt x="0" y="3908"/>
                  </a:moveTo>
                  <a:lnTo>
                    <a:pt x="3908" y="0"/>
                  </a:lnTo>
                </a:path>
              </a:pathLst>
            </a:custGeom>
            <a:ln w="6350">
              <a:solidFill>
                <a:srgbClr val="070154"/>
              </a:solidFill>
              <a:prstDash val="solid"/>
            </a:ln>
          </p:spPr>
        </p:sp>
        <p:sp>
          <p:nvSpPr>
            <p:cNvPr id="82" name="node01.groups.slot-001.lanes.slot-002.items.slot-001.label"/>
            <p:cNvSpPr/>
            <p:nvPr/>
          </p:nvSpPr>
          <p:spPr>
            <a:xfrm>
              <a:off x="5487377" y="2971800"/>
              <a:ext cx="17986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Scale and early adoption</a:t>
              </a:r>
              <a:endParaRPr lang="en-US" sz="1200" spc="0" kern="0" b="0" i="0" dirty="0">
                <a:solidFill>
                  <a:srgbClr val="FFFFFF"/>
                </a:solidFill>
                <a:latin typeface="IBM Plex Sans SemiBold"/>
                <a:ea typeface="IBM Plex Sans SemiBold"/>
                <a:cs typeface="IBM Plex Sans SemiBold"/>
              </a:endParaRPr>
            </a:p>
          </p:txBody>
        </p:sp>
        <p:sp>
          <p:nvSpPr>
            <p:cNvPr id="83" name="node01.groups.slot-001.lanes.slot-002.items.slot-002.marker"/>
            <p:cNvSpPr/>
            <p:nvPr/>
          </p:nvSpPr>
          <p:spPr>
            <a:xfrm>
              <a:off x="8823569" y="2997200"/>
              <a:ext cx="177800" cy="177800"/>
            </a:xfrm>
            <a:prstGeom prst="star5">
              <a:avLst/>
            </a:prstGeom>
            <a:solidFill>
              <a:srgbClr val="F900D3"/>
            </a:solidFill>
            <a:ln>
              <a:noFill/>
            </a:ln>
          </p:spPr>
        </p:sp>
        <p:sp>
          <p:nvSpPr>
            <p:cNvPr id="84" name="node01.groups.slot-001.lanes.slot-002.items.slot-002.label"/>
            <p:cNvSpPr/>
            <p:nvPr/>
          </p:nvSpPr>
          <p:spPr>
            <a:xfrm>
              <a:off x="9052169" y="2971800"/>
              <a:ext cx="12493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Targeted release</a:t>
              </a:r>
              <a:endParaRPr lang="en-US" sz="1200" spc="0" kern="0" b="0" i="0" dirty="0">
                <a:solidFill>
                  <a:srgbClr val="070154"/>
                </a:solidFill>
                <a:latin typeface="IBM Plex Sans SemiBold"/>
                <a:ea typeface="IBM Plex Sans SemiBold"/>
                <a:cs typeface="IBM Plex Sans SemiBold"/>
              </a:endParaRPr>
            </a:p>
          </p:txBody>
        </p:sp>
        <p:grpSp>
          <p:nvGrpSpPr>
            <p:cNvPr id="132" name="node01.groups.slot-001.lanes.slot-003.icon"/>
            <p:cNvGrpSpPr/>
            <p:nvPr/>
          </p:nvGrpSpPr>
          <p:grpSpPr>
            <a:xfrm>
              <a:off x="838200" y="3505200"/>
              <a:ext cx="228600" cy="228600"/>
              <a:chOff x="838200" y="3505200"/>
              <a:chExt cx="228600" cy="228600"/>
            </a:xfrm>
          </p:grpSpPr>
          <p:pic>
            <p:nvPicPr>
              <p:cNvPr id="85" name="node01.groups.slot-001.lanes.slot-003.icon.image" descr="icon/rocket/navy; canonical SHA256=ffb490de8b9b29946e5a5c50216ffa0fd40b52e053d7f0ac1ffcd04d517e70b5">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200" y="3505200"/>
                <a:ext cx="228600" cy="228600"/>
              </a:xfrm>
              <a:prstGeom prst="rect">
                <a:avLst/>
              </a:prstGeom>
            </p:spPr>
          </p:pic>
        </p:grpSp>
        <p:sp>
          <p:nvSpPr>
            <p:cNvPr id="86" name="node01.groups.slot-001.lanes.slot-003.title"/>
            <p:cNvSpPr/>
            <p:nvPr/>
          </p:nvSpPr>
          <p:spPr>
            <a:xfrm>
              <a:off x="1181100" y="33909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Phase 03 · Availability</a:t>
              </a:r>
              <a:endParaRPr lang="en-US" sz="1250" spc="0" kern="0" b="0" i="0" dirty="0">
                <a:solidFill>
                  <a:srgbClr val="070154"/>
                </a:solidFill>
                <a:latin typeface="IBM Plex Sans SemiBold"/>
                <a:ea typeface="IBM Plex Sans SemiBold"/>
                <a:cs typeface="IBM Plex Sans SemiBold"/>
              </a:endParaRPr>
            </a:p>
          </p:txBody>
        </p:sp>
        <p:sp>
          <p:nvSpPr>
            <p:cNvPr id="87" name="node01.groups.slot-001.lanes.slot-003.sub"/>
            <p:cNvSpPr/>
            <p:nvPr/>
          </p:nvSpPr>
          <p:spPr>
            <a:xfrm>
              <a:off x="1181100" y="36195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General availability</a:t>
              </a:r>
              <a:endParaRPr lang="en-US" sz="1200" spc="0" kern="0" b="0" i="0" dirty="0">
                <a:solidFill>
                  <a:srgbClr val="50658E"/>
                </a:solidFill>
                <a:latin typeface="IBM Plex Sans"/>
                <a:ea typeface="IBM Plex Sans"/>
                <a:cs typeface="IBM Plex Sans"/>
              </a:endParaRPr>
            </a:p>
          </p:txBody>
        </p:sp>
        <p:sp>
          <p:nvSpPr>
            <p:cNvPr id="88" name="node01.groups.slot-001.lanes.slot-003.separator"/>
            <p:cNvSpPr/>
            <p:nvPr/>
          </p:nvSpPr>
          <p:spPr>
            <a:xfrm>
              <a:off x="723900" y="3881438"/>
              <a:ext cx="10744200" cy="0"/>
            </a:xfrm>
            <a:custGeom>
              <a:avLst/>
              <a:gdLst/>
              <a:ahLst/>
              <a:cxnLst/>
              <a:rect l="l" t="t" r="r" b="b"/>
              <a:pathLst>
                <a:path w="10744200">
                  <a:moveTo>
                    <a:pt x="0" y="0"/>
                  </a:moveTo>
                  <a:lnTo>
                    <a:pt x="10744200" y="0"/>
                  </a:lnTo>
                </a:path>
              </a:pathLst>
            </a:custGeom>
            <a:ln w="9525">
              <a:solidFill>
                <a:srgbClr val="CED7E6"/>
              </a:solidFill>
              <a:prstDash val="solid"/>
            </a:ln>
          </p:spPr>
        </p:sp>
        <p:sp>
          <p:nvSpPr>
            <p:cNvPr id="89" name="node01.groups.slot-001.lanes.slot-003.items.slot-001.segment-0"/>
            <p:cNvSpPr/>
            <p:nvPr/>
          </p:nvSpPr>
          <p:spPr>
            <a:xfrm>
              <a:off x="7634654" y="3479800"/>
              <a:ext cx="1277815" cy="279400"/>
            </a:xfrm>
            <a:prstGeom prst="rect">
              <a:avLst/>
            </a:prstGeom>
            <a:solidFill>
              <a:srgbClr val="070154"/>
            </a:solidFill>
            <a:ln w="9525">
              <a:solidFill>
                <a:srgbClr val="070154"/>
              </a:solidFill>
              <a:prstDash val="solid"/>
            </a:ln>
          </p:spPr>
        </p:sp>
        <p:sp>
          <p:nvSpPr>
            <p:cNvPr id="90" name="node01.groups.slot-001.lanes.slot-003.items.slot-001.segment-1.fill"/>
            <p:cNvSpPr/>
            <p:nvPr/>
          </p:nvSpPr>
          <p:spPr>
            <a:xfrm>
              <a:off x="8912469" y="3479800"/>
              <a:ext cx="319454" cy="279400"/>
            </a:xfrm>
            <a:prstGeom prst="rect">
              <a:avLst/>
            </a:prstGeom>
            <a:solidFill>
              <a:srgbClr val="070154"/>
            </a:solidFill>
            <a:ln w="9525">
              <a:solidFill>
                <a:srgbClr val="070154"/>
              </a:solidFill>
              <a:prstDash val="solid"/>
            </a:ln>
          </p:spPr>
        </p:sp>
        <p:sp>
          <p:nvSpPr>
            <p:cNvPr id="91" name="node01.groups.slot-001.lanes.slot-003.items.slot-001.segment-1.hatch-1"/>
            <p:cNvSpPr/>
            <p:nvPr/>
          </p:nvSpPr>
          <p:spPr>
            <a:xfrm>
              <a:off x="8912469" y="34798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92" name="node01.groups.slot-001.lanes.slot-003.items.slot-001.segment-1.hatch-2"/>
            <p:cNvSpPr/>
            <p:nvPr/>
          </p:nvSpPr>
          <p:spPr>
            <a:xfrm>
              <a:off x="8912469" y="3479800"/>
              <a:ext cx="152400" cy="152400"/>
            </a:xfrm>
            <a:custGeom>
              <a:avLst/>
              <a:gdLst/>
              <a:ahLst/>
              <a:cxnLst/>
              <a:rect l="l" t="t" r="r" b="b"/>
              <a:pathLst>
                <a:path w="152400" h="152400">
                  <a:moveTo>
                    <a:pt x="0" y="152400"/>
                  </a:moveTo>
                  <a:lnTo>
                    <a:pt x="152400" y="0"/>
                  </a:lnTo>
                </a:path>
              </a:pathLst>
            </a:custGeom>
            <a:ln w="6350">
              <a:solidFill>
                <a:srgbClr val="070154"/>
              </a:solidFill>
              <a:prstDash val="solid"/>
            </a:ln>
          </p:spPr>
        </p:sp>
        <p:sp>
          <p:nvSpPr>
            <p:cNvPr id="93" name="node01.groups.slot-001.lanes.slot-003.items.slot-001.segment-1.hatch-3"/>
            <p:cNvSpPr/>
            <p:nvPr/>
          </p:nvSpPr>
          <p:spPr>
            <a:xfrm>
              <a:off x="8912469" y="3479800"/>
              <a:ext cx="228600" cy="228600"/>
            </a:xfrm>
            <a:custGeom>
              <a:avLst/>
              <a:gdLst/>
              <a:ahLst/>
              <a:cxnLst/>
              <a:rect l="l" t="t" r="r" b="b"/>
              <a:pathLst>
                <a:path w="228600" h="228600">
                  <a:moveTo>
                    <a:pt x="0" y="228600"/>
                  </a:moveTo>
                  <a:lnTo>
                    <a:pt x="228600" y="0"/>
                  </a:lnTo>
                </a:path>
              </a:pathLst>
            </a:custGeom>
            <a:ln w="6350">
              <a:solidFill>
                <a:srgbClr val="070154"/>
              </a:solidFill>
              <a:prstDash val="solid"/>
            </a:ln>
          </p:spPr>
        </p:sp>
        <p:sp>
          <p:nvSpPr>
            <p:cNvPr id="94" name="node01.groups.slot-001.lanes.slot-003.items.slot-001.segment-1.hatch-4"/>
            <p:cNvSpPr/>
            <p:nvPr/>
          </p:nvSpPr>
          <p:spPr>
            <a:xfrm>
              <a:off x="8937869" y="3479800"/>
              <a:ext cx="279400" cy="279400"/>
            </a:xfrm>
            <a:custGeom>
              <a:avLst/>
              <a:gdLst/>
              <a:ahLst/>
              <a:cxnLst/>
              <a:rect l="l" t="t" r="r" b="b"/>
              <a:pathLst>
                <a:path w="279400" h="279400">
                  <a:moveTo>
                    <a:pt x="0" y="279400"/>
                  </a:moveTo>
                  <a:lnTo>
                    <a:pt x="279400" y="0"/>
                  </a:lnTo>
                </a:path>
              </a:pathLst>
            </a:custGeom>
            <a:ln w="6350">
              <a:solidFill>
                <a:srgbClr val="070154"/>
              </a:solidFill>
              <a:prstDash val="solid"/>
            </a:ln>
          </p:spPr>
        </p:sp>
        <p:sp>
          <p:nvSpPr>
            <p:cNvPr id="95" name="node01.groups.slot-001.lanes.slot-003.items.slot-001.segment-1.hatch-5"/>
            <p:cNvSpPr/>
            <p:nvPr/>
          </p:nvSpPr>
          <p:spPr>
            <a:xfrm>
              <a:off x="9014069" y="3541346"/>
              <a:ext cx="217854" cy="217854"/>
            </a:xfrm>
            <a:custGeom>
              <a:avLst/>
              <a:gdLst/>
              <a:ahLst/>
              <a:cxnLst/>
              <a:rect l="l" t="t" r="r" b="b"/>
              <a:pathLst>
                <a:path w="217854" h="217854">
                  <a:moveTo>
                    <a:pt x="0" y="217854"/>
                  </a:moveTo>
                  <a:lnTo>
                    <a:pt x="217854" y="0"/>
                  </a:lnTo>
                </a:path>
              </a:pathLst>
            </a:custGeom>
            <a:ln w="6350">
              <a:solidFill>
                <a:srgbClr val="070154"/>
              </a:solidFill>
              <a:prstDash val="solid"/>
            </a:ln>
          </p:spPr>
        </p:sp>
        <p:sp>
          <p:nvSpPr>
            <p:cNvPr id="96" name="node01.groups.slot-001.lanes.slot-003.items.slot-001.segment-1.hatch-6"/>
            <p:cNvSpPr/>
            <p:nvPr/>
          </p:nvSpPr>
          <p:spPr>
            <a:xfrm>
              <a:off x="9090269" y="3617546"/>
              <a:ext cx="141654" cy="141654"/>
            </a:xfrm>
            <a:custGeom>
              <a:avLst/>
              <a:gdLst/>
              <a:ahLst/>
              <a:cxnLst/>
              <a:rect l="l" t="t" r="r" b="b"/>
              <a:pathLst>
                <a:path w="141654" h="141654">
                  <a:moveTo>
                    <a:pt x="0" y="141654"/>
                  </a:moveTo>
                  <a:lnTo>
                    <a:pt x="141654" y="0"/>
                  </a:lnTo>
                </a:path>
              </a:pathLst>
            </a:custGeom>
            <a:ln w="6350">
              <a:solidFill>
                <a:srgbClr val="070154"/>
              </a:solidFill>
              <a:prstDash val="solid"/>
            </a:ln>
          </p:spPr>
        </p:sp>
        <p:sp>
          <p:nvSpPr>
            <p:cNvPr id="97" name="node01.groups.slot-001.lanes.slot-003.items.slot-001.segment-1.hatch-7"/>
            <p:cNvSpPr/>
            <p:nvPr/>
          </p:nvSpPr>
          <p:spPr>
            <a:xfrm>
              <a:off x="9166469" y="3693746"/>
              <a:ext cx="65454" cy="65454"/>
            </a:xfrm>
            <a:custGeom>
              <a:avLst/>
              <a:gdLst/>
              <a:ahLst/>
              <a:cxnLst/>
              <a:rect l="l" t="t" r="r" b="b"/>
              <a:pathLst>
                <a:path w="65454" h="65454">
                  <a:moveTo>
                    <a:pt x="0" y="65454"/>
                  </a:moveTo>
                  <a:lnTo>
                    <a:pt x="65454" y="0"/>
                  </a:lnTo>
                </a:path>
              </a:pathLst>
            </a:custGeom>
            <a:ln w="6350">
              <a:solidFill>
                <a:srgbClr val="070154"/>
              </a:solidFill>
              <a:prstDash val="solid"/>
            </a:ln>
          </p:spPr>
        </p:sp>
        <p:sp>
          <p:nvSpPr>
            <p:cNvPr id="98" name="node01.groups.slot-001.lanes.slot-003.items.slot-001.label"/>
            <p:cNvSpPr/>
            <p:nvPr/>
          </p:nvSpPr>
          <p:spPr>
            <a:xfrm>
              <a:off x="7723554" y="3505200"/>
              <a:ext cx="8461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Availability</a:t>
              </a:r>
              <a:endParaRPr lang="en-US" sz="1200" spc="0" kern="0" b="0" i="0" dirty="0">
                <a:solidFill>
                  <a:srgbClr val="FFFFFF"/>
                </a:solidFill>
                <a:latin typeface="IBM Plex Sans SemiBold"/>
                <a:ea typeface="IBM Plex Sans SemiBold"/>
                <a:cs typeface="IBM Plex Sans SemiBold"/>
              </a:endParaRPr>
            </a:p>
          </p:txBody>
        </p:sp>
        <p:sp>
          <p:nvSpPr>
            <p:cNvPr id="99" name="node01.groups.slot-001.lanes.slot-003.items.slot-002.marker"/>
            <p:cNvSpPr/>
            <p:nvPr/>
          </p:nvSpPr>
          <p:spPr>
            <a:xfrm>
              <a:off x="9462477" y="3530600"/>
              <a:ext cx="177800" cy="177800"/>
            </a:xfrm>
            <a:prstGeom prst="star5">
              <a:avLst/>
            </a:prstGeom>
            <a:solidFill>
              <a:srgbClr val="F900D3"/>
            </a:solidFill>
            <a:ln>
              <a:noFill/>
            </a:ln>
          </p:spPr>
        </p:sp>
        <p:sp>
          <p:nvSpPr>
            <p:cNvPr id="100" name="node01.groups.slot-001.lanes.slot-003.items.slot-002.label"/>
            <p:cNvSpPr/>
            <p:nvPr/>
          </p:nvSpPr>
          <p:spPr>
            <a:xfrm>
              <a:off x="9691077" y="3505200"/>
              <a:ext cx="5603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Launch</a:t>
              </a:r>
              <a:endParaRPr lang="en-US" sz="1200" spc="0" kern="0" b="0" i="0" dirty="0">
                <a:solidFill>
                  <a:srgbClr val="070154"/>
                </a:solidFill>
                <a:latin typeface="IBM Plex Sans SemiBold"/>
                <a:ea typeface="IBM Plex Sans SemiBold"/>
                <a:cs typeface="IBM Plex Sans SemiBold"/>
              </a:endParaRPr>
            </a:p>
          </p:txBody>
        </p:sp>
        <p:grpSp>
          <p:nvGrpSpPr>
            <p:cNvPr id="133" name="node01.groups.slot-001.lanes.slot-004.icon"/>
            <p:cNvGrpSpPr/>
            <p:nvPr/>
          </p:nvGrpSpPr>
          <p:grpSpPr>
            <a:xfrm>
              <a:off x="838200" y="4038600"/>
              <a:ext cx="228600" cy="228600"/>
              <a:chOff x="838200" y="4038600"/>
              <a:chExt cx="228600" cy="228600"/>
            </a:xfrm>
          </p:grpSpPr>
          <p:pic>
            <p:nvPicPr>
              <p:cNvPr id="101" name="node01.groups.slot-001.lanes.slot-004.icon.image" descr="icon/handshake/navy; canonical SHA256=a1e01289a0a8c347c53fcd6c8c0c934464808e08abdb2761c17bf9f971608920">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8200" y="4038600"/>
                <a:ext cx="228600" cy="228600"/>
              </a:xfrm>
              <a:prstGeom prst="rect">
                <a:avLst/>
              </a:prstGeom>
            </p:spPr>
          </p:pic>
        </p:grpSp>
        <p:sp>
          <p:nvSpPr>
            <p:cNvPr id="102" name="node01.groups.slot-001.lanes.slot-004.title"/>
            <p:cNvSpPr/>
            <p:nvPr/>
          </p:nvSpPr>
          <p:spPr>
            <a:xfrm>
              <a:off x="1181100" y="39243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Onboarding</a:t>
              </a:r>
              <a:endParaRPr lang="en-US" sz="1250" spc="0" kern="0" b="0" i="0" dirty="0">
                <a:solidFill>
                  <a:srgbClr val="070154"/>
                </a:solidFill>
                <a:latin typeface="IBM Plex Sans SemiBold"/>
                <a:ea typeface="IBM Plex Sans SemiBold"/>
                <a:cs typeface="IBM Plex Sans SemiBold"/>
              </a:endParaRPr>
            </a:p>
          </p:txBody>
        </p:sp>
        <p:sp>
          <p:nvSpPr>
            <p:cNvPr id="103" name="node01.groups.slot-001.lanes.slot-004.sub"/>
            <p:cNvSpPr/>
            <p:nvPr/>
          </p:nvSpPr>
          <p:spPr>
            <a:xfrm>
              <a:off x="1181100" y="41529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Northfield ownership</a:t>
              </a:r>
              <a:endParaRPr lang="en-US" sz="1200" spc="0" kern="0" b="0" i="0" dirty="0">
                <a:solidFill>
                  <a:srgbClr val="50658E"/>
                </a:solidFill>
                <a:latin typeface="IBM Plex Sans"/>
                <a:ea typeface="IBM Plex Sans"/>
                <a:cs typeface="IBM Plex Sans"/>
              </a:endParaRPr>
            </a:p>
          </p:txBody>
        </p:sp>
        <p:sp>
          <p:nvSpPr>
            <p:cNvPr id="104" name="node01.groups.slot-001.lanes.slot-004.separator"/>
            <p:cNvSpPr/>
            <p:nvPr/>
          </p:nvSpPr>
          <p:spPr>
            <a:xfrm>
              <a:off x="723900" y="44132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05" name="node01.groups.slot-001.lanes.slot-004.items.slot-001.segment-0"/>
            <p:cNvSpPr/>
            <p:nvPr/>
          </p:nvSpPr>
          <p:spPr>
            <a:xfrm>
              <a:off x="9231923" y="4013200"/>
              <a:ext cx="2236177" cy="279400"/>
            </a:xfrm>
            <a:prstGeom prst="rect">
              <a:avLst/>
            </a:prstGeom>
            <a:solidFill>
              <a:srgbClr val="0047FF"/>
            </a:solidFill>
            <a:ln w="9525">
              <a:solidFill>
                <a:srgbClr val="070154"/>
              </a:solidFill>
              <a:prstDash val="solid"/>
            </a:ln>
          </p:spPr>
        </p:sp>
        <p:sp>
          <p:nvSpPr>
            <p:cNvPr id="106" name="node01.groups.slot-001.lanes.slot-004.items.slot-001.label"/>
            <p:cNvSpPr/>
            <p:nvPr/>
          </p:nvSpPr>
          <p:spPr>
            <a:xfrm>
              <a:off x="9320823" y="4038600"/>
              <a:ext cx="18827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Onboarding and handover</a:t>
              </a:r>
              <a:endParaRPr lang="en-US" sz="1200" spc="0" kern="0" b="0" i="0" dirty="0">
                <a:solidFill>
                  <a:srgbClr val="FFFFFF"/>
                </a:solidFill>
                <a:latin typeface="IBM Plex Sans SemiBold"/>
                <a:ea typeface="IBM Plex Sans SemiBold"/>
                <a:cs typeface="IBM Plex Sans SemiBold"/>
              </a:endParaRPr>
            </a:p>
          </p:txBody>
        </p:sp>
        <p:grpSp>
          <p:nvGrpSpPr>
            <p:cNvPr id="134" name="node01.groups.slot-002.lanes.slot-001.icon"/>
            <p:cNvGrpSpPr/>
            <p:nvPr/>
          </p:nvGrpSpPr>
          <p:grpSpPr>
            <a:xfrm>
              <a:off x="838200" y="4572000"/>
              <a:ext cx="228600" cy="228600"/>
              <a:chOff x="838200" y="4572000"/>
              <a:chExt cx="228600" cy="228600"/>
            </a:xfrm>
          </p:grpSpPr>
          <p:pic>
            <p:nvPicPr>
              <p:cNvPr id="107" name="node01.groups.slot-002.lanes.slot-001.icon.image" descr="icon/task-list-cycle/navy; canonical SHA256=aa285536d12b16d541142eeba78f9cf567c5a88210faaad000e76fcc18505a7b">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8200" y="4572000"/>
                <a:ext cx="228600" cy="228600"/>
              </a:xfrm>
              <a:prstGeom prst="rect">
                <a:avLst/>
              </a:prstGeom>
            </p:spPr>
          </p:pic>
        </p:grpSp>
        <p:sp>
          <p:nvSpPr>
            <p:cNvPr id="108" name="node01.groups.slot-002.lanes.slot-001.title"/>
            <p:cNvSpPr/>
            <p:nvPr/>
          </p:nvSpPr>
          <p:spPr>
            <a:xfrm>
              <a:off x="1181100" y="4457700"/>
              <a:ext cx="1866900" cy="228600"/>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Program management</a:t>
              </a:r>
              <a:endParaRPr lang="en-US" sz="1250" spc="0" kern="0" b="0" i="0" dirty="0">
                <a:solidFill>
                  <a:srgbClr val="070154"/>
                </a:solidFill>
                <a:latin typeface="IBM Plex Sans SemiBold"/>
                <a:ea typeface="IBM Plex Sans SemiBold"/>
                <a:cs typeface="IBM Plex Sans SemiBold"/>
              </a:endParaRPr>
            </a:p>
          </p:txBody>
        </p:sp>
        <p:sp>
          <p:nvSpPr>
            <p:cNvPr id="109" name="node01.groups.slot-002.lanes.slot-001.sub"/>
            <p:cNvSpPr/>
            <p:nvPr/>
          </p:nvSpPr>
          <p:spPr>
            <a:xfrm>
              <a:off x="1181100" y="4686300"/>
              <a:ext cx="1866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Project and product</a:t>
              </a:r>
              <a:endParaRPr lang="en-US" sz="1200" spc="0" kern="0" b="0" i="0" dirty="0">
                <a:solidFill>
                  <a:srgbClr val="50658E"/>
                </a:solidFill>
                <a:latin typeface="IBM Plex Sans"/>
                <a:ea typeface="IBM Plex Sans"/>
                <a:cs typeface="IBM Plex Sans"/>
              </a:endParaRPr>
            </a:p>
          </p:txBody>
        </p:sp>
        <p:sp>
          <p:nvSpPr>
            <p:cNvPr id="110" name="node01.groups.slot-002.lanes.slot-001.separator"/>
            <p:cNvSpPr/>
            <p:nvPr/>
          </p:nvSpPr>
          <p:spPr>
            <a:xfrm>
              <a:off x="723900" y="49466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111" name="node01.groups.slot-002.lanes.slot-001.items.slot-001.segment-0"/>
            <p:cNvSpPr/>
            <p:nvPr/>
          </p:nvSpPr>
          <p:spPr>
            <a:xfrm>
              <a:off x="3162300" y="4546600"/>
              <a:ext cx="6069623" cy="279400"/>
            </a:xfrm>
            <a:prstGeom prst="rect">
              <a:avLst/>
            </a:prstGeom>
            <a:solidFill>
              <a:srgbClr val="E8EEF8"/>
            </a:solidFill>
            <a:ln w="9525">
              <a:solidFill>
                <a:srgbClr val="070154"/>
              </a:solidFill>
              <a:prstDash val="solid"/>
            </a:ln>
          </p:spPr>
        </p:sp>
        <p:sp>
          <p:nvSpPr>
            <p:cNvPr id="112" name="node01.groups.slot-002.lanes.slot-001.items.slot-001.label"/>
            <p:cNvSpPr/>
            <p:nvPr/>
          </p:nvSpPr>
          <p:spPr>
            <a:xfrm>
              <a:off x="3251200" y="4572000"/>
              <a:ext cx="30257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Ongoing project and product management</a:t>
              </a:r>
              <a:endParaRPr lang="en-US" sz="1200" spc="0" kern="0" b="0" i="0" dirty="0">
                <a:solidFill>
                  <a:srgbClr val="070154"/>
                </a:solidFill>
                <a:latin typeface="IBM Plex Sans SemiBold"/>
                <a:ea typeface="IBM Plex Sans SemiBold"/>
                <a:cs typeface="IBM Plex Sans SemiBold"/>
              </a:endParaRPr>
            </a:p>
          </p:txBody>
        </p:sp>
        <p:grpSp>
          <p:nvGrpSpPr>
            <p:cNvPr id="135" name="node01.legend"/>
            <p:cNvGrpSpPr/>
            <p:nvPr/>
          </p:nvGrpSpPr>
          <p:grpSpPr>
            <a:xfrm>
              <a:off x="723900" y="5071533"/>
              <a:ext cx="7040033" cy="152400"/>
              <a:chOff x="723900" y="5071533"/>
              <a:chExt cx="7040033" cy="152400"/>
            </a:xfrm>
          </p:grpSpPr>
          <p:sp>
            <p:nvSpPr>
              <p:cNvPr id="113" name="node01.legend.items.kind-ga.swatch"/>
              <p:cNvSpPr/>
              <p:nvPr/>
            </p:nvSpPr>
            <p:spPr>
              <a:xfrm>
                <a:off x="723900" y="5105400"/>
                <a:ext cx="84667" cy="84667"/>
              </a:xfrm>
              <a:prstGeom prst="rect">
                <a:avLst/>
              </a:prstGeom>
              <a:solidFill>
                <a:srgbClr val="0047FF"/>
              </a:solidFill>
              <a:ln w="6350">
                <a:solidFill>
                  <a:srgbClr val="070154"/>
                </a:solidFill>
                <a:prstDash val="solid"/>
              </a:ln>
            </p:spPr>
          </p:sp>
          <p:sp>
            <p:nvSpPr>
              <p:cNvPr id="114" name="node01.legend.items.kind-ga.text"/>
              <p:cNvSpPr/>
              <p:nvPr/>
            </p:nvSpPr>
            <p:spPr>
              <a:xfrm>
                <a:off x="884767" y="5071533"/>
                <a:ext cx="58102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Onboarding</a:t>
                </a:r>
                <a:endParaRPr lang="en-US" sz="800" spc="0" kern="0" b="0" i="0" dirty="0">
                  <a:solidFill>
                    <a:srgbClr val="070154"/>
                  </a:solidFill>
                  <a:latin typeface="IBM Plex Sans"/>
                  <a:ea typeface="IBM Plex Sans"/>
                  <a:cs typeface="IBM Plex Sans"/>
                </a:endParaRPr>
              </a:p>
            </p:txBody>
          </p:sp>
          <p:sp>
            <p:nvSpPr>
              <p:cNvPr id="115" name="node01.legend.items.kind-p1.swatch"/>
              <p:cNvSpPr/>
              <p:nvPr/>
            </p:nvSpPr>
            <p:spPr>
              <a:xfrm>
                <a:off x="1618192" y="5105400"/>
                <a:ext cx="84667" cy="84667"/>
              </a:xfrm>
              <a:prstGeom prst="rect">
                <a:avLst/>
              </a:prstGeom>
              <a:solidFill>
                <a:srgbClr val="CED7E6"/>
              </a:solidFill>
              <a:ln w="6350">
                <a:solidFill>
                  <a:srgbClr val="070154"/>
                </a:solidFill>
                <a:prstDash val="solid"/>
              </a:ln>
            </p:spPr>
          </p:sp>
          <p:sp>
            <p:nvSpPr>
              <p:cNvPr id="116" name="node01.legend.items.kind-p1.text"/>
              <p:cNvSpPr/>
              <p:nvPr/>
            </p:nvSpPr>
            <p:spPr>
              <a:xfrm>
                <a:off x="1779058" y="5071533"/>
                <a:ext cx="47307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Phase 01</a:t>
                </a:r>
                <a:endParaRPr lang="en-US" sz="800" spc="0" kern="0" b="0" i="0" dirty="0">
                  <a:solidFill>
                    <a:srgbClr val="070154"/>
                  </a:solidFill>
                  <a:latin typeface="IBM Plex Sans"/>
                  <a:ea typeface="IBM Plex Sans"/>
                  <a:cs typeface="IBM Plex Sans"/>
                </a:endParaRPr>
              </a:p>
            </p:txBody>
          </p:sp>
          <p:sp>
            <p:nvSpPr>
              <p:cNvPr id="117" name="node01.legend.items.kind-p2.swatch"/>
              <p:cNvSpPr/>
              <p:nvPr/>
            </p:nvSpPr>
            <p:spPr>
              <a:xfrm>
                <a:off x="2404533" y="5105400"/>
                <a:ext cx="84667" cy="84667"/>
              </a:xfrm>
              <a:prstGeom prst="rect">
                <a:avLst/>
              </a:prstGeom>
              <a:solidFill>
                <a:srgbClr val="50658E"/>
              </a:solidFill>
              <a:ln w="6350">
                <a:solidFill>
                  <a:srgbClr val="070154"/>
                </a:solidFill>
                <a:prstDash val="solid"/>
              </a:ln>
            </p:spPr>
          </p:sp>
          <p:sp>
            <p:nvSpPr>
              <p:cNvPr id="118" name="node01.legend.items.kind-p2.text"/>
              <p:cNvSpPr/>
              <p:nvPr/>
            </p:nvSpPr>
            <p:spPr>
              <a:xfrm>
                <a:off x="2565400" y="5071533"/>
                <a:ext cx="47307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Phase 02</a:t>
                </a:r>
                <a:endParaRPr lang="en-US" sz="800" spc="0" kern="0" b="0" i="0" dirty="0">
                  <a:solidFill>
                    <a:srgbClr val="070154"/>
                  </a:solidFill>
                  <a:latin typeface="IBM Plex Sans"/>
                  <a:ea typeface="IBM Plex Sans"/>
                  <a:cs typeface="IBM Plex Sans"/>
                </a:endParaRPr>
              </a:p>
            </p:txBody>
          </p:sp>
          <p:sp>
            <p:nvSpPr>
              <p:cNvPr id="119" name="node01.legend.items.kind-p3.swatch"/>
              <p:cNvSpPr/>
              <p:nvPr/>
            </p:nvSpPr>
            <p:spPr>
              <a:xfrm>
                <a:off x="3190875" y="5105400"/>
                <a:ext cx="84667" cy="84667"/>
              </a:xfrm>
              <a:prstGeom prst="rect">
                <a:avLst/>
              </a:prstGeom>
              <a:solidFill>
                <a:srgbClr val="070154"/>
              </a:solidFill>
              <a:ln w="6350">
                <a:solidFill>
                  <a:srgbClr val="070154"/>
                </a:solidFill>
                <a:prstDash val="solid"/>
              </a:ln>
            </p:spPr>
          </p:sp>
          <p:sp>
            <p:nvSpPr>
              <p:cNvPr id="120" name="node01.legend.items.kind-p3.text"/>
              <p:cNvSpPr/>
              <p:nvPr/>
            </p:nvSpPr>
            <p:spPr>
              <a:xfrm>
                <a:off x="3351742" y="5071533"/>
                <a:ext cx="47307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Phase 03</a:t>
                </a:r>
                <a:endParaRPr lang="en-US" sz="800" spc="0" kern="0" b="0" i="0" dirty="0">
                  <a:solidFill>
                    <a:srgbClr val="070154"/>
                  </a:solidFill>
                  <a:latin typeface="IBM Plex Sans"/>
                  <a:ea typeface="IBM Plex Sans"/>
                  <a:cs typeface="IBM Plex Sans"/>
                </a:endParaRPr>
              </a:p>
            </p:txBody>
          </p:sp>
          <p:sp>
            <p:nvSpPr>
              <p:cNvPr id="121" name="node01.legend.items.kind-pm.swatch"/>
              <p:cNvSpPr/>
              <p:nvPr/>
            </p:nvSpPr>
            <p:spPr>
              <a:xfrm>
                <a:off x="3977217" y="5105400"/>
                <a:ext cx="84667" cy="84667"/>
              </a:xfrm>
              <a:prstGeom prst="rect">
                <a:avLst/>
              </a:prstGeom>
              <a:solidFill>
                <a:srgbClr val="E8EEF8"/>
              </a:solidFill>
              <a:ln w="6350">
                <a:solidFill>
                  <a:srgbClr val="070154"/>
                </a:solidFill>
                <a:prstDash val="solid"/>
              </a:ln>
            </p:spPr>
          </p:sp>
          <p:sp>
            <p:nvSpPr>
              <p:cNvPr id="122" name="node01.legend.items.kind-pm.text"/>
              <p:cNvSpPr/>
              <p:nvPr/>
            </p:nvSpPr>
            <p:spPr>
              <a:xfrm>
                <a:off x="4138083" y="5071533"/>
                <a:ext cx="427038"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Ongoing</a:t>
                </a:r>
                <a:endParaRPr lang="en-US" sz="800" spc="0" kern="0" b="0" i="0" dirty="0">
                  <a:solidFill>
                    <a:srgbClr val="070154"/>
                  </a:solidFill>
                  <a:latin typeface="IBM Plex Sans"/>
                  <a:ea typeface="IBM Plex Sans"/>
                  <a:cs typeface="IBM Plex Sans"/>
                </a:endParaRPr>
              </a:p>
            </p:txBody>
          </p:sp>
          <p:sp>
            <p:nvSpPr>
              <p:cNvPr id="123" name="node01.legend.items.hatch.swatch.fill"/>
              <p:cNvSpPr/>
              <p:nvPr/>
            </p:nvSpPr>
            <p:spPr>
              <a:xfrm>
                <a:off x="4717521" y="5105400"/>
                <a:ext cx="152400" cy="84667"/>
              </a:xfrm>
              <a:prstGeom prst="rect">
                <a:avLst/>
              </a:prstGeom>
              <a:solidFill>
                <a:srgbClr val="E8EEF8"/>
              </a:solidFill>
              <a:ln w="9525">
                <a:solidFill>
                  <a:srgbClr val="070154"/>
                </a:solidFill>
                <a:prstDash val="solid"/>
              </a:ln>
            </p:spPr>
          </p:sp>
          <p:sp>
            <p:nvSpPr>
              <p:cNvPr id="124" name="node01.legend.items.hatch.swatch.hatch-1"/>
              <p:cNvSpPr/>
              <p:nvPr/>
            </p:nvSpPr>
            <p:spPr>
              <a:xfrm>
                <a:off x="4717521" y="5105400"/>
                <a:ext cx="76200" cy="76200"/>
              </a:xfrm>
              <a:custGeom>
                <a:avLst/>
                <a:gdLst/>
                <a:ahLst/>
                <a:cxnLst/>
                <a:rect l="l" t="t" r="r" b="b"/>
                <a:pathLst>
                  <a:path w="76200" h="76200">
                    <a:moveTo>
                      <a:pt x="0" y="76200"/>
                    </a:moveTo>
                    <a:lnTo>
                      <a:pt x="76200" y="0"/>
                    </a:lnTo>
                  </a:path>
                </a:pathLst>
              </a:custGeom>
              <a:ln w="6350">
                <a:solidFill>
                  <a:srgbClr val="070154"/>
                </a:solidFill>
                <a:prstDash val="solid"/>
              </a:ln>
            </p:spPr>
          </p:sp>
          <p:sp>
            <p:nvSpPr>
              <p:cNvPr id="125" name="node01.legend.items.hatch.swatch.hatch-2"/>
              <p:cNvSpPr/>
              <p:nvPr/>
            </p:nvSpPr>
            <p:spPr>
              <a:xfrm>
                <a:off x="4785254" y="5105400"/>
                <a:ext cx="84667" cy="84667"/>
              </a:xfrm>
              <a:custGeom>
                <a:avLst/>
                <a:gdLst/>
                <a:ahLst/>
                <a:cxnLst/>
                <a:rect l="l" t="t" r="r" b="b"/>
                <a:pathLst>
                  <a:path w="84667" h="84667">
                    <a:moveTo>
                      <a:pt x="0" y="84667"/>
                    </a:moveTo>
                    <a:lnTo>
                      <a:pt x="84667" y="0"/>
                    </a:lnTo>
                  </a:path>
                </a:pathLst>
              </a:custGeom>
              <a:ln w="6350">
                <a:solidFill>
                  <a:srgbClr val="070154"/>
                </a:solidFill>
                <a:prstDash val="solid"/>
              </a:ln>
            </p:spPr>
          </p:sp>
          <p:sp>
            <p:nvSpPr>
              <p:cNvPr id="126" name="node01.legend.items.hatch.swatch.hatch-3"/>
              <p:cNvSpPr/>
              <p:nvPr/>
            </p:nvSpPr>
            <p:spPr>
              <a:xfrm>
                <a:off x="4861454" y="5181600"/>
                <a:ext cx="8467" cy="8467"/>
              </a:xfrm>
              <a:custGeom>
                <a:avLst/>
                <a:gdLst/>
                <a:ahLst/>
                <a:cxnLst/>
                <a:rect l="l" t="t" r="r" b="b"/>
                <a:pathLst>
                  <a:path w="8467" h="8467">
                    <a:moveTo>
                      <a:pt x="0" y="8467"/>
                    </a:moveTo>
                    <a:lnTo>
                      <a:pt x="8467" y="0"/>
                    </a:lnTo>
                  </a:path>
                </a:pathLst>
              </a:custGeom>
              <a:ln w="6350">
                <a:solidFill>
                  <a:srgbClr val="070154"/>
                </a:solidFill>
                <a:prstDash val="solid"/>
              </a:ln>
            </p:spPr>
          </p:sp>
          <p:sp>
            <p:nvSpPr>
              <p:cNvPr id="127" name="node01.legend.items.hatch.text"/>
              <p:cNvSpPr/>
              <p:nvPr/>
            </p:nvSpPr>
            <p:spPr>
              <a:xfrm>
                <a:off x="4946121" y="5071533"/>
                <a:ext cx="199231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Hatched: in progress, soft start or tentative</a:t>
                </a:r>
                <a:endParaRPr lang="en-US" sz="800" spc="0" kern="0" b="0" i="0" dirty="0">
                  <a:solidFill>
                    <a:srgbClr val="070154"/>
                  </a:solidFill>
                  <a:latin typeface="IBM Plex Sans"/>
                  <a:ea typeface="IBM Plex Sans"/>
                  <a:cs typeface="IBM Plex Sans"/>
                </a:endParaRPr>
              </a:p>
            </p:txBody>
          </p:sp>
          <p:sp>
            <p:nvSpPr>
              <p:cNvPr id="128" name="node01.legend.items.event-star.swatch"/>
              <p:cNvSpPr/>
              <p:nvPr/>
            </p:nvSpPr>
            <p:spPr>
              <a:xfrm>
                <a:off x="7090833" y="5096933"/>
                <a:ext cx="101600" cy="101600"/>
              </a:xfrm>
              <a:prstGeom prst="star5">
                <a:avLst/>
              </a:prstGeom>
              <a:solidFill>
                <a:srgbClr val="F900D3"/>
              </a:solidFill>
              <a:ln w="6350">
                <a:solidFill>
                  <a:srgbClr val="070154"/>
                </a:solidFill>
                <a:prstDash val="solid"/>
              </a:ln>
            </p:spPr>
          </p:sp>
          <p:sp>
            <p:nvSpPr>
              <p:cNvPr id="129" name="node01.legend.items.event-star.text"/>
              <p:cNvSpPr/>
              <p:nvPr/>
            </p:nvSpPr>
            <p:spPr>
              <a:xfrm>
                <a:off x="7268633" y="5071533"/>
                <a:ext cx="495300"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Milestone</a:t>
                </a:r>
                <a:endParaRPr lang="en-US" sz="800" spc="0" kern="0" b="0" i="0" dirty="0">
                  <a:solidFill>
                    <a:srgbClr val="070154"/>
                  </a:solidFill>
                  <a:latin typeface="IBM Plex Sans"/>
                  <a:ea typeface="IBM Plex Sans"/>
                  <a:cs typeface="IBM Plex Sans"/>
                </a:endParaRPr>
              </a:p>
            </p:txBody>
          </p:sp>
        </p:gr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ource-42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foundation, then three tracks run in parallel</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81</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723900" y="1600200"/>
            <a:ext cx="10744200" cy="3940048"/>
            <a:chOff x="723900" y="1600200"/>
            <a:chExt cx="10744200" cy="3940048"/>
          </a:xfrm>
        </p:grpSpPr>
        <p:sp>
          <p:nvSpPr>
            <p:cNvPr id="7" name="node01.trunk.road"/>
            <p:cNvSpPr/>
            <p:nvPr/>
          </p:nvSpPr>
          <p:spPr>
            <a:xfrm>
              <a:off x="901700" y="3543300"/>
              <a:ext cx="3475228" cy="0"/>
            </a:xfrm>
            <a:custGeom>
              <a:avLst/>
              <a:gdLst/>
              <a:ahLst/>
              <a:cxnLst/>
              <a:rect l="l" t="t" r="r" b="b"/>
              <a:pathLst>
                <a:path w="3475228">
                  <a:moveTo>
                    <a:pt x="0" y="0"/>
                  </a:moveTo>
                  <a:lnTo>
                    <a:pt x="3475228" y="0"/>
                  </a:lnTo>
                </a:path>
              </a:pathLst>
            </a:custGeom>
            <a:ln w="228600">
              <a:solidFill>
                <a:srgbClr val="070154"/>
              </a:solidFill>
              <a:prstDash val="solid"/>
              <a:round/>
            </a:ln>
          </p:spPr>
        </p:sp>
        <p:sp>
          <p:nvSpPr>
            <p:cNvPr id="8" name="node01.trunk.road.cap-1"/>
            <p:cNvSpPr/>
            <p:nvPr/>
          </p:nvSpPr>
          <p:spPr>
            <a:xfrm>
              <a:off x="787400" y="3429000"/>
              <a:ext cx="228600" cy="228600"/>
            </a:xfrm>
            <a:prstGeom prst="ellipse">
              <a:avLst/>
            </a:prstGeom>
            <a:solidFill>
              <a:srgbClr val="070154"/>
            </a:solidFill>
            <a:ln>
              <a:noFill/>
            </a:ln>
          </p:spPr>
        </p:sp>
        <p:sp>
          <p:nvSpPr>
            <p:cNvPr id="9" name="node01.trunk.road.cap-2"/>
            <p:cNvSpPr/>
            <p:nvPr/>
          </p:nvSpPr>
          <p:spPr>
            <a:xfrm>
              <a:off x="4262628" y="3429000"/>
              <a:ext cx="228600" cy="228600"/>
            </a:xfrm>
            <a:prstGeom prst="ellipse">
              <a:avLst/>
            </a:prstGeom>
            <a:solidFill>
              <a:srgbClr val="070154"/>
            </a:solidFill>
            <a:ln>
              <a:noFill/>
            </a:ln>
          </p:spPr>
        </p:sp>
        <p:sp>
          <p:nvSpPr>
            <p:cNvPr id="10" name="node01.trunk.centerline"/>
            <p:cNvSpPr/>
            <p:nvPr/>
          </p:nvSpPr>
          <p:spPr>
            <a:xfrm>
              <a:off x="901700" y="3543300"/>
              <a:ext cx="3475228" cy="0"/>
            </a:xfrm>
            <a:custGeom>
              <a:avLst/>
              <a:gdLst/>
              <a:ahLst/>
              <a:cxnLst/>
              <a:rect l="l" t="t" r="r" b="b"/>
              <a:pathLst>
                <a:path w="3475228">
                  <a:moveTo>
                    <a:pt x="0" y="0"/>
                  </a:moveTo>
                  <a:lnTo>
                    <a:pt x="88900" y="0"/>
                  </a:lnTo>
                  <a:moveTo>
                    <a:pt x="177800" y="0"/>
                  </a:moveTo>
                  <a:lnTo>
                    <a:pt x="266700" y="0"/>
                  </a:lnTo>
                  <a:moveTo>
                    <a:pt x="355600" y="0"/>
                  </a:moveTo>
                  <a:lnTo>
                    <a:pt x="444500" y="0"/>
                  </a:lnTo>
                  <a:moveTo>
                    <a:pt x="533400" y="0"/>
                  </a:moveTo>
                  <a:lnTo>
                    <a:pt x="622300" y="0"/>
                  </a:lnTo>
                  <a:moveTo>
                    <a:pt x="711200" y="0"/>
                  </a:moveTo>
                  <a:lnTo>
                    <a:pt x="800100" y="0"/>
                  </a:lnTo>
                  <a:moveTo>
                    <a:pt x="889000" y="0"/>
                  </a:moveTo>
                  <a:lnTo>
                    <a:pt x="977900" y="0"/>
                  </a:lnTo>
                  <a:moveTo>
                    <a:pt x="1066800" y="0"/>
                  </a:moveTo>
                  <a:lnTo>
                    <a:pt x="1155700" y="0"/>
                  </a:lnTo>
                  <a:moveTo>
                    <a:pt x="1244600" y="0"/>
                  </a:moveTo>
                  <a:lnTo>
                    <a:pt x="1333500" y="0"/>
                  </a:lnTo>
                  <a:moveTo>
                    <a:pt x="1422400" y="0"/>
                  </a:moveTo>
                  <a:lnTo>
                    <a:pt x="1511300" y="0"/>
                  </a:lnTo>
                  <a:moveTo>
                    <a:pt x="1600200" y="0"/>
                  </a:moveTo>
                  <a:lnTo>
                    <a:pt x="1689100" y="0"/>
                  </a:lnTo>
                  <a:moveTo>
                    <a:pt x="1778000" y="0"/>
                  </a:moveTo>
                  <a:lnTo>
                    <a:pt x="1866900" y="0"/>
                  </a:lnTo>
                  <a:moveTo>
                    <a:pt x="1955800" y="0"/>
                  </a:moveTo>
                  <a:lnTo>
                    <a:pt x="2044700" y="0"/>
                  </a:lnTo>
                  <a:moveTo>
                    <a:pt x="2133600" y="0"/>
                  </a:moveTo>
                  <a:lnTo>
                    <a:pt x="2222500" y="0"/>
                  </a:lnTo>
                  <a:moveTo>
                    <a:pt x="2311400" y="0"/>
                  </a:moveTo>
                  <a:lnTo>
                    <a:pt x="2400300" y="0"/>
                  </a:lnTo>
                  <a:moveTo>
                    <a:pt x="2489200" y="0"/>
                  </a:moveTo>
                  <a:lnTo>
                    <a:pt x="2578100" y="0"/>
                  </a:lnTo>
                  <a:moveTo>
                    <a:pt x="2667000" y="0"/>
                  </a:moveTo>
                  <a:lnTo>
                    <a:pt x="2755900" y="0"/>
                  </a:lnTo>
                  <a:moveTo>
                    <a:pt x="2844800" y="0"/>
                  </a:moveTo>
                  <a:lnTo>
                    <a:pt x="2933700" y="0"/>
                  </a:lnTo>
                  <a:moveTo>
                    <a:pt x="3022600" y="0"/>
                  </a:moveTo>
                  <a:lnTo>
                    <a:pt x="3111500" y="0"/>
                  </a:lnTo>
                  <a:moveTo>
                    <a:pt x="3200400" y="0"/>
                  </a:moveTo>
                  <a:lnTo>
                    <a:pt x="3289300" y="0"/>
                  </a:lnTo>
                  <a:moveTo>
                    <a:pt x="3378200" y="0"/>
                  </a:moveTo>
                  <a:lnTo>
                    <a:pt x="3467100" y="0"/>
                  </a:lnTo>
                </a:path>
              </a:pathLst>
            </a:custGeom>
            <a:ln w="19050">
              <a:solidFill>
                <a:srgbClr val="FFFFFF"/>
              </a:solidFill>
              <a:prstDash val="solid"/>
              <a:round/>
            </a:ln>
          </p:spPr>
        </p:sp>
        <p:sp>
          <p:nvSpPr>
            <p:cNvPr id="11" name="node01.branches.source-001.road"/>
            <p:cNvSpPr/>
            <p:nvPr/>
          </p:nvSpPr>
          <p:spPr>
            <a:xfrm>
              <a:off x="4376928" y="2144268"/>
              <a:ext cx="6913372" cy="1399032"/>
            </a:xfrm>
            <a:custGeom>
              <a:avLst/>
              <a:gdLst/>
              <a:ahLst/>
              <a:cxnLst/>
              <a:rect l="l" t="t" r="r" b="b"/>
              <a:pathLst>
                <a:path w="6913372" h="1399032">
                  <a:moveTo>
                    <a:pt x="0" y="1399032"/>
                  </a:moveTo>
                  <a:cubicBezTo>
                    <a:pt x="754380" y="1399032"/>
                    <a:pt x="617220" y="0"/>
                    <a:pt x="1371600" y="0"/>
                  </a:cubicBezTo>
                  <a:lnTo>
                    <a:pt x="6913372" y="0"/>
                  </a:lnTo>
                </a:path>
              </a:pathLst>
            </a:custGeom>
            <a:ln w="228600">
              <a:solidFill>
                <a:srgbClr val="070154"/>
              </a:solidFill>
              <a:prstDash val="solid"/>
              <a:round/>
            </a:ln>
          </p:spPr>
        </p:sp>
        <p:sp>
          <p:nvSpPr>
            <p:cNvPr id="12" name="node01.branches.source-001.road.cap-1"/>
            <p:cNvSpPr/>
            <p:nvPr/>
          </p:nvSpPr>
          <p:spPr>
            <a:xfrm>
              <a:off x="4262628" y="3429000"/>
              <a:ext cx="228600" cy="228600"/>
            </a:xfrm>
            <a:prstGeom prst="ellipse">
              <a:avLst/>
            </a:prstGeom>
            <a:solidFill>
              <a:srgbClr val="070154"/>
            </a:solidFill>
            <a:ln>
              <a:noFill/>
            </a:ln>
          </p:spPr>
        </p:sp>
        <p:sp>
          <p:nvSpPr>
            <p:cNvPr id="13" name="node01.branches.source-001.road.cap-2"/>
            <p:cNvSpPr/>
            <p:nvPr/>
          </p:nvSpPr>
          <p:spPr>
            <a:xfrm>
              <a:off x="11176000" y="2029968"/>
              <a:ext cx="228600" cy="228600"/>
            </a:xfrm>
            <a:prstGeom prst="ellipse">
              <a:avLst/>
            </a:prstGeom>
            <a:solidFill>
              <a:srgbClr val="070154"/>
            </a:solidFill>
            <a:ln>
              <a:noFill/>
            </a:ln>
          </p:spPr>
        </p:sp>
        <p:sp>
          <p:nvSpPr>
            <p:cNvPr id="14" name="node01.branches.source-001.centerline"/>
            <p:cNvSpPr/>
            <p:nvPr/>
          </p:nvSpPr>
          <p:spPr>
            <a:xfrm>
              <a:off x="4376928" y="2144268"/>
              <a:ext cx="6913372" cy="1399032"/>
            </a:xfrm>
            <a:custGeom>
              <a:avLst/>
              <a:gdLst/>
              <a:ahLst/>
              <a:cxnLst/>
              <a:rect l="l" t="t" r="r" b="b"/>
              <a:pathLst>
                <a:path w="6913372" h="1399032">
                  <a:moveTo>
                    <a:pt x="0" y="1399032"/>
                  </a:moveTo>
                  <a:cubicBezTo>
                    <a:pt x="30975" y="1399032"/>
                    <a:pt x="60447" y="1396673"/>
                    <a:pt x="88539" y="1392150"/>
                  </a:cubicBezTo>
                  <a:moveTo>
                    <a:pt x="174579" y="1370270"/>
                  </a:moveTo>
                  <a:cubicBezTo>
                    <a:pt x="202946" y="1360213"/>
                    <a:pt x="229740" y="1347689"/>
                    <a:pt x="255138" y="1332974"/>
                  </a:cubicBezTo>
                  <a:moveTo>
                    <a:pt x="327884" y="1282054"/>
                  </a:moveTo>
                  <a:cubicBezTo>
                    <a:pt x="350423" y="1263378"/>
                    <a:pt x="371765" y="1242823"/>
                    <a:pt x="392079" y="1220656"/>
                  </a:cubicBezTo>
                  <a:moveTo>
                    <a:pt x="448390" y="1151917"/>
                  </a:moveTo>
                  <a:cubicBezTo>
                    <a:pt x="465684" y="1128482"/>
                    <a:pt x="482223" y="1103861"/>
                    <a:pt x="498145" y="1078272"/>
                  </a:cubicBezTo>
                  <a:moveTo>
                    <a:pt x="542790" y="1001410"/>
                  </a:moveTo>
                  <a:cubicBezTo>
                    <a:pt x="556800" y="975706"/>
                    <a:pt x="570380" y="949329"/>
                    <a:pt x="583649" y="922463"/>
                  </a:cubicBezTo>
                  <a:moveTo>
                    <a:pt x="621882" y="842206"/>
                  </a:moveTo>
                  <a:cubicBezTo>
                    <a:pt x="634241" y="815441"/>
                    <a:pt x="646415" y="788384"/>
                    <a:pt x="658508" y="761203"/>
                  </a:cubicBezTo>
                  <a:moveTo>
                    <a:pt x="694458" y="679896"/>
                  </a:moveTo>
                  <a:cubicBezTo>
                    <a:pt x="706453" y="652731"/>
                    <a:pt x="718473" y="625606"/>
                    <a:pt x="730623" y="598684"/>
                  </a:cubicBezTo>
                  <a:moveTo>
                    <a:pt x="767904" y="517980"/>
                  </a:moveTo>
                  <a:cubicBezTo>
                    <a:pt x="780740" y="490965"/>
                    <a:pt x="793824" y="464338"/>
                    <a:pt x="807268" y="438275"/>
                  </a:cubicBezTo>
                  <a:moveTo>
                    <a:pt x="849799" y="360219"/>
                  </a:moveTo>
                  <a:cubicBezTo>
                    <a:pt x="864872" y="334160"/>
                    <a:pt x="880473" y="308931"/>
                    <a:pt x="896735" y="284738"/>
                  </a:cubicBezTo>
                  <a:moveTo>
                    <a:pt x="949471" y="213207"/>
                  </a:moveTo>
                  <a:cubicBezTo>
                    <a:pt x="968494" y="189839"/>
                    <a:pt x="988431" y="167904"/>
                    <a:pt x="1009443" y="147656"/>
                  </a:cubicBezTo>
                  <a:moveTo>
                    <a:pt x="1077751" y="90895"/>
                  </a:moveTo>
                  <a:cubicBezTo>
                    <a:pt x="1101936" y="73821"/>
                    <a:pt x="1127448" y="58831"/>
                    <a:pt x="1154466" y="46205"/>
                  </a:cubicBezTo>
                  <a:moveTo>
                    <a:pt x="1238033" y="16255"/>
                  </a:moveTo>
                  <a:cubicBezTo>
                    <a:pt x="1265763" y="9127"/>
                    <a:pt x="1294918" y="4233"/>
                    <a:pt x="1325636" y="1793"/>
                  </a:cubicBezTo>
                  <a:moveTo>
                    <a:pt x="1414491" y="0"/>
                  </a:moveTo>
                  <a:lnTo>
                    <a:pt x="1503391" y="0"/>
                  </a:lnTo>
                  <a:moveTo>
                    <a:pt x="1592291" y="0"/>
                  </a:moveTo>
                  <a:lnTo>
                    <a:pt x="1681191" y="0"/>
                  </a:lnTo>
                  <a:moveTo>
                    <a:pt x="1770091" y="0"/>
                  </a:moveTo>
                  <a:lnTo>
                    <a:pt x="1858991" y="0"/>
                  </a:lnTo>
                  <a:moveTo>
                    <a:pt x="1947891" y="0"/>
                  </a:moveTo>
                  <a:lnTo>
                    <a:pt x="2036791" y="0"/>
                  </a:lnTo>
                  <a:moveTo>
                    <a:pt x="2125691" y="0"/>
                  </a:moveTo>
                  <a:lnTo>
                    <a:pt x="2214591" y="0"/>
                  </a:lnTo>
                  <a:moveTo>
                    <a:pt x="2303491" y="0"/>
                  </a:moveTo>
                  <a:lnTo>
                    <a:pt x="2392391" y="0"/>
                  </a:lnTo>
                  <a:moveTo>
                    <a:pt x="2481291" y="0"/>
                  </a:moveTo>
                  <a:lnTo>
                    <a:pt x="2570191" y="0"/>
                  </a:lnTo>
                  <a:moveTo>
                    <a:pt x="2659091" y="0"/>
                  </a:moveTo>
                  <a:lnTo>
                    <a:pt x="2747991" y="0"/>
                  </a:lnTo>
                  <a:moveTo>
                    <a:pt x="2836891" y="0"/>
                  </a:moveTo>
                  <a:lnTo>
                    <a:pt x="2925791" y="0"/>
                  </a:lnTo>
                  <a:moveTo>
                    <a:pt x="3014691" y="0"/>
                  </a:moveTo>
                  <a:lnTo>
                    <a:pt x="3103591" y="0"/>
                  </a:lnTo>
                  <a:moveTo>
                    <a:pt x="3192491" y="0"/>
                  </a:moveTo>
                  <a:lnTo>
                    <a:pt x="3281391" y="0"/>
                  </a:lnTo>
                  <a:moveTo>
                    <a:pt x="3370291" y="0"/>
                  </a:moveTo>
                  <a:lnTo>
                    <a:pt x="3459191" y="0"/>
                  </a:lnTo>
                  <a:moveTo>
                    <a:pt x="3548091" y="0"/>
                  </a:moveTo>
                  <a:lnTo>
                    <a:pt x="3636991" y="0"/>
                  </a:lnTo>
                  <a:moveTo>
                    <a:pt x="3725891" y="0"/>
                  </a:moveTo>
                  <a:lnTo>
                    <a:pt x="3814791" y="0"/>
                  </a:lnTo>
                  <a:moveTo>
                    <a:pt x="3903691" y="0"/>
                  </a:moveTo>
                  <a:lnTo>
                    <a:pt x="3992591" y="0"/>
                  </a:lnTo>
                  <a:moveTo>
                    <a:pt x="4081491" y="0"/>
                  </a:moveTo>
                  <a:lnTo>
                    <a:pt x="4170391" y="0"/>
                  </a:lnTo>
                  <a:moveTo>
                    <a:pt x="4259291" y="0"/>
                  </a:moveTo>
                  <a:lnTo>
                    <a:pt x="4348191" y="0"/>
                  </a:lnTo>
                  <a:moveTo>
                    <a:pt x="4437091" y="0"/>
                  </a:moveTo>
                  <a:lnTo>
                    <a:pt x="4525991" y="0"/>
                  </a:lnTo>
                  <a:moveTo>
                    <a:pt x="4614891" y="0"/>
                  </a:moveTo>
                  <a:lnTo>
                    <a:pt x="4703791" y="0"/>
                  </a:lnTo>
                  <a:moveTo>
                    <a:pt x="4792691" y="0"/>
                  </a:moveTo>
                  <a:lnTo>
                    <a:pt x="4881591" y="0"/>
                  </a:lnTo>
                  <a:moveTo>
                    <a:pt x="4970491" y="0"/>
                  </a:moveTo>
                  <a:lnTo>
                    <a:pt x="5059391" y="0"/>
                  </a:lnTo>
                  <a:moveTo>
                    <a:pt x="5148291" y="0"/>
                  </a:moveTo>
                  <a:lnTo>
                    <a:pt x="5237191" y="0"/>
                  </a:lnTo>
                  <a:moveTo>
                    <a:pt x="5326091" y="0"/>
                  </a:moveTo>
                  <a:lnTo>
                    <a:pt x="5414991" y="0"/>
                  </a:lnTo>
                  <a:moveTo>
                    <a:pt x="5503891" y="0"/>
                  </a:moveTo>
                  <a:lnTo>
                    <a:pt x="5592791" y="0"/>
                  </a:lnTo>
                  <a:moveTo>
                    <a:pt x="5681691" y="0"/>
                  </a:moveTo>
                  <a:lnTo>
                    <a:pt x="5770591" y="0"/>
                  </a:lnTo>
                  <a:moveTo>
                    <a:pt x="5859491" y="0"/>
                  </a:moveTo>
                  <a:lnTo>
                    <a:pt x="5948391" y="0"/>
                  </a:lnTo>
                  <a:moveTo>
                    <a:pt x="6037291" y="0"/>
                  </a:moveTo>
                  <a:lnTo>
                    <a:pt x="6126191" y="0"/>
                  </a:lnTo>
                  <a:moveTo>
                    <a:pt x="6215091" y="0"/>
                  </a:moveTo>
                  <a:lnTo>
                    <a:pt x="6303991" y="0"/>
                  </a:lnTo>
                  <a:moveTo>
                    <a:pt x="6392891" y="0"/>
                  </a:moveTo>
                  <a:lnTo>
                    <a:pt x="6481791" y="0"/>
                  </a:lnTo>
                  <a:moveTo>
                    <a:pt x="6570691" y="0"/>
                  </a:moveTo>
                  <a:lnTo>
                    <a:pt x="6659591" y="0"/>
                  </a:lnTo>
                  <a:moveTo>
                    <a:pt x="6748491" y="0"/>
                  </a:moveTo>
                  <a:lnTo>
                    <a:pt x="6837391" y="0"/>
                  </a:lnTo>
                </a:path>
              </a:pathLst>
            </a:custGeom>
            <a:ln w="19050">
              <a:solidFill>
                <a:srgbClr val="FFFFFF"/>
              </a:solidFill>
              <a:prstDash val="solid"/>
              <a:round/>
            </a:ln>
          </p:spPr>
        </p:sp>
        <p:sp>
          <p:nvSpPr>
            <p:cNvPr id="15" name="node01.branches.source-002.road"/>
            <p:cNvSpPr/>
            <p:nvPr/>
          </p:nvSpPr>
          <p:spPr>
            <a:xfrm>
              <a:off x="4376928" y="3439668"/>
              <a:ext cx="6913372" cy="103632"/>
            </a:xfrm>
            <a:custGeom>
              <a:avLst/>
              <a:gdLst/>
              <a:ahLst/>
              <a:cxnLst/>
              <a:rect l="l" t="t" r="r" b="b"/>
              <a:pathLst>
                <a:path w="6913372" h="103632">
                  <a:moveTo>
                    <a:pt x="0" y="103632"/>
                  </a:moveTo>
                  <a:cubicBezTo>
                    <a:pt x="754380" y="103632"/>
                    <a:pt x="617220" y="0"/>
                    <a:pt x="1371600" y="0"/>
                  </a:cubicBezTo>
                  <a:lnTo>
                    <a:pt x="6913372" y="0"/>
                  </a:lnTo>
                </a:path>
              </a:pathLst>
            </a:custGeom>
            <a:ln w="228600">
              <a:solidFill>
                <a:srgbClr val="070154"/>
              </a:solidFill>
              <a:prstDash val="solid"/>
              <a:round/>
            </a:ln>
          </p:spPr>
        </p:sp>
        <p:sp>
          <p:nvSpPr>
            <p:cNvPr id="16" name="node01.branches.source-002.road.cap-1"/>
            <p:cNvSpPr/>
            <p:nvPr/>
          </p:nvSpPr>
          <p:spPr>
            <a:xfrm>
              <a:off x="4262628" y="3429000"/>
              <a:ext cx="228600" cy="228600"/>
            </a:xfrm>
            <a:prstGeom prst="ellipse">
              <a:avLst/>
            </a:prstGeom>
            <a:solidFill>
              <a:srgbClr val="070154"/>
            </a:solidFill>
            <a:ln>
              <a:noFill/>
            </a:ln>
          </p:spPr>
        </p:sp>
        <p:sp>
          <p:nvSpPr>
            <p:cNvPr id="17" name="node01.branches.source-002.road.cap-2"/>
            <p:cNvSpPr/>
            <p:nvPr/>
          </p:nvSpPr>
          <p:spPr>
            <a:xfrm>
              <a:off x="11176000" y="3325368"/>
              <a:ext cx="228600" cy="228600"/>
            </a:xfrm>
            <a:prstGeom prst="ellipse">
              <a:avLst/>
            </a:prstGeom>
            <a:solidFill>
              <a:srgbClr val="070154"/>
            </a:solidFill>
            <a:ln>
              <a:noFill/>
            </a:ln>
          </p:spPr>
        </p:sp>
        <p:sp>
          <p:nvSpPr>
            <p:cNvPr id="18" name="node01.branches.source-002.centerline"/>
            <p:cNvSpPr/>
            <p:nvPr/>
          </p:nvSpPr>
          <p:spPr>
            <a:xfrm>
              <a:off x="4376928" y="3439668"/>
              <a:ext cx="6913372" cy="103632"/>
            </a:xfrm>
            <a:custGeom>
              <a:avLst/>
              <a:gdLst/>
              <a:ahLst/>
              <a:cxnLst/>
              <a:rect l="l" t="t" r="r" b="b"/>
              <a:pathLst>
                <a:path w="6913372" h="103632">
                  <a:moveTo>
                    <a:pt x="0" y="103632"/>
                  </a:moveTo>
                  <a:cubicBezTo>
                    <a:pt x="31107" y="103632"/>
                    <a:pt x="60699" y="103456"/>
                    <a:pt x="88899" y="103118"/>
                  </a:cubicBezTo>
                  <a:moveTo>
                    <a:pt x="177783" y="101416"/>
                  </a:moveTo>
                  <a:cubicBezTo>
                    <a:pt x="209259" y="100571"/>
                    <a:pt x="238792" y="99500"/>
                    <a:pt x="266624" y="98231"/>
                  </a:cubicBezTo>
                  <a:moveTo>
                    <a:pt x="355377" y="93171"/>
                  </a:moveTo>
                  <a:cubicBezTo>
                    <a:pt x="387173" y="90967"/>
                    <a:pt x="416522" y="88478"/>
                    <a:pt x="443965" y="85768"/>
                  </a:cubicBezTo>
                  <a:moveTo>
                    <a:pt x="532275" y="75587"/>
                  </a:moveTo>
                  <a:cubicBezTo>
                    <a:pt x="563373" y="71482"/>
                    <a:pt x="592285" y="67123"/>
                    <a:pt x="620226" y="62651"/>
                  </a:cubicBezTo>
                  <a:moveTo>
                    <a:pt x="707928" y="48108"/>
                  </a:moveTo>
                  <a:cubicBezTo>
                    <a:pt x="736373" y="43358"/>
                    <a:pt x="765177" y="38650"/>
                    <a:pt x="795723" y="34145"/>
                  </a:cubicBezTo>
                  <a:moveTo>
                    <a:pt x="883859" y="22542"/>
                  </a:moveTo>
                  <a:cubicBezTo>
                    <a:pt x="911269" y="19388"/>
                    <a:pt x="940533" y="16449"/>
                    <a:pt x="972324" y="13803"/>
                  </a:cubicBezTo>
                  <a:moveTo>
                    <a:pt x="1061008" y="7645"/>
                  </a:moveTo>
                  <a:cubicBezTo>
                    <a:pt x="1088735" y="6074"/>
                    <a:pt x="1118239" y="4710"/>
                    <a:pt x="1149814" y="3586"/>
                  </a:cubicBezTo>
                  <a:moveTo>
                    <a:pt x="1238679" y="1192"/>
                  </a:moveTo>
                  <a:cubicBezTo>
                    <a:pt x="1266799" y="659"/>
                    <a:pt x="1296382" y="297"/>
                    <a:pt x="1327573" y="122"/>
                  </a:cubicBezTo>
                  <a:moveTo>
                    <a:pt x="1416474" y="0"/>
                  </a:moveTo>
                  <a:lnTo>
                    <a:pt x="1505374" y="0"/>
                  </a:lnTo>
                  <a:moveTo>
                    <a:pt x="1594274" y="0"/>
                  </a:moveTo>
                  <a:lnTo>
                    <a:pt x="1683174" y="0"/>
                  </a:lnTo>
                  <a:moveTo>
                    <a:pt x="1772074" y="0"/>
                  </a:moveTo>
                  <a:lnTo>
                    <a:pt x="1860974" y="0"/>
                  </a:lnTo>
                  <a:moveTo>
                    <a:pt x="1949874" y="0"/>
                  </a:moveTo>
                  <a:lnTo>
                    <a:pt x="2038774" y="0"/>
                  </a:lnTo>
                  <a:moveTo>
                    <a:pt x="2127674" y="0"/>
                  </a:moveTo>
                  <a:lnTo>
                    <a:pt x="2216574" y="0"/>
                  </a:lnTo>
                  <a:moveTo>
                    <a:pt x="2305474" y="0"/>
                  </a:moveTo>
                  <a:lnTo>
                    <a:pt x="2394374" y="0"/>
                  </a:lnTo>
                  <a:moveTo>
                    <a:pt x="2483274" y="0"/>
                  </a:moveTo>
                  <a:lnTo>
                    <a:pt x="2572174" y="0"/>
                  </a:lnTo>
                  <a:moveTo>
                    <a:pt x="2661074" y="0"/>
                  </a:moveTo>
                  <a:lnTo>
                    <a:pt x="2749974" y="0"/>
                  </a:lnTo>
                  <a:moveTo>
                    <a:pt x="2838874" y="0"/>
                  </a:moveTo>
                  <a:lnTo>
                    <a:pt x="2927774" y="0"/>
                  </a:lnTo>
                  <a:moveTo>
                    <a:pt x="3016674" y="0"/>
                  </a:moveTo>
                  <a:lnTo>
                    <a:pt x="3105574" y="0"/>
                  </a:lnTo>
                  <a:moveTo>
                    <a:pt x="3194474" y="0"/>
                  </a:moveTo>
                  <a:lnTo>
                    <a:pt x="3283374" y="0"/>
                  </a:lnTo>
                  <a:moveTo>
                    <a:pt x="3372274" y="0"/>
                  </a:moveTo>
                  <a:lnTo>
                    <a:pt x="3461174" y="0"/>
                  </a:lnTo>
                  <a:moveTo>
                    <a:pt x="3550074" y="0"/>
                  </a:moveTo>
                  <a:lnTo>
                    <a:pt x="3638974" y="0"/>
                  </a:lnTo>
                  <a:moveTo>
                    <a:pt x="3727874" y="0"/>
                  </a:moveTo>
                  <a:lnTo>
                    <a:pt x="3816774" y="0"/>
                  </a:lnTo>
                  <a:moveTo>
                    <a:pt x="3905674" y="0"/>
                  </a:moveTo>
                  <a:lnTo>
                    <a:pt x="3994574" y="0"/>
                  </a:lnTo>
                  <a:moveTo>
                    <a:pt x="4083474" y="0"/>
                  </a:moveTo>
                  <a:lnTo>
                    <a:pt x="4172374" y="0"/>
                  </a:lnTo>
                  <a:moveTo>
                    <a:pt x="4261274" y="0"/>
                  </a:moveTo>
                  <a:lnTo>
                    <a:pt x="4350174" y="0"/>
                  </a:lnTo>
                  <a:moveTo>
                    <a:pt x="4439074" y="0"/>
                  </a:moveTo>
                  <a:lnTo>
                    <a:pt x="4527974" y="0"/>
                  </a:lnTo>
                  <a:moveTo>
                    <a:pt x="4616874" y="0"/>
                  </a:moveTo>
                  <a:lnTo>
                    <a:pt x="4705774" y="0"/>
                  </a:lnTo>
                  <a:moveTo>
                    <a:pt x="4794674" y="0"/>
                  </a:moveTo>
                  <a:lnTo>
                    <a:pt x="4883574" y="0"/>
                  </a:lnTo>
                  <a:moveTo>
                    <a:pt x="4972474" y="0"/>
                  </a:moveTo>
                  <a:lnTo>
                    <a:pt x="5061374" y="0"/>
                  </a:lnTo>
                  <a:moveTo>
                    <a:pt x="5150274" y="0"/>
                  </a:moveTo>
                  <a:lnTo>
                    <a:pt x="5239174" y="0"/>
                  </a:lnTo>
                  <a:moveTo>
                    <a:pt x="5328074" y="0"/>
                  </a:moveTo>
                  <a:lnTo>
                    <a:pt x="5416974" y="0"/>
                  </a:lnTo>
                  <a:moveTo>
                    <a:pt x="5505874" y="0"/>
                  </a:moveTo>
                  <a:lnTo>
                    <a:pt x="5594774" y="0"/>
                  </a:lnTo>
                  <a:moveTo>
                    <a:pt x="5683674" y="0"/>
                  </a:moveTo>
                  <a:lnTo>
                    <a:pt x="5772574" y="0"/>
                  </a:lnTo>
                  <a:moveTo>
                    <a:pt x="5861474" y="0"/>
                  </a:moveTo>
                  <a:lnTo>
                    <a:pt x="5950374" y="0"/>
                  </a:lnTo>
                  <a:moveTo>
                    <a:pt x="6039274" y="0"/>
                  </a:moveTo>
                  <a:lnTo>
                    <a:pt x="6128174" y="0"/>
                  </a:lnTo>
                  <a:moveTo>
                    <a:pt x="6217074" y="0"/>
                  </a:moveTo>
                  <a:lnTo>
                    <a:pt x="6305974" y="0"/>
                  </a:lnTo>
                  <a:moveTo>
                    <a:pt x="6394874" y="0"/>
                  </a:moveTo>
                  <a:lnTo>
                    <a:pt x="6483774" y="0"/>
                  </a:lnTo>
                  <a:moveTo>
                    <a:pt x="6572674" y="0"/>
                  </a:moveTo>
                  <a:lnTo>
                    <a:pt x="6661574" y="0"/>
                  </a:lnTo>
                  <a:moveTo>
                    <a:pt x="6750474" y="0"/>
                  </a:moveTo>
                  <a:lnTo>
                    <a:pt x="6839374" y="0"/>
                  </a:lnTo>
                </a:path>
              </a:pathLst>
            </a:custGeom>
            <a:ln w="19050">
              <a:solidFill>
                <a:srgbClr val="FFFFFF"/>
              </a:solidFill>
              <a:prstDash val="solid"/>
              <a:round/>
            </a:ln>
          </p:spPr>
        </p:sp>
        <p:sp>
          <p:nvSpPr>
            <p:cNvPr id="19" name="node01.branches.source-003.road"/>
            <p:cNvSpPr/>
            <p:nvPr/>
          </p:nvSpPr>
          <p:spPr>
            <a:xfrm>
              <a:off x="4376928" y="3543300"/>
              <a:ext cx="6913372" cy="1191768"/>
            </a:xfrm>
            <a:custGeom>
              <a:avLst/>
              <a:gdLst/>
              <a:ahLst/>
              <a:cxnLst/>
              <a:rect l="l" t="t" r="r" b="b"/>
              <a:pathLst>
                <a:path w="6913372" h="1191768">
                  <a:moveTo>
                    <a:pt x="0" y="0"/>
                  </a:moveTo>
                  <a:cubicBezTo>
                    <a:pt x="754380" y="0"/>
                    <a:pt x="617220" y="1191768"/>
                    <a:pt x="1371600" y="1191768"/>
                  </a:cubicBezTo>
                  <a:lnTo>
                    <a:pt x="6913372" y="1191768"/>
                  </a:lnTo>
                </a:path>
              </a:pathLst>
            </a:custGeom>
            <a:ln w="228600">
              <a:solidFill>
                <a:srgbClr val="070154"/>
              </a:solidFill>
              <a:prstDash val="solid"/>
              <a:round/>
            </a:ln>
          </p:spPr>
        </p:sp>
        <p:sp>
          <p:nvSpPr>
            <p:cNvPr id="20" name="node01.branches.source-003.road.cap-1"/>
            <p:cNvSpPr/>
            <p:nvPr/>
          </p:nvSpPr>
          <p:spPr>
            <a:xfrm>
              <a:off x="4262628" y="3429000"/>
              <a:ext cx="228600" cy="228600"/>
            </a:xfrm>
            <a:prstGeom prst="ellipse">
              <a:avLst/>
            </a:prstGeom>
            <a:solidFill>
              <a:srgbClr val="070154"/>
            </a:solidFill>
            <a:ln>
              <a:noFill/>
            </a:ln>
          </p:spPr>
        </p:sp>
        <p:sp>
          <p:nvSpPr>
            <p:cNvPr id="21" name="node01.branches.source-003.road.cap-2"/>
            <p:cNvSpPr/>
            <p:nvPr/>
          </p:nvSpPr>
          <p:spPr>
            <a:xfrm>
              <a:off x="11176000" y="4620768"/>
              <a:ext cx="228600" cy="228600"/>
            </a:xfrm>
            <a:prstGeom prst="ellipse">
              <a:avLst/>
            </a:prstGeom>
            <a:solidFill>
              <a:srgbClr val="070154"/>
            </a:solidFill>
            <a:ln>
              <a:noFill/>
            </a:ln>
          </p:spPr>
        </p:sp>
        <p:sp>
          <p:nvSpPr>
            <p:cNvPr id="22" name="node01.branches.source-003.centerline"/>
            <p:cNvSpPr/>
            <p:nvPr/>
          </p:nvSpPr>
          <p:spPr>
            <a:xfrm>
              <a:off x="4376928" y="3543300"/>
              <a:ext cx="6913372" cy="1191768"/>
            </a:xfrm>
            <a:custGeom>
              <a:avLst/>
              <a:gdLst/>
              <a:ahLst/>
              <a:cxnLst/>
              <a:rect l="l" t="t" r="r" b="b"/>
              <a:pathLst>
                <a:path w="6913372" h="1191768">
                  <a:moveTo>
                    <a:pt x="0" y="0"/>
                  </a:moveTo>
                  <a:cubicBezTo>
                    <a:pt x="31011" y="0"/>
                    <a:pt x="60515" y="2014"/>
                    <a:pt x="88637" y="5876"/>
                  </a:cubicBezTo>
                  <a:moveTo>
                    <a:pt x="175414" y="24754"/>
                  </a:moveTo>
                  <a:cubicBezTo>
                    <a:pt x="204498" y="33590"/>
                    <a:pt x="231928" y="44637"/>
                    <a:pt x="257892" y="57642"/>
                  </a:cubicBezTo>
                  <a:moveTo>
                    <a:pt x="333735" y="103833"/>
                  </a:moveTo>
                  <a:cubicBezTo>
                    <a:pt x="357672" y="121182"/>
                    <a:pt x="380250" y="140347"/>
                    <a:pt x="401679" y="161049"/>
                  </a:cubicBezTo>
                  <a:moveTo>
                    <a:pt x="461851" y="226426"/>
                  </a:moveTo>
                  <a:cubicBezTo>
                    <a:pt x="480489" y="249002"/>
                    <a:pt x="498252" y="272747"/>
                    <a:pt x="515327" y="297411"/>
                  </a:cubicBezTo>
                  <a:moveTo>
                    <a:pt x="563560" y="372073"/>
                  </a:moveTo>
                  <a:cubicBezTo>
                    <a:pt x="578793" y="397182"/>
                    <a:pt x="593563" y="422912"/>
                    <a:pt x="608032" y="449043"/>
                  </a:cubicBezTo>
                  <a:moveTo>
                    <a:pt x="650131" y="527341"/>
                  </a:moveTo>
                  <a:cubicBezTo>
                    <a:pt x="663886" y="553521"/>
                    <a:pt x="677508" y="579880"/>
                    <a:pt x="691150" y="606212"/>
                  </a:cubicBezTo>
                  <a:moveTo>
                    <a:pt x="732330" y="684999"/>
                  </a:moveTo>
                  <a:cubicBezTo>
                    <a:pt x="746297" y="711317"/>
                    <a:pt x="760442" y="737398"/>
                    <a:pt x="774922" y="763029"/>
                  </a:cubicBezTo>
                  <a:moveTo>
                    <a:pt x="820239" y="839503"/>
                  </a:moveTo>
                  <a:cubicBezTo>
                    <a:pt x="836133" y="864913"/>
                    <a:pt x="852560" y="889609"/>
                    <a:pt x="869699" y="913355"/>
                  </a:cubicBezTo>
                  <a:moveTo>
                    <a:pt x="924794" y="983085"/>
                  </a:moveTo>
                  <a:cubicBezTo>
                    <a:pt x="944458" y="1005652"/>
                    <a:pt x="965100" y="1026913"/>
                    <a:pt x="986923" y="1046596"/>
                  </a:cubicBezTo>
                  <a:moveTo>
                    <a:pt x="1056974" y="1101200"/>
                  </a:moveTo>
                  <a:cubicBezTo>
                    <a:pt x="1081435" y="1117442"/>
                    <a:pt x="1107286" y="1131826"/>
                    <a:pt x="1134732" y="1144079"/>
                  </a:cubicBezTo>
                  <a:moveTo>
                    <a:pt x="1218583" y="1173293"/>
                  </a:moveTo>
                  <a:cubicBezTo>
                    <a:pt x="1246241" y="1180408"/>
                    <a:pt x="1275351" y="1185582"/>
                    <a:pt x="1306064" y="1188614"/>
                  </a:cubicBezTo>
                  <a:moveTo>
                    <a:pt x="1394863" y="1191768"/>
                  </a:moveTo>
                  <a:lnTo>
                    <a:pt x="1483763" y="1191768"/>
                  </a:lnTo>
                  <a:moveTo>
                    <a:pt x="1572663" y="1191768"/>
                  </a:moveTo>
                  <a:lnTo>
                    <a:pt x="1661563" y="1191768"/>
                  </a:lnTo>
                  <a:moveTo>
                    <a:pt x="1750463" y="1191768"/>
                  </a:moveTo>
                  <a:lnTo>
                    <a:pt x="1839363" y="1191768"/>
                  </a:lnTo>
                  <a:moveTo>
                    <a:pt x="1928263" y="1191768"/>
                  </a:moveTo>
                  <a:lnTo>
                    <a:pt x="2017163" y="1191768"/>
                  </a:lnTo>
                  <a:moveTo>
                    <a:pt x="2106063" y="1191768"/>
                  </a:moveTo>
                  <a:lnTo>
                    <a:pt x="2194963" y="1191768"/>
                  </a:lnTo>
                  <a:moveTo>
                    <a:pt x="2283863" y="1191768"/>
                  </a:moveTo>
                  <a:lnTo>
                    <a:pt x="2372763" y="1191768"/>
                  </a:lnTo>
                  <a:moveTo>
                    <a:pt x="2461663" y="1191768"/>
                  </a:moveTo>
                  <a:lnTo>
                    <a:pt x="2550563" y="1191768"/>
                  </a:lnTo>
                  <a:moveTo>
                    <a:pt x="2639463" y="1191768"/>
                  </a:moveTo>
                  <a:lnTo>
                    <a:pt x="2728363" y="1191768"/>
                  </a:lnTo>
                  <a:moveTo>
                    <a:pt x="2817263" y="1191768"/>
                  </a:moveTo>
                  <a:lnTo>
                    <a:pt x="2906163" y="1191768"/>
                  </a:lnTo>
                  <a:moveTo>
                    <a:pt x="2995063" y="1191768"/>
                  </a:moveTo>
                  <a:lnTo>
                    <a:pt x="3083963" y="1191768"/>
                  </a:lnTo>
                  <a:moveTo>
                    <a:pt x="3172863" y="1191768"/>
                  </a:moveTo>
                  <a:lnTo>
                    <a:pt x="3261763" y="1191768"/>
                  </a:lnTo>
                  <a:moveTo>
                    <a:pt x="3350663" y="1191768"/>
                  </a:moveTo>
                  <a:lnTo>
                    <a:pt x="3439563" y="1191768"/>
                  </a:lnTo>
                  <a:moveTo>
                    <a:pt x="3528463" y="1191768"/>
                  </a:moveTo>
                  <a:lnTo>
                    <a:pt x="3617363" y="1191768"/>
                  </a:lnTo>
                  <a:moveTo>
                    <a:pt x="3706263" y="1191768"/>
                  </a:moveTo>
                  <a:lnTo>
                    <a:pt x="3795163" y="1191768"/>
                  </a:lnTo>
                  <a:moveTo>
                    <a:pt x="3884063" y="1191768"/>
                  </a:moveTo>
                  <a:lnTo>
                    <a:pt x="3972963" y="1191768"/>
                  </a:lnTo>
                  <a:moveTo>
                    <a:pt x="4061863" y="1191768"/>
                  </a:moveTo>
                  <a:lnTo>
                    <a:pt x="4150763" y="1191768"/>
                  </a:lnTo>
                  <a:moveTo>
                    <a:pt x="4239663" y="1191768"/>
                  </a:moveTo>
                  <a:lnTo>
                    <a:pt x="4328563" y="1191768"/>
                  </a:lnTo>
                  <a:moveTo>
                    <a:pt x="4417463" y="1191768"/>
                  </a:moveTo>
                  <a:lnTo>
                    <a:pt x="4506363" y="1191768"/>
                  </a:lnTo>
                  <a:moveTo>
                    <a:pt x="4595263" y="1191768"/>
                  </a:moveTo>
                  <a:lnTo>
                    <a:pt x="4684163" y="1191768"/>
                  </a:lnTo>
                  <a:moveTo>
                    <a:pt x="4773063" y="1191768"/>
                  </a:moveTo>
                  <a:lnTo>
                    <a:pt x="4861963" y="1191768"/>
                  </a:lnTo>
                  <a:moveTo>
                    <a:pt x="4950863" y="1191768"/>
                  </a:moveTo>
                  <a:lnTo>
                    <a:pt x="5039763" y="1191768"/>
                  </a:lnTo>
                  <a:moveTo>
                    <a:pt x="5128663" y="1191768"/>
                  </a:moveTo>
                  <a:lnTo>
                    <a:pt x="5217563" y="1191768"/>
                  </a:lnTo>
                  <a:moveTo>
                    <a:pt x="5306463" y="1191768"/>
                  </a:moveTo>
                  <a:lnTo>
                    <a:pt x="5395363" y="1191768"/>
                  </a:lnTo>
                  <a:moveTo>
                    <a:pt x="5484263" y="1191768"/>
                  </a:moveTo>
                  <a:lnTo>
                    <a:pt x="5573163" y="1191768"/>
                  </a:lnTo>
                  <a:moveTo>
                    <a:pt x="5662063" y="1191768"/>
                  </a:moveTo>
                  <a:lnTo>
                    <a:pt x="5750963" y="1191768"/>
                  </a:lnTo>
                  <a:moveTo>
                    <a:pt x="5839863" y="1191768"/>
                  </a:moveTo>
                  <a:lnTo>
                    <a:pt x="5928763" y="1191768"/>
                  </a:lnTo>
                  <a:moveTo>
                    <a:pt x="6017663" y="1191768"/>
                  </a:moveTo>
                  <a:lnTo>
                    <a:pt x="6106563" y="1191768"/>
                  </a:lnTo>
                  <a:moveTo>
                    <a:pt x="6195463" y="1191768"/>
                  </a:moveTo>
                  <a:lnTo>
                    <a:pt x="6284363" y="1191768"/>
                  </a:lnTo>
                  <a:moveTo>
                    <a:pt x="6373263" y="1191768"/>
                  </a:moveTo>
                  <a:lnTo>
                    <a:pt x="6462163" y="1191768"/>
                  </a:lnTo>
                  <a:moveTo>
                    <a:pt x="6551063" y="1191768"/>
                  </a:moveTo>
                  <a:lnTo>
                    <a:pt x="6639963" y="1191768"/>
                  </a:lnTo>
                  <a:moveTo>
                    <a:pt x="6728863" y="1191768"/>
                  </a:moveTo>
                  <a:lnTo>
                    <a:pt x="6817763" y="1191768"/>
                  </a:lnTo>
                  <a:moveTo>
                    <a:pt x="6906663" y="1191768"/>
                  </a:moveTo>
                  <a:lnTo>
                    <a:pt x="6913372" y="1191768"/>
                  </a:lnTo>
                </a:path>
              </a:pathLst>
            </a:custGeom>
            <a:ln w="19050">
              <a:solidFill>
                <a:srgbClr val="FFFFFF"/>
              </a:solidFill>
              <a:prstDash val="solid"/>
              <a:round/>
            </a:ln>
          </p:spPr>
        </p:sp>
        <p:sp>
          <p:nvSpPr>
            <p:cNvPr id="23" name="node01.trunk.source-001.pin"/>
            <p:cNvSpPr/>
            <p:nvPr/>
          </p:nvSpPr>
          <p:spPr>
            <a:xfrm>
              <a:off x="1760982" y="3400425"/>
              <a:ext cx="285750" cy="285750"/>
            </a:xfrm>
            <a:prstGeom prst="ellipse">
              <a:avLst/>
            </a:prstGeom>
            <a:solidFill>
              <a:srgbClr val="FFFFFF"/>
            </a:solidFill>
            <a:ln w="19050">
              <a:solidFill>
                <a:srgbClr val="070154"/>
              </a:solidFill>
              <a:prstDash val="solid"/>
            </a:ln>
          </p:spPr>
        </p:sp>
        <p:sp>
          <p:nvSpPr>
            <p:cNvPr id="24" name="node01.trunk.source-001.number"/>
            <p:cNvSpPr/>
            <p:nvPr/>
          </p:nvSpPr>
          <p:spPr>
            <a:xfrm>
              <a:off x="1751457" y="33909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1</a:t>
              </a:r>
              <a:endParaRPr lang="en-US" sz="1000" spc="0" kern="0" b="0" i="0" dirty="0">
                <a:solidFill>
                  <a:srgbClr val="070154"/>
                </a:solidFill>
                <a:latin typeface="IBM Plex Mono SemiBold"/>
                <a:ea typeface="IBM Plex Mono SemiBold"/>
                <a:cs typeface="IBM Plex Mono SemiBold"/>
              </a:endParaRPr>
            </a:p>
          </p:txBody>
        </p:sp>
        <p:sp>
          <p:nvSpPr>
            <p:cNvPr id="25" name="node01.trunk.source-001.label.part-1"/>
            <p:cNvSpPr/>
            <p:nvPr/>
          </p:nvSpPr>
          <p:spPr>
            <a:xfrm>
              <a:off x="1181100" y="2547620"/>
              <a:ext cx="144551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26" name="node01.trunk.source-001.label.part-2"/>
            <p:cNvSpPr/>
            <p:nvPr/>
          </p:nvSpPr>
          <p:spPr>
            <a:xfrm>
              <a:off x="1181100" y="2725420"/>
              <a:ext cx="1445514"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Data foundation</a:t>
              </a:r>
              <a:endParaRPr lang="en-US" sz="1200" spc="0" kern="0" b="0" i="0" dirty="0">
                <a:solidFill>
                  <a:srgbClr val="070154"/>
                </a:solidFill>
                <a:latin typeface="IBM Plex Sans SemiBold"/>
                <a:ea typeface="IBM Plex Sans SemiBold"/>
                <a:cs typeface="IBM Plex Sans SemiBold"/>
              </a:endParaRPr>
            </a:p>
          </p:txBody>
        </p:sp>
        <p:sp>
          <p:nvSpPr>
            <p:cNvPr id="27" name="node01.trunk.source-001.label.part-3"/>
            <p:cNvSpPr/>
            <p:nvPr/>
          </p:nvSpPr>
          <p:spPr>
            <a:xfrm>
              <a:off x="1181100" y="2933700"/>
              <a:ext cx="1445514" cy="3810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master patient index.</a:t>
              </a:r>
              <a:endParaRPr lang="en-US" sz="1200" spc="0" kern="0" b="0" i="0" dirty="0">
                <a:solidFill>
                  <a:srgbClr val="070154"/>
                </a:solidFill>
                <a:latin typeface="IBM Plex Sans"/>
                <a:ea typeface="IBM Plex Sans"/>
                <a:cs typeface="IBM Plex Sans"/>
              </a:endParaRPr>
            </a:p>
          </p:txBody>
        </p:sp>
        <p:sp>
          <p:nvSpPr>
            <p:cNvPr id="28" name="node01.trunk.source-002.pin"/>
            <p:cNvSpPr/>
            <p:nvPr/>
          </p:nvSpPr>
          <p:spPr>
            <a:xfrm>
              <a:off x="3308096" y="3400425"/>
              <a:ext cx="285750" cy="285750"/>
            </a:xfrm>
            <a:prstGeom prst="ellipse">
              <a:avLst/>
            </a:prstGeom>
            <a:solidFill>
              <a:srgbClr val="FFFFFF"/>
            </a:solidFill>
            <a:ln w="19050">
              <a:solidFill>
                <a:srgbClr val="070154"/>
              </a:solidFill>
              <a:prstDash val="solid"/>
            </a:ln>
          </p:spPr>
        </p:sp>
        <p:sp>
          <p:nvSpPr>
            <p:cNvPr id="29" name="node01.trunk.source-002.number"/>
            <p:cNvSpPr/>
            <p:nvPr/>
          </p:nvSpPr>
          <p:spPr>
            <a:xfrm>
              <a:off x="3298571" y="33909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2</a:t>
              </a:r>
              <a:endParaRPr lang="en-US" sz="1000" spc="0" kern="0" b="0" i="0" dirty="0">
                <a:solidFill>
                  <a:srgbClr val="070154"/>
                </a:solidFill>
                <a:latin typeface="IBM Plex Mono SemiBold"/>
                <a:ea typeface="IBM Plex Mono SemiBold"/>
                <a:cs typeface="IBM Plex Mono SemiBold"/>
              </a:endParaRPr>
            </a:p>
          </p:txBody>
        </p:sp>
        <p:sp>
          <p:nvSpPr>
            <p:cNvPr id="30" name="node01.trunk.source-002.label.part-1"/>
            <p:cNvSpPr/>
            <p:nvPr/>
          </p:nvSpPr>
          <p:spPr>
            <a:xfrm>
              <a:off x="2728214" y="3771900"/>
              <a:ext cx="144551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31" name="node01.trunk.source-002.label.part-2"/>
            <p:cNvSpPr/>
            <p:nvPr/>
          </p:nvSpPr>
          <p:spPr>
            <a:xfrm>
              <a:off x="2728214" y="3949700"/>
              <a:ext cx="1445514"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Single sign-in</a:t>
              </a:r>
              <a:endParaRPr lang="en-US" sz="1200" spc="0" kern="0" b="0" i="0" dirty="0">
                <a:solidFill>
                  <a:srgbClr val="070154"/>
                </a:solidFill>
                <a:latin typeface="IBM Plex Sans SemiBold"/>
                <a:ea typeface="IBM Plex Sans SemiBold"/>
                <a:cs typeface="IBM Plex Sans SemiBold"/>
              </a:endParaRPr>
            </a:p>
          </p:txBody>
        </p:sp>
        <p:sp>
          <p:nvSpPr>
            <p:cNvPr id="32" name="node01.trunk.source-002.label.part-3"/>
            <p:cNvSpPr/>
            <p:nvPr/>
          </p:nvSpPr>
          <p:spPr>
            <a:xfrm>
              <a:off x="2728214" y="4157980"/>
              <a:ext cx="1445514"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ID at every site.</a:t>
              </a:r>
              <a:endParaRPr lang="en-US" sz="1200" spc="0" kern="0" b="0" i="0" dirty="0">
                <a:solidFill>
                  <a:srgbClr val="070154"/>
                </a:solidFill>
                <a:latin typeface="IBM Plex Sans"/>
                <a:ea typeface="IBM Plex Sans"/>
                <a:cs typeface="IBM Plex Sans"/>
              </a:endParaRPr>
            </a:p>
          </p:txBody>
        </p:sp>
        <p:sp>
          <p:nvSpPr>
            <p:cNvPr id="33" name="node01.fork.split"/>
            <p:cNvSpPr/>
            <p:nvPr/>
          </p:nvSpPr>
          <p:spPr>
            <a:xfrm>
              <a:off x="4237228" y="3403600"/>
              <a:ext cx="279400" cy="279400"/>
            </a:xfrm>
            <a:prstGeom prst="rect">
              <a:avLst/>
            </a:prstGeom>
            <a:solidFill>
              <a:srgbClr val="070154"/>
            </a:solidFill>
            <a:ln w="38100">
              <a:solidFill>
                <a:srgbClr val="070154"/>
              </a:solidFill>
              <a:prstDash val="solid"/>
            </a:ln>
          </p:spPr>
        </p:sp>
        <p:sp>
          <p:nvSpPr>
            <p:cNvPr id="34" name="node01.fork.split.inset"/>
            <p:cNvSpPr/>
            <p:nvPr/>
          </p:nvSpPr>
          <p:spPr>
            <a:xfrm>
              <a:off x="4256278" y="3422650"/>
              <a:ext cx="241300" cy="241300"/>
            </a:xfrm>
            <a:prstGeom prst="rect">
              <a:avLst/>
            </a:prstGeom>
            <a:solidFill>
              <a:srgbClr val="070154"/>
            </a:solidFill>
            <a:ln w="38100">
              <a:solidFill>
                <a:srgbClr val="FFFFFF"/>
              </a:solidFill>
              <a:prstDash val="solid"/>
            </a:ln>
          </p:spPr>
        </p:sp>
        <p:sp>
          <p:nvSpPr>
            <p:cNvPr id="35" name="node01.fork.label.part-1"/>
            <p:cNvSpPr/>
            <p:nvPr/>
          </p:nvSpPr>
          <p:spPr>
            <a:xfrm>
              <a:off x="3348228" y="1600200"/>
              <a:ext cx="2057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RUN IN PARALLEL</a:t>
              </a:r>
              <a:endParaRPr lang="en-US" sz="900" spc="54" kern="0" b="0" i="0" dirty="0">
                <a:solidFill>
                  <a:srgbClr val="0047FF"/>
                </a:solidFill>
                <a:latin typeface="IBM Plex Mono SemiBold"/>
                <a:ea typeface="IBM Plex Mono SemiBold"/>
                <a:cs typeface="IBM Plex Mono SemiBold"/>
              </a:endParaRPr>
            </a:p>
          </p:txBody>
        </p:sp>
        <p:sp>
          <p:nvSpPr>
            <p:cNvPr id="36" name="node01.fork.label.part-2"/>
            <p:cNvSpPr/>
            <p:nvPr/>
          </p:nvSpPr>
          <p:spPr>
            <a:xfrm>
              <a:off x="3348228" y="1778000"/>
              <a:ext cx="2057400" cy="215900"/>
            </a:xfrm>
            <a:prstGeom prst="rect">
              <a:avLst/>
            </a:prstGeom>
            <a:noFill/>
            <a:ln/>
          </p:spPr>
          <p:txBody>
            <a:bodyPr wrap="square" lIns="0" tIns="0" rIns="0" bIns="0" rtlCol="0" anchor="t"/>
            <a:lstStyle/>
            <a:p>
              <a:pPr algn="ctr" indent="0" marL="0">
                <a:lnSpc>
                  <a:spcPts val="1680"/>
                </a:lnSpc>
                <a:buNone/>
              </a:pPr>
              <a:r>
                <a:rPr lang="en-US" sz="1400" spc="0" kern="0" b="0" i="0" dirty="0">
                  <a:solidFill>
                    <a:srgbClr val="070154"/>
                  </a:solidFill>
                  <a:latin typeface="IBM Plex Sans SemiBold"/>
                  <a:ea typeface="IBM Plex Sans SemiBold"/>
                  <a:cs typeface="IBM Plex Sans SemiBold"/>
                </a:rPr>
                <a:t>Foundation complete</a:t>
              </a:r>
              <a:endParaRPr lang="en-US" sz="1400" spc="0" kern="0" b="0" i="0" dirty="0">
                <a:solidFill>
                  <a:srgbClr val="070154"/>
                </a:solidFill>
                <a:latin typeface="IBM Plex Sans SemiBold"/>
                <a:ea typeface="IBM Plex Sans SemiBold"/>
                <a:cs typeface="IBM Plex Sans SemiBold"/>
              </a:endParaRPr>
            </a:p>
          </p:txBody>
        </p:sp>
        <p:sp>
          <p:nvSpPr>
            <p:cNvPr id="37" name="node01.fork.label.part-3"/>
            <p:cNvSpPr/>
            <p:nvPr/>
          </p:nvSpPr>
          <p:spPr>
            <a:xfrm>
              <a:off x="3348228" y="2019300"/>
              <a:ext cx="2057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Three tracks start together.</a:t>
              </a:r>
              <a:endParaRPr lang="en-US" sz="1200" spc="0" kern="0" b="0" i="0" dirty="0">
                <a:solidFill>
                  <a:srgbClr val="50658E"/>
                </a:solidFill>
                <a:latin typeface="IBM Plex Sans"/>
                <a:ea typeface="IBM Plex Sans"/>
                <a:cs typeface="IBM Plex Sans"/>
              </a:endParaRPr>
            </a:p>
          </p:txBody>
        </p:sp>
        <p:sp>
          <p:nvSpPr>
            <p:cNvPr id="38" name="node01.branches.source-001.title.part-1"/>
            <p:cNvSpPr/>
            <p:nvPr/>
          </p:nvSpPr>
          <p:spPr>
            <a:xfrm>
              <a:off x="6388675" y="1674368"/>
              <a:ext cx="4693853"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Patient access</a:t>
              </a:r>
              <a:endParaRPr lang="en-US" sz="1800" spc="-18" kern="0" b="0" i="0" dirty="0">
                <a:solidFill>
                  <a:srgbClr val="070154"/>
                </a:solidFill>
                <a:latin typeface="IBM Plex Sans SemiBold"/>
                <a:ea typeface="IBM Plex Sans SemiBold"/>
                <a:cs typeface="IBM Plex Sans SemiBold"/>
              </a:endParaRPr>
            </a:p>
          </p:txBody>
        </p:sp>
        <p:sp>
          <p:nvSpPr>
            <p:cNvPr id="39" name="node01.branches.source-001.tag"/>
            <p:cNvSpPr/>
            <p:nvPr/>
          </p:nvSpPr>
          <p:spPr>
            <a:xfrm>
              <a:off x="5748528" y="1760474"/>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A</a:t>
              </a:r>
              <a:endParaRPr lang="en-US" sz="900" spc="54" kern="0" b="0" i="0" dirty="0">
                <a:solidFill>
                  <a:srgbClr val="0047FF"/>
                </a:solidFill>
                <a:latin typeface="IBM Plex Mono SemiBold"/>
                <a:ea typeface="IBM Plex Mono SemiBold"/>
                <a:cs typeface="IBM Plex Mono SemiBold"/>
              </a:endParaRPr>
            </a:p>
          </p:txBody>
        </p:sp>
        <p:sp>
          <p:nvSpPr>
            <p:cNvPr id="40" name="node01.branches.source-001.milestones.source-001.pin"/>
            <p:cNvSpPr/>
            <p:nvPr/>
          </p:nvSpPr>
          <p:spPr>
            <a:xfrm>
              <a:off x="7105396" y="2001393"/>
              <a:ext cx="285750" cy="285750"/>
            </a:xfrm>
            <a:prstGeom prst="ellipse">
              <a:avLst/>
            </a:prstGeom>
            <a:solidFill>
              <a:srgbClr val="FFFFFF"/>
            </a:solidFill>
            <a:ln w="19050">
              <a:solidFill>
                <a:srgbClr val="070154"/>
              </a:solidFill>
              <a:prstDash val="solid"/>
            </a:ln>
          </p:spPr>
        </p:sp>
        <p:sp>
          <p:nvSpPr>
            <p:cNvPr id="41" name="node01.branches.source-001.milestones.source-001.number"/>
            <p:cNvSpPr/>
            <p:nvPr/>
          </p:nvSpPr>
          <p:spPr>
            <a:xfrm>
              <a:off x="7095871" y="19918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A1</a:t>
              </a:r>
              <a:endParaRPr lang="en-US" sz="1000" spc="0" kern="0" b="0" i="0" dirty="0">
                <a:solidFill>
                  <a:srgbClr val="070154"/>
                </a:solidFill>
                <a:latin typeface="IBM Plex Mono SemiBold"/>
                <a:ea typeface="IBM Plex Mono SemiBold"/>
                <a:cs typeface="IBM Plex Mono SemiBold"/>
              </a:endParaRPr>
            </a:p>
          </p:txBody>
        </p:sp>
        <p:sp>
          <p:nvSpPr>
            <p:cNvPr id="42" name="node01.branches.source-001.milestones.source-001.label.part-1"/>
            <p:cNvSpPr/>
            <p:nvPr/>
          </p:nvSpPr>
          <p:spPr>
            <a:xfrm>
              <a:off x="5951728" y="23728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43" name="node01.branches.source-001.milestones.source-001.label.part-2"/>
            <p:cNvSpPr/>
            <p:nvPr/>
          </p:nvSpPr>
          <p:spPr>
            <a:xfrm>
              <a:off x="5951728" y="25506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Self-scheduling</a:t>
              </a:r>
              <a:endParaRPr lang="en-US" sz="1200" spc="0" kern="0" b="0" i="0" dirty="0">
                <a:solidFill>
                  <a:srgbClr val="070154"/>
                </a:solidFill>
                <a:latin typeface="IBM Plex Sans SemiBold"/>
                <a:ea typeface="IBM Plex Sans SemiBold"/>
                <a:cs typeface="IBM Plex Sans SemiBold"/>
              </a:endParaRPr>
            </a:p>
          </p:txBody>
        </p:sp>
        <p:sp>
          <p:nvSpPr>
            <p:cNvPr id="44" name="node01.branches.source-001.milestones.source-001.label.part-3"/>
            <p:cNvSpPr/>
            <p:nvPr/>
          </p:nvSpPr>
          <p:spPr>
            <a:xfrm>
              <a:off x="5951728" y="27589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Primary care first.</a:t>
              </a:r>
              <a:endParaRPr lang="en-US" sz="1200" spc="0" kern="0" b="0" i="0" dirty="0">
                <a:solidFill>
                  <a:srgbClr val="070154"/>
                </a:solidFill>
                <a:latin typeface="IBM Plex Sans"/>
                <a:ea typeface="IBM Plex Sans"/>
                <a:cs typeface="IBM Plex Sans"/>
              </a:endParaRPr>
            </a:p>
          </p:txBody>
        </p:sp>
        <p:sp>
          <p:nvSpPr>
            <p:cNvPr id="45" name="node01.branches.source-001.milestones.source-002.pin"/>
            <p:cNvSpPr/>
            <p:nvPr/>
          </p:nvSpPr>
          <p:spPr>
            <a:xfrm>
              <a:off x="9800082" y="2001393"/>
              <a:ext cx="285750" cy="285750"/>
            </a:xfrm>
            <a:prstGeom prst="ellipse">
              <a:avLst/>
            </a:prstGeom>
            <a:solidFill>
              <a:srgbClr val="FFFFFF"/>
            </a:solidFill>
            <a:ln w="19050">
              <a:solidFill>
                <a:srgbClr val="070154"/>
              </a:solidFill>
              <a:prstDash val="solid"/>
            </a:ln>
          </p:spPr>
        </p:sp>
        <p:sp>
          <p:nvSpPr>
            <p:cNvPr id="46" name="node01.branches.source-001.milestones.source-002.number"/>
            <p:cNvSpPr/>
            <p:nvPr/>
          </p:nvSpPr>
          <p:spPr>
            <a:xfrm>
              <a:off x="9790557" y="19918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A2</a:t>
              </a:r>
              <a:endParaRPr lang="en-US" sz="1000" spc="0" kern="0" b="0" i="0" dirty="0">
                <a:solidFill>
                  <a:srgbClr val="070154"/>
                </a:solidFill>
                <a:latin typeface="IBM Plex Mono SemiBold"/>
                <a:ea typeface="IBM Plex Mono SemiBold"/>
                <a:cs typeface="IBM Plex Mono SemiBold"/>
              </a:endParaRPr>
            </a:p>
          </p:txBody>
        </p:sp>
        <p:sp>
          <p:nvSpPr>
            <p:cNvPr id="47" name="node01.branches.source-001.milestones.source-002.label.part-1"/>
            <p:cNvSpPr/>
            <p:nvPr/>
          </p:nvSpPr>
          <p:spPr>
            <a:xfrm>
              <a:off x="8646414" y="23728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48" name="node01.branches.source-001.milestones.source-002.label.part-2"/>
            <p:cNvSpPr/>
            <p:nvPr/>
          </p:nvSpPr>
          <p:spPr>
            <a:xfrm>
              <a:off x="8646414" y="25506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Digital intake</a:t>
              </a:r>
              <a:endParaRPr lang="en-US" sz="1200" spc="0" kern="0" b="0" i="0" dirty="0">
                <a:solidFill>
                  <a:srgbClr val="070154"/>
                </a:solidFill>
                <a:latin typeface="IBM Plex Sans SemiBold"/>
                <a:ea typeface="IBM Plex Sans SemiBold"/>
                <a:cs typeface="IBM Plex Sans SemiBold"/>
              </a:endParaRPr>
            </a:p>
          </p:txBody>
        </p:sp>
        <p:sp>
          <p:nvSpPr>
            <p:cNvPr id="49" name="node01.branches.source-001.milestones.source-002.label.part-3"/>
            <p:cNvSpPr/>
            <p:nvPr/>
          </p:nvSpPr>
          <p:spPr>
            <a:xfrm>
              <a:off x="8646414" y="27589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Forms before arrival.</a:t>
              </a:r>
              <a:endParaRPr lang="en-US" sz="1200" spc="0" kern="0" b="0" i="0" dirty="0">
                <a:solidFill>
                  <a:srgbClr val="070154"/>
                </a:solidFill>
                <a:latin typeface="IBM Plex Sans"/>
                <a:ea typeface="IBM Plex Sans"/>
                <a:cs typeface="IBM Plex Sans"/>
              </a:endParaRPr>
            </a:p>
          </p:txBody>
        </p:sp>
        <p:sp>
          <p:nvSpPr>
            <p:cNvPr id="50" name="node01.branches.source-002.title.part-1"/>
            <p:cNvSpPr/>
            <p:nvPr/>
          </p:nvSpPr>
          <p:spPr>
            <a:xfrm>
              <a:off x="6388675" y="2969768"/>
              <a:ext cx="4693853"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Revenue cycle</a:t>
              </a:r>
              <a:endParaRPr lang="en-US" sz="1800" spc="-18" kern="0" b="0" i="0" dirty="0">
                <a:solidFill>
                  <a:srgbClr val="070154"/>
                </a:solidFill>
                <a:latin typeface="IBM Plex Sans SemiBold"/>
                <a:ea typeface="IBM Plex Sans SemiBold"/>
                <a:cs typeface="IBM Plex Sans SemiBold"/>
              </a:endParaRPr>
            </a:p>
          </p:txBody>
        </p:sp>
        <p:sp>
          <p:nvSpPr>
            <p:cNvPr id="51" name="node01.branches.source-002.tag"/>
            <p:cNvSpPr/>
            <p:nvPr/>
          </p:nvSpPr>
          <p:spPr>
            <a:xfrm>
              <a:off x="5748528" y="3055874"/>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B</a:t>
              </a:r>
              <a:endParaRPr lang="en-US" sz="900" spc="54" kern="0" b="0" i="0" dirty="0">
                <a:solidFill>
                  <a:srgbClr val="0047FF"/>
                </a:solidFill>
                <a:latin typeface="IBM Plex Mono SemiBold"/>
                <a:ea typeface="IBM Plex Mono SemiBold"/>
                <a:cs typeface="IBM Plex Mono SemiBold"/>
              </a:endParaRPr>
            </a:p>
          </p:txBody>
        </p:sp>
        <p:sp>
          <p:nvSpPr>
            <p:cNvPr id="52" name="node01.branches.source-002.milestones.source-001.pin"/>
            <p:cNvSpPr/>
            <p:nvPr/>
          </p:nvSpPr>
          <p:spPr>
            <a:xfrm>
              <a:off x="7105396" y="3296793"/>
              <a:ext cx="285750" cy="285750"/>
            </a:xfrm>
            <a:prstGeom prst="ellipse">
              <a:avLst/>
            </a:prstGeom>
            <a:solidFill>
              <a:srgbClr val="FFFFFF"/>
            </a:solidFill>
            <a:ln w="19050">
              <a:solidFill>
                <a:srgbClr val="070154"/>
              </a:solidFill>
              <a:prstDash val="solid"/>
            </a:ln>
          </p:spPr>
        </p:sp>
        <p:sp>
          <p:nvSpPr>
            <p:cNvPr id="53" name="node01.branches.source-002.milestones.source-001.number"/>
            <p:cNvSpPr/>
            <p:nvPr/>
          </p:nvSpPr>
          <p:spPr>
            <a:xfrm>
              <a:off x="7095871" y="32872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B1</a:t>
              </a:r>
              <a:endParaRPr lang="en-US" sz="1000" spc="0" kern="0" b="0" i="0" dirty="0">
                <a:solidFill>
                  <a:srgbClr val="070154"/>
                </a:solidFill>
                <a:latin typeface="IBM Plex Mono SemiBold"/>
                <a:ea typeface="IBM Plex Mono SemiBold"/>
                <a:cs typeface="IBM Plex Mono SemiBold"/>
              </a:endParaRPr>
            </a:p>
          </p:txBody>
        </p:sp>
        <p:sp>
          <p:nvSpPr>
            <p:cNvPr id="54" name="node01.branches.source-002.milestones.source-001.label.part-1"/>
            <p:cNvSpPr/>
            <p:nvPr/>
          </p:nvSpPr>
          <p:spPr>
            <a:xfrm>
              <a:off x="5951728" y="36682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55" name="node01.branches.source-002.milestones.source-001.label.part-2"/>
            <p:cNvSpPr/>
            <p:nvPr/>
          </p:nvSpPr>
          <p:spPr>
            <a:xfrm>
              <a:off x="5951728" y="38460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Price estimates</a:t>
              </a:r>
              <a:endParaRPr lang="en-US" sz="1200" spc="0" kern="0" b="0" i="0" dirty="0">
                <a:solidFill>
                  <a:srgbClr val="070154"/>
                </a:solidFill>
                <a:latin typeface="IBM Plex Sans SemiBold"/>
                <a:ea typeface="IBM Plex Sans SemiBold"/>
                <a:cs typeface="IBM Plex Sans SemiBold"/>
              </a:endParaRPr>
            </a:p>
          </p:txBody>
        </p:sp>
        <p:sp>
          <p:nvSpPr>
            <p:cNvPr id="56" name="node01.branches.source-002.milestones.source-001.label.part-3"/>
            <p:cNvSpPr/>
            <p:nvPr/>
          </p:nvSpPr>
          <p:spPr>
            <a:xfrm>
              <a:off x="5951728" y="40543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Shown before booking.</a:t>
              </a:r>
              <a:endParaRPr lang="en-US" sz="1200" spc="0" kern="0" b="0" i="0" dirty="0">
                <a:solidFill>
                  <a:srgbClr val="070154"/>
                </a:solidFill>
                <a:latin typeface="IBM Plex Sans"/>
                <a:ea typeface="IBM Plex Sans"/>
                <a:cs typeface="IBM Plex Sans"/>
              </a:endParaRPr>
            </a:p>
          </p:txBody>
        </p:sp>
        <p:sp>
          <p:nvSpPr>
            <p:cNvPr id="57" name="node01.branches.source-002.milestones.source-002.pin"/>
            <p:cNvSpPr/>
            <p:nvPr/>
          </p:nvSpPr>
          <p:spPr>
            <a:xfrm>
              <a:off x="9800082" y="3296793"/>
              <a:ext cx="285750" cy="285750"/>
            </a:xfrm>
            <a:prstGeom prst="ellipse">
              <a:avLst/>
            </a:prstGeom>
            <a:solidFill>
              <a:srgbClr val="FFFFFF"/>
            </a:solidFill>
            <a:ln w="19050">
              <a:solidFill>
                <a:srgbClr val="070154"/>
              </a:solidFill>
              <a:prstDash val="solid"/>
            </a:ln>
          </p:spPr>
        </p:sp>
        <p:sp>
          <p:nvSpPr>
            <p:cNvPr id="58" name="node01.branches.source-002.milestones.source-002.number"/>
            <p:cNvSpPr/>
            <p:nvPr/>
          </p:nvSpPr>
          <p:spPr>
            <a:xfrm>
              <a:off x="9790557" y="32872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B2</a:t>
              </a:r>
              <a:endParaRPr lang="en-US" sz="1000" spc="0" kern="0" b="0" i="0" dirty="0">
                <a:solidFill>
                  <a:srgbClr val="070154"/>
                </a:solidFill>
                <a:latin typeface="IBM Plex Mono SemiBold"/>
                <a:ea typeface="IBM Plex Mono SemiBold"/>
                <a:cs typeface="IBM Plex Mono SemiBold"/>
              </a:endParaRPr>
            </a:p>
          </p:txBody>
        </p:sp>
        <p:sp>
          <p:nvSpPr>
            <p:cNvPr id="59" name="node01.branches.source-002.milestones.source-002.label.part-1"/>
            <p:cNvSpPr/>
            <p:nvPr/>
          </p:nvSpPr>
          <p:spPr>
            <a:xfrm>
              <a:off x="8646414" y="36682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60" name="node01.branches.source-002.milestones.source-002.label.part-2"/>
            <p:cNvSpPr/>
            <p:nvPr/>
          </p:nvSpPr>
          <p:spPr>
            <a:xfrm>
              <a:off x="8646414" y="38460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Online payment</a:t>
              </a:r>
              <a:endParaRPr lang="en-US" sz="1200" spc="0" kern="0" b="0" i="0" dirty="0">
                <a:solidFill>
                  <a:srgbClr val="070154"/>
                </a:solidFill>
                <a:latin typeface="IBM Plex Sans SemiBold"/>
                <a:ea typeface="IBM Plex Sans SemiBold"/>
                <a:cs typeface="IBM Plex Sans SemiBold"/>
              </a:endParaRPr>
            </a:p>
          </p:txBody>
        </p:sp>
        <p:sp>
          <p:nvSpPr>
            <p:cNvPr id="61" name="node01.branches.source-002.milestones.source-002.label.part-3"/>
            <p:cNvSpPr/>
            <p:nvPr/>
          </p:nvSpPr>
          <p:spPr>
            <a:xfrm>
              <a:off x="8646414" y="40543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Pay at the visit.</a:t>
              </a:r>
              <a:endParaRPr lang="en-US" sz="1200" spc="0" kern="0" b="0" i="0" dirty="0">
                <a:solidFill>
                  <a:srgbClr val="070154"/>
                </a:solidFill>
                <a:latin typeface="IBM Plex Sans"/>
                <a:ea typeface="IBM Plex Sans"/>
                <a:cs typeface="IBM Plex Sans"/>
              </a:endParaRPr>
            </a:p>
          </p:txBody>
        </p:sp>
        <p:sp>
          <p:nvSpPr>
            <p:cNvPr id="62" name="node01.branches.source-003.title.part-1"/>
            <p:cNvSpPr/>
            <p:nvPr/>
          </p:nvSpPr>
          <p:spPr>
            <a:xfrm>
              <a:off x="6388675" y="4265168"/>
              <a:ext cx="4693853"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Clinical operations</a:t>
              </a:r>
              <a:endParaRPr lang="en-US" sz="1800" spc="-18" kern="0" b="0" i="0" dirty="0">
                <a:solidFill>
                  <a:srgbClr val="070154"/>
                </a:solidFill>
                <a:latin typeface="IBM Plex Sans SemiBold"/>
                <a:ea typeface="IBM Plex Sans SemiBold"/>
                <a:cs typeface="IBM Plex Sans SemiBold"/>
              </a:endParaRPr>
            </a:p>
          </p:txBody>
        </p:sp>
        <p:sp>
          <p:nvSpPr>
            <p:cNvPr id="63" name="node01.branches.source-003.tag"/>
            <p:cNvSpPr/>
            <p:nvPr/>
          </p:nvSpPr>
          <p:spPr>
            <a:xfrm>
              <a:off x="5748528" y="4351274"/>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C</a:t>
              </a:r>
              <a:endParaRPr lang="en-US" sz="900" spc="54" kern="0" b="0" i="0" dirty="0">
                <a:solidFill>
                  <a:srgbClr val="0047FF"/>
                </a:solidFill>
                <a:latin typeface="IBM Plex Mono SemiBold"/>
                <a:ea typeface="IBM Plex Mono SemiBold"/>
                <a:cs typeface="IBM Plex Mono SemiBold"/>
              </a:endParaRPr>
            </a:p>
          </p:txBody>
        </p:sp>
        <p:sp>
          <p:nvSpPr>
            <p:cNvPr id="64" name="node01.branches.source-003.milestones.source-001.pin"/>
            <p:cNvSpPr/>
            <p:nvPr/>
          </p:nvSpPr>
          <p:spPr>
            <a:xfrm>
              <a:off x="7105396" y="4592193"/>
              <a:ext cx="285750" cy="285750"/>
            </a:xfrm>
            <a:prstGeom prst="ellipse">
              <a:avLst/>
            </a:prstGeom>
            <a:solidFill>
              <a:srgbClr val="FFFFFF"/>
            </a:solidFill>
            <a:ln w="19050">
              <a:solidFill>
                <a:srgbClr val="070154"/>
              </a:solidFill>
              <a:prstDash val="solid"/>
            </a:ln>
          </p:spPr>
        </p:sp>
        <p:sp>
          <p:nvSpPr>
            <p:cNvPr id="65" name="node01.branches.source-003.milestones.source-001.number"/>
            <p:cNvSpPr/>
            <p:nvPr/>
          </p:nvSpPr>
          <p:spPr>
            <a:xfrm>
              <a:off x="7095871" y="45826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C1</a:t>
              </a:r>
              <a:endParaRPr lang="en-US" sz="1000" spc="0" kern="0" b="0" i="0" dirty="0">
                <a:solidFill>
                  <a:srgbClr val="070154"/>
                </a:solidFill>
                <a:latin typeface="IBM Plex Mono SemiBold"/>
                <a:ea typeface="IBM Plex Mono SemiBold"/>
                <a:cs typeface="IBM Plex Mono SemiBold"/>
              </a:endParaRPr>
            </a:p>
          </p:txBody>
        </p:sp>
        <p:sp>
          <p:nvSpPr>
            <p:cNvPr id="66" name="node01.branches.source-003.milestones.source-001.label.part-1"/>
            <p:cNvSpPr/>
            <p:nvPr/>
          </p:nvSpPr>
          <p:spPr>
            <a:xfrm>
              <a:off x="5951728" y="49636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67" name="node01.branches.source-003.milestones.source-001.label.part-2"/>
            <p:cNvSpPr/>
            <p:nvPr/>
          </p:nvSpPr>
          <p:spPr>
            <a:xfrm>
              <a:off x="5951728" y="51414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Referral tracking</a:t>
              </a:r>
              <a:endParaRPr lang="en-US" sz="1200" spc="0" kern="0" b="0" i="0" dirty="0">
                <a:solidFill>
                  <a:srgbClr val="070154"/>
                </a:solidFill>
                <a:latin typeface="IBM Plex Sans SemiBold"/>
                <a:ea typeface="IBM Plex Sans SemiBold"/>
                <a:cs typeface="IBM Plex Sans SemiBold"/>
              </a:endParaRPr>
            </a:p>
          </p:txBody>
        </p:sp>
        <p:sp>
          <p:nvSpPr>
            <p:cNvPr id="68" name="node01.branches.source-003.milestones.source-001.label.part-3"/>
            <p:cNvSpPr/>
            <p:nvPr/>
          </p:nvSpPr>
          <p:spPr>
            <a:xfrm>
              <a:off x="5951728" y="53497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status view.</a:t>
              </a:r>
              <a:endParaRPr lang="en-US" sz="1200" spc="0" kern="0" b="0" i="0" dirty="0">
                <a:solidFill>
                  <a:srgbClr val="070154"/>
                </a:solidFill>
                <a:latin typeface="IBM Plex Sans"/>
                <a:ea typeface="IBM Plex Sans"/>
                <a:cs typeface="IBM Plex Sans"/>
              </a:endParaRPr>
            </a:p>
          </p:txBody>
        </p:sp>
        <p:sp>
          <p:nvSpPr>
            <p:cNvPr id="69" name="node01.branches.source-003.milestones.source-002.pin"/>
            <p:cNvSpPr/>
            <p:nvPr/>
          </p:nvSpPr>
          <p:spPr>
            <a:xfrm>
              <a:off x="9800082" y="4592193"/>
              <a:ext cx="285750" cy="285750"/>
            </a:xfrm>
            <a:prstGeom prst="ellipse">
              <a:avLst/>
            </a:prstGeom>
            <a:solidFill>
              <a:srgbClr val="FFFFFF"/>
            </a:solidFill>
            <a:ln w="19050">
              <a:solidFill>
                <a:srgbClr val="070154"/>
              </a:solidFill>
              <a:prstDash val="solid"/>
            </a:ln>
          </p:spPr>
        </p:sp>
        <p:sp>
          <p:nvSpPr>
            <p:cNvPr id="70" name="node01.branches.source-003.milestones.source-002.number"/>
            <p:cNvSpPr/>
            <p:nvPr/>
          </p:nvSpPr>
          <p:spPr>
            <a:xfrm>
              <a:off x="9790557" y="45826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C2</a:t>
              </a:r>
              <a:endParaRPr lang="en-US" sz="1000" spc="0" kern="0" b="0" i="0" dirty="0">
                <a:solidFill>
                  <a:srgbClr val="070154"/>
                </a:solidFill>
                <a:latin typeface="IBM Plex Mono SemiBold"/>
                <a:ea typeface="IBM Plex Mono SemiBold"/>
                <a:cs typeface="IBM Plex Mono SemiBold"/>
              </a:endParaRPr>
            </a:p>
          </p:txBody>
        </p:sp>
        <p:sp>
          <p:nvSpPr>
            <p:cNvPr id="71" name="node01.branches.source-003.milestones.source-002.label.part-1"/>
            <p:cNvSpPr/>
            <p:nvPr/>
          </p:nvSpPr>
          <p:spPr>
            <a:xfrm>
              <a:off x="8646414" y="49636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2028</a:t>
              </a:r>
              <a:endParaRPr lang="en-US" sz="900" spc="54" kern="0" b="0" i="0" dirty="0">
                <a:solidFill>
                  <a:srgbClr val="0047FF"/>
                </a:solidFill>
                <a:latin typeface="IBM Plex Mono SemiBold"/>
                <a:ea typeface="IBM Plex Mono SemiBold"/>
                <a:cs typeface="IBM Plex Mono SemiBold"/>
              </a:endParaRPr>
            </a:p>
          </p:txBody>
        </p:sp>
        <p:sp>
          <p:nvSpPr>
            <p:cNvPr id="72" name="node01.branches.source-003.milestones.source-002.label.part-2"/>
            <p:cNvSpPr/>
            <p:nvPr/>
          </p:nvSpPr>
          <p:spPr>
            <a:xfrm>
              <a:off x="8646414" y="51414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Care plans</a:t>
              </a:r>
              <a:endParaRPr lang="en-US" sz="1200" spc="0" kern="0" b="0" i="0" dirty="0">
                <a:solidFill>
                  <a:srgbClr val="070154"/>
                </a:solidFill>
                <a:latin typeface="IBM Plex Sans SemiBold"/>
                <a:ea typeface="IBM Plex Sans SemiBold"/>
                <a:cs typeface="IBM Plex Sans SemiBold"/>
              </a:endParaRPr>
            </a:p>
          </p:txBody>
        </p:sp>
        <p:sp>
          <p:nvSpPr>
            <p:cNvPr id="73" name="node01.branches.source-003.milestones.source-002.label.part-3"/>
            <p:cNvSpPr/>
            <p:nvPr/>
          </p:nvSpPr>
          <p:spPr>
            <a:xfrm>
              <a:off x="8646414" y="53497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Shared in the app.</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ource-42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You must choose: buy, build or partner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82</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723900" y="1600200"/>
            <a:ext cx="10744200" cy="3940048"/>
            <a:chOff x="723900" y="1600200"/>
            <a:chExt cx="10744200" cy="3940048"/>
          </a:xfrm>
        </p:grpSpPr>
        <p:sp>
          <p:nvSpPr>
            <p:cNvPr id="7" name="node01.trunk.road"/>
            <p:cNvSpPr/>
            <p:nvPr/>
          </p:nvSpPr>
          <p:spPr>
            <a:xfrm>
              <a:off x="901700" y="3543300"/>
              <a:ext cx="3475228" cy="0"/>
            </a:xfrm>
            <a:custGeom>
              <a:avLst/>
              <a:gdLst/>
              <a:ahLst/>
              <a:cxnLst/>
              <a:rect l="l" t="t" r="r" b="b"/>
              <a:pathLst>
                <a:path w="3475228">
                  <a:moveTo>
                    <a:pt x="0" y="0"/>
                  </a:moveTo>
                  <a:lnTo>
                    <a:pt x="3475228" y="0"/>
                  </a:lnTo>
                </a:path>
              </a:pathLst>
            </a:custGeom>
            <a:ln w="228600">
              <a:solidFill>
                <a:srgbClr val="070154"/>
              </a:solidFill>
              <a:prstDash val="solid"/>
              <a:round/>
            </a:ln>
          </p:spPr>
        </p:sp>
        <p:sp>
          <p:nvSpPr>
            <p:cNvPr id="8" name="node01.trunk.road.cap-1"/>
            <p:cNvSpPr/>
            <p:nvPr/>
          </p:nvSpPr>
          <p:spPr>
            <a:xfrm>
              <a:off x="787400" y="3429000"/>
              <a:ext cx="228600" cy="228600"/>
            </a:xfrm>
            <a:prstGeom prst="ellipse">
              <a:avLst/>
            </a:prstGeom>
            <a:solidFill>
              <a:srgbClr val="070154"/>
            </a:solidFill>
            <a:ln>
              <a:noFill/>
            </a:ln>
          </p:spPr>
        </p:sp>
        <p:sp>
          <p:nvSpPr>
            <p:cNvPr id="9" name="node01.trunk.road.cap-2"/>
            <p:cNvSpPr/>
            <p:nvPr/>
          </p:nvSpPr>
          <p:spPr>
            <a:xfrm>
              <a:off x="4262628" y="3429000"/>
              <a:ext cx="228600" cy="228600"/>
            </a:xfrm>
            <a:prstGeom prst="ellipse">
              <a:avLst/>
            </a:prstGeom>
            <a:solidFill>
              <a:srgbClr val="070154"/>
            </a:solidFill>
            <a:ln>
              <a:noFill/>
            </a:ln>
          </p:spPr>
        </p:sp>
        <p:sp>
          <p:nvSpPr>
            <p:cNvPr id="10" name="node01.trunk.centerline"/>
            <p:cNvSpPr/>
            <p:nvPr/>
          </p:nvSpPr>
          <p:spPr>
            <a:xfrm>
              <a:off x="901700" y="3543300"/>
              <a:ext cx="3475228" cy="0"/>
            </a:xfrm>
            <a:custGeom>
              <a:avLst/>
              <a:gdLst/>
              <a:ahLst/>
              <a:cxnLst/>
              <a:rect l="l" t="t" r="r" b="b"/>
              <a:pathLst>
                <a:path w="3475228">
                  <a:moveTo>
                    <a:pt x="0" y="0"/>
                  </a:moveTo>
                  <a:lnTo>
                    <a:pt x="88900" y="0"/>
                  </a:lnTo>
                  <a:moveTo>
                    <a:pt x="177800" y="0"/>
                  </a:moveTo>
                  <a:lnTo>
                    <a:pt x="266700" y="0"/>
                  </a:lnTo>
                  <a:moveTo>
                    <a:pt x="355600" y="0"/>
                  </a:moveTo>
                  <a:lnTo>
                    <a:pt x="444500" y="0"/>
                  </a:lnTo>
                  <a:moveTo>
                    <a:pt x="533400" y="0"/>
                  </a:moveTo>
                  <a:lnTo>
                    <a:pt x="622300" y="0"/>
                  </a:lnTo>
                  <a:moveTo>
                    <a:pt x="711200" y="0"/>
                  </a:moveTo>
                  <a:lnTo>
                    <a:pt x="800100" y="0"/>
                  </a:lnTo>
                  <a:moveTo>
                    <a:pt x="889000" y="0"/>
                  </a:moveTo>
                  <a:lnTo>
                    <a:pt x="977900" y="0"/>
                  </a:lnTo>
                  <a:moveTo>
                    <a:pt x="1066800" y="0"/>
                  </a:moveTo>
                  <a:lnTo>
                    <a:pt x="1155700" y="0"/>
                  </a:lnTo>
                  <a:moveTo>
                    <a:pt x="1244600" y="0"/>
                  </a:moveTo>
                  <a:lnTo>
                    <a:pt x="1333500" y="0"/>
                  </a:lnTo>
                  <a:moveTo>
                    <a:pt x="1422400" y="0"/>
                  </a:moveTo>
                  <a:lnTo>
                    <a:pt x="1511300" y="0"/>
                  </a:lnTo>
                  <a:moveTo>
                    <a:pt x="1600200" y="0"/>
                  </a:moveTo>
                  <a:lnTo>
                    <a:pt x="1689100" y="0"/>
                  </a:lnTo>
                  <a:moveTo>
                    <a:pt x="1778000" y="0"/>
                  </a:moveTo>
                  <a:lnTo>
                    <a:pt x="1866900" y="0"/>
                  </a:lnTo>
                  <a:moveTo>
                    <a:pt x="1955800" y="0"/>
                  </a:moveTo>
                  <a:lnTo>
                    <a:pt x="2044700" y="0"/>
                  </a:lnTo>
                  <a:moveTo>
                    <a:pt x="2133600" y="0"/>
                  </a:moveTo>
                  <a:lnTo>
                    <a:pt x="2222500" y="0"/>
                  </a:lnTo>
                  <a:moveTo>
                    <a:pt x="2311400" y="0"/>
                  </a:moveTo>
                  <a:lnTo>
                    <a:pt x="2400300" y="0"/>
                  </a:lnTo>
                  <a:moveTo>
                    <a:pt x="2489200" y="0"/>
                  </a:moveTo>
                  <a:lnTo>
                    <a:pt x="2578100" y="0"/>
                  </a:lnTo>
                  <a:moveTo>
                    <a:pt x="2667000" y="0"/>
                  </a:moveTo>
                  <a:lnTo>
                    <a:pt x="2755900" y="0"/>
                  </a:lnTo>
                  <a:moveTo>
                    <a:pt x="2844800" y="0"/>
                  </a:moveTo>
                  <a:lnTo>
                    <a:pt x="2933700" y="0"/>
                  </a:lnTo>
                  <a:moveTo>
                    <a:pt x="3022600" y="0"/>
                  </a:moveTo>
                  <a:lnTo>
                    <a:pt x="3111500" y="0"/>
                  </a:lnTo>
                  <a:moveTo>
                    <a:pt x="3200400" y="0"/>
                  </a:moveTo>
                  <a:lnTo>
                    <a:pt x="3289300" y="0"/>
                  </a:lnTo>
                  <a:moveTo>
                    <a:pt x="3378200" y="0"/>
                  </a:moveTo>
                  <a:lnTo>
                    <a:pt x="3467100" y="0"/>
                  </a:lnTo>
                </a:path>
              </a:pathLst>
            </a:custGeom>
            <a:ln w="19050">
              <a:solidFill>
                <a:srgbClr val="FFFFFF"/>
              </a:solidFill>
              <a:prstDash val="solid"/>
              <a:round/>
            </a:ln>
          </p:spPr>
        </p:sp>
        <p:sp>
          <p:nvSpPr>
            <p:cNvPr id="11" name="node01.branches.source-001.road"/>
            <p:cNvSpPr/>
            <p:nvPr/>
          </p:nvSpPr>
          <p:spPr>
            <a:xfrm>
              <a:off x="4376928" y="2144268"/>
              <a:ext cx="6913372" cy="1399032"/>
            </a:xfrm>
            <a:custGeom>
              <a:avLst/>
              <a:gdLst/>
              <a:ahLst/>
              <a:cxnLst/>
              <a:rect l="l" t="t" r="r" b="b"/>
              <a:pathLst>
                <a:path w="6913372" h="1399032">
                  <a:moveTo>
                    <a:pt x="0" y="1399032"/>
                  </a:moveTo>
                  <a:cubicBezTo>
                    <a:pt x="754380" y="1399032"/>
                    <a:pt x="617220" y="0"/>
                    <a:pt x="1371600" y="0"/>
                  </a:cubicBezTo>
                  <a:lnTo>
                    <a:pt x="6913372" y="0"/>
                  </a:lnTo>
                </a:path>
              </a:pathLst>
            </a:custGeom>
            <a:ln w="228600">
              <a:solidFill>
                <a:srgbClr val="50658E"/>
              </a:solidFill>
              <a:prstDash val="solid"/>
              <a:round/>
            </a:ln>
          </p:spPr>
        </p:sp>
        <p:sp>
          <p:nvSpPr>
            <p:cNvPr id="12" name="node01.branches.source-001.road.cap-1"/>
            <p:cNvSpPr/>
            <p:nvPr/>
          </p:nvSpPr>
          <p:spPr>
            <a:xfrm>
              <a:off x="4262628" y="3429000"/>
              <a:ext cx="228600" cy="228600"/>
            </a:xfrm>
            <a:prstGeom prst="ellipse">
              <a:avLst/>
            </a:prstGeom>
            <a:solidFill>
              <a:srgbClr val="50658E"/>
            </a:solidFill>
            <a:ln>
              <a:noFill/>
            </a:ln>
          </p:spPr>
        </p:sp>
        <p:sp>
          <p:nvSpPr>
            <p:cNvPr id="13" name="node01.branches.source-001.road.cap-2"/>
            <p:cNvSpPr/>
            <p:nvPr/>
          </p:nvSpPr>
          <p:spPr>
            <a:xfrm>
              <a:off x="11176000" y="2029968"/>
              <a:ext cx="228600" cy="228600"/>
            </a:xfrm>
            <a:prstGeom prst="ellipse">
              <a:avLst/>
            </a:prstGeom>
            <a:solidFill>
              <a:srgbClr val="50658E"/>
            </a:solidFill>
            <a:ln>
              <a:noFill/>
            </a:ln>
          </p:spPr>
        </p:sp>
        <p:sp>
          <p:nvSpPr>
            <p:cNvPr id="14" name="node01.branches.source-001.centerline"/>
            <p:cNvSpPr/>
            <p:nvPr/>
          </p:nvSpPr>
          <p:spPr>
            <a:xfrm>
              <a:off x="4376928" y="2144268"/>
              <a:ext cx="6913372" cy="1399032"/>
            </a:xfrm>
            <a:custGeom>
              <a:avLst/>
              <a:gdLst/>
              <a:ahLst/>
              <a:cxnLst/>
              <a:rect l="l" t="t" r="r" b="b"/>
              <a:pathLst>
                <a:path w="6913372" h="1399032">
                  <a:moveTo>
                    <a:pt x="0" y="1399032"/>
                  </a:moveTo>
                  <a:cubicBezTo>
                    <a:pt x="12952" y="1399032"/>
                    <a:pt x="25640" y="1398620"/>
                    <a:pt x="38075" y="1397809"/>
                  </a:cubicBezTo>
                  <a:moveTo>
                    <a:pt x="101052" y="1389975"/>
                  </a:moveTo>
                  <a:cubicBezTo>
                    <a:pt x="113716" y="1387612"/>
                    <a:pt x="126095" y="1384801"/>
                    <a:pt x="138201" y="1381561"/>
                  </a:cubicBezTo>
                  <a:moveTo>
                    <a:pt x="198281" y="1361148"/>
                  </a:moveTo>
                  <a:cubicBezTo>
                    <a:pt x="210077" y="1356243"/>
                    <a:pt x="221593" y="1350899"/>
                    <a:pt x="232842" y="1345136"/>
                  </a:cubicBezTo>
                  <a:moveTo>
                    <a:pt x="287354" y="1312650"/>
                  </a:moveTo>
                  <a:cubicBezTo>
                    <a:pt x="297817" y="1305496"/>
                    <a:pt x="308033" y="1297955"/>
                    <a:pt x="318016" y="1290049"/>
                  </a:cubicBezTo>
                  <a:moveTo>
                    <a:pt x="365595" y="1248039"/>
                  </a:moveTo>
                  <a:cubicBezTo>
                    <a:pt x="374617" y="1239216"/>
                    <a:pt x="383441" y="1230082"/>
                    <a:pt x="392079" y="1220656"/>
                  </a:cubicBezTo>
                  <a:moveTo>
                    <a:pt x="433033" y="1172149"/>
                  </a:moveTo>
                  <a:cubicBezTo>
                    <a:pt x="440792" y="1162215"/>
                    <a:pt x="448399" y="1152043"/>
                    <a:pt x="455865" y="1141650"/>
                  </a:cubicBezTo>
                  <a:moveTo>
                    <a:pt x="491383" y="1089023"/>
                  </a:moveTo>
                  <a:cubicBezTo>
                    <a:pt x="498151" y="1078380"/>
                    <a:pt x="504808" y="1067561"/>
                    <a:pt x="511361" y="1056582"/>
                  </a:cubicBezTo>
                  <a:moveTo>
                    <a:pt x="542790" y="1001410"/>
                  </a:moveTo>
                  <a:cubicBezTo>
                    <a:pt x="548834" y="990320"/>
                    <a:pt x="554799" y="979105"/>
                    <a:pt x="560693" y="967779"/>
                  </a:cubicBezTo>
                  <a:moveTo>
                    <a:pt x="589246" y="911063"/>
                  </a:moveTo>
                  <a:cubicBezTo>
                    <a:pt x="594797" y="899694"/>
                    <a:pt x="600295" y="888243"/>
                    <a:pt x="605750" y="876723"/>
                  </a:cubicBezTo>
                  <a:moveTo>
                    <a:pt x="632468" y="819118"/>
                  </a:moveTo>
                  <a:cubicBezTo>
                    <a:pt x="637722" y="807584"/>
                    <a:pt x="642947" y="796006"/>
                    <a:pt x="648152" y="784396"/>
                  </a:cubicBezTo>
                  <a:moveTo>
                    <a:pt x="673946" y="726371"/>
                  </a:moveTo>
                  <a:cubicBezTo>
                    <a:pt x="679078" y="714758"/>
                    <a:pt x="684203" y="703135"/>
                    <a:pt x="689330" y="691515"/>
                  </a:cubicBezTo>
                  <a:moveTo>
                    <a:pt x="715040" y="633452"/>
                  </a:moveTo>
                  <a:cubicBezTo>
                    <a:pt x="720216" y="621834"/>
                    <a:pt x="725407" y="610240"/>
                    <a:pt x="730623" y="598684"/>
                  </a:cubicBezTo>
                  <a:moveTo>
                    <a:pt x="757083" y="540961"/>
                  </a:moveTo>
                  <a:cubicBezTo>
                    <a:pt x="762472" y="529415"/>
                    <a:pt x="767900" y="517930"/>
                    <a:pt x="773376" y="506520"/>
                  </a:cubicBezTo>
                  <a:moveTo>
                    <a:pt x="801478" y="449578"/>
                  </a:moveTo>
                  <a:cubicBezTo>
                    <a:pt x="807266" y="438203"/>
                    <a:pt x="813119" y="426929"/>
                    <a:pt x="819046" y="415771"/>
                  </a:cubicBezTo>
                  <a:moveTo>
                    <a:pt x="849799" y="360219"/>
                  </a:moveTo>
                  <a:cubicBezTo>
                    <a:pt x="856200" y="349153"/>
                    <a:pt x="862695" y="338237"/>
                    <a:pt x="869297" y="327487"/>
                  </a:cubicBezTo>
                  <a:moveTo>
                    <a:pt x="903879" y="274238"/>
                  </a:moveTo>
                  <a:cubicBezTo>
                    <a:pt x="911138" y="263701"/>
                    <a:pt x="918530" y="253371"/>
                    <a:pt x="926065" y="243267"/>
                  </a:cubicBezTo>
                  <a:moveTo>
                    <a:pt x="965808" y="193760"/>
                  </a:moveTo>
                  <a:cubicBezTo>
                    <a:pt x="974189" y="184099"/>
                    <a:pt x="982747" y="174714"/>
                    <a:pt x="991493" y="165626"/>
                  </a:cubicBezTo>
                  <a:moveTo>
                    <a:pt x="1037660" y="122065"/>
                  </a:moveTo>
                  <a:cubicBezTo>
                    <a:pt x="1047367" y="113799"/>
                    <a:pt x="1057297" y="105884"/>
                    <a:pt x="1067464" y="98341"/>
                  </a:cubicBezTo>
                  <a:moveTo>
                    <a:pt x="1120619" y="63676"/>
                  </a:moveTo>
                  <a:cubicBezTo>
                    <a:pt x="1131636" y="57435"/>
                    <a:pt x="1142913" y="51604"/>
                    <a:pt x="1154466" y="46205"/>
                  </a:cubicBezTo>
                  <a:moveTo>
                    <a:pt x="1213610" y="23220"/>
                  </a:moveTo>
                  <a:cubicBezTo>
                    <a:pt x="1225586" y="19461"/>
                    <a:pt x="1237836" y="16132"/>
                    <a:pt x="1250372" y="13253"/>
                  </a:cubicBezTo>
                  <a:moveTo>
                    <a:pt x="1312989" y="2945"/>
                  </a:moveTo>
                  <a:cubicBezTo>
                    <a:pt x="1325395" y="1669"/>
                    <a:pt x="1338060" y="801"/>
                    <a:pt x="1350993" y="353"/>
                  </a:cubicBezTo>
                  <a:moveTo>
                    <a:pt x="1414491" y="0"/>
                  </a:moveTo>
                  <a:lnTo>
                    <a:pt x="1452591" y="0"/>
                  </a:lnTo>
                  <a:moveTo>
                    <a:pt x="1516091" y="0"/>
                  </a:moveTo>
                  <a:lnTo>
                    <a:pt x="1554191" y="0"/>
                  </a:lnTo>
                  <a:moveTo>
                    <a:pt x="1617691" y="0"/>
                  </a:moveTo>
                  <a:lnTo>
                    <a:pt x="1655791" y="0"/>
                  </a:lnTo>
                  <a:moveTo>
                    <a:pt x="1719291" y="0"/>
                  </a:moveTo>
                  <a:lnTo>
                    <a:pt x="1757391" y="0"/>
                  </a:lnTo>
                  <a:moveTo>
                    <a:pt x="1820891" y="0"/>
                  </a:moveTo>
                  <a:lnTo>
                    <a:pt x="1858991" y="0"/>
                  </a:lnTo>
                  <a:moveTo>
                    <a:pt x="1922491" y="0"/>
                  </a:moveTo>
                  <a:lnTo>
                    <a:pt x="1960591" y="0"/>
                  </a:lnTo>
                  <a:moveTo>
                    <a:pt x="2024091" y="0"/>
                  </a:moveTo>
                  <a:lnTo>
                    <a:pt x="2062191" y="0"/>
                  </a:lnTo>
                  <a:moveTo>
                    <a:pt x="2125691" y="0"/>
                  </a:moveTo>
                  <a:lnTo>
                    <a:pt x="2163791" y="0"/>
                  </a:lnTo>
                  <a:moveTo>
                    <a:pt x="2227291" y="0"/>
                  </a:moveTo>
                  <a:lnTo>
                    <a:pt x="2265391" y="0"/>
                  </a:lnTo>
                  <a:moveTo>
                    <a:pt x="2328891" y="0"/>
                  </a:moveTo>
                  <a:lnTo>
                    <a:pt x="2366991" y="0"/>
                  </a:lnTo>
                  <a:moveTo>
                    <a:pt x="2430491" y="0"/>
                  </a:moveTo>
                  <a:lnTo>
                    <a:pt x="2468591" y="0"/>
                  </a:lnTo>
                  <a:moveTo>
                    <a:pt x="2532091" y="0"/>
                  </a:moveTo>
                  <a:lnTo>
                    <a:pt x="2570191" y="0"/>
                  </a:lnTo>
                  <a:moveTo>
                    <a:pt x="2633691" y="0"/>
                  </a:moveTo>
                  <a:lnTo>
                    <a:pt x="2671791" y="0"/>
                  </a:lnTo>
                  <a:moveTo>
                    <a:pt x="2735291" y="0"/>
                  </a:moveTo>
                  <a:lnTo>
                    <a:pt x="2773391" y="0"/>
                  </a:lnTo>
                  <a:moveTo>
                    <a:pt x="2836891" y="0"/>
                  </a:moveTo>
                  <a:lnTo>
                    <a:pt x="2874991" y="0"/>
                  </a:lnTo>
                  <a:moveTo>
                    <a:pt x="2938491" y="0"/>
                  </a:moveTo>
                  <a:lnTo>
                    <a:pt x="2976591" y="0"/>
                  </a:lnTo>
                  <a:moveTo>
                    <a:pt x="3040091" y="0"/>
                  </a:moveTo>
                  <a:lnTo>
                    <a:pt x="3078191" y="0"/>
                  </a:lnTo>
                  <a:moveTo>
                    <a:pt x="3141691" y="0"/>
                  </a:moveTo>
                  <a:lnTo>
                    <a:pt x="3179791" y="0"/>
                  </a:lnTo>
                  <a:moveTo>
                    <a:pt x="3243291" y="0"/>
                  </a:moveTo>
                  <a:lnTo>
                    <a:pt x="3281391" y="0"/>
                  </a:lnTo>
                  <a:moveTo>
                    <a:pt x="3344891" y="0"/>
                  </a:moveTo>
                  <a:lnTo>
                    <a:pt x="3382991" y="0"/>
                  </a:lnTo>
                  <a:moveTo>
                    <a:pt x="3446491" y="0"/>
                  </a:moveTo>
                  <a:lnTo>
                    <a:pt x="3484591" y="0"/>
                  </a:lnTo>
                  <a:moveTo>
                    <a:pt x="3548091" y="0"/>
                  </a:moveTo>
                  <a:lnTo>
                    <a:pt x="3586191" y="0"/>
                  </a:lnTo>
                  <a:moveTo>
                    <a:pt x="3649691" y="0"/>
                  </a:moveTo>
                  <a:lnTo>
                    <a:pt x="3687791" y="0"/>
                  </a:lnTo>
                  <a:moveTo>
                    <a:pt x="3751291" y="0"/>
                  </a:moveTo>
                  <a:lnTo>
                    <a:pt x="3789391" y="0"/>
                  </a:lnTo>
                  <a:moveTo>
                    <a:pt x="3852891" y="0"/>
                  </a:moveTo>
                  <a:lnTo>
                    <a:pt x="3890991" y="0"/>
                  </a:lnTo>
                  <a:moveTo>
                    <a:pt x="3954491" y="0"/>
                  </a:moveTo>
                  <a:lnTo>
                    <a:pt x="3992591" y="0"/>
                  </a:lnTo>
                  <a:moveTo>
                    <a:pt x="4056091" y="0"/>
                  </a:moveTo>
                  <a:lnTo>
                    <a:pt x="4094191" y="0"/>
                  </a:lnTo>
                  <a:moveTo>
                    <a:pt x="4157691" y="0"/>
                  </a:moveTo>
                  <a:lnTo>
                    <a:pt x="4195791" y="0"/>
                  </a:lnTo>
                  <a:moveTo>
                    <a:pt x="4259291" y="0"/>
                  </a:moveTo>
                  <a:lnTo>
                    <a:pt x="4297391" y="0"/>
                  </a:lnTo>
                  <a:moveTo>
                    <a:pt x="4360891" y="0"/>
                  </a:moveTo>
                  <a:lnTo>
                    <a:pt x="4398991" y="0"/>
                  </a:lnTo>
                  <a:moveTo>
                    <a:pt x="4462491" y="0"/>
                  </a:moveTo>
                  <a:lnTo>
                    <a:pt x="4500591" y="0"/>
                  </a:lnTo>
                  <a:moveTo>
                    <a:pt x="4564091" y="0"/>
                  </a:moveTo>
                  <a:lnTo>
                    <a:pt x="4602191" y="0"/>
                  </a:lnTo>
                  <a:moveTo>
                    <a:pt x="4665691" y="0"/>
                  </a:moveTo>
                  <a:lnTo>
                    <a:pt x="4703791" y="0"/>
                  </a:lnTo>
                  <a:moveTo>
                    <a:pt x="4767291" y="0"/>
                  </a:moveTo>
                  <a:lnTo>
                    <a:pt x="4805391" y="0"/>
                  </a:lnTo>
                  <a:moveTo>
                    <a:pt x="4868891" y="0"/>
                  </a:moveTo>
                  <a:lnTo>
                    <a:pt x="4906991" y="0"/>
                  </a:lnTo>
                  <a:moveTo>
                    <a:pt x="4970491" y="0"/>
                  </a:moveTo>
                  <a:lnTo>
                    <a:pt x="5008591" y="0"/>
                  </a:lnTo>
                  <a:moveTo>
                    <a:pt x="5072091" y="0"/>
                  </a:moveTo>
                  <a:lnTo>
                    <a:pt x="5110191" y="0"/>
                  </a:lnTo>
                  <a:moveTo>
                    <a:pt x="5173691" y="0"/>
                  </a:moveTo>
                  <a:lnTo>
                    <a:pt x="5211791" y="0"/>
                  </a:lnTo>
                  <a:moveTo>
                    <a:pt x="5275291" y="0"/>
                  </a:moveTo>
                  <a:lnTo>
                    <a:pt x="5313391" y="0"/>
                  </a:lnTo>
                  <a:moveTo>
                    <a:pt x="5376891" y="0"/>
                  </a:moveTo>
                  <a:lnTo>
                    <a:pt x="5414991" y="0"/>
                  </a:lnTo>
                  <a:moveTo>
                    <a:pt x="5478491" y="0"/>
                  </a:moveTo>
                  <a:lnTo>
                    <a:pt x="5516591" y="0"/>
                  </a:lnTo>
                  <a:moveTo>
                    <a:pt x="5580091" y="0"/>
                  </a:moveTo>
                  <a:lnTo>
                    <a:pt x="5618191" y="0"/>
                  </a:lnTo>
                  <a:moveTo>
                    <a:pt x="5681691" y="0"/>
                  </a:moveTo>
                  <a:lnTo>
                    <a:pt x="5719791" y="0"/>
                  </a:lnTo>
                  <a:moveTo>
                    <a:pt x="5783291" y="0"/>
                  </a:moveTo>
                  <a:lnTo>
                    <a:pt x="5821391" y="0"/>
                  </a:lnTo>
                  <a:moveTo>
                    <a:pt x="5884891" y="0"/>
                  </a:moveTo>
                  <a:lnTo>
                    <a:pt x="5922991" y="0"/>
                  </a:lnTo>
                  <a:moveTo>
                    <a:pt x="5986491" y="0"/>
                  </a:moveTo>
                  <a:lnTo>
                    <a:pt x="6024591" y="0"/>
                  </a:lnTo>
                  <a:moveTo>
                    <a:pt x="6088091" y="0"/>
                  </a:moveTo>
                  <a:lnTo>
                    <a:pt x="6126191" y="0"/>
                  </a:lnTo>
                  <a:moveTo>
                    <a:pt x="6189691" y="0"/>
                  </a:moveTo>
                  <a:lnTo>
                    <a:pt x="6227791" y="0"/>
                  </a:lnTo>
                  <a:moveTo>
                    <a:pt x="6291291" y="0"/>
                  </a:moveTo>
                  <a:lnTo>
                    <a:pt x="6329391" y="0"/>
                  </a:lnTo>
                  <a:moveTo>
                    <a:pt x="6392891" y="0"/>
                  </a:moveTo>
                  <a:lnTo>
                    <a:pt x="6430991" y="0"/>
                  </a:lnTo>
                  <a:moveTo>
                    <a:pt x="6494491" y="0"/>
                  </a:moveTo>
                  <a:lnTo>
                    <a:pt x="6532591" y="0"/>
                  </a:lnTo>
                  <a:moveTo>
                    <a:pt x="6596091" y="0"/>
                  </a:moveTo>
                  <a:lnTo>
                    <a:pt x="6634191" y="0"/>
                  </a:lnTo>
                  <a:moveTo>
                    <a:pt x="6697691" y="0"/>
                  </a:moveTo>
                  <a:lnTo>
                    <a:pt x="6735791" y="0"/>
                  </a:lnTo>
                  <a:moveTo>
                    <a:pt x="6799291" y="0"/>
                  </a:moveTo>
                  <a:lnTo>
                    <a:pt x="6837391" y="0"/>
                  </a:lnTo>
                  <a:moveTo>
                    <a:pt x="6900891" y="0"/>
                  </a:moveTo>
                  <a:lnTo>
                    <a:pt x="6913372" y="0"/>
                  </a:lnTo>
                </a:path>
              </a:pathLst>
            </a:custGeom>
            <a:ln w="19050">
              <a:solidFill>
                <a:srgbClr val="FFFFFF"/>
              </a:solidFill>
              <a:prstDash val="solid"/>
              <a:round/>
            </a:ln>
          </p:spPr>
        </p:sp>
        <p:sp>
          <p:nvSpPr>
            <p:cNvPr id="15" name="node01.branches.source-002.road"/>
            <p:cNvSpPr/>
            <p:nvPr/>
          </p:nvSpPr>
          <p:spPr>
            <a:xfrm>
              <a:off x="4376928" y="3439668"/>
              <a:ext cx="6913372" cy="103632"/>
            </a:xfrm>
            <a:custGeom>
              <a:avLst/>
              <a:gdLst/>
              <a:ahLst/>
              <a:cxnLst/>
              <a:rect l="l" t="t" r="r" b="b"/>
              <a:pathLst>
                <a:path w="6913372" h="103632">
                  <a:moveTo>
                    <a:pt x="0" y="103632"/>
                  </a:moveTo>
                  <a:cubicBezTo>
                    <a:pt x="754380" y="103632"/>
                    <a:pt x="617220" y="0"/>
                    <a:pt x="1371600" y="0"/>
                  </a:cubicBezTo>
                  <a:lnTo>
                    <a:pt x="6913372" y="0"/>
                  </a:lnTo>
                </a:path>
              </a:pathLst>
            </a:custGeom>
            <a:ln w="228600">
              <a:solidFill>
                <a:srgbClr val="50658E"/>
              </a:solidFill>
              <a:prstDash val="solid"/>
              <a:round/>
            </a:ln>
          </p:spPr>
        </p:sp>
        <p:sp>
          <p:nvSpPr>
            <p:cNvPr id="16" name="node01.branches.source-002.road.cap-1"/>
            <p:cNvSpPr/>
            <p:nvPr/>
          </p:nvSpPr>
          <p:spPr>
            <a:xfrm>
              <a:off x="4262628" y="3429000"/>
              <a:ext cx="228600" cy="228600"/>
            </a:xfrm>
            <a:prstGeom prst="ellipse">
              <a:avLst/>
            </a:prstGeom>
            <a:solidFill>
              <a:srgbClr val="50658E"/>
            </a:solidFill>
            <a:ln>
              <a:noFill/>
            </a:ln>
          </p:spPr>
        </p:sp>
        <p:sp>
          <p:nvSpPr>
            <p:cNvPr id="17" name="node01.branches.source-002.road.cap-2"/>
            <p:cNvSpPr/>
            <p:nvPr/>
          </p:nvSpPr>
          <p:spPr>
            <a:xfrm>
              <a:off x="11176000" y="3325368"/>
              <a:ext cx="228600" cy="228600"/>
            </a:xfrm>
            <a:prstGeom prst="ellipse">
              <a:avLst/>
            </a:prstGeom>
            <a:solidFill>
              <a:srgbClr val="50658E"/>
            </a:solidFill>
            <a:ln>
              <a:noFill/>
            </a:ln>
          </p:spPr>
        </p:sp>
        <p:sp>
          <p:nvSpPr>
            <p:cNvPr id="18" name="node01.branches.source-002.centerline"/>
            <p:cNvSpPr/>
            <p:nvPr/>
          </p:nvSpPr>
          <p:spPr>
            <a:xfrm>
              <a:off x="4376928" y="3439668"/>
              <a:ext cx="6913372" cy="103632"/>
            </a:xfrm>
            <a:custGeom>
              <a:avLst/>
              <a:gdLst/>
              <a:ahLst/>
              <a:cxnLst/>
              <a:rect l="l" t="t" r="r" b="b"/>
              <a:pathLst>
                <a:path w="6913372" h="103632">
                  <a:moveTo>
                    <a:pt x="0" y="103632"/>
                  </a:moveTo>
                  <a:cubicBezTo>
                    <a:pt x="12961" y="103632"/>
                    <a:pt x="25658" y="103601"/>
                    <a:pt x="38101" y="103541"/>
                  </a:cubicBezTo>
                  <a:moveTo>
                    <a:pt x="101599" y="102954"/>
                  </a:moveTo>
                  <a:cubicBezTo>
                    <a:pt x="114593" y="102773"/>
                    <a:pt x="127286" y="102557"/>
                    <a:pt x="139693" y="102308"/>
                  </a:cubicBezTo>
                  <a:moveTo>
                    <a:pt x="203172" y="100673"/>
                  </a:moveTo>
                  <a:cubicBezTo>
                    <a:pt x="216201" y="100259"/>
                    <a:pt x="228886" y="99805"/>
                    <a:pt x="241246" y="99313"/>
                  </a:cubicBezTo>
                  <a:moveTo>
                    <a:pt x="304675" y="96318"/>
                  </a:moveTo>
                  <a:cubicBezTo>
                    <a:pt x="317734" y="95598"/>
                    <a:pt x="330401" y="94833"/>
                    <a:pt x="342706" y="94026"/>
                  </a:cubicBezTo>
                  <a:moveTo>
                    <a:pt x="406026" y="89259"/>
                  </a:moveTo>
                  <a:cubicBezTo>
                    <a:pt x="419084" y="88143"/>
                    <a:pt x="431714" y="86978"/>
                    <a:pt x="443965" y="85768"/>
                  </a:cubicBezTo>
                  <a:moveTo>
                    <a:pt x="507079" y="78793"/>
                  </a:moveTo>
                  <a:cubicBezTo>
                    <a:pt x="520051" y="77205"/>
                    <a:pt x="532619" y="75569"/>
                    <a:pt x="544863" y="73896"/>
                  </a:cubicBezTo>
                  <a:moveTo>
                    <a:pt x="607683" y="64639"/>
                  </a:moveTo>
                  <a:cubicBezTo>
                    <a:pt x="620418" y="62641"/>
                    <a:pt x="632919" y="60615"/>
                    <a:pt x="645297" y="58575"/>
                  </a:cubicBezTo>
                  <a:moveTo>
                    <a:pt x="707928" y="48108"/>
                  </a:moveTo>
                  <a:cubicBezTo>
                    <a:pt x="720353" y="46033"/>
                    <a:pt x="732846" y="43967"/>
                    <a:pt x="745523" y="41921"/>
                  </a:cubicBezTo>
                  <a:moveTo>
                    <a:pt x="808291" y="32318"/>
                  </a:moveTo>
                  <a:cubicBezTo>
                    <a:pt x="820545" y="30563"/>
                    <a:pt x="833100" y="28842"/>
                    <a:pt x="846041" y="27167"/>
                  </a:cubicBezTo>
                  <a:moveTo>
                    <a:pt x="909106" y="19757"/>
                  </a:moveTo>
                  <a:cubicBezTo>
                    <a:pt x="921349" y="18465"/>
                    <a:pt x="933970" y="17216"/>
                    <a:pt x="947021" y="16017"/>
                  </a:cubicBezTo>
                  <a:moveTo>
                    <a:pt x="1010312" y="10876"/>
                  </a:moveTo>
                  <a:cubicBezTo>
                    <a:pt x="1022605" y="10001"/>
                    <a:pt x="1035267" y="9170"/>
                    <a:pt x="1048329" y="8385"/>
                  </a:cubicBezTo>
                  <a:moveTo>
                    <a:pt x="1111743" y="5098"/>
                  </a:moveTo>
                  <a:cubicBezTo>
                    <a:pt x="1124094" y="4555"/>
                    <a:pt x="1136778" y="4050"/>
                    <a:pt x="1149814" y="3586"/>
                  </a:cubicBezTo>
                  <a:moveTo>
                    <a:pt x="1213286" y="1728"/>
                  </a:moveTo>
                  <a:cubicBezTo>
                    <a:pt x="1225685" y="1439"/>
                    <a:pt x="1238378" y="1184"/>
                    <a:pt x="1251379" y="965"/>
                  </a:cubicBezTo>
                  <a:moveTo>
                    <a:pt x="1314873" y="204"/>
                  </a:moveTo>
                  <a:cubicBezTo>
                    <a:pt x="1327310" y="113"/>
                    <a:pt x="1340006" y="51"/>
                    <a:pt x="1352972" y="21"/>
                  </a:cubicBezTo>
                  <a:moveTo>
                    <a:pt x="1416474" y="0"/>
                  </a:moveTo>
                  <a:lnTo>
                    <a:pt x="1454574" y="0"/>
                  </a:lnTo>
                  <a:moveTo>
                    <a:pt x="1518074" y="0"/>
                  </a:moveTo>
                  <a:lnTo>
                    <a:pt x="1556174" y="0"/>
                  </a:lnTo>
                  <a:moveTo>
                    <a:pt x="1619674" y="0"/>
                  </a:moveTo>
                  <a:lnTo>
                    <a:pt x="1657774" y="0"/>
                  </a:lnTo>
                  <a:moveTo>
                    <a:pt x="1721274" y="0"/>
                  </a:moveTo>
                  <a:lnTo>
                    <a:pt x="1759374" y="0"/>
                  </a:lnTo>
                  <a:moveTo>
                    <a:pt x="1822874" y="0"/>
                  </a:moveTo>
                  <a:lnTo>
                    <a:pt x="1860974" y="0"/>
                  </a:lnTo>
                  <a:moveTo>
                    <a:pt x="1924474" y="0"/>
                  </a:moveTo>
                  <a:lnTo>
                    <a:pt x="1962574" y="0"/>
                  </a:lnTo>
                  <a:moveTo>
                    <a:pt x="2026074" y="0"/>
                  </a:moveTo>
                  <a:lnTo>
                    <a:pt x="2064174" y="0"/>
                  </a:lnTo>
                  <a:moveTo>
                    <a:pt x="2127674" y="0"/>
                  </a:moveTo>
                  <a:lnTo>
                    <a:pt x="2165774" y="0"/>
                  </a:lnTo>
                  <a:moveTo>
                    <a:pt x="2229274" y="0"/>
                  </a:moveTo>
                  <a:lnTo>
                    <a:pt x="2267374" y="0"/>
                  </a:lnTo>
                  <a:moveTo>
                    <a:pt x="2330874" y="0"/>
                  </a:moveTo>
                  <a:lnTo>
                    <a:pt x="2368974" y="0"/>
                  </a:lnTo>
                  <a:moveTo>
                    <a:pt x="2432474" y="0"/>
                  </a:moveTo>
                  <a:lnTo>
                    <a:pt x="2470574" y="0"/>
                  </a:lnTo>
                  <a:moveTo>
                    <a:pt x="2534074" y="0"/>
                  </a:moveTo>
                  <a:lnTo>
                    <a:pt x="2572174" y="0"/>
                  </a:lnTo>
                  <a:moveTo>
                    <a:pt x="2635674" y="0"/>
                  </a:moveTo>
                  <a:lnTo>
                    <a:pt x="2673774" y="0"/>
                  </a:lnTo>
                  <a:moveTo>
                    <a:pt x="2737274" y="0"/>
                  </a:moveTo>
                  <a:lnTo>
                    <a:pt x="2775374" y="0"/>
                  </a:lnTo>
                  <a:moveTo>
                    <a:pt x="2838874" y="0"/>
                  </a:moveTo>
                  <a:lnTo>
                    <a:pt x="2876974" y="0"/>
                  </a:lnTo>
                  <a:moveTo>
                    <a:pt x="2940474" y="0"/>
                  </a:moveTo>
                  <a:lnTo>
                    <a:pt x="2978574" y="0"/>
                  </a:lnTo>
                  <a:moveTo>
                    <a:pt x="3042074" y="0"/>
                  </a:moveTo>
                  <a:lnTo>
                    <a:pt x="3080174" y="0"/>
                  </a:lnTo>
                  <a:moveTo>
                    <a:pt x="3143674" y="0"/>
                  </a:moveTo>
                  <a:lnTo>
                    <a:pt x="3181774" y="0"/>
                  </a:lnTo>
                  <a:moveTo>
                    <a:pt x="3245274" y="0"/>
                  </a:moveTo>
                  <a:lnTo>
                    <a:pt x="3283374" y="0"/>
                  </a:lnTo>
                  <a:moveTo>
                    <a:pt x="3346874" y="0"/>
                  </a:moveTo>
                  <a:lnTo>
                    <a:pt x="3384974" y="0"/>
                  </a:lnTo>
                  <a:moveTo>
                    <a:pt x="3448474" y="0"/>
                  </a:moveTo>
                  <a:lnTo>
                    <a:pt x="3486574" y="0"/>
                  </a:lnTo>
                  <a:moveTo>
                    <a:pt x="3550074" y="0"/>
                  </a:moveTo>
                  <a:lnTo>
                    <a:pt x="3588174" y="0"/>
                  </a:lnTo>
                  <a:moveTo>
                    <a:pt x="3651674" y="0"/>
                  </a:moveTo>
                  <a:lnTo>
                    <a:pt x="3689774" y="0"/>
                  </a:lnTo>
                  <a:moveTo>
                    <a:pt x="3753274" y="0"/>
                  </a:moveTo>
                  <a:lnTo>
                    <a:pt x="3791374" y="0"/>
                  </a:lnTo>
                  <a:moveTo>
                    <a:pt x="3854874" y="0"/>
                  </a:moveTo>
                  <a:lnTo>
                    <a:pt x="3892974" y="0"/>
                  </a:lnTo>
                  <a:moveTo>
                    <a:pt x="3956474" y="0"/>
                  </a:moveTo>
                  <a:lnTo>
                    <a:pt x="3994574" y="0"/>
                  </a:lnTo>
                  <a:moveTo>
                    <a:pt x="4058074" y="0"/>
                  </a:moveTo>
                  <a:lnTo>
                    <a:pt x="4096174" y="0"/>
                  </a:lnTo>
                  <a:moveTo>
                    <a:pt x="4159674" y="0"/>
                  </a:moveTo>
                  <a:lnTo>
                    <a:pt x="4197774" y="0"/>
                  </a:lnTo>
                  <a:moveTo>
                    <a:pt x="4261274" y="0"/>
                  </a:moveTo>
                  <a:lnTo>
                    <a:pt x="4299374" y="0"/>
                  </a:lnTo>
                  <a:moveTo>
                    <a:pt x="4362874" y="0"/>
                  </a:moveTo>
                  <a:lnTo>
                    <a:pt x="4400974" y="0"/>
                  </a:lnTo>
                  <a:moveTo>
                    <a:pt x="4464474" y="0"/>
                  </a:moveTo>
                  <a:lnTo>
                    <a:pt x="4502574" y="0"/>
                  </a:lnTo>
                  <a:moveTo>
                    <a:pt x="4566074" y="0"/>
                  </a:moveTo>
                  <a:lnTo>
                    <a:pt x="4604174" y="0"/>
                  </a:lnTo>
                  <a:moveTo>
                    <a:pt x="4667674" y="0"/>
                  </a:moveTo>
                  <a:lnTo>
                    <a:pt x="4705774" y="0"/>
                  </a:lnTo>
                  <a:moveTo>
                    <a:pt x="4769274" y="0"/>
                  </a:moveTo>
                  <a:lnTo>
                    <a:pt x="4807374" y="0"/>
                  </a:lnTo>
                  <a:moveTo>
                    <a:pt x="4870874" y="0"/>
                  </a:moveTo>
                  <a:lnTo>
                    <a:pt x="4908974" y="0"/>
                  </a:lnTo>
                  <a:moveTo>
                    <a:pt x="4972474" y="0"/>
                  </a:moveTo>
                  <a:lnTo>
                    <a:pt x="5010574" y="0"/>
                  </a:lnTo>
                  <a:moveTo>
                    <a:pt x="5074074" y="0"/>
                  </a:moveTo>
                  <a:lnTo>
                    <a:pt x="5112174" y="0"/>
                  </a:lnTo>
                  <a:moveTo>
                    <a:pt x="5175674" y="0"/>
                  </a:moveTo>
                  <a:lnTo>
                    <a:pt x="5213774" y="0"/>
                  </a:lnTo>
                  <a:moveTo>
                    <a:pt x="5277274" y="0"/>
                  </a:moveTo>
                  <a:lnTo>
                    <a:pt x="5315374" y="0"/>
                  </a:lnTo>
                  <a:moveTo>
                    <a:pt x="5378874" y="0"/>
                  </a:moveTo>
                  <a:lnTo>
                    <a:pt x="5416974" y="0"/>
                  </a:lnTo>
                  <a:moveTo>
                    <a:pt x="5480474" y="0"/>
                  </a:moveTo>
                  <a:lnTo>
                    <a:pt x="5518574" y="0"/>
                  </a:lnTo>
                  <a:moveTo>
                    <a:pt x="5582074" y="0"/>
                  </a:moveTo>
                  <a:lnTo>
                    <a:pt x="5620174" y="0"/>
                  </a:lnTo>
                  <a:moveTo>
                    <a:pt x="5683674" y="0"/>
                  </a:moveTo>
                  <a:lnTo>
                    <a:pt x="5721774" y="0"/>
                  </a:lnTo>
                  <a:moveTo>
                    <a:pt x="5785274" y="0"/>
                  </a:moveTo>
                  <a:lnTo>
                    <a:pt x="5823374" y="0"/>
                  </a:lnTo>
                  <a:moveTo>
                    <a:pt x="5886874" y="0"/>
                  </a:moveTo>
                  <a:lnTo>
                    <a:pt x="5924974" y="0"/>
                  </a:lnTo>
                  <a:moveTo>
                    <a:pt x="5988474" y="0"/>
                  </a:moveTo>
                  <a:lnTo>
                    <a:pt x="6026574" y="0"/>
                  </a:lnTo>
                  <a:moveTo>
                    <a:pt x="6090074" y="0"/>
                  </a:moveTo>
                  <a:lnTo>
                    <a:pt x="6128174" y="0"/>
                  </a:lnTo>
                  <a:moveTo>
                    <a:pt x="6191674" y="0"/>
                  </a:moveTo>
                  <a:lnTo>
                    <a:pt x="6229774" y="0"/>
                  </a:lnTo>
                  <a:moveTo>
                    <a:pt x="6293274" y="0"/>
                  </a:moveTo>
                  <a:lnTo>
                    <a:pt x="6331374" y="0"/>
                  </a:lnTo>
                  <a:moveTo>
                    <a:pt x="6394874" y="0"/>
                  </a:moveTo>
                  <a:lnTo>
                    <a:pt x="6432974" y="0"/>
                  </a:lnTo>
                  <a:moveTo>
                    <a:pt x="6496474" y="0"/>
                  </a:moveTo>
                  <a:lnTo>
                    <a:pt x="6534574" y="0"/>
                  </a:lnTo>
                  <a:moveTo>
                    <a:pt x="6598074" y="0"/>
                  </a:moveTo>
                  <a:lnTo>
                    <a:pt x="6636174" y="0"/>
                  </a:lnTo>
                  <a:moveTo>
                    <a:pt x="6699674" y="0"/>
                  </a:moveTo>
                  <a:lnTo>
                    <a:pt x="6737774" y="0"/>
                  </a:lnTo>
                  <a:moveTo>
                    <a:pt x="6801274" y="0"/>
                  </a:moveTo>
                  <a:lnTo>
                    <a:pt x="6839374" y="0"/>
                  </a:lnTo>
                  <a:moveTo>
                    <a:pt x="6902874" y="0"/>
                  </a:moveTo>
                  <a:lnTo>
                    <a:pt x="6913372" y="0"/>
                  </a:lnTo>
                </a:path>
              </a:pathLst>
            </a:custGeom>
            <a:ln w="19050">
              <a:solidFill>
                <a:srgbClr val="FFFFFF"/>
              </a:solidFill>
              <a:prstDash val="solid"/>
              <a:round/>
            </a:ln>
          </p:spPr>
        </p:sp>
        <p:sp>
          <p:nvSpPr>
            <p:cNvPr id="19" name="node01.branches.source-003.road"/>
            <p:cNvSpPr/>
            <p:nvPr/>
          </p:nvSpPr>
          <p:spPr>
            <a:xfrm>
              <a:off x="4376928" y="3543300"/>
              <a:ext cx="6913372" cy="1191768"/>
            </a:xfrm>
            <a:custGeom>
              <a:avLst/>
              <a:gdLst/>
              <a:ahLst/>
              <a:cxnLst/>
              <a:rect l="l" t="t" r="r" b="b"/>
              <a:pathLst>
                <a:path w="6913372" h="1191768">
                  <a:moveTo>
                    <a:pt x="0" y="0"/>
                  </a:moveTo>
                  <a:cubicBezTo>
                    <a:pt x="754380" y="0"/>
                    <a:pt x="617220" y="1191768"/>
                    <a:pt x="1371600" y="1191768"/>
                  </a:cubicBezTo>
                  <a:lnTo>
                    <a:pt x="6913372" y="1191768"/>
                  </a:lnTo>
                </a:path>
              </a:pathLst>
            </a:custGeom>
            <a:ln w="228600">
              <a:solidFill>
                <a:srgbClr val="50658E"/>
              </a:solidFill>
              <a:prstDash val="solid"/>
              <a:round/>
            </a:ln>
          </p:spPr>
        </p:sp>
        <p:sp>
          <p:nvSpPr>
            <p:cNvPr id="20" name="node01.branches.source-003.road.cap-1"/>
            <p:cNvSpPr/>
            <p:nvPr/>
          </p:nvSpPr>
          <p:spPr>
            <a:xfrm>
              <a:off x="4262628" y="3429000"/>
              <a:ext cx="228600" cy="228600"/>
            </a:xfrm>
            <a:prstGeom prst="ellipse">
              <a:avLst/>
            </a:prstGeom>
            <a:solidFill>
              <a:srgbClr val="50658E"/>
            </a:solidFill>
            <a:ln>
              <a:noFill/>
            </a:ln>
          </p:spPr>
        </p:sp>
        <p:sp>
          <p:nvSpPr>
            <p:cNvPr id="21" name="node01.branches.source-003.road.cap-2"/>
            <p:cNvSpPr/>
            <p:nvPr/>
          </p:nvSpPr>
          <p:spPr>
            <a:xfrm>
              <a:off x="11176000" y="4620768"/>
              <a:ext cx="228600" cy="228600"/>
            </a:xfrm>
            <a:prstGeom prst="ellipse">
              <a:avLst/>
            </a:prstGeom>
            <a:solidFill>
              <a:srgbClr val="50658E"/>
            </a:solidFill>
            <a:ln>
              <a:noFill/>
            </a:ln>
          </p:spPr>
        </p:sp>
        <p:sp>
          <p:nvSpPr>
            <p:cNvPr id="22" name="node01.branches.source-003.centerline"/>
            <p:cNvSpPr/>
            <p:nvPr/>
          </p:nvSpPr>
          <p:spPr>
            <a:xfrm>
              <a:off x="4376928" y="3543300"/>
              <a:ext cx="6913372" cy="1191768"/>
            </a:xfrm>
            <a:custGeom>
              <a:avLst/>
              <a:gdLst/>
              <a:ahLst/>
              <a:cxnLst/>
              <a:rect l="l" t="t" r="r" b="b"/>
              <a:pathLst>
                <a:path w="6913372" h="1191768">
                  <a:moveTo>
                    <a:pt x="0" y="0"/>
                  </a:moveTo>
                  <a:cubicBezTo>
                    <a:pt x="12954" y="0"/>
                    <a:pt x="25645" y="351"/>
                    <a:pt x="38082" y="1042"/>
                  </a:cubicBezTo>
                  <a:moveTo>
                    <a:pt x="101200" y="7739"/>
                  </a:moveTo>
                  <a:cubicBezTo>
                    <a:pt x="113951" y="9769"/>
                    <a:pt x="126414" y="12186"/>
                    <a:pt x="138599" y="14973"/>
                  </a:cubicBezTo>
                  <a:moveTo>
                    <a:pt x="199532" y="32716"/>
                  </a:moveTo>
                  <a:cubicBezTo>
                    <a:pt x="211616" y="37031"/>
                    <a:pt x="223405" y="41739"/>
                    <a:pt x="234915" y="46821"/>
                  </a:cubicBezTo>
                  <a:moveTo>
                    <a:pt x="291315" y="75915"/>
                  </a:moveTo>
                  <a:cubicBezTo>
                    <a:pt x="302266" y="82419"/>
                    <a:pt x="312946" y="89286"/>
                    <a:pt x="323370" y="96494"/>
                  </a:cubicBezTo>
                  <a:moveTo>
                    <a:pt x="373548" y="135361"/>
                  </a:moveTo>
                  <a:cubicBezTo>
                    <a:pt x="383146" y="143628"/>
                    <a:pt x="392518" y="152198"/>
                    <a:pt x="401679" y="161049"/>
                  </a:cubicBezTo>
                  <a:moveTo>
                    <a:pt x="445401" y="207074"/>
                  </a:moveTo>
                  <a:cubicBezTo>
                    <a:pt x="453727" y="216580"/>
                    <a:pt x="461878" y="226321"/>
                    <a:pt x="469868" y="236276"/>
                  </a:cubicBezTo>
                  <a:moveTo>
                    <a:pt x="508044" y="287007"/>
                  </a:moveTo>
                  <a:cubicBezTo>
                    <a:pt x="515345" y="297319"/>
                    <a:pt x="522518" y="307802"/>
                    <a:pt x="529577" y="318436"/>
                  </a:cubicBezTo>
                  <a:moveTo>
                    <a:pt x="563560" y="372073"/>
                  </a:moveTo>
                  <a:cubicBezTo>
                    <a:pt x="570121" y="382886"/>
                    <a:pt x="576595" y="393815"/>
                    <a:pt x="582996" y="404842"/>
                  </a:cubicBezTo>
                  <a:moveTo>
                    <a:pt x="614160" y="460167"/>
                  </a:moveTo>
                  <a:cubicBezTo>
                    <a:pt x="620250" y="471275"/>
                    <a:pt x="626291" y="482450"/>
                    <a:pt x="632294" y="493674"/>
                  </a:cubicBezTo>
                  <a:moveTo>
                    <a:pt x="661906" y="549847"/>
                  </a:moveTo>
                  <a:cubicBezTo>
                    <a:pt x="667772" y="561101"/>
                    <a:pt x="673622" y="572377"/>
                    <a:pt x="679467" y="583658"/>
                  </a:cubicBezTo>
                  <a:moveTo>
                    <a:pt x="708707" y="640026"/>
                  </a:moveTo>
                  <a:cubicBezTo>
                    <a:pt x="714582" y="651302"/>
                    <a:pt x="720472" y="662556"/>
                    <a:pt x="726391" y="673774"/>
                  </a:cubicBezTo>
                  <a:moveTo>
                    <a:pt x="756414" y="729727"/>
                  </a:moveTo>
                  <a:cubicBezTo>
                    <a:pt x="762529" y="740900"/>
                    <a:pt x="768695" y="752006"/>
                    <a:pt x="774922" y="763029"/>
                  </a:cubicBezTo>
                  <a:moveTo>
                    <a:pt x="806933" y="817868"/>
                  </a:moveTo>
                  <a:cubicBezTo>
                    <a:pt x="813536" y="828781"/>
                    <a:pt x="820226" y="839579"/>
                    <a:pt x="827017" y="850243"/>
                  </a:cubicBezTo>
                  <a:moveTo>
                    <a:pt x="862323" y="903016"/>
                  </a:moveTo>
                  <a:cubicBezTo>
                    <a:pt x="869681" y="913449"/>
                    <a:pt x="877168" y="923710"/>
                    <a:pt x="884800" y="933778"/>
                  </a:cubicBezTo>
                  <a:moveTo>
                    <a:pt x="924794" y="983085"/>
                  </a:moveTo>
                  <a:cubicBezTo>
                    <a:pt x="933176" y="992704"/>
                    <a:pt x="941736" y="1002087"/>
                    <a:pt x="950489" y="1011211"/>
                  </a:cubicBezTo>
                  <a:moveTo>
                    <a:pt x="996435" y="1055010"/>
                  </a:moveTo>
                  <a:cubicBezTo>
                    <a:pt x="1006045" y="1063343"/>
                    <a:pt x="1015883" y="1071373"/>
                    <a:pt x="1025964" y="1079076"/>
                  </a:cubicBezTo>
                  <a:moveTo>
                    <a:pt x="1078450" y="1114758"/>
                  </a:moveTo>
                  <a:cubicBezTo>
                    <a:pt x="1089294" y="1121258"/>
                    <a:pt x="1100405" y="1127401"/>
                    <a:pt x="1111799" y="1133166"/>
                  </a:cubicBezTo>
                  <a:moveTo>
                    <a:pt x="1170057" y="1158329"/>
                  </a:moveTo>
                  <a:cubicBezTo>
                    <a:pt x="1181859" y="1162597"/>
                    <a:pt x="1193943" y="1166489"/>
                    <a:pt x="1206323" y="1169985"/>
                  </a:cubicBezTo>
                  <a:moveTo>
                    <a:pt x="1268290" y="1183689"/>
                  </a:moveTo>
                  <a:cubicBezTo>
                    <a:pt x="1280607" y="1185697"/>
                    <a:pt x="1293195" y="1187344"/>
                    <a:pt x="1306064" y="1188614"/>
                  </a:cubicBezTo>
                  <a:moveTo>
                    <a:pt x="1369461" y="1191765"/>
                  </a:moveTo>
                  <a:cubicBezTo>
                    <a:pt x="1370173" y="1191767"/>
                    <a:pt x="1370886" y="1191768"/>
                    <a:pt x="1371600" y="1191768"/>
                  </a:cubicBezTo>
                  <a:lnTo>
                    <a:pt x="1407563" y="1191768"/>
                  </a:lnTo>
                  <a:moveTo>
                    <a:pt x="1471063" y="1191768"/>
                  </a:moveTo>
                  <a:lnTo>
                    <a:pt x="1509163" y="1191768"/>
                  </a:lnTo>
                  <a:moveTo>
                    <a:pt x="1572663" y="1191768"/>
                  </a:moveTo>
                  <a:lnTo>
                    <a:pt x="1610763" y="1191768"/>
                  </a:lnTo>
                  <a:moveTo>
                    <a:pt x="1674263" y="1191768"/>
                  </a:moveTo>
                  <a:lnTo>
                    <a:pt x="1712363" y="1191768"/>
                  </a:lnTo>
                  <a:moveTo>
                    <a:pt x="1775863" y="1191768"/>
                  </a:moveTo>
                  <a:lnTo>
                    <a:pt x="1813963" y="1191768"/>
                  </a:lnTo>
                  <a:moveTo>
                    <a:pt x="1877463" y="1191768"/>
                  </a:moveTo>
                  <a:lnTo>
                    <a:pt x="1915563" y="1191768"/>
                  </a:lnTo>
                  <a:moveTo>
                    <a:pt x="1979063" y="1191768"/>
                  </a:moveTo>
                  <a:lnTo>
                    <a:pt x="2017163" y="1191768"/>
                  </a:lnTo>
                  <a:moveTo>
                    <a:pt x="2080663" y="1191768"/>
                  </a:moveTo>
                  <a:lnTo>
                    <a:pt x="2118763" y="1191768"/>
                  </a:lnTo>
                  <a:moveTo>
                    <a:pt x="2182263" y="1191768"/>
                  </a:moveTo>
                  <a:lnTo>
                    <a:pt x="2220363" y="1191768"/>
                  </a:lnTo>
                  <a:moveTo>
                    <a:pt x="2283863" y="1191768"/>
                  </a:moveTo>
                  <a:lnTo>
                    <a:pt x="2321963" y="1191768"/>
                  </a:lnTo>
                  <a:moveTo>
                    <a:pt x="2385463" y="1191768"/>
                  </a:moveTo>
                  <a:lnTo>
                    <a:pt x="2423563" y="1191768"/>
                  </a:lnTo>
                  <a:moveTo>
                    <a:pt x="2487063" y="1191768"/>
                  </a:moveTo>
                  <a:lnTo>
                    <a:pt x="2525163" y="1191768"/>
                  </a:lnTo>
                  <a:moveTo>
                    <a:pt x="2588663" y="1191768"/>
                  </a:moveTo>
                  <a:lnTo>
                    <a:pt x="2626763" y="1191768"/>
                  </a:lnTo>
                  <a:moveTo>
                    <a:pt x="2690263" y="1191768"/>
                  </a:moveTo>
                  <a:lnTo>
                    <a:pt x="2728363" y="1191768"/>
                  </a:lnTo>
                  <a:moveTo>
                    <a:pt x="2791863" y="1191768"/>
                  </a:moveTo>
                  <a:lnTo>
                    <a:pt x="2829963" y="1191768"/>
                  </a:lnTo>
                  <a:moveTo>
                    <a:pt x="2893463" y="1191768"/>
                  </a:moveTo>
                  <a:lnTo>
                    <a:pt x="2931563" y="1191768"/>
                  </a:lnTo>
                  <a:moveTo>
                    <a:pt x="2995063" y="1191768"/>
                  </a:moveTo>
                  <a:lnTo>
                    <a:pt x="3033163" y="1191768"/>
                  </a:lnTo>
                  <a:moveTo>
                    <a:pt x="3096663" y="1191768"/>
                  </a:moveTo>
                  <a:lnTo>
                    <a:pt x="3134763" y="1191768"/>
                  </a:lnTo>
                  <a:moveTo>
                    <a:pt x="3198263" y="1191768"/>
                  </a:moveTo>
                  <a:lnTo>
                    <a:pt x="3236363" y="1191768"/>
                  </a:lnTo>
                  <a:moveTo>
                    <a:pt x="3299863" y="1191768"/>
                  </a:moveTo>
                  <a:lnTo>
                    <a:pt x="3337963" y="1191768"/>
                  </a:lnTo>
                  <a:moveTo>
                    <a:pt x="3401463" y="1191768"/>
                  </a:moveTo>
                  <a:lnTo>
                    <a:pt x="3439563" y="1191768"/>
                  </a:lnTo>
                  <a:moveTo>
                    <a:pt x="3503063" y="1191768"/>
                  </a:moveTo>
                  <a:lnTo>
                    <a:pt x="3541163" y="1191768"/>
                  </a:lnTo>
                  <a:moveTo>
                    <a:pt x="3604663" y="1191768"/>
                  </a:moveTo>
                  <a:lnTo>
                    <a:pt x="3642763" y="1191768"/>
                  </a:lnTo>
                  <a:moveTo>
                    <a:pt x="3706263" y="1191768"/>
                  </a:moveTo>
                  <a:lnTo>
                    <a:pt x="3744363" y="1191768"/>
                  </a:lnTo>
                  <a:moveTo>
                    <a:pt x="3807863" y="1191768"/>
                  </a:moveTo>
                  <a:lnTo>
                    <a:pt x="3845963" y="1191768"/>
                  </a:lnTo>
                  <a:moveTo>
                    <a:pt x="3909463" y="1191768"/>
                  </a:moveTo>
                  <a:lnTo>
                    <a:pt x="3947563" y="1191768"/>
                  </a:lnTo>
                  <a:moveTo>
                    <a:pt x="4011063" y="1191768"/>
                  </a:moveTo>
                  <a:lnTo>
                    <a:pt x="4049163" y="1191768"/>
                  </a:lnTo>
                  <a:moveTo>
                    <a:pt x="4112663" y="1191768"/>
                  </a:moveTo>
                  <a:lnTo>
                    <a:pt x="4150763" y="1191768"/>
                  </a:lnTo>
                  <a:moveTo>
                    <a:pt x="4214263" y="1191768"/>
                  </a:moveTo>
                  <a:lnTo>
                    <a:pt x="4252363" y="1191768"/>
                  </a:lnTo>
                  <a:moveTo>
                    <a:pt x="4315863" y="1191768"/>
                  </a:moveTo>
                  <a:lnTo>
                    <a:pt x="4353963" y="1191768"/>
                  </a:lnTo>
                  <a:moveTo>
                    <a:pt x="4417463" y="1191768"/>
                  </a:moveTo>
                  <a:lnTo>
                    <a:pt x="4455563" y="1191768"/>
                  </a:lnTo>
                  <a:moveTo>
                    <a:pt x="4519063" y="1191768"/>
                  </a:moveTo>
                  <a:lnTo>
                    <a:pt x="4557163" y="1191768"/>
                  </a:lnTo>
                  <a:moveTo>
                    <a:pt x="4620663" y="1191768"/>
                  </a:moveTo>
                  <a:lnTo>
                    <a:pt x="4658763" y="1191768"/>
                  </a:lnTo>
                  <a:moveTo>
                    <a:pt x="4722263" y="1191768"/>
                  </a:moveTo>
                  <a:lnTo>
                    <a:pt x="4760363" y="1191768"/>
                  </a:lnTo>
                  <a:moveTo>
                    <a:pt x="4823863" y="1191768"/>
                  </a:moveTo>
                  <a:lnTo>
                    <a:pt x="4861963" y="1191768"/>
                  </a:lnTo>
                  <a:moveTo>
                    <a:pt x="4925463" y="1191768"/>
                  </a:moveTo>
                  <a:lnTo>
                    <a:pt x="4963563" y="1191768"/>
                  </a:lnTo>
                  <a:moveTo>
                    <a:pt x="5027063" y="1191768"/>
                  </a:moveTo>
                  <a:lnTo>
                    <a:pt x="5065163" y="1191768"/>
                  </a:lnTo>
                  <a:moveTo>
                    <a:pt x="5128663" y="1191768"/>
                  </a:moveTo>
                  <a:lnTo>
                    <a:pt x="5166763" y="1191768"/>
                  </a:lnTo>
                  <a:moveTo>
                    <a:pt x="5230263" y="1191768"/>
                  </a:moveTo>
                  <a:lnTo>
                    <a:pt x="5268363" y="1191768"/>
                  </a:lnTo>
                  <a:moveTo>
                    <a:pt x="5331863" y="1191768"/>
                  </a:moveTo>
                  <a:lnTo>
                    <a:pt x="5369963" y="1191768"/>
                  </a:lnTo>
                  <a:moveTo>
                    <a:pt x="5433463" y="1191768"/>
                  </a:moveTo>
                  <a:lnTo>
                    <a:pt x="5471563" y="1191768"/>
                  </a:lnTo>
                  <a:moveTo>
                    <a:pt x="5535063" y="1191768"/>
                  </a:moveTo>
                  <a:lnTo>
                    <a:pt x="5573163" y="1191768"/>
                  </a:lnTo>
                  <a:moveTo>
                    <a:pt x="5636663" y="1191768"/>
                  </a:moveTo>
                  <a:lnTo>
                    <a:pt x="5674763" y="1191768"/>
                  </a:lnTo>
                  <a:moveTo>
                    <a:pt x="5738263" y="1191768"/>
                  </a:moveTo>
                  <a:lnTo>
                    <a:pt x="5776363" y="1191768"/>
                  </a:lnTo>
                  <a:moveTo>
                    <a:pt x="5839863" y="1191768"/>
                  </a:moveTo>
                  <a:lnTo>
                    <a:pt x="5877963" y="1191768"/>
                  </a:lnTo>
                  <a:moveTo>
                    <a:pt x="5941463" y="1191768"/>
                  </a:moveTo>
                  <a:lnTo>
                    <a:pt x="5979563" y="1191768"/>
                  </a:lnTo>
                  <a:moveTo>
                    <a:pt x="6043063" y="1191768"/>
                  </a:moveTo>
                  <a:lnTo>
                    <a:pt x="6081163" y="1191768"/>
                  </a:lnTo>
                  <a:moveTo>
                    <a:pt x="6144663" y="1191768"/>
                  </a:moveTo>
                  <a:lnTo>
                    <a:pt x="6182763" y="1191768"/>
                  </a:lnTo>
                  <a:moveTo>
                    <a:pt x="6246263" y="1191768"/>
                  </a:moveTo>
                  <a:lnTo>
                    <a:pt x="6284363" y="1191768"/>
                  </a:lnTo>
                  <a:moveTo>
                    <a:pt x="6347863" y="1191768"/>
                  </a:moveTo>
                  <a:lnTo>
                    <a:pt x="6385963" y="1191768"/>
                  </a:lnTo>
                  <a:moveTo>
                    <a:pt x="6449463" y="1191768"/>
                  </a:moveTo>
                  <a:lnTo>
                    <a:pt x="6487563" y="1191768"/>
                  </a:lnTo>
                  <a:moveTo>
                    <a:pt x="6551063" y="1191768"/>
                  </a:moveTo>
                  <a:lnTo>
                    <a:pt x="6589163" y="1191768"/>
                  </a:lnTo>
                  <a:moveTo>
                    <a:pt x="6652663" y="1191768"/>
                  </a:moveTo>
                  <a:lnTo>
                    <a:pt x="6690763" y="1191768"/>
                  </a:lnTo>
                  <a:moveTo>
                    <a:pt x="6754263" y="1191768"/>
                  </a:moveTo>
                  <a:lnTo>
                    <a:pt x="6792363" y="1191768"/>
                  </a:lnTo>
                  <a:moveTo>
                    <a:pt x="6855863" y="1191768"/>
                  </a:moveTo>
                  <a:lnTo>
                    <a:pt x="6893963" y="1191768"/>
                  </a:lnTo>
                </a:path>
              </a:pathLst>
            </a:custGeom>
            <a:ln w="19050">
              <a:solidFill>
                <a:srgbClr val="FFFFFF"/>
              </a:solidFill>
              <a:prstDash val="solid"/>
              <a:round/>
            </a:ln>
          </p:spPr>
        </p:sp>
        <p:sp>
          <p:nvSpPr>
            <p:cNvPr id="23" name="node01.trunk.source-001.pin"/>
            <p:cNvSpPr/>
            <p:nvPr/>
          </p:nvSpPr>
          <p:spPr>
            <a:xfrm>
              <a:off x="1760982" y="3400425"/>
              <a:ext cx="285750" cy="285750"/>
            </a:xfrm>
            <a:prstGeom prst="ellipse">
              <a:avLst/>
            </a:prstGeom>
            <a:solidFill>
              <a:srgbClr val="FFFFFF"/>
            </a:solidFill>
            <a:ln w="19050">
              <a:solidFill>
                <a:srgbClr val="070154"/>
              </a:solidFill>
              <a:prstDash val="solid"/>
            </a:ln>
          </p:spPr>
        </p:sp>
        <p:sp>
          <p:nvSpPr>
            <p:cNvPr id="24" name="node01.trunk.source-001.number"/>
            <p:cNvSpPr/>
            <p:nvPr/>
          </p:nvSpPr>
          <p:spPr>
            <a:xfrm>
              <a:off x="1751457" y="33909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1</a:t>
              </a:r>
              <a:endParaRPr lang="en-US" sz="1000" spc="0" kern="0" b="0" i="0" dirty="0">
                <a:solidFill>
                  <a:srgbClr val="070154"/>
                </a:solidFill>
                <a:latin typeface="IBM Plex Mono SemiBold"/>
                <a:ea typeface="IBM Plex Mono SemiBold"/>
                <a:cs typeface="IBM Plex Mono SemiBold"/>
              </a:endParaRPr>
            </a:p>
          </p:txBody>
        </p:sp>
        <p:sp>
          <p:nvSpPr>
            <p:cNvPr id="25" name="node01.trunk.source-001.label.part-1"/>
            <p:cNvSpPr/>
            <p:nvPr/>
          </p:nvSpPr>
          <p:spPr>
            <a:xfrm>
              <a:off x="1181100" y="2547620"/>
              <a:ext cx="144551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26" name="node01.trunk.source-001.label.part-2"/>
            <p:cNvSpPr/>
            <p:nvPr/>
          </p:nvSpPr>
          <p:spPr>
            <a:xfrm>
              <a:off x="1181100" y="2725420"/>
              <a:ext cx="1445514"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Data foundation</a:t>
              </a:r>
              <a:endParaRPr lang="en-US" sz="1200" spc="0" kern="0" b="0" i="0" dirty="0">
                <a:solidFill>
                  <a:srgbClr val="070154"/>
                </a:solidFill>
                <a:latin typeface="IBM Plex Sans SemiBold"/>
                <a:ea typeface="IBM Plex Sans SemiBold"/>
                <a:cs typeface="IBM Plex Sans SemiBold"/>
              </a:endParaRPr>
            </a:p>
          </p:txBody>
        </p:sp>
        <p:sp>
          <p:nvSpPr>
            <p:cNvPr id="27" name="node01.trunk.source-001.label.part-3"/>
            <p:cNvSpPr/>
            <p:nvPr/>
          </p:nvSpPr>
          <p:spPr>
            <a:xfrm>
              <a:off x="1181100" y="2933700"/>
              <a:ext cx="1445514" cy="3810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master patient index.</a:t>
              </a:r>
              <a:endParaRPr lang="en-US" sz="1200" spc="0" kern="0" b="0" i="0" dirty="0">
                <a:solidFill>
                  <a:srgbClr val="070154"/>
                </a:solidFill>
                <a:latin typeface="IBM Plex Sans"/>
                <a:ea typeface="IBM Plex Sans"/>
                <a:cs typeface="IBM Plex Sans"/>
              </a:endParaRPr>
            </a:p>
          </p:txBody>
        </p:sp>
        <p:sp>
          <p:nvSpPr>
            <p:cNvPr id="28" name="node01.trunk.source-002.pin"/>
            <p:cNvSpPr/>
            <p:nvPr/>
          </p:nvSpPr>
          <p:spPr>
            <a:xfrm>
              <a:off x="3308096" y="3400425"/>
              <a:ext cx="285750" cy="285750"/>
            </a:xfrm>
            <a:prstGeom prst="ellipse">
              <a:avLst/>
            </a:prstGeom>
            <a:solidFill>
              <a:srgbClr val="FFFFFF"/>
            </a:solidFill>
            <a:ln w="19050">
              <a:solidFill>
                <a:srgbClr val="070154"/>
              </a:solidFill>
              <a:prstDash val="solid"/>
            </a:ln>
          </p:spPr>
        </p:sp>
        <p:sp>
          <p:nvSpPr>
            <p:cNvPr id="29" name="node01.trunk.source-002.number"/>
            <p:cNvSpPr/>
            <p:nvPr/>
          </p:nvSpPr>
          <p:spPr>
            <a:xfrm>
              <a:off x="3298571" y="33909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2</a:t>
              </a:r>
              <a:endParaRPr lang="en-US" sz="1000" spc="0" kern="0" b="0" i="0" dirty="0">
                <a:solidFill>
                  <a:srgbClr val="070154"/>
                </a:solidFill>
                <a:latin typeface="IBM Plex Mono SemiBold"/>
                <a:ea typeface="IBM Plex Mono SemiBold"/>
                <a:cs typeface="IBM Plex Mono SemiBold"/>
              </a:endParaRPr>
            </a:p>
          </p:txBody>
        </p:sp>
        <p:sp>
          <p:nvSpPr>
            <p:cNvPr id="30" name="node01.trunk.source-002.label.part-1"/>
            <p:cNvSpPr/>
            <p:nvPr/>
          </p:nvSpPr>
          <p:spPr>
            <a:xfrm>
              <a:off x="2728214" y="3771900"/>
              <a:ext cx="144551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31" name="node01.trunk.source-002.label.part-2"/>
            <p:cNvSpPr/>
            <p:nvPr/>
          </p:nvSpPr>
          <p:spPr>
            <a:xfrm>
              <a:off x="2728214" y="3949700"/>
              <a:ext cx="1445514"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Single sign-in</a:t>
              </a:r>
              <a:endParaRPr lang="en-US" sz="1200" spc="0" kern="0" b="0" i="0" dirty="0">
                <a:solidFill>
                  <a:srgbClr val="070154"/>
                </a:solidFill>
                <a:latin typeface="IBM Plex Sans SemiBold"/>
                <a:ea typeface="IBM Plex Sans SemiBold"/>
                <a:cs typeface="IBM Plex Sans SemiBold"/>
              </a:endParaRPr>
            </a:p>
          </p:txBody>
        </p:sp>
        <p:sp>
          <p:nvSpPr>
            <p:cNvPr id="32" name="node01.trunk.source-002.label.part-3"/>
            <p:cNvSpPr/>
            <p:nvPr/>
          </p:nvSpPr>
          <p:spPr>
            <a:xfrm>
              <a:off x="2728214" y="4157980"/>
              <a:ext cx="1445514"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ID at every site.</a:t>
              </a:r>
              <a:endParaRPr lang="en-US" sz="1200" spc="0" kern="0" b="0" i="0" dirty="0">
                <a:solidFill>
                  <a:srgbClr val="070154"/>
                </a:solidFill>
                <a:latin typeface="IBM Plex Sans"/>
                <a:ea typeface="IBM Plex Sans"/>
                <a:cs typeface="IBM Plex Sans"/>
              </a:endParaRPr>
            </a:p>
          </p:txBody>
        </p:sp>
        <p:sp>
          <p:nvSpPr>
            <p:cNvPr id="33" name="node01.fork.diamond"/>
            <p:cNvSpPr/>
            <p:nvPr/>
          </p:nvSpPr>
          <p:spPr>
            <a:xfrm>
              <a:off x="4156912" y="3323284"/>
              <a:ext cx="440033" cy="440033"/>
            </a:xfrm>
            <a:prstGeom prst="diamond">
              <a:avLst/>
            </a:prstGeom>
            <a:solidFill>
              <a:srgbClr val="F900D3"/>
            </a:solidFill>
            <a:ln w="19050">
              <a:solidFill>
                <a:srgbClr val="070154"/>
              </a:solidFill>
              <a:prstDash val="solid"/>
              <a:miter/>
            </a:ln>
          </p:spPr>
        </p:sp>
        <p:sp>
          <p:nvSpPr>
            <p:cNvPr id="34" name="node01.fork.question"/>
            <p:cNvSpPr/>
            <p:nvPr/>
          </p:nvSpPr>
          <p:spPr>
            <a:xfrm>
              <a:off x="4211828" y="3378200"/>
              <a:ext cx="330200" cy="330200"/>
            </a:xfrm>
            <a:prstGeom prst="rect">
              <a:avLst/>
            </a:prstGeom>
            <a:noFill/>
            <a:ln/>
          </p:spPr>
          <p:txBody>
            <a:bodyPr wrap="square" lIns="0" tIns="0" rIns="0" bIns="0" rtlCol="0" anchor="ctr"/>
            <a:lstStyle/>
            <a:p>
              <a:pPr algn="ctr" indent="0" marL="0">
                <a:lnSpc>
                  <a:spcPts val="1200"/>
                </a:lnSpc>
                <a:buNone/>
              </a:pPr>
              <a:r>
                <a:rPr lang="en-US" sz="1200" spc="0" kern="0" b="1" i="0" dirty="0">
                  <a:solidFill>
                    <a:srgbClr val="070154"/>
                  </a:solidFill>
                  <a:latin typeface="IBM Plex Mono"/>
                  <a:ea typeface="IBM Plex Mono"/>
                  <a:cs typeface="IBM Plex Mono"/>
                </a:rPr>
                <a:t>?</a:t>
              </a:r>
              <a:endParaRPr lang="en-US" sz="1200" spc="0" kern="0" b="1" i="0" dirty="0">
                <a:solidFill>
                  <a:srgbClr val="070154"/>
                </a:solidFill>
                <a:latin typeface="IBM Plex Mono"/>
                <a:ea typeface="IBM Plex Mono"/>
                <a:cs typeface="IBM Plex Mono"/>
              </a:endParaRPr>
            </a:p>
          </p:txBody>
        </p:sp>
        <p:sp>
          <p:nvSpPr>
            <p:cNvPr id="35" name="node01.fork.label.part-1"/>
            <p:cNvSpPr/>
            <p:nvPr/>
          </p:nvSpPr>
          <p:spPr>
            <a:xfrm>
              <a:off x="3348228" y="1600200"/>
              <a:ext cx="2057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DECISION</a:t>
              </a:r>
              <a:endParaRPr lang="en-US" sz="900" spc="54" kern="0" b="0" i="0" dirty="0">
                <a:solidFill>
                  <a:srgbClr val="0047FF"/>
                </a:solidFill>
                <a:latin typeface="IBM Plex Mono SemiBold"/>
                <a:ea typeface="IBM Plex Mono SemiBold"/>
                <a:cs typeface="IBM Plex Mono SemiBold"/>
              </a:endParaRPr>
            </a:p>
          </p:txBody>
        </p:sp>
        <p:sp>
          <p:nvSpPr>
            <p:cNvPr id="36" name="node01.fork.label.part-2"/>
            <p:cNvSpPr/>
            <p:nvPr/>
          </p:nvSpPr>
          <p:spPr>
            <a:xfrm>
              <a:off x="3348228" y="1778000"/>
              <a:ext cx="2057400" cy="215900"/>
            </a:xfrm>
            <a:prstGeom prst="rect">
              <a:avLst/>
            </a:prstGeom>
            <a:noFill/>
            <a:ln/>
          </p:spPr>
          <p:txBody>
            <a:bodyPr wrap="square" lIns="0" tIns="0" rIns="0" bIns="0" rtlCol="0" anchor="t"/>
            <a:lstStyle/>
            <a:p>
              <a:pPr algn="ctr" indent="0" marL="0">
                <a:lnSpc>
                  <a:spcPts val="1680"/>
                </a:lnSpc>
                <a:buNone/>
              </a:pPr>
              <a:r>
                <a:rPr lang="en-US" sz="1400" spc="0" kern="0" b="0" i="0" dirty="0">
                  <a:solidFill>
                    <a:srgbClr val="070154"/>
                  </a:solidFill>
                  <a:latin typeface="IBM Plex Sans SemiBold"/>
                  <a:ea typeface="IBM Plex Sans SemiBold"/>
                  <a:cs typeface="IBM Plex Sans SemiBold"/>
                </a:rPr>
                <a:t>Buy, build or partner?</a:t>
              </a:r>
              <a:endParaRPr lang="en-US" sz="1400" spc="0" kern="0" b="0" i="0" dirty="0">
                <a:solidFill>
                  <a:srgbClr val="070154"/>
                </a:solidFill>
                <a:latin typeface="IBM Plex Sans SemiBold"/>
                <a:ea typeface="IBM Plex Sans SemiBold"/>
                <a:cs typeface="IBM Plex Sans SemiBold"/>
              </a:endParaRPr>
            </a:p>
          </p:txBody>
        </p:sp>
        <p:sp>
          <p:nvSpPr>
            <p:cNvPr id="37" name="node01.fork.label.part-3"/>
            <p:cNvSpPr/>
            <p:nvPr/>
          </p:nvSpPr>
          <p:spPr>
            <a:xfrm>
              <a:off x="3348228" y="2019300"/>
              <a:ext cx="2057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Choose by Q2 2027</a:t>
              </a:r>
              <a:endParaRPr lang="en-US" sz="1200" spc="0" kern="0" b="0" i="0" dirty="0">
                <a:solidFill>
                  <a:srgbClr val="50658E"/>
                </a:solidFill>
                <a:latin typeface="IBM Plex Sans"/>
                <a:ea typeface="IBM Plex Sans"/>
                <a:cs typeface="IBM Plex Sans"/>
              </a:endParaRPr>
            </a:p>
          </p:txBody>
        </p:sp>
        <p:sp>
          <p:nvSpPr>
            <p:cNvPr id="38" name="node01.branches.source-001.title.part-1"/>
            <p:cNvSpPr/>
            <p:nvPr/>
          </p:nvSpPr>
          <p:spPr>
            <a:xfrm>
              <a:off x="6463796" y="1674368"/>
              <a:ext cx="4618732"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Buy a platform</a:t>
              </a:r>
              <a:endParaRPr lang="en-US" sz="1800" spc="-18" kern="0" b="0" i="0" dirty="0">
                <a:solidFill>
                  <a:srgbClr val="070154"/>
                </a:solidFill>
                <a:latin typeface="IBM Plex Sans SemiBold"/>
                <a:ea typeface="IBM Plex Sans SemiBold"/>
                <a:cs typeface="IBM Plex Sans SemiBold"/>
              </a:endParaRPr>
            </a:p>
          </p:txBody>
        </p:sp>
        <p:sp>
          <p:nvSpPr>
            <p:cNvPr id="39" name="node01.branches.source-001.tag"/>
            <p:cNvSpPr/>
            <p:nvPr/>
          </p:nvSpPr>
          <p:spPr>
            <a:xfrm>
              <a:off x="5748528" y="1760474"/>
              <a:ext cx="62636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OPTION A</a:t>
              </a:r>
              <a:endParaRPr lang="en-US" sz="900" spc="54" kern="0" b="0" i="0" dirty="0">
                <a:solidFill>
                  <a:srgbClr val="0047FF"/>
                </a:solidFill>
                <a:latin typeface="IBM Plex Mono SemiBold"/>
                <a:ea typeface="IBM Plex Mono SemiBold"/>
                <a:cs typeface="IBM Plex Mono SemiBold"/>
              </a:endParaRPr>
            </a:p>
          </p:txBody>
        </p:sp>
        <p:sp>
          <p:nvSpPr>
            <p:cNvPr id="40" name="node01.branches.source-001.milestones.source-001.pin"/>
            <p:cNvSpPr/>
            <p:nvPr/>
          </p:nvSpPr>
          <p:spPr>
            <a:xfrm>
              <a:off x="7105396" y="2001393"/>
              <a:ext cx="285750" cy="285750"/>
            </a:xfrm>
            <a:prstGeom prst="ellipse">
              <a:avLst/>
            </a:prstGeom>
            <a:solidFill>
              <a:srgbClr val="FFFFFF"/>
            </a:solidFill>
            <a:ln w="19050">
              <a:solidFill>
                <a:srgbClr val="070154"/>
              </a:solidFill>
              <a:prstDash val="solid"/>
            </a:ln>
          </p:spPr>
        </p:sp>
        <p:sp>
          <p:nvSpPr>
            <p:cNvPr id="41" name="node01.branches.source-001.milestones.source-001.number"/>
            <p:cNvSpPr/>
            <p:nvPr/>
          </p:nvSpPr>
          <p:spPr>
            <a:xfrm>
              <a:off x="7095871" y="19918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A1</a:t>
              </a:r>
              <a:endParaRPr lang="en-US" sz="1000" spc="0" kern="0" b="0" i="0" dirty="0">
                <a:solidFill>
                  <a:srgbClr val="070154"/>
                </a:solidFill>
                <a:latin typeface="IBM Plex Mono SemiBold"/>
                <a:ea typeface="IBM Plex Mono SemiBold"/>
                <a:cs typeface="IBM Plex Mono SemiBold"/>
              </a:endParaRPr>
            </a:p>
          </p:txBody>
        </p:sp>
        <p:sp>
          <p:nvSpPr>
            <p:cNvPr id="42" name="node01.branches.source-001.milestones.source-001.label.part-1"/>
            <p:cNvSpPr/>
            <p:nvPr/>
          </p:nvSpPr>
          <p:spPr>
            <a:xfrm>
              <a:off x="5951728" y="23728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43" name="node01.branches.source-001.milestones.source-001.label.part-2"/>
            <p:cNvSpPr/>
            <p:nvPr/>
          </p:nvSpPr>
          <p:spPr>
            <a:xfrm>
              <a:off x="5951728" y="25506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Select vendor</a:t>
              </a:r>
              <a:endParaRPr lang="en-US" sz="1200" spc="0" kern="0" b="0" i="0" dirty="0">
                <a:solidFill>
                  <a:srgbClr val="070154"/>
                </a:solidFill>
                <a:latin typeface="IBM Plex Sans SemiBold"/>
                <a:ea typeface="IBM Plex Sans SemiBold"/>
                <a:cs typeface="IBM Plex Sans SemiBold"/>
              </a:endParaRPr>
            </a:p>
          </p:txBody>
        </p:sp>
        <p:sp>
          <p:nvSpPr>
            <p:cNvPr id="44" name="node01.branches.source-001.milestones.source-001.label.part-3"/>
            <p:cNvSpPr/>
            <p:nvPr/>
          </p:nvSpPr>
          <p:spPr>
            <a:xfrm>
              <a:off x="5951728" y="27589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Scored shortlist.</a:t>
              </a:r>
              <a:endParaRPr lang="en-US" sz="1200" spc="0" kern="0" b="0" i="0" dirty="0">
                <a:solidFill>
                  <a:srgbClr val="070154"/>
                </a:solidFill>
                <a:latin typeface="IBM Plex Sans"/>
                <a:ea typeface="IBM Plex Sans"/>
                <a:cs typeface="IBM Plex Sans"/>
              </a:endParaRPr>
            </a:p>
          </p:txBody>
        </p:sp>
        <p:sp>
          <p:nvSpPr>
            <p:cNvPr id="45" name="node01.branches.source-001.milestones.source-002.pin"/>
            <p:cNvSpPr/>
            <p:nvPr/>
          </p:nvSpPr>
          <p:spPr>
            <a:xfrm>
              <a:off x="9800082" y="2001393"/>
              <a:ext cx="285750" cy="285750"/>
            </a:xfrm>
            <a:prstGeom prst="ellipse">
              <a:avLst/>
            </a:prstGeom>
            <a:solidFill>
              <a:srgbClr val="FFFFFF"/>
            </a:solidFill>
            <a:ln w="19050">
              <a:solidFill>
                <a:srgbClr val="070154"/>
              </a:solidFill>
              <a:prstDash val="solid"/>
            </a:ln>
          </p:spPr>
        </p:sp>
        <p:sp>
          <p:nvSpPr>
            <p:cNvPr id="46" name="node01.branches.source-001.milestones.source-002.number"/>
            <p:cNvSpPr/>
            <p:nvPr/>
          </p:nvSpPr>
          <p:spPr>
            <a:xfrm>
              <a:off x="9790557" y="19918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A2</a:t>
              </a:r>
              <a:endParaRPr lang="en-US" sz="1000" spc="0" kern="0" b="0" i="0" dirty="0">
                <a:solidFill>
                  <a:srgbClr val="070154"/>
                </a:solidFill>
                <a:latin typeface="IBM Plex Mono SemiBold"/>
                <a:ea typeface="IBM Plex Mono SemiBold"/>
                <a:cs typeface="IBM Plex Mono SemiBold"/>
              </a:endParaRPr>
            </a:p>
          </p:txBody>
        </p:sp>
        <p:sp>
          <p:nvSpPr>
            <p:cNvPr id="47" name="node01.branches.source-001.milestones.source-002.label.part-1"/>
            <p:cNvSpPr/>
            <p:nvPr/>
          </p:nvSpPr>
          <p:spPr>
            <a:xfrm>
              <a:off x="8646414" y="23728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48" name="node01.branches.source-001.milestones.source-002.label.part-2"/>
            <p:cNvSpPr/>
            <p:nvPr/>
          </p:nvSpPr>
          <p:spPr>
            <a:xfrm>
              <a:off x="8646414" y="25506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Go live</a:t>
              </a:r>
              <a:endParaRPr lang="en-US" sz="1200" spc="0" kern="0" b="0" i="0" dirty="0">
                <a:solidFill>
                  <a:srgbClr val="070154"/>
                </a:solidFill>
                <a:latin typeface="IBM Plex Sans SemiBold"/>
                <a:ea typeface="IBM Plex Sans SemiBold"/>
                <a:cs typeface="IBM Plex Sans SemiBold"/>
              </a:endParaRPr>
            </a:p>
          </p:txBody>
        </p:sp>
        <p:sp>
          <p:nvSpPr>
            <p:cNvPr id="49" name="node01.branches.source-001.milestones.source-002.label.part-3"/>
            <p:cNvSpPr/>
            <p:nvPr/>
          </p:nvSpPr>
          <p:spPr>
            <a:xfrm>
              <a:off x="8646414" y="27589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All sites on one suite.</a:t>
              </a:r>
              <a:endParaRPr lang="en-US" sz="1200" spc="0" kern="0" b="0" i="0" dirty="0">
                <a:solidFill>
                  <a:srgbClr val="070154"/>
                </a:solidFill>
                <a:latin typeface="IBM Plex Sans"/>
                <a:ea typeface="IBM Plex Sans"/>
                <a:cs typeface="IBM Plex Sans"/>
              </a:endParaRPr>
            </a:p>
          </p:txBody>
        </p:sp>
        <p:sp>
          <p:nvSpPr>
            <p:cNvPr id="50" name="node01.branches.source-002.title.part-1"/>
            <p:cNvSpPr/>
            <p:nvPr/>
          </p:nvSpPr>
          <p:spPr>
            <a:xfrm>
              <a:off x="6463796" y="2969768"/>
              <a:ext cx="4618732"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Build on our EHR</a:t>
              </a:r>
              <a:endParaRPr lang="en-US" sz="1800" spc="-18" kern="0" b="0" i="0" dirty="0">
                <a:solidFill>
                  <a:srgbClr val="070154"/>
                </a:solidFill>
                <a:latin typeface="IBM Plex Sans SemiBold"/>
                <a:ea typeface="IBM Plex Sans SemiBold"/>
                <a:cs typeface="IBM Plex Sans SemiBold"/>
              </a:endParaRPr>
            </a:p>
          </p:txBody>
        </p:sp>
        <p:sp>
          <p:nvSpPr>
            <p:cNvPr id="51" name="node01.branches.source-002.tag"/>
            <p:cNvSpPr/>
            <p:nvPr/>
          </p:nvSpPr>
          <p:spPr>
            <a:xfrm>
              <a:off x="5748528" y="3055874"/>
              <a:ext cx="62636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OPTION B</a:t>
              </a:r>
              <a:endParaRPr lang="en-US" sz="900" spc="54" kern="0" b="0" i="0" dirty="0">
                <a:solidFill>
                  <a:srgbClr val="0047FF"/>
                </a:solidFill>
                <a:latin typeface="IBM Plex Mono SemiBold"/>
                <a:ea typeface="IBM Plex Mono SemiBold"/>
                <a:cs typeface="IBM Plex Mono SemiBold"/>
              </a:endParaRPr>
            </a:p>
          </p:txBody>
        </p:sp>
        <p:sp>
          <p:nvSpPr>
            <p:cNvPr id="52" name="node01.branches.source-002.milestones.source-001.pin"/>
            <p:cNvSpPr/>
            <p:nvPr/>
          </p:nvSpPr>
          <p:spPr>
            <a:xfrm>
              <a:off x="7105396" y="3296793"/>
              <a:ext cx="285750" cy="285750"/>
            </a:xfrm>
            <a:prstGeom prst="ellipse">
              <a:avLst/>
            </a:prstGeom>
            <a:solidFill>
              <a:srgbClr val="FFFFFF"/>
            </a:solidFill>
            <a:ln w="19050">
              <a:solidFill>
                <a:srgbClr val="070154"/>
              </a:solidFill>
              <a:prstDash val="solid"/>
            </a:ln>
          </p:spPr>
        </p:sp>
        <p:sp>
          <p:nvSpPr>
            <p:cNvPr id="53" name="node01.branches.source-002.milestones.source-001.number"/>
            <p:cNvSpPr/>
            <p:nvPr/>
          </p:nvSpPr>
          <p:spPr>
            <a:xfrm>
              <a:off x="7095871" y="32872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B1</a:t>
              </a:r>
              <a:endParaRPr lang="en-US" sz="1000" spc="0" kern="0" b="0" i="0" dirty="0">
                <a:solidFill>
                  <a:srgbClr val="070154"/>
                </a:solidFill>
                <a:latin typeface="IBM Plex Mono SemiBold"/>
                <a:ea typeface="IBM Plex Mono SemiBold"/>
                <a:cs typeface="IBM Plex Mono SemiBold"/>
              </a:endParaRPr>
            </a:p>
          </p:txBody>
        </p:sp>
        <p:sp>
          <p:nvSpPr>
            <p:cNvPr id="54" name="node01.branches.source-002.milestones.source-001.label.part-1"/>
            <p:cNvSpPr/>
            <p:nvPr/>
          </p:nvSpPr>
          <p:spPr>
            <a:xfrm>
              <a:off x="5951728" y="36682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55" name="node01.branches.source-002.milestones.source-001.label.part-2"/>
            <p:cNvSpPr/>
            <p:nvPr/>
          </p:nvSpPr>
          <p:spPr>
            <a:xfrm>
              <a:off x="5951728" y="38460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Extend portal</a:t>
              </a:r>
              <a:endParaRPr lang="en-US" sz="1200" spc="0" kern="0" b="0" i="0" dirty="0">
                <a:solidFill>
                  <a:srgbClr val="070154"/>
                </a:solidFill>
                <a:latin typeface="IBM Plex Sans SemiBold"/>
                <a:ea typeface="IBM Plex Sans SemiBold"/>
                <a:cs typeface="IBM Plex Sans SemiBold"/>
              </a:endParaRPr>
            </a:p>
          </p:txBody>
        </p:sp>
        <p:sp>
          <p:nvSpPr>
            <p:cNvPr id="56" name="node01.branches.source-002.milestones.source-001.label.part-3"/>
            <p:cNvSpPr/>
            <p:nvPr/>
          </p:nvSpPr>
          <p:spPr>
            <a:xfrm>
              <a:off x="5951728" y="40543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Use the EHR's tools.</a:t>
              </a:r>
              <a:endParaRPr lang="en-US" sz="1200" spc="0" kern="0" b="0" i="0" dirty="0">
                <a:solidFill>
                  <a:srgbClr val="070154"/>
                </a:solidFill>
                <a:latin typeface="IBM Plex Sans"/>
                <a:ea typeface="IBM Plex Sans"/>
                <a:cs typeface="IBM Plex Sans"/>
              </a:endParaRPr>
            </a:p>
          </p:txBody>
        </p:sp>
        <p:sp>
          <p:nvSpPr>
            <p:cNvPr id="57" name="node01.branches.source-002.milestones.source-002.pin"/>
            <p:cNvSpPr/>
            <p:nvPr/>
          </p:nvSpPr>
          <p:spPr>
            <a:xfrm>
              <a:off x="9800082" y="3296793"/>
              <a:ext cx="285750" cy="285750"/>
            </a:xfrm>
            <a:prstGeom prst="ellipse">
              <a:avLst/>
            </a:prstGeom>
            <a:solidFill>
              <a:srgbClr val="FFFFFF"/>
            </a:solidFill>
            <a:ln w="19050">
              <a:solidFill>
                <a:srgbClr val="070154"/>
              </a:solidFill>
              <a:prstDash val="solid"/>
            </a:ln>
          </p:spPr>
        </p:sp>
        <p:sp>
          <p:nvSpPr>
            <p:cNvPr id="58" name="node01.branches.source-002.milestones.source-002.number"/>
            <p:cNvSpPr/>
            <p:nvPr/>
          </p:nvSpPr>
          <p:spPr>
            <a:xfrm>
              <a:off x="9790557" y="32872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B2</a:t>
              </a:r>
              <a:endParaRPr lang="en-US" sz="1000" spc="0" kern="0" b="0" i="0" dirty="0">
                <a:solidFill>
                  <a:srgbClr val="070154"/>
                </a:solidFill>
                <a:latin typeface="IBM Plex Mono SemiBold"/>
                <a:ea typeface="IBM Plex Mono SemiBold"/>
                <a:cs typeface="IBM Plex Mono SemiBold"/>
              </a:endParaRPr>
            </a:p>
          </p:txBody>
        </p:sp>
        <p:sp>
          <p:nvSpPr>
            <p:cNvPr id="59" name="node01.branches.source-002.milestones.source-002.label.part-1"/>
            <p:cNvSpPr/>
            <p:nvPr/>
          </p:nvSpPr>
          <p:spPr>
            <a:xfrm>
              <a:off x="8646414" y="36682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2028</a:t>
              </a:r>
              <a:endParaRPr lang="en-US" sz="900" spc="54" kern="0" b="0" i="0" dirty="0">
                <a:solidFill>
                  <a:srgbClr val="0047FF"/>
                </a:solidFill>
                <a:latin typeface="IBM Plex Mono SemiBold"/>
                <a:ea typeface="IBM Plex Mono SemiBold"/>
                <a:cs typeface="IBM Plex Mono SemiBold"/>
              </a:endParaRPr>
            </a:p>
          </p:txBody>
        </p:sp>
        <p:sp>
          <p:nvSpPr>
            <p:cNvPr id="60" name="node01.branches.source-002.milestones.source-002.label.part-2"/>
            <p:cNvSpPr/>
            <p:nvPr/>
          </p:nvSpPr>
          <p:spPr>
            <a:xfrm>
              <a:off x="8646414" y="38460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Go live</a:t>
              </a:r>
              <a:endParaRPr lang="en-US" sz="1200" spc="0" kern="0" b="0" i="0" dirty="0">
                <a:solidFill>
                  <a:srgbClr val="070154"/>
                </a:solidFill>
                <a:latin typeface="IBM Plex Sans SemiBold"/>
                <a:ea typeface="IBM Plex Sans SemiBold"/>
                <a:cs typeface="IBM Plex Sans SemiBold"/>
              </a:endParaRPr>
            </a:p>
          </p:txBody>
        </p:sp>
        <p:sp>
          <p:nvSpPr>
            <p:cNvPr id="61" name="node01.branches.source-002.milestones.source-002.label.part-3"/>
            <p:cNvSpPr/>
            <p:nvPr/>
          </p:nvSpPr>
          <p:spPr>
            <a:xfrm>
              <a:off x="8646414" y="40543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Phased by region.</a:t>
              </a:r>
              <a:endParaRPr lang="en-US" sz="1200" spc="0" kern="0" b="0" i="0" dirty="0">
                <a:solidFill>
                  <a:srgbClr val="070154"/>
                </a:solidFill>
                <a:latin typeface="IBM Plex Sans"/>
                <a:ea typeface="IBM Plex Sans"/>
                <a:cs typeface="IBM Plex Sans"/>
              </a:endParaRPr>
            </a:p>
          </p:txBody>
        </p:sp>
        <p:sp>
          <p:nvSpPr>
            <p:cNvPr id="62" name="node01.branches.source-003.title.part-1"/>
            <p:cNvSpPr/>
            <p:nvPr/>
          </p:nvSpPr>
          <p:spPr>
            <a:xfrm>
              <a:off x="6463796" y="4265168"/>
              <a:ext cx="4618732"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Partner and co-build</a:t>
              </a:r>
              <a:endParaRPr lang="en-US" sz="1800" spc="-18" kern="0" b="0" i="0" dirty="0">
                <a:solidFill>
                  <a:srgbClr val="070154"/>
                </a:solidFill>
                <a:latin typeface="IBM Plex Sans SemiBold"/>
                <a:ea typeface="IBM Plex Sans SemiBold"/>
                <a:cs typeface="IBM Plex Sans SemiBold"/>
              </a:endParaRPr>
            </a:p>
          </p:txBody>
        </p:sp>
        <p:sp>
          <p:nvSpPr>
            <p:cNvPr id="63" name="node01.branches.source-003.tag"/>
            <p:cNvSpPr/>
            <p:nvPr/>
          </p:nvSpPr>
          <p:spPr>
            <a:xfrm>
              <a:off x="5748528" y="4351274"/>
              <a:ext cx="62636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OPTION C</a:t>
              </a:r>
              <a:endParaRPr lang="en-US" sz="900" spc="54" kern="0" b="0" i="0" dirty="0">
                <a:solidFill>
                  <a:srgbClr val="0047FF"/>
                </a:solidFill>
                <a:latin typeface="IBM Plex Mono SemiBold"/>
                <a:ea typeface="IBM Plex Mono SemiBold"/>
                <a:cs typeface="IBM Plex Mono SemiBold"/>
              </a:endParaRPr>
            </a:p>
          </p:txBody>
        </p:sp>
        <p:sp>
          <p:nvSpPr>
            <p:cNvPr id="64" name="node01.branches.source-003.milestones.source-001.pin"/>
            <p:cNvSpPr/>
            <p:nvPr/>
          </p:nvSpPr>
          <p:spPr>
            <a:xfrm>
              <a:off x="7105396" y="4592193"/>
              <a:ext cx="285750" cy="285750"/>
            </a:xfrm>
            <a:prstGeom prst="ellipse">
              <a:avLst/>
            </a:prstGeom>
            <a:solidFill>
              <a:srgbClr val="FFFFFF"/>
            </a:solidFill>
            <a:ln w="19050">
              <a:solidFill>
                <a:srgbClr val="070154"/>
              </a:solidFill>
              <a:prstDash val="solid"/>
            </a:ln>
          </p:spPr>
        </p:sp>
        <p:sp>
          <p:nvSpPr>
            <p:cNvPr id="65" name="node01.branches.source-003.milestones.source-001.number"/>
            <p:cNvSpPr/>
            <p:nvPr/>
          </p:nvSpPr>
          <p:spPr>
            <a:xfrm>
              <a:off x="7095871" y="45826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C1</a:t>
              </a:r>
              <a:endParaRPr lang="en-US" sz="1000" spc="0" kern="0" b="0" i="0" dirty="0">
                <a:solidFill>
                  <a:srgbClr val="070154"/>
                </a:solidFill>
                <a:latin typeface="IBM Plex Mono SemiBold"/>
                <a:ea typeface="IBM Plex Mono SemiBold"/>
                <a:cs typeface="IBM Plex Mono SemiBold"/>
              </a:endParaRPr>
            </a:p>
          </p:txBody>
        </p:sp>
        <p:sp>
          <p:nvSpPr>
            <p:cNvPr id="66" name="node01.branches.source-003.milestones.source-001.label.part-1"/>
            <p:cNvSpPr/>
            <p:nvPr/>
          </p:nvSpPr>
          <p:spPr>
            <a:xfrm>
              <a:off x="5951728" y="49636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67" name="node01.branches.source-003.milestones.source-001.label.part-2"/>
            <p:cNvSpPr/>
            <p:nvPr/>
          </p:nvSpPr>
          <p:spPr>
            <a:xfrm>
              <a:off x="5951728" y="51414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Sign partner</a:t>
              </a:r>
              <a:endParaRPr lang="en-US" sz="1200" spc="0" kern="0" b="0" i="0" dirty="0">
                <a:solidFill>
                  <a:srgbClr val="070154"/>
                </a:solidFill>
                <a:latin typeface="IBM Plex Sans SemiBold"/>
                <a:ea typeface="IBM Plex Sans SemiBold"/>
                <a:cs typeface="IBM Plex Sans SemiBold"/>
              </a:endParaRPr>
            </a:p>
          </p:txBody>
        </p:sp>
        <p:sp>
          <p:nvSpPr>
            <p:cNvPr id="68" name="node01.branches.source-003.milestones.source-001.label.part-3"/>
            <p:cNvSpPr/>
            <p:nvPr/>
          </p:nvSpPr>
          <p:spPr>
            <a:xfrm>
              <a:off x="5951728" y="53497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Shared roadmap.</a:t>
              </a:r>
              <a:endParaRPr lang="en-US" sz="1200" spc="0" kern="0" b="0" i="0" dirty="0">
                <a:solidFill>
                  <a:srgbClr val="070154"/>
                </a:solidFill>
                <a:latin typeface="IBM Plex Sans"/>
                <a:ea typeface="IBM Plex Sans"/>
                <a:cs typeface="IBM Plex Sans"/>
              </a:endParaRPr>
            </a:p>
          </p:txBody>
        </p:sp>
        <p:sp>
          <p:nvSpPr>
            <p:cNvPr id="69" name="node01.branches.source-003.milestones.source-002.pin"/>
            <p:cNvSpPr/>
            <p:nvPr/>
          </p:nvSpPr>
          <p:spPr>
            <a:xfrm>
              <a:off x="9800082" y="4592193"/>
              <a:ext cx="285750" cy="285750"/>
            </a:xfrm>
            <a:prstGeom prst="ellipse">
              <a:avLst/>
            </a:prstGeom>
            <a:solidFill>
              <a:srgbClr val="FFFFFF"/>
            </a:solidFill>
            <a:ln w="19050">
              <a:solidFill>
                <a:srgbClr val="070154"/>
              </a:solidFill>
              <a:prstDash val="solid"/>
            </a:ln>
          </p:spPr>
        </p:sp>
        <p:sp>
          <p:nvSpPr>
            <p:cNvPr id="70" name="node01.branches.source-003.milestones.source-002.number"/>
            <p:cNvSpPr/>
            <p:nvPr/>
          </p:nvSpPr>
          <p:spPr>
            <a:xfrm>
              <a:off x="9790557" y="45826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C2</a:t>
              </a:r>
              <a:endParaRPr lang="en-US" sz="1000" spc="0" kern="0" b="0" i="0" dirty="0">
                <a:solidFill>
                  <a:srgbClr val="070154"/>
                </a:solidFill>
                <a:latin typeface="IBM Plex Mono SemiBold"/>
                <a:ea typeface="IBM Plex Mono SemiBold"/>
                <a:cs typeface="IBM Plex Mono SemiBold"/>
              </a:endParaRPr>
            </a:p>
          </p:txBody>
        </p:sp>
        <p:sp>
          <p:nvSpPr>
            <p:cNvPr id="71" name="node01.branches.source-003.milestones.source-002.label.part-1"/>
            <p:cNvSpPr/>
            <p:nvPr/>
          </p:nvSpPr>
          <p:spPr>
            <a:xfrm>
              <a:off x="8646414" y="4963668"/>
              <a:ext cx="2593086"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2028</a:t>
              </a:r>
              <a:endParaRPr lang="en-US" sz="900" spc="54" kern="0" b="0" i="0" dirty="0">
                <a:solidFill>
                  <a:srgbClr val="0047FF"/>
                </a:solidFill>
                <a:latin typeface="IBM Plex Mono SemiBold"/>
                <a:ea typeface="IBM Plex Mono SemiBold"/>
                <a:cs typeface="IBM Plex Mono SemiBold"/>
              </a:endParaRPr>
            </a:p>
          </p:txBody>
        </p:sp>
        <p:sp>
          <p:nvSpPr>
            <p:cNvPr id="72" name="node01.branches.source-003.milestones.source-002.label.part-2"/>
            <p:cNvSpPr/>
            <p:nvPr/>
          </p:nvSpPr>
          <p:spPr>
            <a:xfrm>
              <a:off x="8646414" y="5141468"/>
              <a:ext cx="2593086"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Go live</a:t>
              </a:r>
              <a:endParaRPr lang="en-US" sz="1200" spc="0" kern="0" b="0" i="0" dirty="0">
                <a:solidFill>
                  <a:srgbClr val="070154"/>
                </a:solidFill>
                <a:latin typeface="IBM Plex Sans SemiBold"/>
                <a:ea typeface="IBM Plex Sans SemiBold"/>
                <a:cs typeface="IBM Plex Sans SemiBold"/>
              </a:endParaRPr>
            </a:p>
          </p:txBody>
        </p:sp>
        <p:sp>
          <p:nvSpPr>
            <p:cNvPr id="73" name="node01.branches.source-003.milestones.source-002.label.part-3"/>
            <p:cNvSpPr/>
            <p:nvPr/>
          </p:nvSpPr>
          <p:spPr>
            <a:xfrm>
              <a:off x="8646414" y="5349748"/>
              <a:ext cx="2593086"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Joint release.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ource-42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choice turns on time and fit, not cost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83</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1600200"/>
            <a:ext cx="10744200" cy="2644648"/>
            <a:chOff x="723900" y="1600200"/>
            <a:chExt cx="10744200" cy="2644648"/>
          </a:xfrm>
        </p:grpSpPr>
        <p:sp>
          <p:nvSpPr>
            <p:cNvPr id="7" name="node01.trunk.road"/>
            <p:cNvSpPr/>
            <p:nvPr/>
          </p:nvSpPr>
          <p:spPr>
            <a:xfrm>
              <a:off x="901700" y="2895600"/>
              <a:ext cx="3045460" cy="0"/>
            </a:xfrm>
            <a:custGeom>
              <a:avLst/>
              <a:gdLst/>
              <a:ahLst/>
              <a:cxnLst/>
              <a:rect l="l" t="t" r="r" b="b"/>
              <a:pathLst>
                <a:path w="3045460">
                  <a:moveTo>
                    <a:pt x="0" y="0"/>
                  </a:moveTo>
                  <a:lnTo>
                    <a:pt x="3045460" y="0"/>
                  </a:lnTo>
                </a:path>
              </a:pathLst>
            </a:custGeom>
            <a:ln w="228600">
              <a:solidFill>
                <a:srgbClr val="070154"/>
              </a:solidFill>
              <a:prstDash val="solid"/>
              <a:round/>
            </a:ln>
          </p:spPr>
        </p:sp>
        <p:sp>
          <p:nvSpPr>
            <p:cNvPr id="8" name="node01.trunk.road.cap-1"/>
            <p:cNvSpPr/>
            <p:nvPr/>
          </p:nvSpPr>
          <p:spPr>
            <a:xfrm>
              <a:off x="787400" y="2781300"/>
              <a:ext cx="228600" cy="228600"/>
            </a:xfrm>
            <a:prstGeom prst="ellipse">
              <a:avLst/>
            </a:prstGeom>
            <a:solidFill>
              <a:srgbClr val="070154"/>
            </a:solidFill>
            <a:ln>
              <a:noFill/>
            </a:ln>
          </p:spPr>
        </p:sp>
        <p:sp>
          <p:nvSpPr>
            <p:cNvPr id="9" name="node01.trunk.road.cap-2"/>
            <p:cNvSpPr/>
            <p:nvPr/>
          </p:nvSpPr>
          <p:spPr>
            <a:xfrm>
              <a:off x="3832860" y="2781300"/>
              <a:ext cx="228600" cy="228600"/>
            </a:xfrm>
            <a:prstGeom prst="ellipse">
              <a:avLst/>
            </a:prstGeom>
            <a:solidFill>
              <a:srgbClr val="070154"/>
            </a:solidFill>
            <a:ln>
              <a:noFill/>
            </a:ln>
          </p:spPr>
        </p:sp>
        <p:sp>
          <p:nvSpPr>
            <p:cNvPr id="10" name="node01.trunk.centerline"/>
            <p:cNvSpPr/>
            <p:nvPr/>
          </p:nvSpPr>
          <p:spPr>
            <a:xfrm>
              <a:off x="901700" y="2895600"/>
              <a:ext cx="3045460" cy="0"/>
            </a:xfrm>
            <a:custGeom>
              <a:avLst/>
              <a:gdLst/>
              <a:ahLst/>
              <a:cxnLst/>
              <a:rect l="l" t="t" r="r" b="b"/>
              <a:pathLst>
                <a:path w="3045460">
                  <a:moveTo>
                    <a:pt x="0" y="0"/>
                  </a:moveTo>
                  <a:lnTo>
                    <a:pt x="88900" y="0"/>
                  </a:lnTo>
                  <a:moveTo>
                    <a:pt x="177800" y="0"/>
                  </a:moveTo>
                  <a:lnTo>
                    <a:pt x="266700" y="0"/>
                  </a:lnTo>
                  <a:moveTo>
                    <a:pt x="355600" y="0"/>
                  </a:moveTo>
                  <a:lnTo>
                    <a:pt x="444500" y="0"/>
                  </a:lnTo>
                  <a:moveTo>
                    <a:pt x="533400" y="0"/>
                  </a:moveTo>
                  <a:lnTo>
                    <a:pt x="622300" y="0"/>
                  </a:lnTo>
                  <a:moveTo>
                    <a:pt x="711200" y="0"/>
                  </a:moveTo>
                  <a:lnTo>
                    <a:pt x="800100" y="0"/>
                  </a:lnTo>
                  <a:moveTo>
                    <a:pt x="889000" y="0"/>
                  </a:moveTo>
                  <a:lnTo>
                    <a:pt x="977900" y="0"/>
                  </a:lnTo>
                  <a:moveTo>
                    <a:pt x="1066800" y="0"/>
                  </a:moveTo>
                  <a:lnTo>
                    <a:pt x="1155700" y="0"/>
                  </a:lnTo>
                  <a:moveTo>
                    <a:pt x="1244600" y="0"/>
                  </a:moveTo>
                  <a:lnTo>
                    <a:pt x="1333500" y="0"/>
                  </a:lnTo>
                  <a:moveTo>
                    <a:pt x="1422400" y="0"/>
                  </a:moveTo>
                  <a:lnTo>
                    <a:pt x="1511300" y="0"/>
                  </a:lnTo>
                  <a:moveTo>
                    <a:pt x="1600200" y="0"/>
                  </a:moveTo>
                  <a:lnTo>
                    <a:pt x="1689100" y="0"/>
                  </a:lnTo>
                  <a:moveTo>
                    <a:pt x="1778000" y="0"/>
                  </a:moveTo>
                  <a:lnTo>
                    <a:pt x="1866900" y="0"/>
                  </a:lnTo>
                  <a:moveTo>
                    <a:pt x="1955800" y="0"/>
                  </a:moveTo>
                  <a:lnTo>
                    <a:pt x="2044700" y="0"/>
                  </a:lnTo>
                  <a:moveTo>
                    <a:pt x="2133600" y="0"/>
                  </a:moveTo>
                  <a:lnTo>
                    <a:pt x="2222500" y="0"/>
                  </a:lnTo>
                  <a:moveTo>
                    <a:pt x="2311400" y="0"/>
                  </a:moveTo>
                  <a:lnTo>
                    <a:pt x="2400300" y="0"/>
                  </a:lnTo>
                  <a:moveTo>
                    <a:pt x="2489200" y="0"/>
                  </a:moveTo>
                  <a:lnTo>
                    <a:pt x="2578100" y="0"/>
                  </a:lnTo>
                  <a:moveTo>
                    <a:pt x="2667000" y="0"/>
                  </a:moveTo>
                  <a:lnTo>
                    <a:pt x="2755900" y="0"/>
                  </a:lnTo>
                  <a:moveTo>
                    <a:pt x="2844800" y="0"/>
                  </a:moveTo>
                  <a:lnTo>
                    <a:pt x="2933700" y="0"/>
                  </a:lnTo>
                  <a:moveTo>
                    <a:pt x="3022600" y="0"/>
                  </a:moveTo>
                  <a:lnTo>
                    <a:pt x="3045460" y="0"/>
                  </a:lnTo>
                </a:path>
              </a:pathLst>
            </a:custGeom>
            <a:ln w="19050">
              <a:solidFill>
                <a:srgbClr val="FFFFFF"/>
              </a:solidFill>
              <a:prstDash val="solid"/>
              <a:round/>
            </a:ln>
          </p:spPr>
        </p:sp>
        <p:sp>
          <p:nvSpPr>
            <p:cNvPr id="11" name="node01.branches.source-001.road"/>
            <p:cNvSpPr/>
            <p:nvPr/>
          </p:nvSpPr>
          <p:spPr>
            <a:xfrm>
              <a:off x="3947160" y="2144268"/>
              <a:ext cx="7343140" cy="751332"/>
            </a:xfrm>
            <a:custGeom>
              <a:avLst/>
              <a:gdLst/>
              <a:ahLst/>
              <a:cxnLst/>
              <a:rect l="l" t="t" r="r" b="b"/>
              <a:pathLst>
                <a:path w="7343140" h="751332">
                  <a:moveTo>
                    <a:pt x="0" y="751332"/>
                  </a:moveTo>
                  <a:cubicBezTo>
                    <a:pt x="754380" y="751332"/>
                    <a:pt x="617220" y="0"/>
                    <a:pt x="1371600" y="0"/>
                  </a:cubicBezTo>
                  <a:lnTo>
                    <a:pt x="7343140" y="0"/>
                  </a:lnTo>
                </a:path>
              </a:pathLst>
            </a:custGeom>
            <a:ln w="228600">
              <a:solidFill>
                <a:srgbClr val="50658E"/>
              </a:solidFill>
              <a:prstDash val="solid"/>
              <a:round/>
            </a:ln>
          </p:spPr>
        </p:sp>
        <p:sp>
          <p:nvSpPr>
            <p:cNvPr id="12" name="node01.branches.source-001.road.cap-1"/>
            <p:cNvSpPr/>
            <p:nvPr/>
          </p:nvSpPr>
          <p:spPr>
            <a:xfrm>
              <a:off x="3832860" y="2781300"/>
              <a:ext cx="228600" cy="228600"/>
            </a:xfrm>
            <a:prstGeom prst="ellipse">
              <a:avLst/>
            </a:prstGeom>
            <a:solidFill>
              <a:srgbClr val="50658E"/>
            </a:solidFill>
            <a:ln>
              <a:noFill/>
            </a:ln>
          </p:spPr>
        </p:sp>
        <p:sp>
          <p:nvSpPr>
            <p:cNvPr id="13" name="node01.branches.source-001.road.cap-2"/>
            <p:cNvSpPr/>
            <p:nvPr/>
          </p:nvSpPr>
          <p:spPr>
            <a:xfrm>
              <a:off x="11176000" y="2029968"/>
              <a:ext cx="228600" cy="228600"/>
            </a:xfrm>
            <a:prstGeom prst="ellipse">
              <a:avLst/>
            </a:prstGeom>
            <a:solidFill>
              <a:srgbClr val="50658E"/>
            </a:solidFill>
            <a:ln>
              <a:noFill/>
            </a:ln>
          </p:spPr>
        </p:sp>
        <p:sp>
          <p:nvSpPr>
            <p:cNvPr id="14" name="node01.branches.source-001.centerline"/>
            <p:cNvSpPr/>
            <p:nvPr/>
          </p:nvSpPr>
          <p:spPr>
            <a:xfrm>
              <a:off x="3947160" y="2144268"/>
              <a:ext cx="7343140" cy="751332"/>
            </a:xfrm>
            <a:custGeom>
              <a:avLst/>
              <a:gdLst/>
              <a:ahLst/>
              <a:cxnLst/>
              <a:rect l="l" t="t" r="r" b="b"/>
              <a:pathLst>
                <a:path w="7343140" h="751332">
                  <a:moveTo>
                    <a:pt x="0" y="751332"/>
                  </a:moveTo>
                  <a:cubicBezTo>
                    <a:pt x="12958" y="751332"/>
                    <a:pt x="25653" y="751110"/>
                    <a:pt x="38094" y="750675"/>
                  </a:cubicBezTo>
                  <a:moveTo>
                    <a:pt x="101441" y="746429"/>
                  </a:moveTo>
                  <a:cubicBezTo>
                    <a:pt x="114336" y="745131"/>
                    <a:pt x="126937" y="743584"/>
                    <a:pt x="139254" y="741798"/>
                  </a:cubicBezTo>
                  <a:moveTo>
                    <a:pt x="201673" y="730221"/>
                  </a:moveTo>
                  <a:cubicBezTo>
                    <a:pt x="214292" y="727342"/>
                    <a:pt x="226589" y="724191"/>
                    <a:pt x="238581" y="720783"/>
                  </a:cubicBezTo>
                  <a:moveTo>
                    <a:pt x="298773" y="700629"/>
                  </a:moveTo>
                  <a:cubicBezTo>
                    <a:pt x="310794" y="695961"/>
                    <a:pt x="322484" y="691016"/>
                    <a:pt x="333868" y="685812"/>
                  </a:cubicBezTo>
                  <a:moveTo>
                    <a:pt x="390230" y="656617"/>
                  </a:moveTo>
                  <a:cubicBezTo>
                    <a:pt x="401315" y="650169"/>
                    <a:pt x="412094" y="643464"/>
                    <a:pt x="422595" y="636524"/>
                  </a:cubicBezTo>
                  <a:moveTo>
                    <a:pt x="473920" y="599171"/>
                  </a:moveTo>
                  <a:cubicBezTo>
                    <a:pt x="483899" y="591224"/>
                    <a:pt x="493629" y="583067"/>
                    <a:pt x="503140" y="574726"/>
                  </a:cubicBezTo>
                  <a:moveTo>
                    <a:pt x="549390" y="531233"/>
                  </a:moveTo>
                  <a:cubicBezTo>
                    <a:pt x="558369" y="522229"/>
                    <a:pt x="567176" y="513081"/>
                    <a:pt x="575843" y="503815"/>
                  </a:cubicBezTo>
                  <a:moveTo>
                    <a:pt x="618227" y="456536"/>
                  </a:moveTo>
                  <a:cubicBezTo>
                    <a:pt x="626532" y="446927"/>
                    <a:pt x="634750" y="437244"/>
                    <a:pt x="642911" y="427514"/>
                  </a:cubicBezTo>
                  <a:moveTo>
                    <a:pt x="683395" y="378593"/>
                  </a:moveTo>
                  <a:cubicBezTo>
                    <a:pt x="691457" y="368780"/>
                    <a:pt x="699516" y="358964"/>
                    <a:pt x="707604" y="349173"/>
                  </a:cubicBezTo>
                  <a:moveTo>
                    <a:pt x="748429" y="300537"/>
                  </a:moveTo>
                  <a:cubicBezTo>
                    <a:pt x="756699" y="290901"/>
                    <a:pt x="765051" y="281334"/>
                    <a:pt x="773516" y="271863"/>
                  </a:cubicBezTo>
                  <a:moveTo>
                    <a:pt x="816878" y="225482"/>
                  </a:moveTo>
                  <a:cubicBezTo>
                    <a:pt x="825770" y="216442"/>
                    <a:pt x="834826" y="207542"/>
                    <a:pt x="844079" y="198807"/>
                  </a:cubicBezTo>
                  <a:moveTo>
                    <a:pt x="891776" y="156910"/>
                  </a:moveTo>
                  <a:cubicBezTo>
                    <a:pt x="901581" y="148943"/>
                    <a:pt x="911625" y="141177"/>
                    <a:pt x="921938" y="133638"/>
                  </a:cubicBezTo>
                  <a:moveTo>
                    <a:pt x="974843" y="98562"/>
                  </a:moveTo>
                  <a:cubicBezTo>
                    <a:pt x="985631" y="92120"/>
                    <a:pt x="996710" y="85922"/>
                    <a:pt x="1008105" y="79991"/>
                  </a:cubicBezTo>
                  <a:moveTo>
                    <a:pt x="1065780" y="53486"/>
                  </a:moveTo>
                  <a:cubicBezTo>
                    <a:pt x="1077379" y="48828"/>
                    <a:pt x="1089287" y="44431"/>
                    <a:pt x="1101525" y="40312"/>
                  </a:cubicBezTo>
                  <a:moveTo>
                    <a:pt x="1162549" y="22834"/>
                  </a:moveTo>
                  <a:cubicBezTo>
                    <a:pt x="1174666" y="19939"/>
                    <a:pt x="1187082" y="17296"/>
                    <a:pt x="1199815" y="14920"/>
                  </a:cubicBezTo>
                  <a:moveTo>
                    <a:pt x="1262625" y="5693"/>
                  </a:moveTo>
                  <a:cubicBezTo>
                    <a:pt x="1274996" y="4343"/>
                    <a:pt x="1287642" y="3223"/>
                    <a:pt x="1300574" y="2345"/>
                  </a:cubicBezTo>
                  <a:moveTo>
                    <a:pt x="1364022" y="25"/>
                  </a:moveTo>
                  <a:cubicBezTo>
                    <a:pt x="1366538" y="8"/>
                    <a:pt x="1369064" y="0"/>
                    <a:pt x="1371600" y="0"/>
                  </a:cubicBezTo>
                  <a:lnTo>
                    <a:pt x="1402124" y="0"/>
                  </a:lnTo>
                  <a:moveTo>
                    <a:pt x="1465624" y="0"/>
                  </a:moveTo>
                  <a:lnTo>
                    <a:pt x="1503724" y="0"/>
                  </a:lnTo>
                  <a:moveTo>
                    <a:pt x="1567224" y="0"/>
                  </a:moveTo>
                  <a:lnTo>
                    <a:pt x="1605324" y="0"/>
                  </a:lnTo>
                  <a:moveTo>
                    <a:pt x="1668824" y="0"/>
                  </a:moveTo>
                  <a:lnTo>
                    <a:pt x="1706924" y="0"/>
                  </a:lnTo>
                  <a:moveTo>
                    <a:pt x="1770424" y="0"/>
                  </a:moveTo>
                  <a:lnTo>
                    <a:pt x="1808524" y="0"/>
                  </a:lnTo>
                  <a:moveTo>
                    <a:pt x="1872024" y="0"/>
                  </a:moveTo>
                  <a:lnTo>
                    <a:pt x="1910124" y="0"/>
                  </a:lnTo>
                  <a:moveTo>
                    <a:pt x="1973624" y="0"/>
                  </a:moveTo>
                  <a:lnTo>
                    <a:pt x="2011724" y="0"/>
                  </a:lnTo>
                  <a:moveTo>
                    <a:pt x="2075224" y="0"/>
                  </a:moveTo>
                  <a:lnTo>
                    <a:pt x="2113324" y="0"/>
                  </a:lnTo>
                  <a:moveTo>
                    <a:pt x="2176824" y="0"/>
                  </a:moveTo>
                  <a:lnTo>
                    <a:pt x="2214924" y="0"/>
                  </a:lnTo>
                  <a:moveTo>
                    <a:pt x="2278424" y="0"/>
                  </a:moveTo>
                  <a:lnTo>
                    <a:pt x="2316524" y="0"/>
                  </a:lnTo>
                  <a:moveTo>
                    <a:pt x="2380024" y="0"/>
                  </a:moveTo>
                  <a:lnTo>
                    <a:pt x="2418124" y="0"/>
                  </a:lnTo>
                  <a:moveTo>
                    <a:pt x="2481624" y="0"/>
                  </a:moveTo>
                  <a:lnTo>
                    <a:pt x="2519724" y="0"/>
                  </a:lnTo>
                  <a:moveTo>
                    <a:pt x="2583224" y="0"/>
                  </a:moveTo>
                  <a:lnTo>
                    <a:pt x="2621324" y="0"/>
                  </a:lnTo>
                  <a:moveTo>
                    <a:pt x="2684824" y="0"/>
                  </a:moveTo>
                  <a:lnTo>
                    <a:pt x="2722924" y="0"/>
                  </a:lnTo>
                  <a:moveTo>
                    <a:pt x="2786424" y="0"/>
                  </a:moveTo>
                  <a:lnTo>
                    <a:pt x="2824524" y="0"/>
                  </a:lnTo>
                  <a:moveTo>
                    <a:pt x="2888024" y="0"/>
                  </a:moveTo>
                  <a:lnTo>
                    <a:pt x="2926124" y="0"/>
                  </a:lnTo>
                  <a:moveTo>
                    <a:pt x="2989624" y="0"/>
                  </a:moveTo>
                  <a:lnTo>
                    <a:pt x="3027724" y="0"/>
                  </a:lnTo>
                  <a:moveTo>
                    <a:pt x="3091224" y="0"/>
                  </a:moveTo>
                  <a:lnTo>
                    <a:pt x="3129324" y="0"/>
                  </a:lnTo>
                  <a:moveTo>
                    <a:pt x="3192824" y="0"/>
                  </a:moveTo>
                  <a:lnTo>
                    <a:pt x="3230924" y="0"/>
                  </a:lnTo>
                  <a:moveTo>
                    <a:pt x="3294424" y="0"/>
                  </a:moveTo>
                  <a:lnTo>
                    <a:pt x="3332524" y="0"/>
                  </a:lnTo>
                  <a:moveTo>
                    <a:pt x="3396024" y="0"/>
                  </a:moveTo>
                  <a:lnTo>
                    <a:pt x="3434124" y="0"/>
                  </a:lnTo>
                  <a:moveTo>
                    <a:pt x="3497624" y="0"/>
                  </a:moveTo>
                  <a:lnTo>
                    <a:pt x="3535724" y="0"/>
                  </a:lnTo>
                  <a:moveTo>
                    <a:pt x="3599224" y="0"/>
                  </a:moveTo>
                  <a:lnTo>
                    <a:pt x="3637324" y="0"/>
                  </a:lnTo>
                  <a:moveTo>
                    <a:pt x="3700824" y="0"/>
                  </a:moveTo>
                  <a:lnTo>
                    <a:pt x="3738924" y="0"/>
                  </a:lnTo>
                  <a:moveTo>
                    <a:pt x="3802424" y="0"/>
                  </a:moveTo>
                  <a:lnTo>
                    <a:pt x="3840524" y="0"/>
                  </a:lnTo>
                  <a:moveTo>
                    <a:pt x="3904024" y="0"/>
                  </a:moveTo>
                  <a:lnTo>
                    <a:pt x="3942124" y="0"/>
                  </a:lnTo>
                  <a:moveTo>
                    <a:pt x="4005624" y="0"/>
                  </a:moveTo>
                  <a:lnTo>
                    <a:pt x="4043724" y="0"/>
                  </a:lnTo>
                  <a:moveTo>
                    <a:pt x="4107224" y="0"/>
                  </a:moveTo>
                  <a:lnTo>
                    <a:pt x="4145324" y="0"/>
                  </a:lnTo>
                  <a:moveTo>
                    <a:pt x="4208824" y="0"/>
                  </a:moveTo>
                  <a:lnTo>
                    <a:pt x="4246924" y="0"/>
                  </a:lnTo>
                  <a:moveTo>
                    <a:pt x="4310424" y="0"/>
                  </a:moveTo>
                  <a:lnTo>
                    <a:pt x="4348524" y="0"/>
                  </a:lnTo>
                  <a:moveTo>
                    <a:pt x="4412024" y="0"/>
                  </a:moveTo>
                  <a:lnTo>
                    <a:pt x="4450124" y="0"/>
                  </a:lnTo>
                  <a:moveTo>
                    <a:pt x="4513624" y="0"/>
                  </a:moveTo>
                  <a:lnTo>
                    <a:pt x="4551724" y="0"/>
                  </a:lnTo>
                  <a:moveTo>
                    <a:pt x="4615224" y="0"/>
                  </a:moveTo>
                  <a:lnTo>
                    <a:pt x="4653324" y="0"/>
                  </a:lnTo>
                  <a:moveTo>
                    <a:pt x="4716824" y="0"/>
                  </a:moveTo>
                  <a:lnTo>
                    <a:pt x="4754924" y="0"/>
                  </a:lnTo>
                  <a:moveTo>
                    <a:pt x="4818424" y="0"/>
                  </a:moveTo>
                  <a:lnTo>
                    <a:pt x="4856524" y="0"/>
                  </a:lnTo>
                  <a:moveTo>
                    <a:pt x="4920024" y="0"/>
                  </a:moveTo>
                  <a:lnTo>
                    <a:pt x="4958124" y="0"/>
                  </a:lnTo>
                  <a:moveTo>
                    <a:pt x="5021624" y="0"/>
                  </a:moveTo>
                  <a:lnTo>
                    <a:pt x="5059724" y="0"/>
                  </a:lnTo>
                  <a:moveTo>
                    <a:pt x="5123224" y="0"/>
                  </a:moveTo>
                  <a:lnTo>
                    <a:pt x="5161324" y="0"/>
                  </a:lnTo>
                  <a:moveTo>
                    <a:pt x="5224824" y="0"/>
                  </a:moveTo>
                  <a:lnTo>
                    <a:pt x="5262924" y="0"/>
                  </a:lnTo>
                  <a:moveTo>
                    <a:pt x="5326424" y="0"/>
                  </a:moveTo>
                  <a:lnTo>
                    <a:pt x="5364524" y="0"/>
                  </a:lnTo>
                  <a:moveTo>
                    <a:pt x="5428024" y="0"/>
                  </a:moveTo>
                  <a:lnTo>
                    <a:pt x="5466124" y="0"/>
                  </a:lnTo>
                  <a:moveTo>
                    <a:pt x="5529624" y="0"/>
                  </a:moveTo>
                  <a:lnTo>
                    <a:pt x="5567724" y="0"/>
                  </a:lnTo>
                  <a:moveTo>
                    <a:pt x="5631224" y="0"/>
                  </a:moveTo>
                  <a:lnTo>
                    <a:pt x="5669324" y="0"/>
                  </a:lnTo>
                  <a:moveTo>
                    <a:pt x="5732824" y="0"/>
                  </a:moveTo>
                  <a:lnTo>
                    <a:pt x="5770924" y="0"/>
                  </a:lnTo>
                  <a:moveTo>
                    <a:pt x="5834424" y="0"/>
                  </a:moveTo>
                  <a:lnTo>
                    <a:pt x="5872524" y="0"/>
                  </a:lnTo>
                  <a:moveTo>
                    <a:pt x="5936024" y="0"/>
                  </a:moveTo>
                  <a:lnTo>
                    <a:pt x="5974124" y="0"/>
                  </a:lnTo>
                  <a:moveTo>
                    <a:pt x="6037624" y="0"/>
                  </a:moveTo>
                  <a:lnTo>
                    <a:pt x="6075724" y="0"/>
                  </a:lnTo>
                  <a:moveTo>
                    <a:pt x="6139224" y="0"/>
                  </a:moveTo>
                  <a:lnTo>
                    <a:pt x="6177324" y="0"/>
                  </a:lnTo>
                  <a:moveTo>
                    <a:pt x="6240824" y="0"/>
                  </a:moveTo>
                  <a:lnTo>
                    <a:pt x="6278924" y="0"/>
                  </a:lnTo>
                  <a:moveTo>
                    <a:pt x="6342424" y="0"/>
                  </a:moveTo>
                  <a:lnTo>
                    <a:pt x="6380524" y="0"/>
                  </a:lnTo>
                  <a:moveTo>
                    <a:pt x="6444024" y="0"/>
                  </a:moveTo>
                  <a:lnTo>
                    <a:pt x="6482124" y="0"/>
                  </a:lnTo>
                  <a:moveTo>
                    <a:pt x="6545624" y="0"/>
                  </a:moveTo>
                  <a:lnTo>
                    <a:pt x="6583724" y="0"/>
                  </a:lnTo>
                  <a:moveTo>
                    <a:pt x="6647224" y="0"/>
                  </a:moveTo>
                  <a:lnTo>
                    <a:pt x="6685324" y="0"/>
                  </a:lnTo>
                  <a:moveTo>
                    <a:pt x="6748824" y="0"/>
                  </a:moveTo>
                  <a:lnTo>
                    <a:pt x="6786924" y="0"/>
                  </a:lnTo>
                  <a:moveTo>
                    <a:pt x="6850424" y="0"/>
                  </a:moveTo>
                  <a:lnTo>
                    <a:pt x="6888524" y="0"/>
                  </a:lnTo>
                  <a:moveTo>
                    <a:pt x="6952024" y="0"/>
                  </a:moveTo>
                  <a:lnTo>
                    <a:pt x="6990124" y="0"/>
                  </a:lnTo>
                  <a:moveTo>
                    <a:pt x="7053624" y="0"/>
                  </a:moveTo>
                  <a:lnTo>
                    <a:pt x="7091724" y="0"/>
                  </a:lnTo>
                  <a:moveTo>
                    <a:pt x="7155224" y="0"/>
                  </a:moveTo>
                  <a:lnTo>
                    <a:pt x="7193324" y="0"/>
                  </a:lnTo>
                  <a:moveTo>
                    <a:pt x="7256824" y="0"/>
                  </a:moveTo>
                  <a:lnTo>
                    <a:pt x="7294924" y="0"/>
                  </a:lnTo>
                </a:path>
              </a:pathLst>
            </a:custGeom>
            <a:ln w="19050">
              <a:solidFill>
                <a:srgbClr val="FFFFFF"/>
              </a:solidFill>
              <a:prstDash val="solid"/>
              <a:round/>
            </a:ln>
          </p:spPr>
        </p:sp>
        <p:sp>
          <p:nvSpPr>
            <p:cNvPr id="15" name="node01.branches.source-002.road"/>
            <p:cNvSpPr/>
            <p:nvPr/>
          </p:nvSpPr>
          <p:spPr>
            <a:xfrm>
              <a:off x="3947160" y="2895600"/>
              <a:ext cx="7343140" cy="544068"/>
            </a:xfrm>
            <a:custGeom>
              <a:avLst/>
              <a:gdLst/>
              <a:ahLst/>
              <a:cxnLst/>
              <a:rect l="l" t="t" r="r" b="b"/>
              <a:pathLst>
                <a:path w="7343140" h="544068">
                  <a:moveTo>
                    <a:pt x="0" y="0"/>
                  </a:moveTo>
                  <a:cubicBezTo>
                    <a:pt x="754380" y="0"/>
                    <a:pt x="617220" y="544068"/>
                    <a:pt x="1371600" y="544068"/>
                  </a:cubicBezTo>
                  <a:lnTo>
                    <a:pt x="7343140" y="544068"/>
                  </a:lnTo>
                </a:path>
              </a:pathLst>
            </a:custGeom>
            <a:ln w="228600">
              <a:solidFill>
                <a:srgbClr val="50658E"/>
              </a:solidFill>
              <a:prstDash val="solid"/>
              <a:round/>
            </a:ln>
          </p:spPr>
        </p:sp>
        <p:sp>
          <p:nvSpPr>
            <p:cNvPr id="16" name="node01.branches.source-002.road.cap-1"/>
            <p:cNvSpPr/>
            <p:nvPr/>
          </p:nvSpPr>
          <p:spPr>
            <a:xfrm>
              <a:off x="3832860" y="2781300"/>
              <a:ext cx="228600" cy="228600"/>
            </a:xfrm>
            <a:prstGeom prst="ellipse">
              <a:avLst/>
            </a:prstGeom>
            <a:solidFill>
              <a:srgbClr val="50658E"/>
            </a:solidFill>
            <a:ln>
              <a:noFill/>
            </a:ln>
          </p:spPr>
        </p:sp>
        <p:sp>
          <p:nvSpPr>
            <p:cNvPr id="17" name="node01.branches.source-002.road.cap-2"/>
            <p:cNvSpPr/>
            <p:nvPr/>
          </p:nvSpPr>
          <p:spPr>
            <a:xfrm>
              <a:off x="11176000" y="3325368"/>
              <a:ext cx="228600" cy="228600"/>
            </a:xfrm>
            <a:prstGeom prst="ellipse">
              <a:avLst/>
            </a:prstGeom>
            <a:solidFill>
              <a:srgbClr val="50658E"/>
            </a:solidFill>
            <a:ln>
              <a:noFill/>
            </a:ln>
          </p:spPr>
        </p:sp>
        <p:sp>
          <p:nvSpPr>
            <p:cNvPr id="18" name="node01.branches.source-002.centerline"/>
            <p:cNvSpPr/>
            <p:nvPr/>
          </p:nvSpPr>
          <p:spPr>
            <a:xfrm>
              <a:off x="3947160" y="2895600"/>
              <a:ext cx="7343140" cy="544068"/>
            </a:xfrm>
            <a:custGeom>
              <a:avLst/>
              <a:gdLst/>
              <a:ahLst/>
              <a:cxnLst/>
              <a:rect l="l" t="t" r="r" b="b"/>
              <a:pathLst>
                <a:path w="7343140" h="544068">
                  <a:moveTo>
                    <a:pt x="0" y="0"/>
                  </a:moveTo>
                  <a:cubicBezTo>
                    <a:pt x="12959" y="0"/>
                    <a:pt x="25655" y="161"/>
                    <a:pt x="38098" y="476"/>
                  </a:cubicBezTo>
                  <a:moveTo>
                    <a:pt x="101517" y="3556"/>
                  </a:moveTo>
                  <a:cubicBezTo>
                    <a:pt x="114460" y="4500"/>
                    <a:pt x="127105" y="5626"/>
                    <a:pt x="139465" y="6926"/>
                  </a:cubicBezTo>
                  <a:moveTo>
                    <a:pt x="202388" y="15405"/>
                  </a:moveTo>
                  <a:cubicBezTo>
                    <a:pt x="215199" y="17532"/>
                    <a:pt x="227677" y="19861"/>
                    <a:pt x="239841" y="22382"/>
                  </a:cubicBezTo>
                  <a:moveTo>
                    <a:pt x="301502" y="37489"/>
                  </a:moveTo>
                  <a:cubicBezTo>
                    <a:pt x="313978" y="41043"/>
                    <a:pt x="326097" y="44814"/>
                    <a:pt x="337885" y="48788"/>
                  </a:cubicBezTo>
                  <a:moveTo>
                    <a:pt x="397148" y="71542"/>
                  </a:moveTo>
                  <a:cubicBezTo>
                    <a:pt x="409007" y="76678"/>
                    <a:pt x="420515" y="82029"/>
                    <a:pt x="431706" y="87573"/>
                  </a:cubicBezTo>
                  <a:moveTo>
                    <a:pt x="487358" y="118114"/>
                  </a:moveTo>
                  <a:cubicBezTo>
                    <a:pt x="498360" y="124753"/>
                    <a:pt x="509062" y="131574"/>
                    <a:pt x="519510" y="138550"/>
                  </a:cubicBezTo>
                  <a:moveTo>
                    <a:pt x="571086" y="175574"/>
                  </a:moveTo>
                  <a:cubicBezTo>
                    <a:pt x="581228" y="183341"/>
                    <a:pt x="591171" y="191230"/>
                    <a:pt x="600967" y="199209"/>
                  </a:cubicBezTo>
                  <a:moveTo>
                    <a:pt x="649480" y="240178"/>
                  </a:moveTo>
                  <a:cubicBezTo>
                    <a:pt x="659082" y="248516"/>
                    <a:pt x="668617" y="256895"/>
                    <a:pt x="678139" y="265282"/>
                  </a:cubicBezTo>
                  <a:moveTo>
                    <a:pt x="725881" y="307151"/>
                  </a:moveTo>
                  <a:cubicBezTo>
                    <a:pt x="735458" y="315441"/>
                    <a:pt x="745108" y="323688"/>
                    <a:pt x="754883" y="331858"/>
                  </a:cubicBezTo>
                  <a:moveTo>
                    <a:pt x="804471" y="371512"/>
                  </a:moveTo>
                  <a:cubicBezTo>
                    <a:pt x="814513" y="379133"/>
                    <a:pt x="824752" y="386633"/>
                    <a:pt x="835237" y="393983"/>
                  </a:cubicBezTo>
                  <a:moveTo>
                    <a:pt x="888511" y="428511"/>
                  </a:moveTo>
                  <a:cubicBezTo>
                    <a:pt x="899279" y="434918"/>
                    <a:pt x="910336" y="441149"/>
                    <a:pt x="921719" y="447180"/>
                  </a:cubicBezTo>
                  <a:moveTo>
                    <a:pt x="979025" y="474489"/>
                  </a:moveTo>
                  <a:cubicBezTo>
                    <a:pt x="990495" y="479366"/>
                    <a:pt x="1002293" y="484044"/>
                    <a:pt x="1014450" y="488502"/>
                  </a:cubicBezTo>
                  <a:moveTo>
                    <a:pt x="1074887" y="507928"/>
                  </a:moveTo>
                  <a:cubicBezTo>
                    <a:pt x="1086861" y="511262"/>
                    <a:pt x="1099161" y="514396"/>
                    <a:pt x="1111809" y="517317"/>
                  </a:cubicBezTo>
                  <a:moveTo>
                    <a:pt x="1174125" y="529465"/>
                  </a:moveTo>
                  <a:cubicBezTo>
                    <a:pt x="1186390" y="531438"/>
                    <a:pt x="1198957" y="533227"/>
                    <a:pt x="1211843" y="534821"/>
                  </a:cubicBezTo>
                  <a:moveTo>
                    <a:pt x="1275049" y="540864"/>
                  </a:moveTo>
                  <a:cubicBezTo>
                    <a:pt x="1287454" y="541720"/>
                    <a:pt x="1300130" y="542410"/>
                    <a:pt x="1313090" y="542927"/>
                  </a:cubicBezTo>
                  <a:moveTo>
                    <a:pt x="1376577" y="544068"/>
                  </a:moveTo>
                  <a:lnTo>
                    <a:pt x="1414677" y="544068"/>
                  </a:lnTo>
                  <a:moveTo>
                    <a:pt x="1478177" y="544068"/>
                  </a:moveTo>
                  <a:lnTo>
                    <a:pt x="1516277" y="544068"/>
                  </a:lnTo>
                  <a:moveTo>
                    <a:pt x="1579777" y="544068"/>
                  </a:moveTo>
                  <a:lnTo>
                    <a:pt x="1617877" y="544068"/>
                  </a:lnTo>
                  <a:moveTo>
                    <a:pt x="1681377" y="544068"/>
                  </a:moveTo>
                  <a:lnTo>
                    <a:pt x="1719477" y="544068"/>
                  </a:lnTo>
                  <a:moveTo>
                    <a:pt x="1782977" y="544068"/>
                  </a:moveTo>
                  <a:lnTo>
                    <a:pt x="1821077" y="544068"/>
                  </a:lnTo>
                  <a:moveTo>
                    <a:pt x="1884577" y="544068"/>
                  </a:moveTo>
                  <a:lnTo>
                    <a:pt x="1922677" y="544068"/>
                  </a:lnTo>
                  <a:moveTo>
                    <a:pt x="1986177" y="544068"/>
                  </a:moveTo>
                  <a:lnTo>
                    <a:pt x="2024277" y="544068"/>
                  </a:lnTo>
                  <a:moveTo>
                    <a:pt x="2087777" y="544068"/>
                  </a:moveTo>
                  <a:lnTo>
                    <a:pt x="2125877" y="544068"/>
                  </a:lnTo>
                  <a:moveTo>
                    <a:pt x="2189377" y="544068"/>
                  </a:moveTo>
                  <a:lnTo>
                    <a:pt x="2227477" y="544068"/>
                  </a:lnTo>
                  <a:moveTo>
                    <a:pt x="2290977" y="544068"/>
                  </a:moveTo>
                  <a:lnTo>
                    <a:pt x="2329077" y="544068"/>
                  </a:lnTo>
                  <a:moveTo>
                    <a:pt x="2392577" y="544068"/>
                  </a:moveTo>
                  <a:lnTo>
                    <a:pt x="2430677" y="544068"/>
                  </a:lnTo>
                  <a:moveTo>
                    <a:pt x="2494177" y="544068"/>
                  </a:moveTo>
                  <a:lnTo>
                    <a:pt x="2532277" y="544068"/>
                  </a:lnTo>
                  <a:moveTo>
                    <a:pt x="2595777" y="544068"/>
                  </a:moveTo>
                  <a:lnTo>
                    <a:pt x="2633877" y="544068"/>
                  </a:lnTo>
                  <a:moveTo>
                    <a:pt x="2697377" y="544068"/>
                  </a:moveTo>
                  <a:lnTo>
                    <a:pt x="2735477" y="544068"/>
                  </a:lnTo>
                  <a:moveTo>
                    <a:pt x="2798977" y="544068"/>
                  </a:moveTo>
                  <a:lnTo>
                    <a:pt x="2837077" y="544068"/>
                  </a:lnTo>
                  <a:moveTo>
                    <a:pt x="2900577" y="544068"/>
                  </a:moveTo>
                  <a:lnTo>
                    <a:pt x="2938677" y="544068"/>
                  </a:lnTo>
                  <a:moveTo>
                    <a:pt x="3002177" y="544068"/>
                  </a:moveTo>
                  <a:lnTo>
                    <a:pt x="3040277" y="544068"/>
                  </a:lnTo>
                  <a:moveTo>
                    <a:pt x="3103777" y="544068"/>
                  </a:moveTo>
                  <a:lnTo>
                    <a:pt x="3141877" y="544068"/>
                  </a:lnTo>
                  <a:moveTo>
                    <a:pt x="3205377" y="544068"/>
                  </a:moveTo>
                  <a:lnTo>
                    <a:pt x="3243477" y="544068"/>
                  </a:lnTo>
                  <a:moveTo>
                    <a:pt x="3306977" y="544068"/>
                  </a:moveTo>
                  <a:lnTo>
                    <a:pt x="3345077" y="544068"/>
                  </a:lnTo>
                  <a:moveTo>
                    <a:pt x="3408577" y="544068"/>
                  </a:moveTo>
                  <a:lnTo>
                    <a:pt x="3446677" y="544068"/>
                  </a:lnTo>
                  <a:moveTo>
                    <a:pt x="3510177" y="544068"/>
                  </a:moveTo>
                  <a:lnTo>
                    <a:pt x="3548277" y="544068"/>
                  </a:lnTo>
                  <a:moveTo>
                    <a:pt x="3611777" y="544068"/>
                  </a:moveTo>
                  <a:lnTo>
                    <a:pt x="3649877" y="544068"/>
                  </a:lnTo>
                  <a:moveTo>
                    <a:pt x="3713377" y="544068"/>
                  </a:moveTo>
                  <a:lnTo>
                    <a:pt x="3751477" y="544068"/>
                  </a:lnTo>
                  <a:moveTo>
                    <a:pt x="3814977" y="544068"/>
                  </a:moveTo>
                  <a:lnTo>
                    <a:pt x="3853077" y="544068"/>
                  </a:lnTo>
                  <a:moveTo>
                    <a:pt x="3916577" y="544068"/>
                  </a:moveTo>
                  <a:lnTo>
                    <a:pt x="3954677" y="544068"/>
                  </a:lnTo>
                  <a:moveTo>
                    <a:pt x="4018177" y="544068"/>
                  </a:moveTo>
                  <a:lnTo>
                    <a:pt x="4056277" y="544068"/>
                  </a:lnTo>
                  <a:moveTo>
                    <a:pt x="4119777" y="544068"/>
                  </a:moveTo>
                  <a:lnTo>
                    <a:pt x="4157877" y="544068"/>
                  </a:lnTo>
                  <a:moveTo>
                    <a:pt x="4221377" y="544068"/>
                  </a:moveTo>
                  <a:lnTo>
                    <a:pt x="4259477" y="544068"/>
                  </a:lnTo>
                  <a:moveTo>
                    <a:pt x="4322977" y="544068"/>
                  </a:moveTo>
                  <a:lnTo>
                    <a:pt x="4361077" y="544068"/>
                  </a:lnTo>
                  <a:moveTo>
                    <a:pt x="4424577" y="544068"/>
                  </a:moveTo>
                  <a:lnTo>
                    <a:pt x="4462677" y="544068"/>
                  </a:lnTo>
                  <a:moveTo>
                    <a:pt x="4526177" y="544068"/>
                  </a:moveTo>
                  <a:lnTo>
                    <a:pt x="4564277" y="544068"/>
                  </a:lnTo>
                  <a:moveTo>
                    <a:pt x="4627777" y="544068"/>
                  </a:moveTo>
                  <a:lnTo>
                    <a:pt x="4665877" y="544068"/>
                  </a:lnTo>
                  <a:moveTo>
                    <a:pt x="4729377" y="544068"/>
                  </a:moveTo>
                  <a:lnTo>
                    <a:pt x="4767477" y="544068"/>
                  </a:lnTo>
                  <a:moveTo>
                    <a:pt x="4830977" y="544068"/>
                  </a:moveTo>
                  <a:lnTo>
                    <a:pt x="4869077" y="544068"/>
                  </a:lnTo>
                  <a:moveTo>
                    <a:pt x="4932577" y="544068"/>
                  </a:moveTo>
                  <a:lnTo>
                    <a:pt x="4970677" y="544068"/>
                  </a:lnTo>
                  <a:moveTo>
                    <a:pt x="5034177" y="544068"/>
                  </a:moveTo>
                  <a:lnTo>
                    <a:pt x="5072277" y="544068"/>
                  </a:lnTo>
                  <a:moveTo>
                    <a:pt x="5135777" y="544068"/>
                  </a:moveTo>
                  <a:lnTo>
                    <a:pt x="5173877" y="544068"/>
                  </a:lnTo>
                  <a:moveTo>
                    <a:pt x="5237377" y="544068"/>
                  </a:moveTo>
                  <a:lnTo>
                    <a:pt x="5275477" y="544068"/>
                  </a:lnTo>
                  <a:moveTo>
                    <a:pt x="5338977" y="544068"/>
                  </a:moveTo>
                  <a:lnTo>
                    <a:pt x="5377077" y="544068"/>
                  </a:lnTo>
                  <a:moveTo>
                    <a:pt x="5440577" y="544068"/>
                  </a:moveTo>
                  <a:lnTo>
                    <a:pt x="5478677" y="544068"/>
                  </a:lnTo>
                  <a:moveTo>
                    <a:pt x="5542177" y="544068"/>
                  </a:moveTo>
                  <a:lnTo>
                    <a:pt x="5580277" y="544068"/>
                  </a:lnTo>
                  <a:moveTo>
                    <a:pt x="5643777" y="544068"/>
                  </a:moveTo>
                  <a:lnTo>
                    <a:pt x="5681877" y="544068"/>
                  </a:lnTo>
                  <a:moveTo>
                    <a:pt x="5745377" y="544068"/>
                  </a:moveTo>
                  <a:lnTo>
                    <a:pt x="5783477" y="544068"/>
                  </a:lnTo>
                  <a:moveTo>
                    <a:pt x="5846977" y="544068"/>
                  </a:moveTo>
                  <a:lnTo>
                    <a:pt x="5885077" y="544068"/>
                  </a:lnTo>
                  <a:moveTo>
                    <a:pt x="5948577" y="544068"/>
                  </a:moveTo>
                  <a:lnTo>
                    <a:pt x="5986677" y="544068"/>
                  </a:lnTo>
                  <a:moveTo>
                    <a:pt x="6050177" y="544068"/>
                  </a:moveTo>
                  <a:lnTo>
                    <a:pt x="6088277" y="544068"/>
                  </a:lnTo>
                  <a:moveTo>
                    <a:pt x="6151777" y="544068"/>
                  </a:moveTo>
                  <a:lnTo>
                    <a:pt x="6189877" y="544068"/>
                  </a:lnTo>
                  <a:moveTo>
                    <a:pt x="6253377" y="544068"/>
                  </a:moveTo>
                  <a:lnTo>
                    <a:pt x="6291477" y="544068"/>
                  </a:lnTo>
                  <a:moveTo>
                    <a:pt x="6354977" y="544068"/>
                  </a:moveTo>
                  <a:lnTo>
                    <a:pt x="6393077" y="544068"/>
                  </a:lnTo>
                  <a:moveTo>
                    <a:pt x="6456577" y="544068"/>
                  </a:moveTo>
                  <a:lnTo>
                    <a:pt x="6494677" y="544068"/>
                  </a:lnTo>
                  <a:moveTo>
                    <a:pt x="6558177" y="544068"/>
                  </a:moveTo>
                  <a:lnTo>
                    <a:pt x="6596277" y="544068"/>
                  </a:lnTo>
                  <a:moveTo>
                    <a:pt x="6659777" y="544068"/>
                  </a:moveTo>
                  <a:lnTo>
                    <a:pt x="6697877" y="544068"/>
                  </a:lnTo>
                  <a:moveTo>
                    <a:pt x="6761377" y="544068"/>
                  </a:moveTo>
                  <a:lnTo>
                    <a:pt x="6799477" y="544068"/>
                  </a:lnTo>
                  <a:moveTo>
                    <a:pt x="6862977" y="544068"/>
                  </a:moveTo>
                  <a:lnTo>
                    <a:pt x="6901077" y="544068"/>
                  </a:lnTo>
                  <a:moveTo>
                    <a:pt x="6964577" y="544068"/>
                  </a:moveTo>
                  <a:lnTo>
                    <a:pt x="7002677" y="544068"/>
                  </a:lnTo>
                  <a:moveTo>
                    <a:pt x="7066177" y="544068"/>
                  </a:moveTo>
                  <a:lnTo>
                    <a:pt x="7104277" y="544068"/>
                  </a:lnTo>
                  <a:moveTo>
                    <a:pt x="7167777" y="544068"/>
                  </a:moveTo>
                  <a:lnTo>
                    <a:pt x="7205877" y="544068"/>
                  </a:lnTo>
                  <a:moveTo>
                    <a:pt x="7269377" y="544068"/>
                  </a:moveTo>
                  <a:lnTo>
                    <a:pt x="7307477" y="544068"/>
                  </a:lnTo>
                </a:path>
              </a:pathLst>
            </a:custGeom>
            <a:ln w="19050">
              <a:solidFill>
                <a:srgbClr val="FFFFFF"/>
              </a:solidFill>
              <a:prstDash val="solid"/>
              <a:round/>
            </a:ln>
          </p:spPr>
        </p:sp>
        <p:sp>
          <p:nvSpPr>
            <p:cNvPr id="19" name="node01.trunk.source-001.pin"/>
            <p:cNvSpPr/>
            <p:nvPr/>
          </p:nvSpPr>
          <p:spPr>
            <a:xfrm>
              <a:off x="2319655" y="2752725"/>
              <a:ext cx="285750" cy="285750"/>
            </a:xfrm>
            <a:prstGeom prst="ellipse">
              <a:avLst/>
            </a:prstGeom>
            <a:solidFill>
              <a:srgbClr val="FFFFFF"/>
            </a:solidFill>
            <a:ln w="19050">
              <a:solidFill>
                <a:srgbClr val="070154"/>
              </a:solidFill>
              <a:prstDash val="solid"/>
            </a:ln>
          </p:spPr>
        </p:sp>
        <p:sp>
          <p:nvSpPr>
            <p:cNvPr id="20" name="node01.trunk.source-001.number"/>
            <p:cNvSpPr/>
            <p:nvPr/>
          </p:nvSpPr>
          <p:spPr>
            <a:xfrm>
              <a:off x="2310130" y="27432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1</a:t>
              </a:r>
              <a:endParaRPr lang="en-US" sz="1000" spc="0" kern="0" b="0" i="0" dirty="0">
                <a:solidFill>
                  <a:srgbClr val="070154"/>
                </a:solidFill>
                <a:latin typeface="IBM Plex Mono SemiBold"/>
                <a:ea typeface="IBM Plex Mono SemiBold"/>
                <a:cs typeface="IBM Plex Mono SemiBold"/>
              </a:endParaRPr>
            </a:p>
          </p:txBody>
        </p:sp>
        <p:sp>
          <p:nvSpPr>
            <p:cNvPr id="21" name="node01.trunk.source-001.label.part-1"/>
            <p:cNvSpPr/>
            <p:nvPr/>
          </p:nvSpPr>
          <p:spPr>
            <a:xfrm>
              <a:off x="1181100" y="2090420"/>
              <a:ext cx="25628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22" name="node01.trunk.source-001.label.part-2"/>
            <p:cNvSpPr/>
            <p:nvPr/>
          </p:nvSpPr>
          <p:spPr>
            <a:xfrm>
              <a:off x="1181100" y="2268220"/>
              <a:ext cx="256286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Patient data foundation</a:t>
              </a:r>
              <a:endParaRPr lang="en-US" sz="1200" spc="0" kern="0" b="0" i="0" dirty="0">
                <a:solidFill>
                  <a:srgbClr val="070154"/>
                </a:solidFill>
                <a:latin typeface="IBM Plex Sans SemiBold"/>
                <a:ea typeface="IBM Plex Sans SemiBold"/>
                <a:cs typeface="IBM Plex Sans SemiBold"/>
              </a:endParaRPr>
            </a:p>
          </p:txBody>
        </p:sp>
        <p:sp>
          <p:nvSpPr>
            <p:cNvPr id="23" name="node01.trunk.source-001.label.part-3"/>
            <p:cNvSpPr/>
            <p:nvPr/>
          </p:nvSpPr>
          <p:spPr>
            <a:xfrm>
              <a:off x="1181100" y="2476500"/>
              <a:ext cx="256286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master patient index.</a:t>
              </a:r>
              <a:endParaRPr lang="en-US" sz="1200" spc="0" kern="0" b="0" i="0" dirty="0">
                <a:solidFill>
                  <a:srgbClr val="070154"/>
                </a:solidFill>
                <a:latin typeface="IBM Plex Sans"/>
                <a:ea typeface="IBM Plex Sans"/>
                <a:cs typeface="IBM Plex Sans"/>
              </a:endParaRPr>
            </a:p>
          </p:txBody>
        </p:sp>
        <p:sp>
          <p:nvSpPr>
            <p:cNvPr id="24" name="node01.fork.diamond"/>
            <p:cNvSpPr/>
            <p:nvPr/>
          </p:nvSpPr>
          <p:spPr>
            <a:xfrm>
              <a:off x="3727144" y="2675584"/>
              <a:ext cx="440033" cy="440033"/>
            </a:xfrm>
            <a:prstGeom prst="diamond">
              <a:avLst/>
            </a:prstGeom>
            <a:solidFill>
              <a:srgbClr val="F900D3"/>
            </a:solidFill>
            <a:ln w="19050">
              <a:solidFill>
                <a:srgbClr val="070154"/>
              </a:solidFill>
              <a:prstDash val="solid"/>
              <a:miter/>
            </a:ln>
          </p:spPr>
        </p:sp>
        <p:sp>
          <p:nvSpPr>
            <p:cNvPr id="25" name="node01.fork.question"/>
            <p:cNvSpPr/>
            <p:nvPr/>
          </p:nvSpPr>
          <p:spPr>
            <a:xfrm>
              <a:off x="3782060" y="2730500"/>
              <a:ext cx="330200" cy="330200"/>
            </a:xfrm>
            <a:prstGeom prst="rect">
              <a:avLst/>
            </a:prstGeom>
            <a:noFill/>
            <a:ln/>
          </p:spPr>
          <p:txBody>
            <a:bodyPr wrap="square" lIns="0" tIns="0" rIns="0" bIns="0" rtlCol="0" anchor="ctr"/>
            <a:lstStyle/>
            <a:p>
              <a:pPr algn="ctr" indent="0" marL="0">
                <a:lnSpc>
                  <a:spcPts val="1200"/>
                </a:lnSpc>
                <a:buNone/>
              </a:pPr>
              <a:r>
                <a:rPr lang="en-US" sz="1200" spc="0" kern="0" b="1" i="0" dirty="0">
                  <a:solidFill>
                    <a:srgbClr val="070154"/>
                  </a:solidFill>
                  <a:latin typeface="IBM Plex Mono"/>
                  <a:ea typeface="IBM Plex Mono"/>
                  <a:cs typeface="IBM Plex Mono"/>
                </a:rPr>
                <a:t>?</a:t>
              </a:r>
              <a:endParaRPr lang="en-US" sz="1200" spc="0" kern="0" b="1" i="0" dirty="0">
                <a:solidFill>
                  <a:srgbClr val="070154"/>
                </a:solidFill>
                <a:latin typeface="IBM Plex Mono"/>
                <a:ea typeface="IBM Plex Mono"/>
                <a:cs typeface="IBM Plex Mono"/>
              </a:endParaRPr>
            </a:p>
          </p:txBody>
        </p:sp>
        <p:sp>
          <p:nvSpPr>
            <p:cNvPr id="26" name="node01.fork.label.part-1"/>
            <p:cNvSpPr/>
            <p:nvPr/>
          </p:nvSpPr>
          <p:spPr>
            <a:xfrm>
              <a:off x="2918460" y="1600200"/>
              <a:ext cx="2057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DECISION</a:t>
              </a:r>
              <a:endParaRPr lang="en-US" sz="900" spc="54" kern="0" b="0" i="0" dirty="0">
                <a:solidFill>
                  <a:srgbClr val="0047FF"/>
                </a:solidFill>
                <a:latin typeface="IBM Plex Mono SemiBold"/>
                <a:ea typeface="IBM Plex Mono SemiBold"/>
                <a:cs typeface="IBM Plex Mono SemiBold"/>
              </a:endParaRPr>
            </a:p>
          </p:txBody>
        </p:sp>
        <p:sp>
          <p:nvSpPr>
            <p:cNvPr id="27" name="node01.fork.label.part-2"/>
            <p:cNvSpPr/>
            <p:nvPr/>
          </p:nvSpPr>
          <p:spPr>
            <a:xfrm>
              <a:off x="2918460" y="1778000"/>
              <a:ext cx="2057400" cy="215900"/>
            </a:xfrm>
            <a:prstGeom prst="rect">
              <a:avLst/>
            </a:prstGeom>
            <a:noFill/>
            <a:ln/>
          </p:spPr>
          <p:txBody>
            <a:bodyPr wrap="square" lIns="0" tIns="0" rIns="0" bIns="0" rtlCol="0" anchor="t"/>
            <a:lstStyle/>
            <a:p>
              <a:pPr algn="ctr" indent="0" marL="0">
                <a:lnSpc>
                  <a:spcPts val="1680"/>
                </a:lnSpc>
                <a:buNone/>
              </a:pPr>
              <a:r>
                <a:rPr lang="en-US" sz="1400" spc="0" kern="0" b="0" i="0" dirty="0">
                  <a:solidFill>
                    <a:srgbClr val="070154"/>
                  </a:solidFill>
                  <a:latin typeface="IBM Plex Sans SemiBold"/>
                  <a:ea typeface="IBM Plex Sans SemiBold"/>
                  <a:cs typeface="IBM Plex Sans SemiBold"/>
                </a:rPr>
                <a:t>Buy or build?</a:t>
              </a:r>
              <a:endParaRPr lang="en-US" sz="1400" spc="0" kern="0" b="0" i="0" dirty="0">
                <a:solidFill>
                  <a:srgbClr val="070154"/>
                </a:solidFill>
                <a:latin typeface="IBM Plex Sans SemiBold"/>
                <a:ea typeface="IBM Plex Sans SemiBold"/>
                <a:cs typeface="IBM Plex Sans SemiBold"/>
              </a:endParaRPr>
            </a:p>
          </p:txBody>
        </p:sp>
        <p:sp>
          <p:nvSpPr>
            <p:cNvPr id="28" name="node01.fork.label.part-3"/>
            <p:cNvSpPr/>
            <p:nvPr/>
          </p:nvSpPr>
          <p:spPr>
            <a:xfrm>
              <a:off x="2918460" y="2019300"/>
              <a:ext cx="2057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Choose by Q2 2027</a:t>
              </a:r>
              <a:endParaRPr lang="en-US" sz="1200" spc="0" kern="0" b="0" i="0" dirty="0">
                <a:solidFill>
                  <a:srgbClr val="50658E"/>
                </a:solidFill>
                <a:latin typeface="IBM Plex Sans"/>
                <a:ea typeface="IBM Plex Sans"/>
                <a:cs typeface="IBM Plex Sans"/>
              </a:endParaRPr>
            </a:p>
          </p:txBody>
        </p:sp>
        <p:sp>
          <p:nvSpPr>
            <p:cNvPr id="29" name="node01.branches.source-001.title.part-1"/>
            <p:cNvSpPr/>
            <p:nvPr/>
          </p:nvSpPr>
          <p:spPr>
            <a:xfrm>
              <a:off x="6034028" y="1674368"/>
              <a:ext cx="4618732"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Buy a platform</a:t>
              </a:r>
              <a:endParaRPr lang="en-US" sz="1800" spc="-18" kern="0" b="0" i="0" dirty="0">
                <a:solidFill>
                  <a:srgbClr val="070154"/>
                </a:solidFill>
                <a:latin typeface="IBM Plex Sans SemiBold"/>
                <a:ea typeface="IBM Plex Sans SemiBold"/>
                <a:cs typeface="IBM Plex Sans SemiBold"/>
              </a:endParaRPr>
            </a:p>
          </p:txBody>
        </p:sp>
        <p:sp>
          <p:nvSpPr>
            <p:cNvPr id="30" name="node01.branches.source-001.tag"/>
            <p:cNvSpPr/>
            <p:nvPr/>
          </p:nvSpPr>
          <p:spPr>
            <a:xfrm>
              <a:off x="5318760" y="1760474"/>
              <a:ext cx="62636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OPTION A</a:t>
              </a:r>
              <a:endParaRPr lang="en-US" sz="900" spc="54" kern="0" b="0" i="0" dirty="0">
                <a:solidFill>
                  <a:srgbClr val="0047FF"/>
                </a:solidFill>
                <a:latin typeface="IBM Plex Mono SemiBold"/>
                <a:ea typeface="IBM Plex Mono SemiBold"/>
                <a:cs typeface="IBM Plex Mono SemiBold"/>
              </a:endParaRPr>
            </a:p>
          </p:txBody>
        </p:sp>
        <p:sp>
          <p:nvSpPr>
            <p:cNvPr id="31" name="node01.branches.source-001.milestones.source-001.pin"/>
            <p:cNvSpPr/>
            <p:nvPr/>
          </p:nvSpPr>
          <p:spPr>
            <a:xfrm>
              <a:off x="6783070" y="2001393"/>
              <a:ext cx="285750" cy="285750"/>
            </a:xfrm>
            <a:prstGeom prst="ellipse">
              <a:avLst/>
            </a:prstGeom>
            <a:solidFill>
              <a:srgbClr val="FFFFFF"/>
            </a:solidFill>
            <a:ln w="19050">
              <a:solidFill>
                <a:srgbClr val="070154"/>
              </a:solidFill>
              <a:prstDash val="solid"/>
            </a:ln>
          </p:spPr>
        </p:sp>
        <p:sp>
          <p:nvSpPr>
            <p:cNvPr id="32" name="node01.branches.source-001.milestones.source-001.number"/>
            <p:cNvSpPr/>
            <p:nvPr/>
          </p:nvSpPr>
          <p:spPr>
            <a:xfrm>
              <a:off x="6773545" y="19918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A1</a:t>
              </a:r>
              <a:endParaRPr lang="en-US" sz="1000" spc="0" kern="0" b="0" i="0" dirty="0">
                <a:solidFill>
                  <a:srgbClr val="070154"/>
                </a:solidFill>
                <a:latin typeface="IBM Plex Mono SemiBold"/>
                <a:ea typeface="IBM Plex Mono SemiBold"/>
                <a:cs typeface="IBM Plex Mono SemiBold"/>
              </a:endParaRPr>
            </a:p>
          </p:txBody>
        </p:sp>
        <p:sp>
          <p:nvSpPr>
            <p:cNvPr id="33" name="node01.branches.source-001.milestones.source-001.label.part-1"/>
            <p:cNvSpPr/>
            <p:nvPr/>
          </p:nvSpPr>
          <p:spPr>
            <a:xfrm>
              <a:off x="5521960" y="2372868"/>
              <a:ext cx="280797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34" name="node01.branches.source-001.milestones.source-001.label.part-2"/>
            <p:cNvSpPr/>
            <p:nvPr/>
          </p:nvSpPr>
          <p:spPr>
            <a:xfrm>
              <a:off x="5521960" y="2550668"/>
              <a:ext cx="280797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Select vendor</a:t>
              </a:r>
              <a:endParaRPr lang="en-US" sz="1200" spc="0" kern="0" b="0" i="0" dirty="0">
                <a:solidFill>
                  <a:srgbClr val="070154"/>
                </a:solidFill>
                <a:latin typeface="IBM Plex Sans SemiBold"/>
                <a:ea typeface="IBM Plex Sans SemiBold"/>
                <a:cs typeface="IBM Plex Sans SemiBold"/>
              </a:endParaRPr>
            </a:p>
          </p:txBody>
        </p:sp>
        <p:sp>
          <p:nvSpPr>
            <p:cNvPr id="35" name="node01.branches.source-001.milestones.source-001.label.part-3"/>
            <p:cNvSpPr/>
            <p:nvPr/>
          </p:nvSpPr>
          <p:spPr>
            <a:xfrm>
              <a:off x="5521960" y="2758948"/>
              <a:ext cx="280797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Scored shortlist.</a:t>
              </a:r>
              <a:endParaRPr lang="en-US" sz="1200" spc="0" kern="0" b="0" i="0" dirty="0">
                <a:solidFill>
                  <a:srgbClr val="070154"/>
                </a:solidFill>
                <a:latin typeface="IBM Plex Sans"/>
                <a:ea typeface="IBM Plex Sans"/>
                <a:cs typeface="IBM Plex Sans"/>
              </a:endParaRPr>
            </a:p>
          </p:txBody>
        </p:sp>
        <p:sp>
          <p:nvSpPr>
            <p:cNvPr id="36" name="node01.branches.source-001.milestones.source-002.pin"/>
            <p:cNvSpPr/>
            <p:nvPr/>
          </p:nvSpPr>
          <p:spPr>
            <a:xfrm>
              <a:off x="9692640" y="2001393"/>
              <a:ext cx="285750" cy="285750"/>
            </a:xfrm>
            <a:prstGeom prst="ellipse">
              <a:avLst/>
            </a:prstGeom>
            <a:solidFill>
              <a:srgbClr val="FFFFFF"/>
            </a:solidFill>
            <a:ln w="19050">
              <a:solidFill>
                <a:srgbClr val="070154"/>
              </a:solidFill>
              <a:prstDash val="solid"/>
            </a:ln>
          </p:spPr>
        </p:sp>
        <p:sp>
          <p:nvSpPr>
            <p:cNvPr id="37" name="node01.branches.source-001.milestones.source-002.number"/>
            <p:cNvSpPr/>
            <p:nvPr/>
          </p:nvSpPr>
          <p:spPr>
            <a:xfrm>
              <a:off x="9683115" y="19918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A2</a:t>
              </a:r>
              <a:endParaRPr lang="en-US" sz="1000" spc="0" kern="0" b="0" i="0" dirty="0">
                <a:solidFill>
                  <a:srgbClr val="070154"/>
                </a:solidFill>
                <a:latin typeface="IBM Plex Mono SemiBold"/>
                <a:ea typeface="IBM Plex Mono SemiBold"/>
                <a:cs typeface="IBM Plex Mono SemiBold"/>
              </a:endParaRPr>
            </a:p>
          </p:txBody>
        </p:sp>
        <p:sp>
          <p:nvSpPr>
            <p:cNvPr id="38" name="node01.branches.source-001.milestones.source-002.label.part-1"/>
            <p:cNvSpPr/>
            <p:nvPr/>
          </p:nvSpPr>
          <p:spPr>
            <a:xfrm>
              <a:off x="8431530" y="2372868"/>
              <a:ext cx="280797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39" name="node01.branches.source-001.milestones.source-002.label.part-2"/>
            <p:cNvSpPr/>
            <p:nvPr/>
          </p:nvSpPr>
          <p:spPr>
            <a:xfrm>
              <a:off x="8431530" y="2550668"/>
              <a:ext cx="280797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Go live</a:t>
              </a:r>
              <a:endParaRPr lang="en-US" sz="1200" spc="0" kern="0" b="0" i="0" dirty="0">
                <a:solidFill>
                  <a:srgbClr val="070154"/>
                </a:solidFill>
                <a:latin typeface="IBM Plex Sans SemiBold"/>
                <a:ea typeface="IBM Plex Sans SemiBold"/>
                <a:cs typeface="IBM Plex Sans SemiBold"/>
              </a:endParaRPr>
            </a:p>
          </p:txBody>
        </p:sp>
        <p:sp>
          <p:nvSpPr>
            <p:cNvPr id="40" name="node01.branches.source-001.milestones.source-002.label.part-3"/>
            <p:cNvSpPr/>
            <p:nvPr/>
          </p:nvSpPr>
          <p:spPr>
            <a:xfrm>
              <a:off x="8431530" y="2758948"/>
              <a:ext cx="280797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All sites on one suite.</a:t>
              </a:r>
              <a:endParaRPr lang="en-US" sz="1200" spc="0" kern="0" b="0" i="0" dirty="0">
                <a:solidFill>
                  <a:srgbClr val="070154"/>
                </a:solidFill>
                <a:latin typeface="IBM Plex Sans"/>
                <a:ea typeface="IBM Plex Sans"/>
                <a:cs typeface="IBM Plex Sans"/>
              </a:endParaRPr>
            </a:p>
          </p:txBody>
        </p:sp>
        <p:sp>
          <p:nvSpPr>
            <p:cNvPr id="41" name="node01.branches.source-002.title.part-1"/>
            <p:cNvSpPr/>
            <p:nvPr/>
          </p:nvSpPr>
          <p:spPr>
            <a:xfrm>
              <a:off x="6034028" y="2969768"/>
              <a:ext cx="4618732"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Build on our EHR</a:t>
              </a:r>
              <a:endParaRPr lang="en-US" sz="1800" spc="-18" kern="0" b="0" i="0" dirty="0">
                <a:solidFill>
                  <a:srgbClr val="070154"/>
                </a:solidFill>
                <a:latin typeface="IBM Plex Sans SemiBold"/>
                <a:ea typeface="IBM Plex Sans SemiBold"/>
                <a:cs typeface="IBM Plex Sans SemiBold"/>
              </a:endParaRPr>
            </a:p>
          </p:txBody>
        </p:sp>
        <p:sp>
          <p:nvSpPr>
            <p:cNvPr id="42" name="node01.branches.source-002.tag"/>
            <p:cNvSpPr/>
            <p:nvPr/>
          </p:nvSpPr>
          <p:spPr>
            <a:xfrm>
              <a:off x="5318760" y="3055874"/>
              <a:ext cx="62636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OPTION B</a:t>
              </a:r>
              <a:endParaRPr lang="en-US" sz="900" spc="54" kern="0" b="0" i="0" dirty="0">
                <a:solidFill>
                  <a:srgbClr val="0047FF"/>
                </a:solidFill>
                <a:latin typeface="IBM Plex Mono SemiBold"/>
                <a:ea typeface="IBM Plex Mono SemiBold"/>
                <a:cs typeface="IBM Plex Mono SemiBold"/>
              </a:endParaRPr>
            </a:p>
          </p:txBody>
        </p:sp>
        <p:sp>
          <p:nvSpPr>
            <p:cNvPr id="43" name="node01.branches.source-002.milestones.source-001.pin"/>
            <p:cNvSpPr/>
            <p:nvPr/>
          </p:nvSpPr>
          <p:spPr>
            <a:xfrm>
              <a:off x="6783070" y="3296793"/>
              <a:ext cx="285750" cy="285750"/>
            </a:xfrm>
            <a:prstGeom prst="ellipse">
              <a:avLst/>
            </a:prstGeom>
            <a:solidFill>
              <a:srgbClr val="FFFFFF"/>
            </a:solidFill>
            <a:ln w="19050">
              <a:solidFill>
                <a:srgbClr val="070154"/>
              </a:solidFill>
              <a:prstDash val="solid"/>
            </a:ln>
          </p:spPr>
        </p:sp>
        <p:sp>
          <p:nvSpPr>
            <p:cNvPr id="44" name="node01.branches.source-002.milestones.source-001.number"/>
            <p:cNvSpPr/>
            <p:nvPr/>
          </p:nvSpPr>
          <p:spPr>
            <a:xfrm>
              <a:off x="6773545" y="32872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B1</a:t>
              </a:r>
              <a:endParaRPr lang="en-US" sz="1000" spc="0" kern="0" b="0" i="0" dirty="0">
                <a:solidFill>
                  <a:srgbClr val="070154"/>
                </a:solidFill>
                <a:latin typeface="IBM Plex Mono SemiBold"/>
                <a:ea typeface="IBM Plex Mono SemiBold"/>
                <a:cs typeface="IBM Plex Mono SemiBold"/>
              </a:endParaRPr>
            </a:p>
          </p:txBody>
        </p:sp>
        <p:sp>
          <p:nvSpPr>
            <p:cNvPr id="45" name="node01.branches.source-002.milestones.source-001.label.part-1"/>
            <p:cNvSpPr/>
            <p:nvPr/>
          </p:nvSpPr>
          <p:spPr>
            <a:xfrm>
              <a:off x="5521960" y="3668268"/>
              <a:ext cx="280797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46" name="node01.branches.source-002.milestones.source-001.label.part-2"/>
            <p:cNvSpPr/>
            <p:nvPr/>
          </p:nvSpPr>
          <p:spPr>
            <a:xfrm>
              <a:off x="5521960" y="3846068"/>
              <a:ext cx="280797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Extend portal</a:t>
              </a:r>
              <a:endParaRPr lang="en-US" sz="1200" spc="0" kern="0" b="0" i="0" dirty="0">
                <a:solidFill>
                  <a:srgbClr val="070154"/>
                </a:solidFill>
                <a:latin typeface="IBM Plex Sans SemiBold"/>
                <a:ea typeface="IBM Plex Sans SemiBold"/>
                <a:cs typeface="IBM Plex Sans SemiBold"/>
              </a:endParaRPr>
            </a:p>
          </p:txBody>
        </p:sp>
        <p:sp>
          <p:nvSpPr>
            <p:cNvPr id="47" name="node01.branches.source-002.milestones.source-001.label.part-3"/>
            <p:cNvSpPr/>
            <p:nvPr/>
          </p:nvSpPr>
          <p:spPr>
            <a:xfrm>
              <a:off x="5521960" y="4054348"/>
              <a:ext cx="280797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Use the EHR's tools.</a:t>
              </a:r>
              <a:endParaRPr lang="en-US" sz="1200" spc="0" kern="0" b="0" i="0" dirty="0">
                <a:solidFill>
                  <a:srgbClr val="070154"/>
                </a:solidFill>
                <a:latin typeface="IBM Plex Sans"/>
                <a:ea typeface="IBM Plex Sans"/>
                <a:cs typeface="IBM Plex Sans"/>
              </a:endParaRPr>
            </a:p>
          </p:txBody>
        </p:sp>
        <p:sp>
          <p:nvSpPr>
            <p:cNvPr id="48" name="node01.branches.source-002.milestones.source-002.pin"/>
            <p:cNvSpPr/>
            <p:nvPr/>
          </p:nvSpPr>
          <p:spPr>
            <a:xfrm>
              <a:off x="9692640" y="3296793"/>
              <a:ext cx="285750" cy="285750"/>
            </a:xfrm>
            <a:prstGeom prst="ellipse">
              <a:avLst/>
            </a:prstGeom>
            <a:solidFill>
              <a:srgbClr val="FFFFFF"/>
            </a:solidFill>
            <a:ln w="19050">
              <a:solidFill>
                <a:srgbClr val="070154"/>
              </a:solidFill>
              <a:prstDash val="solid"/>
            </a:ln>
          </p:spPr>
        </p:sp>
        <p:sp>
          <p:nvSpPr>
            <p:cNvPr id="49" name="node01.branches.source-002.milestones.source-002.number"/>
            <p:cNvSpPr/>
            <p:nvPr/>
          </p:nvSpPr>
          <p:spPr>
            <a:xfrm>
              <a:off x="9683115" y="32872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B2</a:t>
              </a:r>
              <a:endParaRPr lang="en-US" sz="1000" spc="0" kern="0" b="0" i="0" dirty="0">
                <a:solidFill>
                  <a:srgbClr val="070154"/>
                </a:solidFill>
                <a:latin typeface="IBM Plex Mono SemiBold"/>
                <a:ea typeface="IBM Plex Mono SemiBold"/>
                <a:cs typeface="IBM Plex Mono SemiBold"/>
              </a:endParaRPr>
            </a:p>
          </p:txBody>
        </p:sp>
        <p:sp>
          <p:nvSpPr>
            <p:cNvPr id="50" name="node01.branches.source-002.milestones.source-002.label.part-1"/>
            <p:cNvSpPr/>
            <p:nvPr/>
          </p:nvSpPr>
          <p:spPr>
            <a:xfrm>
              <a:off x="8431530" y="3668268"/>
              <a:ext cx="280797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2028</a:t>
              </a:r>
              <a:endParaRPr lang="en-US" sz="900" spc="54" kern="0" b="0" i="0" dirty="0">
                <a:solidFill>
                  <a:srgbClr val="0047FF"/>
                </a:solidFill>
                <a:latin typeface="IBM Plex Mono SemiBold"/>
                <a:ea typeface="IBM Plex Mono SemiBold"/>
                <a:cs typeface="IBM Plex Mono SemiBold"/>
              </a:endParaRPr>
            </a:p>
          </p:txBody>
        </p:sp>
        <p:sp>
          <p:nvSpPr>
            <p:cNvPr id="51" name="node01.branches.source-002.milestones.source-002.label.part-2"/>
            <p:cNvSpPr/>
            <p:nvPr/>
          </p:nvSpPr>
          <p:spPr>
            <a:xfrm>
              <a:off x="8431530" y="3846068"/>
              <a:ext cx="280797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Go live</a:t>
              </a:r>
              <a:endParaRPr lang="en-US" sz="1200" spc="0" kern="0" b="0" i="0" dirty="0">
                <a:solidFill>
                  <a:srgbClr val="070154"/>
                </a:solidFill>
                <a:latin typeface="IBM Plex Sans SemiBold"/>
                <a:ea typeface="IBM Plex Sans SemiBold"/>
                <a:cs typeface="IBM Plex Sans SemiBold"/>
              </a:endParaRPr>
            </a:p>
          </p:txBody>
        </p:sp>
        <p:sp>
          <p:nvSpPr>
            <p:cNvPr id="52" name="node01.branches.source-002.milestones.source-002.label.part-3"/>
            <p:cNvSpPr/>
            <p:nvPr/>
          </p:nvSpPr>
          <p:spPr>
            <a:xfrm>
              <a:off x="8431530" y="4054348"/>
              <a:ext cx="280797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Phased by region.</a:t>
              </a:r>
              <a:endParaRPr lang="en-US" sz="1200" spc="0" kern="0" b="0" i="0" dirty="0">
                <a:solidFill>
                  <a:srgbClr val="070154"/>
                </a:solidFill>
                <a:latin typeface="IBM Plex Sans"/>
                <a:ea typeface="IBM Plex Sans"/>
                <a:cs typeface="IBM Plex Sans"/>
              </a:endParaRPr>
            </a:p>
          </p:txBody>
        </p:sp>
      </p:grpSp>
      <p:grpSp>
        <p:nvGrpSpPr>
          <p:cNvPr id="63" name="node02"/>
          <p:cNvGrpSpPr/>
          <p:nvPr/>
        </p:nvGrpSpPr>
        <p:grpSpPr>
          <a:xfrm>
            <a:off x="723900" y="4267200"/>
            <a:ext cx="10744200" cy="1422400"/>
            <a:chOff x="723900" y="4267200"/>
            <a:chExt cx="10744200" cy="1422400"/>
          </a:xfrm>
        </p:grpSpPr>
        <p:graphicFrame>
          <p:nvGraphicFramePr>
            <p:cNvPr id="53" name="node02.native"/>
            <p:cNvGraphicFramePr>
              <a:graphicFrameLocks noGrp="1"/>
            </p:cNvGraphicFramePr>
            <p:nvPr>
              <p:extLst>
                <p:ext uri="{D42A27DB-BD31-4B8C-83A1-F6EECF244321}">
                  <p14:modId xmlns:p14="http://schemas.microsoft.com/office/powerpoint/2010/main" val="1579011935"/>
                </p:ext>
              </p:extLst>
            </p:nvPr>
          </p:nvGraphicFramePr>
          <p:xfrm>
            <a:off x="723900" y="4267200"/>
            <a:ext cx="10744200" cy="1422400"/>
          </p:xfrm>
          <a:graphic>
            <a:graphicData uri="http://schemas.openxmlformats.org/drawingml/2006/table">
              <a:tbl>
                <a:tblPr/>
                <a:tblGrid>
                  <a:gridCol w="3124200"/>
                  <a:gridCol w="3810000"/>
                  <a:gridCol w="3810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CRITERION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A  BUY A PLATFORM</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B  BUILD ON OUR EHR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2667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Cost to Northfield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Medium</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Strong</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2667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Time to every site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Strong</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Weak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2667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Delivery risk</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Strong</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Medium</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2667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Fit with clinical workflow</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Medium</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Strong</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54" name="node02.row.item-001.a.status-mark"/>
            <p:cNvSpPr/>
            <p:nvPr/>
          </p:nvSpPr>
          <p:spPr>
            <a:xfrm>
              <a:off x="4006850" y="4711700"/>
              <a:ext cx="88900" cy="88900"/>
            </a:xfrm>
            <a:prstGeom prst="rect">
              <a:avLst/>
            </a:prstGeom>
            <a:solidFill>
              <a:srgbClr val="FFC700"/>
            </a:solidFill>
            <a:ln w="12700">
              <a:solidFill>
                <a:srgbClr val="070154"/>
              </a:solidFill>
              <a:prstDash val="solid"/>
            </a:ln>
          </p:spPr>
        </p:sp>
        <p:sp>
          <p:nvSpPr>
            <p:cNvPr id="55" name="node02.row.item-001.b.status-mark"/>
            <p:cNvSpPr/>
            <p:nvPr/>
          </p:nvSpPr>
          <p:spPr>
            <a:xfrm>
              <a:off x="7816850" y="4711700"/>
              <a:ext cx="88900" cy="88900"/>
            </a:xfrm>
            <a:prstGeom prst="rect">
              <a:avLst/>
            </a:prstGeom>
            <a:solidFill>
              <a:srgbClr val="1DD566"/>
            </a:solidFill>
            <a:ln w="12700">
              <a:solidFill>
                <a:srgbClr val="070154"/>
              </a:solidFill>
              <a:prstDash val="solid"/>
            </a:ln>
          </p:spPr>
        </p:sp>
        <p:sp>
          <p:nvSpPr>
            <p:cNvPr id="56" name="node02.row.item-002.a.status-mark"/>
            <p:cNvSpPr/>
            <p:nvPr/>
          </p:nvSpPr>
          <p:spPr>
            <a:xfrm>
              <a:off x="4006850" y="4978400"/>
              <a:ext cx="88900" cy="88900"/>
            </a:xfrm>
            <a:prstGeom prst="rect">
              <a:avLst/>
            </a:prstGeom>
            <a:solidFill>
              <a:srgbClr val="1DD566"/>
            </a:solidFill>
            <a:ln w="12700">
              <a:solidFill>
                <a:srgbClr val="070154"/>
              </a:solidFill>
              <a:prstDash val="solid"/>
            </a:ln>
          </p:spPr>
        </p:sp>
        <p:sp>
          <p:nvSpPr>
            <p:cNvPr id="57" name="node02.row.item-002.b.status-mark"/>
            <p:cNvSpPr/>
            <p:nvPr/>
          </p:nvSpPr>
          <p:spPr>
            <a:xfrm>
              <a:off x="7816850" y="4978400"/>
              <a:ext cx="88900" cy="88900"/>
            </a:xfrm>
            <a:prstGeom prst="rect">
              <a:avLst/>
            </a:prstGeom>
            <a:solidFill>
              <a:srgbClr val="F52C00"/>
            </a:solidFill>
            <a:ln w="12700">
              <a:solidFill>
                <a:srgbClr val="070154"/>
              </a:solidFill>
              <a:prstDash val="solid"/>
            </a:ln>
          </p:spPr>
        </p:sp>
        <p:sp>
          <p:nvSpPr>
            <p:cNvPr id="58" name="node02.row.item-003.a.status-mark"/>
            <p:cNvSpPr/>
            <p:nvPr/>
          </p:nvSpPr>
          <p:spPr>
            <a:xfrm>
              <a:off x="4006850" y="5245100"/>
              <a:ext cx="88900" cy="88900"/>
            </a:xfrm>
            <a:prstGeom prst="rect">
              <a:avLst/>
            </a:prstGeom>
            <a:solidFill>
              <a:srgbClr val="1DD566"/>
            </a:solidFill>
            <a:ln w="12700">
              <a:solidFill>
                <a:srgbClr val="070154"/>
              </a:solidFill>
              <a:prstDash val="solid"/>
            </a:ln>
          </p:spPr>
        </p:sp>
        <p:sp>
          <p:nvSpPr>
            <p:cNvPr id="59" name="node02.row.item-003.b.status-mark"/>
            <p:cNvSpPr/>
            <p:nvPr/>
          </p:nvSpPr>
          <p:spPr>
            <a:xfrm>
              <a:off x="7816850" y="5245100"/>
              <a:ext cx="88900" cy="88900"/>
            </a:xfrm>
            <a:prstGeom prst="rect">
              <a:avLst/>
            </a:prstGeom>
            <a:solidFill>
              <a:srgbClr val="FFC700"/>
            </a:solidFill>
            <a:ln w="12700">
              <a:solidFill>
                <a:srgbClr val="070154"/>
              </a:solidFill>
              <a:prstDash val="solid"/>
            </a:ln>
          </p:spPr>
        </p:sp>
        <p:sp>
          <p:nvSpPr>
            <p:cNvPr id="60" name="node02.row.item-004.a.status-mark"/>
            <p:cNvSpPr/>
            <p:nvPr/>
          </p:nvSpPr>
          <p:spPr>
            <a:xfrm>
              <a:off x="4006850" y="5511800"/>
              <a:ext cx="88900" cy="88900"/>
            </a:xfrm>
            <a:prstGeom prst="rect">
              <a:avLst/>
            </a:prstGeom>
            <a:solidFill>
              <a:srgbClr val="FFC700"/>
            </a:solidFill>
            <a:ln w="12700">
              <a:solidFill>
                <a:srgbClr val="070154"/>
              </a:solidFill>
              <a:prstDash val="solid"/>
            </a:ln>
          </p:spPr>
        </p:sp>
        <p:sp>
          <p:nvSpPr>
            <p:cNvPr id="61" name="node02.row.item-004.b.status-mark"/>
            <p:cNvSpPr/>
            <p:nvPr/>
          </p:nvSpPr>
          <p:spPr>
            <a:xfrm>
              <a:off x="7816850" y="5511800"/>
              <a:ext cx="88900" cy="88900"/>
            </a:xfrm>
            <a:prstGeom prst="rect">
              <a:avLst/>
            </a:prstGeom>
            <a:solidFill>
              <a:srgbClr val="1DD566"/>
            </a:solidFill>
            <a:ln w="12700">
              <a:solidFill>
                <a:srgbClr val="070154"/>
              </a:solidFill>
              <a:prstDash val="solid"/>
            </a:ln>
          </p:spPr>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ource-42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foundation is half built; the waves follow</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84</a:t>
            </a:fld>
            <a:endParaRPr lang="en-US" sz="700" spc="0" kern="0" b="0" i="0" dirty="0">
              <a:solidFill>
                <a:srgbClr val="070154"/>
              </a:solidFill>
              <a:latin typeface="IBM Plex Mono SemiBold"/>
              <a:ea typeface="IBM Plex Mono SemiBold"/>
              <a:cs typeface="IBM Plex Mono SemiBold"/>
            </a:endParaRPr>
          </a:p>
        </p:txBody>
      </p:sp>
      <p:grpSp>
        <p:nvGrpSpPr>
          <p:cNvPr id="81" name="node01"/>
          <p:cNvGrpSpPr/>
          <p:nvPr/>
        </p:nvGrpSpPr>
        <p:grpSpPr>
          <a:xfrm>
            <a:off x="723900" y="1600200"/>
            <a:ext cx="10744200" cy="3940048"/>
            <a:chOff x="723900" y="1600200"/>
            <a:chExt cx="10744200" cy="3940048"/>
          </a:xfrm>
        </p:grpSpPr>
        <p:sp>
          <p:nvSpPr>
            <p:cNvPr id="7" name="node01.trunk.road"/>
            <p:cNvSpPr/>
            <p:nvPr/>
          </p:nvSpPr>
          <p:spPr>
            <a:xfrm>
              <a:off x="901700" y="3543300"/>
              <a:ext cx="4119880" cy="0"/>
            </a:xfrm>
            <a:custGeom>
              <a:avLst/>
              <a:gdLst/>
              <a:ahLst/>
              <a:cxnLst/>
              <a:rect l="l" t="t" r="r" b="b"/>
              <a:pathLst>
                <a:path w="4119880">
                  <a:moveTo>
                    <a:pt x="0" y="0"/>
                  </a:moveTo>
                  <a:lnTo>
                    <a:pt x="4119880" y="0"/>
                  </a:lnTo>
                </a:path>
              </a:pathLst>
            </a:custGeom>
            <a:ln w="228600">
              <a:solidFill>
                <a:srgbClr val="070154"/>
              </a:solidFill>
              <a:prstDash val="solid"/>
              <a:round/>
            </a:ln>
          </p:spPr>
        </p:sp>
        <p:sp>
          <p:nvSpPr>
            <p:cNvPr id="8" name="node01.trunk.road.cap-1"/>
            <p:cNvSpPr/>
            <p:nvPr/>
          </p:nvSpPr>
          <p:spPr>
            <a:xfrm>
              <a:off x="787400" y="3429000"/>
              <a:ext cx="228600" cy="228600"/>
            </a:xfrm>
            <a:prstGeom prst="ellipse">
              <a:avLst/>
            </a:prstGeom>
            <a:solidFill>
              <a:srgbClr val="070154"/>
            </a:solidFill>
            <a:ln>
              <a:noFill/>
            </a:ln>
          </p:spPr>
        </p:sp>
        <p:sp>
          <p:nvSpPr>
            <p:cNvPr id="9" name="node01.trunk.road.cap-2"/>
            <p:cNvSpPr/>
            <p:nvPr/>
          </p:nvSpPr>
          <p:spPr>
            <a:xfrm>
              <a:off x="4907280" y="3429000"/>
              <a:ext cx="228600" cy="228600"/>
            </a:xfrm>
            <a:prstGeom prst="ellipse">
              <a:avLst/>
            </a:prstGeom>
            <a:solidFill>
              <a:srgbClr val="070154"/>
            </a:solidFill>
            <a:ln>
              <a:noFill/>
            </a:ln>
          </p:spPr>
        </p:sp>
        <p:sp>
          <p:nvSpPr>
            <p:cNvPr id="10" name="node01.trunk.centerline"/>
            <p:cNvSpPr/>
            <p:nvPr/>
          </p:nvSpPr>
          <p:spPr>
            <a:xfrm>
              <a:off x="901700" y="3543300"/>
              <a:ext cx="4119880" cy="0"/>
            </a:xfrm>
            <a:custGeom>
              <a:avLst/>
              <a:gdLst/>
              <a:ahLst/>
              <a:cxnLst/>
              <a:rect l="l" t="t" r="r" b="b"/>
              <a:pathLst>
                <a:path w="4119880">
                  <a:moveTo>
                    <a:pt x="0" y="0"/>
                  </a:moveTo>
                  <a:lnTo>
                    <a:pt x="88900" y="0"/>
                  </a:lnTo>
                  <a:moveTo>
                    <a:pt x="177800" y="0"/>
                  </a:moveTo>
                  <a:lnTo>
                    <a:pt x="266700" y="0"/>
                  </a:lnTo>
                  <a:moveTo>
                    <a:pt x="355600" y="0"/>
                  </a:moveTo>
                  <a:lnTo>
                    <a:pt x="444500" y="0"/>
                  </a:lnTo>
                  <a:moveTo>
                    <a:pt x="533400" y="0"/>
                  </a:moveTo>
                  <a:lnTo>
                    <a:pt x="622300" y="0"/>
                  </a:lnTo>
                  <a:moveTo>
                    <a:pt x="711200" y="0"/>
                  </a:moveTo>
                  <a:lnTo>
                    <a:pt x="800100" y="0"/>
                  </a:lnTo>
                  <a:moveTo>
                    <a:pt x="889000" y="0"/>
                  </a:moveTo>
                  <a:lnTo>
                    <a:pt x="977900" y="0"/>
                  </a:lnTo>
                  <a:moveTo>
                    <a:pt x="1066800" y="0"/>
                  </a:moveTo>
                  <a:lnTo>
                    <a:pt x="1155700" y="0"/>
                  </a:lnTo>
                  <a:moveTo>
                    <a:pt x="1244600" y="0"/>
                  </a:moveTo>
                  <a:lnTo>
                    <a:pt x="1333500" y="0"/>
                  </a:lnTo>
                  <a:moveTo>
                    <a:pt x="1422400" y="0"/>
                  </a:moveTo>
                  <a:lnTo>
                    <a:pt x="1511300" y="0"/>
                  </a:lnTo>
                  <a:moveTo>
                    <a:pt x="1600200" y="0"/>
                  </a:moveTo>
                  <a:lnTo>
                    <a:pt x="1689100" y="0"/>
                  </a:lnTo>
                  <a:moveTo>
                    <a:pt x="1778000" y="0"/>
                  </a:moveTo>
                  <a:lnTo>
                    <a:pt x="1866900" y="0"/>
                  </a:lnTo>
                  <a:moveTo>
                    <a:pt x="1955800" y="0"/>
                  </a:moveTo>
                  <a:lnTo>
                    <a:pt x="2044700" y="0"/>
                  </a:lnTo>
                  <a:moveTo>
                    <a:pt x="2133600" y="0"/>
                  </a:moveTo>
                  <a:lnTo>
                    <a:pt x="2222500" y="0"/>
                  </a:lnTo>
                  <a:moveTo>
                    <a:pt x="2311400" y="0"/>
                  </a:moveTo>
                  <a:lnTo>
                    <a:pt x="2400300" y="0"/>
                  </a:lnTo>
                  <a:moveTo>
                    <a:pt x="2489200" y="0"/>
                  </a:moveTo>
                  <a:lnTo>
                    <a:pt x="2578100" y="0"/>
                  </a:lnTo>
                  <a:moveTo>
                    <a:pt x="2667000" y="0"/>
                  </a:moveTo>
                  <a:lnTo>
                    <a:pt x="2755900" y="0"/>
                  </a:lnTo>
                  <a:moveTo>
                    <a:pt x="2844800" y="0"/>
                  </a:moveTo>
                  <a:lnTo>
                    <a:pt x="2933700" y="0"/>
                  </a:lnTo>
                  <a:moveTo>
                    <a:pt x="3022600" y="0"/>
                  </a:moveTo>
                  <a:lnTo>
                    <a:pt x="3111500" y="0"/>
                  </a:lnTo>
                  <a:moveTo>
                    <a:pt x="3200400" y="0"/>
                  </a:moveTo>
                  <a:lnTo>
                    <a:pt x="3289300" y="0"/>
                  </a:lnTo>
                  <a:moveTo>
                    <a:pt x="3378200" y="0"/>
                  </a:moveTo>
                  <a:lnTo>
                    <a:pt x="3467100" y="0"/>
                  </a:lnTo>
                  <a:moveTo>
                    <a:pt x="3556000" y="0"/>
                  </a:moveTo>
                  <a:lnTo>
                    <a:pt x="3644900" y="0"/>
                  </a:lnTo>
                  <a:moveTo>
                    <a:pt x="3733800" y="0"/>
                  </a:moveTo>
                  <a:lnTo>
                    <a:pt x="3822700" y="0"/>
                  </a:lnTo>
                  <a:moveTo>
                    <a:pt x="3911600" y="0"/>
                  </a:moveTo>
                  <a:lnTo>
                    <a:pt x="4000500" y="0"/>
                  </a:lnTo>
                  <a:moveTo>
                    <a:pt x="4089400" y="0"/>
                  </a:moveTo>
                  <a:lnTo>
                    <a:pt x="4119880" y="0"/>
                  </a:lnTo>
                </a:path>
              </a:pathLst>
            </a:custGeom>
            <a:ln w="19050">
              <a:solidFill>
                <a:srgbClr val="FFFFFF"/>
              </a:solidFill>
              <a:prstDash val="solid"/>
              <a:round/>
            </a:ln>
          </p:spPr>
        </p:sp>
        <p:sp>
          <p:nvSpPr>
            <p:cNvPr id="11" name="node01.branches.source-001.road"/>
            <p:cNvSpPr/>
            <p:nvPr/>
          </p:nvSpPr>
          <p:spPr>
            <a:xfrm>
              <a:off x="5021580" y="2144268"/>
              <a:ext cx="6268720" cy="1399032"/>
            </a:xfrm>
            <a:custGeom>
              <a:avLst/>
              <a:gdLst/>
              <a:ahLst/>
              <a:cxnLst/>
              <a:rect l="l" t="t" r="r" b="b"/>
              <a:pathLst>
                <a:path w="6268720" h="1399032">
                  <a:moveTo>
                    <a:pt x="0" y="1399032"/>
                  </a:moveTo>
                  <a:cubicBezTo>
                    <a:pt x="754380" y="1399032"/>
                    <a:pt x="617220" y="0"/>
                    <a:pt x="1371600" y="0"/>
                  </a:cubicBezTo>
                  <a:lnTo>
                    <a:pt x="6268720" y="0"/>
                  </a:lnTo>
                </a:path>
              </a:pathLst>
            </a:custGeom>
            <a:ln w="228600">
              <a:solidFill>
                <a:srgbClr val="070154"/>
              </a:solidFill>
              <a:prstDash val="solid"/>
              <a:round/>
            </a:ln>
          </p:spPr>
        </p:sp>
        <p:sp>
          <p:nvSpPr>
            <p:cNvPr id="12" name="node01.branches.source-001.road.cap-1"/>
            <p:cNvSpPr/>
            <p:nvPr/>
          </p:nvSpPr>
          <p:spPr>
            <a:xfrm>
              <a:off x="4907280" y="3429000"/>
              <a:ext cx="228600" cy="228600"/>
            </a:xfrm>
            <a:prstGeom prst="ellipse">
              <a:avLst/>
            </a:prstGeom>
            <a:solidFill>
              <a:srgbClr val="070154"/>
            </a:solidFill>
            <a:ln>
              <a:noFill/>
            </a:ln>
          </p:spPr>
        </p:sp>
        <p:sp>
          <p:nvSpPr>
            <p:cNvPr id="13" name="node01.branches.source-001.road.cap-2"/>
            <p:cNvSpPr/>
            <p:nvPr/>
          </p:nvSpPr>
          <p:spPr>
            <a:xfrm>
              <a:off x="11176000" y="2029968"/>
              <a:ext cx="228600" cy="228600"/>
            </a:xfrm>
            <a:prstGeom prst="ellipse">
              <a:avLst/>
            </a:prstGeom>
            <a:solidFill>
              <a:srgbClr val="070154"/>
            </a:solidFill>
            <a:ln>
              <a:noFill/>
            </a:ln>
          </p:spPr>
        </p:sp>
        <p:sp>
          <p:nvSpPr>
            <p:cNvPr id="14" name="node01.branches.source-001.centerline"/>
            <p:cNvSpPr/>
            <p:nvPr/>
          </p:nvSpPr>
          <p:spPr>
            <a:xfrm>
              <a:off x="5021580" y="2144268"/>
              <a:ext cx="6268720" cy="1399032"/>
            </a:xfrm>
            <a:custGeom>
              <a:avLst/>
              <a:gdLst/>
              <a:ahLst/>
              <a:cxnLst/>
              <a:rect l="l" t="t" r="r" b="b"/>
              <a:pathLst>
                <a:path w="6268720" h="1399032">
                  <a:moveTo>
                    <a:pt x="0" y="1399032"/>
                  </a:moveTo>
                  <a:cubicBezTo>
                    <a:pt x="30975" y="1399032"/>
                    <a:pt x="60447" y="1396673"/>
                    <a:pt x="88539" y="1392150"/>
                  </a:cubicBezTo>
                  <a:moveTo>
                    <a:pt x="174579" y="1370270"/>
                  </a:moveTo>
                  <a:cubicBezTo>
                    <a:pt x="202946" y="1360213"/>
                    <a:pt x="229740" y="1347689"/>
                    <a:pt x="255138" y="1332974"/>
                  </a:cubicBezTo>
                  <a:moveTo>
                    <a:pt x="327884" y="1282054"/>
                  </a:moveTo>
                  <a:cubicBezTo>
                    <a:pt x="350423" y="1263378"/>
                    <a:pt x="371765" y="1242823"/>
                    <a:pt x="392079" y="1220656"/>
                  </a:cubicBezTo>
                  <a:moveTo>
                    <a:pt x="448390" y="1151917"/>
                  </a:moveTo>
                  <a:cubicBezTo>
                    <a:pt x="465684" y="1128482"/>
                    <a:pt x="482223" y="1103861"/>
                    <a:pt x="498145" y="1078272"/>
                  </a:cubicBezTo>
                  <a:moveTo>
                    <a:pt x="542790" y="1001410"/>
                  </a:moveTo>
                  <a:cubicBezTo>
                    <a:pt x="556800" y="975706"/>
                    <a:pt x="570380" y="949329"/>
                    <a:pt x="583649" y="922463"/>
                  </a:cubicBezTo>
                  <a:moveTo>
                    <a:pt x="621882" y="842206"/>
                  </a:moveTo>
                  <a:cubicBezTo>
                    <a:pt x="634241" y="815441"/>
                    <a:pt x="646415" y="788384"/>
                    <a:pt x="658508" y="761203"/>
                  </a:cubicBezTo>
                  <a:moveTo>
                    <a:pt x="694458" y="679896"/>
                  </a:moveTo>
                  <a:cubicBezTo>
                    <a:pt x="706453" y="652731"/>
                    <a:pt x="718473" y="625606"/>
                    <a:pt x="730623" y="598684"/>
                  </a:cubicBezTo>
                  <a:moveTo>
                    <a:pt x="767904" y="517980"/>
                  </a:moveTo>
                  <a:cubicBezTo>
                    <a:pt x="780740" y="490965"/>
                    <a:pt x="793824" y="464338"/>
                    <a:pt x="807268" y="438275"/>
                  </a:cubicBezTo>
                  <a:moveTo>
                    <a:pt x="849799" y="360219"/>
                  </a:moveTo>
                  <a:cubicBezTo>
                    <a:pt x="864872" y="334160"/>
                    <a:pt x="880473" y="308931"/>
                    <a:pt x="896735" y="284738"/>
                  </a:cubicBezTo>
                  <a:moveTo>
                    <a:pt x="949471" y="213207"/>
                  </a:moveTo>
                  <a:cubicBezTo>
                    <a:pt x="968494" y="189839"/>
                    <a:pt x="988431" y="167904"/>
                    <a:pt x="1009443" y="147656"/>
                  </a:cubicBezTo>
                  <a:moveTo>
                    <a:pt x="1077751" y="90895"/>
                  </a:moveTo>
                  <a:cubicBezTo>
                    <a:pt x="1101936" y="73821"/>
                    <a:pt x="1127448" y="58831"/>
                    <a:pt x="1154466" y="46205"/>
                  </a:cubicBezTo>
                  <a:moveTo>
                    <a:pt x="1238033" y="16255"/>
                  </a:moveTo>
                  <a:cubicBezTo>
                    <a:pt x="1265763" y="9127"/>
                    <a:pt x="1294918" y="4233"/>
                    <a:pt x="1325636" y="1793"/>
                  </a:cubicBezTo>
                  <a:moveTo>
                    <a:pt x="1414491" y="0"/>
                  </a:moveTo>
                  <a:lnTo>
                    <a:pt x="1503391" y="0"/>
                  </a:lnTo>
                  <a:moveTo>
                    <a:pt x="1592291" y="0"/>
                  </a:moveTo>
                  <a:lnTo>
                    <a:pt x="1681191" y="0"/>
                  </a:lnTo>
                  <a:moveTo>
                    <a:pt x="1770091" y="0"/>
                  </a:moveTo>
                  <a:lnTo>
                    <a:pt x="1858991" y="0"/>
                  </a:lnTo>
                  <a:moveTo>
                    <a:pt x="1947891" y="0"/>
                  </a:moveTo>
                  <a:lnTo>
                    <a:pt x="2036791" y="0"/>
                  </a:lnTo>
                  <a:moveTo>
                    <a:pt x="2125691" y="0"/>
                  </a:moveTo>
                  <a:lnTo>
                    <a:pt x="2214591" y="0"/>
                  </a:lnTo>
                  <a:moveTo>
                    <a:pt x="2303491" y="0"/>
                  </a:moveTo>
                  <a:lnTo>
                    <a:pt x="2392391" y="0"/>
                  </a:lnTo>
                  <a:moveTo>
                    <a:pt x="2481291" y="0"/>
                  </a:moveTo>
                  <a:lnTo>
                    <a:pt x="2570191" y="0"/>
                  </a:lnTo>
                  <a:moveTo>
                    <a:pt x="2659091" y="0"/>
                  </a:moveTo>
                  <a:lnTo>
                    <a:pt x="2747991" y="0"/>
                  </a:lnTo>
                  <a:moveTo>
                    <a:pt x="2836891" y="0"/>
                  </a:moveTo>
                  <a:lnTo>
                    <a:pt x="2925791" y="0"/>
                  </a:lnTo>
                  <a:moveTo>
                    <a:pt x="3014691" y="0"/>
                  </a:moveTo>
                  <a:lnTo>
                    <a:pt x="3103591" y="0"/>
                  </a:lnTo>
                  <a:moveTo>
                    <a:pt x="3192491" y="0"/>
                  </a:moveTo>
                  <a:lnTo>
                    <a:pt x="3281391" y="0"/>
                  </a:lnTo>
                  <a:moveTo>
                    <a:pt x="3370291" y="0"/>
                  </a:moveTo>
                  <a:lnTo>
                    <a:pt x="3459191" y="0"/>
                  </a:lnTo>
                  <a:moveTo>
                    <a:pt x="3548091" y="0"/>
                  </a:moveTo>
                  <a:lnTo>
                    <a:pt x="3636991" y="0"/>
                  </a:lnTo>
                  <a:moveTo>
                    <a:pt x="3725891" y="0"/>
                  </a:moveTo>
                  <a:lnTo>
                    <a:pt x="3814791" y="0"/>
                  </a:lnTo>
                  <a:moveTo>
                    <a:pt x="3903691" y="0"/>
                  </a:moveTo>
                  <a:lnTo>
                    <a:pt x="3992591" y="0"/>
                  </a:lnTo>
                  <a:moveTo>
                    <a:pt x="4081491" y="0"/>
                  </a:moveTo>
                  <a:lnTo>
                    <a:pt x="4170391" y="0"/>
                  </a:lnTo>
                  <a:moveTo>
                    <a:pt x="4259291" y="0"/>
                  </a:moveTo>
                  <a:lnTo>
                    <a:pt x="4348191" y="0"/>
                  </a:lnTo>
                  <a:moveTo>
                    <a:pt x="4437091" y="0"/>
                  </a:moveTo>
                  <a:lnTo>
                    <a:pt x="4525991" y="0"/>
                  </a:lnTo>
                  <a:moveTo>
                    <a:pt x="4614891" y="0"/>
                  </a:moveTo>
                  <a:lnTo>
                    <a:pt x="4703791" y="0"/>
                  </a:lnTo>
                  <a:moveTo>
                    <a:pt x="4792691" y="0"/>
                  </a:moveTo>
                  <a:lnTo>
                    <a:pt x="4881591" y="0"/>
                  </a:lnTo>
                  <a:moveTo>
                    <a:pt x="4970491" y="0"/>
                  </a:moveTo>
                  <a:lnTo>
                    <a:pt x="5059391" y="0"/>
                  </a:lnTo>
                  <a:moveTo>
                    <a:pt x="5148291" y="0"/>
                  </a:moveTo>
                  <a:lnTo>
                    <a:pt x="5237191" y="0"/>
                  </a:lnTo>
                  <a:moveTo>
                    <a:pt x="5326091" y="0"/>
                  </a:moveTo>
                  <a:lnTo>
                    <a:pt x="5414991" y="0"/>
                  </a:lnTo>
                  <a:moveTo>
                    <a:pt x="5503891" y="0"/>
                  </a:moveTo>
                  <a:lnTo>
                    <a:pt x="5592791" y="0"/>
                  </a:lnTo>
                  <a:moveTo>
                    <a:pt x="5681691" y="0"/>
                  </a:moveTo>
                  <a:lnTo>
                    <a:pt x="5770591" y="0"/>
                  </a:lnTo>
                  <a:moveTo>
                    <a:pt x="5859491" y="0"/>
                  </a:moveTo>
                  <a:lnTo>
                    <a:pt x="5948391" y="0"/>
                  </a:lnTo>
                  <a:moveTo>
                    <a:pt x="6037291" y="0"/>
                  </a:moveTo>
                  <a:lnTo>
                    <a:pt x="6126191" y="0"/>
                  </a:lnTo>
                  <a:moveTo>
                    <a:pt x="6215091" y="0"/>
                  </a:moveTo>
                  <a:lnTo>
                    <a:pt x="6268720" y="0"/>
                  </a:lnTo>
                </a:path>
              </a:pathLst>
            </a:custGeom>
            <a:ln w="19050">
              <a:solidFill>
                <a:srgbClr val="FFFFFF"/>
              </a:solidFill>
              <a:prstDash val="solid"/>
              <a:round/>
            </a:ln>
          </p:spPr>
        </p:sp>
        <p:sp>
          <p:nvSpPr>
            <p:cNvPr id="15" name="node01.branches.source-002.road"/>
            <p:cNvSpPr/>
            <p:nvPr/>
          </p:nvSpPr>
          <p:spPr>
            <a:xfrm>
              <a:off x="5021580" y="3439668"/>
              <a:ext cx="6268720" cy="103632"/>
            </a:xfrm>
            <a:custGeom>
              <a:avLst/>
              <a:gdLst/>
              <a:ahLst/>
              <a:cxnLst/>
              <a:rect l="l" t="t" r="r" b="b"/>
              <a:pathLst>
                <a:path w="6268720" h="103632">
                  <a:moveTo>
                    <a:pt x="0" y="103632"/>
                  </a:moveTo>
                  <a:cubicBezTo>
                    <a:pt x="754380" y="103632"/>
                    <a:pt x="617220" y="0"/>
                    <a:pt x="1371600" y="0"/>
                  </a:cubicBezTo>
                  <a:lnTo>
                    <a:pt x="6268720" y="0"/>
                  </a:lnTo>
                </a:path>
              </a:pathLst>
            </a:custGeom>
            <a:ln w="228600">
              <a:solidFill>
                <a:srgbClr val="070154"/>
              </a:solidFill>
              <a:prstDash val="solid"/>
              <a:round/>
            </a:ln>
          </p:spPr>
        </p:sp>
        <p:sp>
          <p:nvSpPr>
            <p:cNvPr id="16" name="node01.branches.source-002.road.cap-1"/>
            <p:cNvSpPr/>
            <p:nvPr/>
          </p:nvSpPr>
          <p:spPr>
            <a:xfrm>
              <a:off x="4907280" y="3429000"/>
              <a:ext cx="228600" cy="228600"/>
            </a:xfrm>
            <a:prstGeom prst="ellipse">
              <a:avLst/>
            </a:prstGeom>
            <a:solidFill>
              <a:srgbClr val="070154"/>
            </a:solidFill>
            <a:ln>
              <a:noFill/>
            </a:ln>
          </p:spPr>
        </p:sp>
        <p:sp>
          <p:nvSpPr>
            <p:cNvPr id="17" name="node01.branches.source-002.road.cap-2"/>
            <p:cNvSpPr/>
            <p:nvPr/>
          </p:nvSpPr>
          <p:spPr>
            <a:xfrm>
              <a:off x="11176000" y="3325368"/>
              <a:ext cx="228600" cy="228600"/>
            </a:xfrm>
            <a:prstGeom prst="ellipse">
              <a:avLst/>
            </a:prstGeom>
            <a:solidFill>
              <a:srgbClr val="070154"/>
            </a:solidFill>
            <a:ln>
              <a:noFill/>
            </a:ln>
          </p:spPr>
        </p:sp>
        <p:sp>
          <p:nvSpPr>
            <p:cNvPr id="18" name="node01.branches.source-002.centerline"/>
            <p:cNvSpPr/>
            <p:nvPr/>
          </p:nvSpPr>
          <p:spPr>
            <a:xfrm>
              <a:off x="5021580" y="3439668"/>
              <a:ext cx="6268720" cy="103632"/>
            </a:xfrm>
            <a:custGeom>
              <a:avLst/>
              <a:gdLst/>
              <a:ahLst/>
              <a:cxnLst/>
              <a:rect l="l" t="t" r="r" b="b"/>
              <a:pathLst>
                <a:path w="6268720" h="103632">
                  <a:moveTo>
                    <a:pt x="0" y="103632"/>
                  </a:moveTo>
                  <a:cubicBezTo>
                    <a:pt x="31107" y="103632"/>
                    <a:pt x="60699" y="103456"/>
                    <a:pt x="88899" y="103118"/>
                  </a:cubicBezTo>
                  <a:moveTo>
                    <a:pt x="177783" y="101416"/>
                  </a:moveTo>
                  <a:cubicBezTo>
                    <a:pt x="209259" y="100571"/>
                    <a:pt x="238792" y="99500"/>
                    <a:pt x="266624" y="98231"/>
                  </a:cubicBezTo>
                  <a:moveTo>
                    <a:pt x="355377" y="93171"/>
                  </a:moveTo>
                  <a:cubicBezTo>
                    <a:pt x="387173" y="90967"/>
                    <a:pt x="416522" y="88478"/>
                    <a:pt x="443965" y="85768"/>
                  </a:cubicBezTo>
                  <a:moveTo>
                    <a:pt x="532275" y="75587"/>
                  </a:moveTo>
                  <a:cubicBezTo>
                    <a:pt x="563373" y="71482"/>
                    <a:pt x="592285" y="67123"/>
                    <a:pt x="620226" y="62651"/>
                  </a:cubicBezTo>
                  <a:moveTo>
                    <a:pt x="707928" y="48108"/>
                  </a:moveTo>
                  <a:cubicBezTo>
                    <a:pt x="736373" y="43358"/>
                    <a:pt x="765177" y="38650"/>
                    <a:pt x="795723" y="34145"/>
                  </a:cubicBezTo>
                  <a:moveTo>
                    <a:pt x="883859" y="22542"/>
                  </a:moveTo>
                  <a:cubicBezTo>
                    <a:pt x="911269" y="19388"/>
                    <a:pt x="940533" y="16449"/>
                    <a:pt x="972324" y="13803"/>
                  </a:cubicBezTo>
                  <a:moveTo>
                    <a:pt x="1061008" y="7645"/>
                  </a:moveTo>
                  <a:cubicBezTo>
                    <a:pt x="1088735" y="6074"/>
                    <a:pt x="1118239" y="4710"/>
                    <a:pt x="1149814" y="3586"/>
                  </a:cubicBezTo>
                  <a:moveTo>
                    <a:pt x="1238679" y="1192"/>
                  </a:moveTo>
                  <a:cubicBezTo>
                    <a:pt x="1266799" y="659"/>
                    <a:pt x="1296382" y="297"/>
                    <a:pt x="1327573" y="122"/>
                  </a:cubicBezTo>
                  <a:moveTo>
                    <a:pt x="1416474" y="0"/>
                  </a:moveTo>
                  <a:lnTo>
                    <a:pt x="1505374" y="0"/>
                  </a:lnTo>
                  <a:moveTo>
                    <a:pt x="1594274" y="0"/>
                  </a:moveTo>
                  <a:lnTo>
                    <a:pt x="1683174" y="0"/>
                  </a:lnTo>
                  <a:moveTo>
                    <a:pt x="1772074" y="0"/>
                  </a:moveTo>
                  <a:lnTo>
                    <a:pt x="1860974" y="0"/>
                  </a:lnTo>
                  <a:moveTo>
                    <a:pt x="1949874" y="0"/>
                  </a:moveTo>
                  <a:lnTo>
                    <a:pt x="2038774" y="0"/>
                  </a:lnTo>
                  <a:moveTo>
                    <a:pt x="2127674" y="0"/>
                  </a:moveTo>
                  <a:lnTo>
                    <a:pt x="2216574" y="0"/>
                  </a:lnTo>
                  <a:moveTo>
                    <a:pt x="2305474" y="0"/>
                  </a:moveTo>
                  <a:lnTo>
                    <a:pt x="2394374" y="0"/>
                  </a:lnTo>
                  <a:moveTo>
                    <a:pt x="2483274" y="0"/>
                  </a:moveTo>
                  <a:lnTo>
                    <a:pt x="2572174" y="0"/>
                  </a:lnTo>
                  <a:moveTo>
                    <a:pt x="2661074" y="0"/>
                  </a:moveTo>
                  <a:lnTo>
                    <a:pt x="2749974" y="0"/>
                  </a:lnTo>
                  <a:moveTo>
                    <a:pt x="2838874" y="0"/>
                  </a:moveTo>
                  <a:lnTo>
                    <a:pt x="2927774" y="0"/>
                  </a:lnTo>
                  <a:moveTo>
                    <a:pt x="3016674" y="0"/>
                  </a:moveTo>
                  <a:lnTo>
                    <a:pt x="3105574" y="0"/>
                  </a:lnTo>
                  <a:moveTo>
                    <a:pt x="3194474" y="0"/>
                  </a:moveTo>
                  <a:lnTo>
                    <a:pt x="3283374" y="0"/>
                  </a:lnTo>
                  <a:moveTo>
                    <a:pt x="3372274" y="0"/>
                  </a:moveTo>
                  <a:lnTo>
                    <a:pt x="3461174" y="0"/>
                  </a:lnTo>
                  <a:moveTo>
                    <a:pt x="3550074" y="0"/>
                  </a:moveTo>
                  <a:lnTo>
                    <a:pt x="3638974" y="0"/>
                  </a:lnTo>
                  <a:moveTo>
                    <a:pt x="3727874" y="0"/>
                  </a:moveTo>
                  <a:lnTo>
                    <a:pt x="3816774" y="0"/>
                  </a:lnTo>
                  <a:moveTo>
                    <a:pt x="3905674" y="0"/>
                  </a:moveTo>
                  <a:lnTo>
                    <a:pt x="3994574" y="0"/>
                  </a:lnTo>
                  <a:moveTo>
                    <a:pt x="4083474" y="0"/>
                  </a:moveTo>
                  <a:lnTo>
                    <a:pt x="4172374" y="0"/>
                  </a:lnTo>
                  <a:moveTo>
                    <a:pt x="4261274" y="0"/>
                  </a:moveTo>
                  <a:lnTo>
                    <a:pt x="4350174" y="0"/>
                  </a:lnTo>
                  <a:moveTo>
                    <a:pt x="4439074" y="0"/>
                  </a:moveTo>
                  <a:lnTo>
                    <a:pt x="4527974" y="0"/>
                  </a:lnTo>
                  <a:moveTo>
                    <a:pt x="4616874" y="0"/>
                  </a:moveTo>
                  <a:lnTo>
                    <a:pt x="4705774" y="0"/>
                  </a:lnTo>
                  <a:moveTo>
                    <a:pt x="4794674" y="0"/>
                  </a:moveTo>
                  <a:lnTo>
                    <a:pt x="4883574" y="0"/>
                  </a:lnTo>
                  <a:moveTo>
                    <a:pt x="4972474" y="0"/>
                  </a:moveTo>
                  <a:lnTo>
                    <a:pt x="5061374" y="0"/>
                  </a:lnTo>
                  <a:moveTo>
                    <a:pt x="5150274" y="0"/>
                  </a:moveTo>
                  <a:lnTo>
                    <a:pt x="5239174" y="0"/>
                  </a:lnTo>
                  <a:moveTo>
                    <a:pt x="5328074" y="0"/>
                  </a:moveTo>
                  <a:lnTo>
                    <a:pt x="5416974" y="0"/>
                  </a:lnTo>
                  <a:moveTo>
                    <a:pt x="5505874" y="0"/>
                  </a:moveTo>
                  <a:lnTo>
                    <a:pt x="5594774" y="0"/>
                  </a:lnTo>
                  <a:moveTo>
                    <a:pt x="5683674" y="0"/>
                  </a:moveTo>
                  <a:lnTo>
                    <a:pt x="5772574" y="0"/>
                  </a:lnTo>
                  <a:moveTo>
                    <a:pt x="5861474" y="0"/>
                  </a:moveTo>
                  <a:lnTo>
                    <a:pt x="5950374" y="0"/>
                  </a:lnTo>
                  <a:moveTo>
                    <a:pt x="6039274" y="0"/>
                  </a:moveTo>
                  <a:lnTo>
                    <a:pt x="6128174" y="0"/>
                  </a:lnTo>
                  <a:moveTo>
                    <a:pt x="6217074" y="0"/>
                  </a:moveTo>
                  <a:lnTo>
                    <a:pt x="6268720" y="0"/>
                  </a:lnTo>
                </a:path>
              </a:pathLst>
            </a:custGeom>
            <a:ln w="19050">
              <a:solidFill>
                <a:srgbClr val="FFFFFF"/>
              </a:solidFill>
              <a:prstDash val="solid"/>
              <a:round/>
            </a:ln>
          </p:spPr>
        </p:sp>
        <p:sp>
          <p:nvSpPr>
            <p:cNvPr id="19" name="node01.branches.source-003.road"/>
            <p:cNvSpPr/>
            <p:nvPr/>
          </p:nvSpPr>
          <p:spPr>
            <a:xfrm>
              <a:off x="5021580" y="3543300"/>
              <a:ext cx="6268720" cy="1191768"/>
            </a:xfrm>
            <a:custGeom>
              <a:avLst/>
              <a:gdLst/>
              <a:ahLst/>
              <a:cxnLst/>
              <a:rect l="l" t="t" r="r" b="b"/>
              <a:pathLst>
                <a:path w="6268720" h="1191768">
                  <a:moveTo>
                    <a:pt x="0" y="0"/>
                  </a:moveTo>
                  <a:cubicBezTo>
                    <a:pt x="754380" y="0"/>
                    <a:pt x="617220" y="1191768"/>
                    <a:pt x="1371600" y="1191768"/>
                  </a:cubicBezTo>
                  <a:lnTo>
                    <a:pt x="6268720" y="1191768"/>
                  </a:lnTo>
                </a:path>
              </a:pathLst>
            </a:custGeom>
            <a:ln w="228600">
              <a:solidFill>
                <a:srgbClr val="070154"/>
              </a:solidFill>
              <a:prstDash val="solid"/>
              <a:round/>
            </a:ln>
          </p:spPr>
        </p:sp>
        <p:sp>
          <p:nvSpPr>
            <p:cNvPr id="20" name="node01.branches.source-003.road.cap-1"/>
            <p:cNvSpPr/>
            <p:nvPr/>
          </p:nvSpPr>
          <p:spPr>
            <a:xfrm>
              <a:off x="4907280" y="3429000"/>
              <a:ext cx="228600" cy="228600"/>
            </a:xfrm>
            <a:prstGeom prst="ellipse">
              <a:avLst/>
            </a:prstGeom>
            <a:solidFill>
              <a:srgbClr val="070154"/>
            </a:solidFill>
            <a:ln>
              <a:noFill/>
            </a:ln>
          </p:spPr>
        </p:sp>
        <p:sp>
          <p:nvSpPr>
            <p:cNvPr id="21" name="node01.branches.source-003.road.cap-2"/>
            <p:cNvSpPr/>
            <p:nvPr/>
          </p:nvSpPr>
          <p:spPr>
            <a:xfrm>
              <a:off x="11176000" y="4620768"/>
              <a:ext cx="228600" cy="228600"/>
            </a:xfrm>
            <a:prstGeom prst="ellipse">
              <a:avLst/>
            </a:prstGeom>
            <a:solidFill>
              <a:srgbClr val="070154"/>
            </a:solidFill>
            <a:ln>
              <a:noFill/>
            </a:ln>
          </p:spPr>
        </p:sp>
        <p:sp>
          <p:nvSpPr>
            <p:cNvPr id="22" name="node01.branches.source-003.centerline"/>
            <p:cNvSpPr/>
            <p:nvPr/>
          </p:nvSpPr>
          <p:spPr>
            <a:xfrm>
              <a:off x="5021580" y="3543300"/>
              <a:ext cx="6268720" cy="1191768"/>
            </a:xfrm>
            <a:custGeom>
              <a:avLst/>
              <a:gdLst/>
              <a:ahLst/>
              <a:cxnLst/>
              <a:rect l="l" t="t" r="r" b="b"/>
              <a:pathLst>
                <a:path w="6268720" h="1191768">
                  <a:moveTo>
                    <a:pt x="0" y="0"/>
                  </a:moveTo>
                  <a:cubicBezTo>
                    <a:pt x="31011" y="0"/>
                    <a:pt x="60515" y="2014"/>
                    <a:pt x="88637" y="5876"/>
                  </a:cubicBezTo>
                  <a:moveTo>
                    <a:pt x="175414" y="24754"/>
                  </a:moveTo>
                  <a:cubicBezTo>
                    <a:pt x="204498" y="33590"/>
                    <a:pt x="231928" y="44637"/>
                    <a:pt x="257892" y="57642"/>
                  </a:cubicBezTo>
                  <a:moveTo>
                    <a:pt x="333735" y="103833"/>
                  </a:moveTo>
                  <a:cubicBezTo>
                    <a:pt x="357672" y="121182"/>
                    <a:pt x="380250" y="140347"/>
                    <a:pt x="401679" y="161049"/>
                  </a:cubicBezTo>
                  <a:moveTo>
                    <a:pt x="461851" y="226426"/>
                  </a:moveTo>
                  <a:cubicBezTo>
                    <a:pt x="480489" y="249002"/>
                    <a:pt x="498252" y="272747"/>
                    <a:pt x="515327" y="297411"/>
                  </a:cubicBezTo>
                  <a:moveTo>
                    <a:pt x="563560" y="372073"/>
                  </a:moveTo>
                  <a:cubicBezTo>
                    <a:pt x="578793" y="397182"/>
                    <a:pt x="593563" y="422912"/>
                    <a:pt x="608032" y="449043"/>
                  </a:cubicBezTo>
                  <a:moveTo>
                    <a:pt x="650131" y="527341"/>
                  </a:moveTo>
                  <a:cubicBezTo>
                    <a:pt x="663886" y="553521"/>
                    <a:pt x="677508" y="579880"/>
                    <a:pt x="691150" y="606212"/>
                  </a:cubicBezTo>
                  <a:moveTo>
                    <a:pt x="732330" y="684999"/>
                  </a:moveTo>
                  <a:cubicBezTo>
                    <a:pt x="746297" y="711317"/>
                    <a:pt x="760442" y="737398"/>
                    <a:pt x="774922" y="763029"/>
                  </a:cubicBezTo>
                  <a:moveTo>
                    <a:pt x="820239" y="839503"/>
                  </a:moveTo>
                  <a:cubicBezTo>
                    <a:pt x="836133" y="864913"/>
                    <a:pt x="852560" y="889609"/>
                    <a:pt x="869699" y="913355"/>
                  </a:cubicBezTo>
                  <a:moveTo>
                    <a:pt x="924794" y="983085"/>
                  </a:moveTo>
                  <a:cubicBezTo>
                    <a:pt x="944458" y="1005652"/>
                    <a:pt x="965100" y="1026913"/>
                    <a:pt x="986923" y="1046596"/>
                  </a:cubicBezTo>
                  <a:moveTo>
                    <a:pt x="1056974" y="1101200"/>
                  </a:moveTo>
                  <a:cubicBezTo>
                    <a:pt x="1081435" y="1117442"/>
                    <a:pt x="1107286" y="1131826"/>
                    <a:pt x="1134732" y="1144079"/>
                  </a:cubicBezTo>
                  <a:moveTo>
                    <a:pt x="1218583" y="1173293"/>
                  </a:moveTo>
                  <a:cubicBezTo>
                    <a:pt x="1246241" y="1180408"/>
                    <a:pt x="1275351" y="1185582"/>
                    <a:pt x="1306064" y="1188614"/>
                  </a:cubicBezTo>
                  <a:moveTo>
                    <a:pt x="1394863" y="1191768"/>
                  </a:moveTo>
                  <a:lnTo>
                    <a:pt x="1483763" y="1191768"/>
                  </a:lnTo>
                  <a:moveTo>
                    <a:pt x="1572663" y="1191768"/>
                  </a:moveTo>
                  <a:lnTo>
                    <a:pt x="1661563" y="1191768"/>
                  </a:lnTo>
                  <a:moveTo>
                    <a:pt x="1750463" y="1191768"/>
                  </a:moveTo>
                  <a:lnTo>
                    <a:pt x="1839363" y="1191768"/>
                  </a:lnTo>
                  <a:moveTo>
                    <a:pt x="1928263" y="1191768"/>
                  </a:moveTo>
                  <a:lnTo>
                    <a:pt x="2017163" y="1191768"/>
                  </a:lnTo>
                  <a:moveTo>
                    <a:pt x="2106063" y="1191768"/>
                  </a:moveTo>
                  <a:lnTo>
                    <a:pt x="2194963" y="1191768"/>
                  </a:lnTo>
                  <a:moveTo>
                    <a:pt x="2283863" y="1191768"/>
                  </a:moveTo>
                  <a:lnTo>
                    <a:pt x="2372763" y="1191768"/>
                  </a:lnTo>
                  <a:moveTo>
                    <a:pt x="2461663" y="1191768"/>
                  </a:moveTo>
                  <a:lnTo>
                    <a:pt x="2550563" y="1191768"/>
                  </a:lnTo>
                  <a:moveTo>
                    <a:pt x="2639463" y="1191768"/>
                  </a:moveTo>
                  <a:lnTo>
                    <a:pt x="2728363" y="1191768"/>
                  </a:lnTo>
                  <a:moveTo>
                    <a:pt x="2817263" y="1191768"/>
                  </a:moveTo>
                  <a:lnTo>
                    <a:pt x="2906163" y="1191768"/>
                  </a:lnTo>
                  <a:moveTo>
                    <a:pt x="2995063" y="1191768"/>
                  </a:moveTo>
                  <a:lnTo>
                    <a:pt x="3083963" y="1191768"/>
                  </a:lnTo>
                  <a:moveTo>
                    <a:pt x="3172863" y="1191768"/>
                  </a:moveTo>
                  <a:lnTo>
                    <a:pt x="3261763" y="1191768"/>
                  </a:lnTo>
                  <a:moveTo>
                    <a:pt x="3350663" y="1191768"/>
                  </a:moveTo>
                  <a:lnTo>
                    <a:pt x="3439563" y="1191768"/>
                  </a:lnTo>
                  <a:moveTo>
                    <a:pt x="3528463" y="1191768"/>
                  </a:moveTo>
                  <a:lnTo>
                    <a:pt x="3617363" y="1191768"/>
                  </a:lnTo>
                  <a:moveTo>
                    <a:pt x="3706263" y="1191768"/>
                  </a:moveTo>
                  <a:lnTo>
                    <a:pt x="3795163" y="1191768"/>
                  </a:lnTo>
                  <a:moveTo>
                    <a:pt x="3884063" y="1191768"/>
                  </a:moveTo>
                  <a:lnTo>
                    <a:pt x="3972963" y="1191768"/>
                  </a:lnTo>
                  <a:moveTo>
                    <a:pt x="4061863" y="1191768"/>
                  </a:moveTo>
                  <a:lnTo>
                    <a:pt x="4150763" y="1191768"/>
                  </a:lnTo>
                  <a:moveTo>
                    <a:pt x="4239663" y="1191768"/>
                  </a:moveTo>
                  <a:lnTo>
                    <a:pt x="4328563" y="1191768"/>
                  </a:lnTo>
                  <a:moveTo>
                    <a:pt x="4417463" y="1191768"/>
                  </a:moveTo>
                  <a:lnTo>
                    <a:pt x="4506363" y="1191768"/>
                  </a:lnTo>
                  <a:moveTo>
                    <a:pt x="4595263" y="1191768"/>
                  </a:moveTo>
                  <a:lnTo>
                    <a:pt x="4684163" y="1191768"/>
                  </a:lnTo>
                  <a:moveTo>
                    <a:pt x="4773063" y="1191768"/>
                  </a:moveTo>
                  <a:lnTo>
                    <a:pt x="4861963" y="1191768"/>
                  </a:lnTo>
                  <a:moveTo>
                    <a:pt x="4950863" y="1191768"/>
                  </a:moveTo>
                  <a:lnTo>
                    <a:pt x="5039763" y="1191768"/>
                  </a:lnTo>
                  <a:moveTo>
                    <a:pt x="5128663" y="1191768"/>
                  </a:moveTo>
                  <a:lnTo>
                    <a:pt x="5217563" y="1191768"/>
                  </a:lnTo>
                  <a:moveTo>
                    <a:pt x="5306463" y="1191768"/>
                  </a:moveTo>
                  <a:lnTo>
                    <a:pt x="5395363" y="1191768"/>
                  </a:lnTo>
                  <a:moveTo>
                    <a:pt x="5484263" y="1191768"/>
                  </a:moveTo>
                  <a:lnTo>
                    <a:pt x="5573163" y="1191768"/>
                  </a:lnTo>
                  <a:moveTo>
                    <a:pt x="5662063" y="1191768"/>
                  </a:moveTo>
                  <a:lnTo>
                    <a:pt x="5750963" y="1191768"/>
                  </a:lnTo>
                  <a:moveTo>
                    <a:pt x="5839863" y="1191768"/>
                  </a:moveTo>
                  <a:lnTo>
                    <a:pt x="5928763" y="1191768"/>
                  </a:lnTo>
                  <a:moveTo>
                    <a:pt x="6017663" y="1191768"/>
                  </a:moveTo>
                  <a:lnTo>
                    <a:pt x="6106563" y="1191768"/>
                  </a:lnTo>
                  <a:moveTo>
                    <a:pt x="6195463" y="1191768"/>
                  </a:moveTo>
                  <a:lnTo>
                    <a:pt x="6268720" y="1191768"/>
                  </a:lnTo>
                </a:path>
              </a:pathLst>
            </a:custGeom>
            <a:ln w="19050">
              <a:solidFill>
                <a:srgbClr val="FFFFFF"/>
              </a:solidFill>
              <a:prstDash val="solid"/>
              <a:round/>
            </a:ln>
          </p:spPr>
        </p:sp>
        <p:sp>
          <p:nvSpPr>
            <p:cNvPr id="23" name="node01.trunk.source-001.pin"/>
            <p:cNvSpPr/>
            <p:nvPr/>
          </p:nvSpPr>
          <p:spPr>
            <a:xfrm>
              <a:off x="1610572" y="3400425"/>
              <a:ext cx="285750" cy="285750"/>
            </a:xfrm>
            <a:prstGeom prst="ellipse">
              <a:avLst/>
            </a:prstGeom>
            <a:solidFill>
              <a:srgbClr val="FFFFFF"/>
            </a:solidFill>
            <a:ln w="19050">
              <a:solidFill>
                <a:srgbClr val="070154"/>
              </a:solidFill>
              <a:prstDash val="solid"/>
            </a:ln>
          </p:spPr>
        </p:sp>
        <p:sp>
          <p:nvSpPr>
            <p:cNvPr id="24" name="node01.trunk.source-001.number"/>
            <p:cNvSpPr/>
            <p:nvPr/>
          </p:nvSpPr>
          <p:spPr>
            <a:xfrm>
              <a:off x="1601047" y="33909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1</a:t>
              </a:r>
              <a:endParaRPr lang="en-US" sz="1000" spc="0" kern="0" b="0" i="0" dirty="0">
                <a:solidFill>
                  <a:srgbClr val="070154"/>
                </a:solidFill>
                <a:latin typeface="IBM Plex Mono SemiBold"/>
                <a:ea typeface="IBM Plex Mono SemiBold"/>
                <a:cs typeface="IBM Plex Mono SemiBold"/>
              </a:endParaRPr>
            </a:p>
          </p:txBody>
        </p:sp>
        <p:sp>
          <p:nvSpPr>
            <p:cNvPr id="25" name="node01.trunk.source-001.label.part-1"/>
            <p:cNvSpPr/>
            <p:nvPr/>
          </p:nvSpPr>
          <p:spPr>
            <a:xfrm>
              <a:off x="1181100" y="2547620"/>
              <a:ext cx="114469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DONE</a:t>
              </a:r>
              <a:endParaRPr lang="en-US" sz="900" spc="54" kern="0" b="0" i="0" dirty="0">
                <a:solidFill>
                  <a:srgbClr val="0047FF"/>
                </a:solidFill>
                <a:latin typeface="IBM Plex Mono SemiBold"/>
                <a:ea typeface="IBM Plex Mono SemiBold"/>
                <a:cs typeface="IBM Plex Mono SemiBold"/>
              </a:endParaRPr>
            </a:p>
          </p:txBody>
        </p:sp>
        <p:sp>
          <p:nvSpPr>
            <p:cNvPr id="26" name="node01.trunk.source-001.label.part-2"/>
            <p:cNvSpPr/>
            <p:nvPr/>
          </p:nvSpPr>
          <p:spPr>
            <a:xfrm>
              <a:off x="1181100" y="2725420"/>
              <a:ext cx="1144693"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Data foundation</a:t>
              </a:r>
              <a:endParaRPr lang="en-US" sz="1200" spc="0" kern="0" b="0" i="0" dirty="0">
                <a:solidFill>
                  <a:srgbClr val="070154"/>
                </a:solidFill>
                <a:latin typeface="IBM Plex Sans SemiBold"/>
                <a:ea typeface="IBM Plex Sans SemiBold"/>
                <a:cs typeface="IBM Plex Sans SemiBold"/>
              </a:endParaRPr>
            </a:p>
          </p:txBody>
        </p:sp>
        <p:sp>
          <p:nvSpPr>
            <p:cNvPr id="27" name="node01.trunk.source-001.label.part-3"/>
            <p:cNvSpPr/>
            <p:nvPr/>
          </p:nvSpPr>
          <p:spPr>
            <a:xfrm>
              <a:off x="1181100" y="2933700"/>
              <a:ext cx="1144693" cy="3810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Master patient index.</a:t>
              </a:r>
              <a:endParaRPr lang="en-US" sz="1200" spc="0" kern="0" b="0" i="0" dirty="0">
                <a:solidFill>
                  <a:srgbClr val="070154"/>
                </a:solidFill>
                <a:latin typeface="IBM Plex Sans"/>
                <a:ea typeface="IBM Plex Sans"/>
                <a:cs typeface="IBM Plex Sans"/>
              </a:endParaRPr>
            </a:p>
          </p:txBody>
        </p:sp>
        <p:sp>
          <p:nvSpPr>
            <p:cNvPr id="28" name="node01.trunk.source-002.pin"/>
            <p:cNvSpPr/>
            <p:nvPr/>
          </p:nvSpPr>
          <p:spPr>
            <a:xfrm>
              <a:off x="2856865" y="3400425"/>
              <a:ext cx="285750" cy="285750"/>
            </a:xfrm>
            <a:prstGeom prst="ellipse">
              <a:avLst/>
            </a:prstGeom>
            <a:solidFill>
              <a:srgbClr val="F900D3"/>
            </a:solidFill>
            <a:ln w="19050">
              <a:solidFill>
                <a:srgbClr val="070154"/>
              </a:solidFill>
              <a:prstDash val="solid"/>
            </a:ln>
          </p:spPr>
        </p:sp>
        <p:sp>
          <p:nvSpPr>
            <p:cNvPr id="29" name="node01.trunk.source-002.number"/>
            <p:cNvSpPr/>
            <p:nvPr/>
          </p:nvSpPr>
          <p:spPr>
            <a:xfrm>
              <a:off x="2847340" y="33909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2</a:t>
              </a:r>
              <a:endParaRPr lang="en-US" sz="1000" spc="0" kern="0" b="0" i="0" dirty="0">
                <a:solidFill>
                  <a:srgbClr val="070154"/>
                </a:solidFill>
                <a:latin typeface="IBM Plex Mono SemiBold"/>
                <a:ea typeface="IBM Plex Mono SemiBold"/>
                <a:cs typeface="IBM Plex Mono SemiBold"/>
              </a:endParaRPr>
            </a:p>
          </p:txBody>
        </p:sp>
        <p:sp>
          <p:nvSpPr>
            <p:cNvPr id="30" name="node01.trunk.source-002.here.tag"/>
            <p:cNvSpPr/>
            <p:nvPr/>
          </p:nvSpPr>
          <p:spPr>
            <a:xfrm>
              <a:off x="2472814" y="3111500"/>
              <a:ext cx="1053852" cy="177800"/>
            </a:xfrm>
            <a:prstGeom prst="rect">
              <a:avLst/>
            </a:prstGeom>
            <a:solidFill>
              <a:srgbClr val="070154"/>
            </a:solidFill>
            <a:ln>
              <a:noFill/>
            </a:ln>
          </p:spPr>
        </p:sp>
        <p:sp>
          <p:nvSpPr>
            <p:cNvPr id="31" name="node01.trunk.source-002.here.label"/>
            <p:cNvSpPr/>
            <p:nvPr/>
          </p:nvSpPr>
          <p:spPr>
            <a:xfrm>
              <a:off x="2536314" y="3124200"/>
              <a:ext cx="926979"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YOU ARE HERE</a:t>
              </a:r>
              <a:endParaRPr lang="en-US" sz="900" spc="54" kern="0" b="0" i="0" dirty="0">
                <a:solidFill>
                  <a:srgbClr val="FFFFFF"/>
                </a:solidFill>
                <a:latin typeface="IBM Plex Mono SemiBold"/>
                <a:ea typeface="IBM Plex Mono SemiBold"/>
                <a:cs typeface="IBM Plex Mono SemiBold"/>
              </a:endParaRPr>
            </a:p>
          </p:txBody>
        </p:sp>
        <p:sp>
          <p:nvSpPr>
            <p:cNvPr id="32" name="node01.trunk.source-002.label.part-1"/>
            <p:cNvSpPr/>
            <p:nvPr/>
          </p:nvSpPr>
          <p:spPr>
            <a:xfrm>
              <a:off x="2427393" y="3771900"/>
              <a:ext cx="114469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NOW</a:t>
              </a:r>
              <a:endParaRPr lang="en-US" sz="900" spc="54" kern="0" b="0" i="0" dirty="0">
                <a:solidFill>
                  <a:srgbClr val="0047FF"/>
                </a:solidFill>
                <a:latin typeface="IBM Plex Mono SemiBold"/>
                <a:ea typeface="IBM Plex Mono SemiBold"/>
                <a:cs typeface="IBM Plex Mono SemiBold"/>
              </a:endParaRPr>
            </a:p>
          </p:txBody>
        </p:sp>
        <p:sp>
          <p:nvSpPr>
            <p:cNvPr id="33" name="node01.trunk.source-002.label.part-2"/>
            <p:cNvSpPr/>
            <p:nvPr/>
          </p:nvSpPr>
          <p:spPr>
            <a:xfrm>
              <a:off x="2427393" y="3949700"/>
              <a:ext cx="1144693"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Single sign-in</a:t>
              </a:r>
              <a:endParaRPr lang="en-US" sz="1200" spc="0" kern="0" b="0" i="0" dirty="0">
                <a:solidFill>
                  <a:srgbClr val="070154"/>
                </a:solidFill>
                <a:latin typeface="IBM Plex Sans SemiBold"/>
                <a:ea typeface="IBM Plex Sans SemiBold"/>
                <a:cs typeface="IBM Plex Sans SemiBold"/>
              </a:endParaRPr>
            </a:p>
          </p:txBody>
        </p:sp>
        <p:sp>
          <p:nvSpPr>
            <p:cNvPr id="34" name="node01.trunk.source-002.label.part-3"/>
            <p:cNvSpPr/>
            <p:nvPr/>
          </p:nvSpPr>
          <p:spPr>
            <a:xfrm>
              <a:off x="2427393" y="4157980"/>
              <a:ext cx="1144693"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Two-site pilot.</a:t>
              </a:r>
              <a:endParaRPr lang="en-US" sz="1200" spc="0" kern="0" b="0" i="0" dirty="0">
                <a:solidFill>
                  <a:srgbClr val="070154"/>
                </a:solidFill>
                <a:latin typeface="IBM Plex Sans"/>
                <a:ea typeface="IBM Plex Sans"/>
                <a:cs typeface="IBM Plex Sans"/>
              </a:endParaRPr>
            </a:p>
          </p:txBody>
        </p:sp>
        <p:sp>
          <p:nvSpPr>
            <p:cNvPr id="35" name="node01.trunk.source-003.pin"/>
            <p:cNvSpPr/>
            <p:nvPr/>
          </p:nvSpPr>
          <p:spPr>
            <a:xfrm>
              <a:off x="4103158" y="3400425"/>
              <a:ext cx="285750" cy="285750"/>
            </a:xfrm>
            <a:prstGeom prst="ellipse">
              <a:avLst/>
            </a:prstGeom>
            <a:solidFill>
              <a:srgbClr val="FFFFFF"/>
            </a:solidFill>
            <a:ln w="19050">
              <a:solidFill>
                <a:srgbClr val="070154"/>
              </a:solidFill>
              <a:prstDash val="solid"/>
            </a:ln>
          </p:spPr>
        </p:sp>
        <p:sp>
          <p:nvSpPr>
            <p:cNvPr id="36" name="node01.trunk.source-003.number"/>
            <p:cNvSpPr/>
            <p:nvPr/>
          </p:nvSpPr>
          <p:spPr>
            <a:xfrm>
              <a:off x="4093633" y="33909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3</a:t>
              </a:r>
              <a:endParaRPr lang="en-US" sz="1000" spc="0" kern="0" b="0" i="0" dirty="0">
                <a:solidFill>
                  <a:srgbClr val="070154"/>
                </a:solidFill>
                <a:latin typeface="IBM Plex Mono SemiBold"/>
                <a:ea typeface="IBM Plex Mono SemiBold"/>
                <a:cs typeface="IBM Plex Mono SemiBold"/>
              </a:endParaRPr>
            </a:p>
          </p:txBody>
        </p:sp>
        <p:sp>
          <p:nvSpPr>
            <p:cNvPr id="37" name="node01.trunk.source-003.label.part-1"/>
            <p:cNvSpPr/>
            <p:nvPr/>
          </p:nvSpPr>
          <p:spPr>
            <a:xfrm>
              <a:off x="3673687" y="2738120"/>
              <a:ext cx="1144693"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38" name="node01.trunk.source-003.label.part-2"/>
            <p:cNvSpPr/>
            <p:nvPr/>
          </p:nvSpPr>
          <p:spPr>
            <a:xfrm>
              <a:off x="3673687" y="2915920"/>
              <a:ext cx="1144693"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Event stream</a:t>
              </a:r>
              <a:endParaRPr lang="en-US" sz="1200" spc="0" kern="0" b="0" i="0" dirty="0">
                <a:solidFill>
                  <a:srgbClr val="070154"/>
                </a:solidFill>
                <a:latin typeface="IBM Plex Sans SemiBold"/>
                <a:ea typeface="IBM Plex Sans SemiBold"/>
                <a:cs typeface="IBM Plex Sans SemiBold"/>
              </a:endParaRPr>
            </a:p>
          </p:txBody>
        </p:sp>
        <p:sp>
          <p:nvSpPr>
            <p:cNvPr id="39" name="node01.trunk.source-003.label.part-3"/>
            <p:cNvSpPr/>
            <p:nvPr/>
          </p:nvSpPr>
          <p:spPr>
            <a:xfrm>
              <a:off x="3673687" y="3124200"/>
              <a:ext cx="1144693"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Shared events.</a:t>
              </a:r>
              <a:endParaRPr lang="en-US" sz="1200" spc="0" kern="0" b="0" i="0" dirty="0">
                <a:solidFill>
                  <a:srgbClr val="070154"/>
                </a:solidFill>
                <a:latin typeface="IBM Plex Sans"/>
                <a:ea typeface="IBM Plex Sans"/>
                <a:cs typeface="IBM Plex Sans"/>
              </a:endParaRPr>
            </a:p>
          </p:txBody>
        </p:sp>
        <p:sp>
          <p:nvSpPr>
            <p:cNvPr id="40" name="node01.fork.split"/>
            <p:cNvSpPr/>
            <p:nvPr/>
          </p:nvSpPr>
          <p:spPr>
            <a:xfrm>
              <a:off x="4881880" y="3403600"/>
              <a:ext cx="279400" cy="279400"/>
            </a:xfrm>
            <a:prstGeom prst="rect">
              <a:avLst/>
            </a:prstGeom>
            <a:solidFill>
              <a:srgbClr val="070154"/>
            </a:solidFill>
            <a:ln w="38100">
              <a:solidFill>
                <a:srgbClr val="070154"/>
              </a:solidFill>
              <a:prstDash val="solid"/>
            </a:ln>
          </p:spPr>
        </p:sp>
        <p:sp>
          <p:nvSpPr>
            <p:cNvPr id="41" name="node01.fork.split.inset"/>
            <p:cNvSpPr/>
            <p:nvPr/>
          </p:nvSpPr>
          <p:spPr>
            <a:xfrm>
              <a:off x="4900930" y="3422650"/>
              <a:ext cx="241300" cy="241300"/>
            </a:xfrm>
            <a:prstGeom prst="rect">
              <a:avLst/>
            </a:prstGeom>
            <a:solidFill>
              <a:srgbClr val="070154"/>
            </a:solidFill>
            <a:ln w="38100">
              <a:solidFill>
                <a:srgbClr val="FFFFFF"/>
              </a:solidFill>
              <a:prstDash val="solid"/>
            </a:ln>
          </p:spPr>
        </p:sp>
        <p:sp>
          <p:nvSpPr>
            <p:cNvPr id="42" name="node01.fork.label.part-1"/>
            <p:cNvSpPr/>
            <p:nvPr/>
          </p:nvSpPr>
          <p:spPr>
            <a:xfrm>
              <a:off x="3992880" y="1600200"/>
              <a:ext cx="2057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RUN IN PARALLEL</a:t>
              </a:r>
              <a:endParaRPr lang="en-US" sz="900" spc="54" kern="0" b="0" i="0" dirty="0">
                <a:solidFill>
                  <a:srgbClr val="0047FF"/>
                </a:solidFill>
                <a:latin typeface="IBM Plex Mono SemiBold"/>
                <a:ea typeface="IBM Plex Mono SemiBold"/>
                <a:cs typeface="IBM Plex Mono SemiBold"/>
              </a:endParaRPr>
            </a:p>
          </p:txBody>
        </p:sp>
        <p:sp>
          <p:nvSpPr>
            <p:cNvPr id="43" name="node01.fork.label.part-2"/>
            <p:cNvSpPr/>
            <p:nvPr/>
          </p:nvSpPr>
          <p:spPr>
            <a:xfrm>
              <a:off x="3992880" y="1778000"/>
              <a:ext cx="2057400" cy="215900"/>
            </a:xfrm>
            <a:prstGeom prst="rect">
              <a:avLst/>
            </a:prstGeom>
            <a:noFill/>
            <a:ln/>
          </p:spPr>
          <p:txBody>
            <a:bodyPr wrap="square" lIns="0" tIns="0" rIns="0" bIns="0" rtlCol="0" anchor="t"/>
            <a:lstStyle/>
            <a:p>
              <a:pPr algn="ctr" indent="0" marL="0">
                <a:lnSpc>
                  <a:spcPts val="1680"/>
                </a:lnSpc>
                <a:buNone/>
              </a:pPr>
              <a:r>
                <a:rPr lang="en-US" sz="1400" spc="0" kern="0" b="0" i="0" dirty="0">
                  <a:solidFill>
                    <a:srgbClr val="070154"/>
                  </a:solidFill>
                  <a:latin typeface="IBM Plex Sans SemiBold"/>
                  <a:ea typeface="IBM Plex Sans SemiBold"/>
                  <a:cs typeface="IBM Plex Sans SemiBold"/>
                </a:rPr>
                <a:t>Waves begin</a:t>
              </a:r>
              <a:endParaRPr lang="en-US" sz="1400" spc="0" kern="0" b="0" i="0" dirty="0">
                <a:solidFill>
                  <a:srgbClr val="070154"/>
                </a:solidFill>
                <a:latin typeface="IBM Plex Sans SemiBold"/>
                <a:ea typeface="IBM Plex Sans SemiBold"/>
                <a:cs typeface="IBM Plex Sans SemiBold"/>
              </a:endParaRPr>
            </a:p>
          </p:txBody>
        </p:sp>
        <p:sp>
          <p:nvSpPr>
            <p:cNvPr id="44" name="node01.fork.label.part-3"/>
            <p:cNvSpPr/>
            <p:nvPr/>
          </p:nvSpPr>
          <p:spPr>
            <a:xfrm>
              <a:off x="3992880" y="2019300"/>
              <a:ext cx="2057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After the foundation.</a:t>
              </a:r>
              <a:endParaRPr lang="en-US" sz="1200" spc="0" kern="0" b="0" i="0" dirty="0">
                <a:solidFill>
                  <a:srgbClr val="50658E"/>
                </a:solidFill>
                <a:latin typeface="IBM Plex Sans"/>
                <a:ea typeface="IBM Plex Sans"/>
                <a:cs typeface="IBM Plex Sans"/>
              </a:endParaRPr>
            </a:p>
          </p:txBody>
        </p:sp>
        <p:sp>
          <p:nvSpPr>
            <p:cNvPr id="45" name="node01.branches.source-001.title.part-1"/>
            <p:cNvSpPr/>
            <p:nvPr/>
          </p:nvSpPr>
          <p:spPr>
            <a:xfrm>
              <a:off x="7033327" y="1674368"/>
              <a:ext cx="4256973"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Wave 1 · Patient access</a:t>
              </a:r>
              <a:endParaRPr lang="en-US" sz="1800" spc="-18" kern="0" b="0" i="0" dirty="0">
                <a:solidFill>
                  <a:srgbClr val="070154"/>
                </a:solidFill>
                <a:latin typeface="IBM Plex Sans SemiBold"/>
                <a:ea typeface="IBM Plex Sans SemiBold"/>
                <a:cs typeface="IBM Plex Sans SemiBold"/>
              </a:endParaRPr>
            </a:p>
          </p:txBody>
        </p:sp>
        <p:sp>
          <p:nvSpPr>
            <p:cNvPr id="46" name="node01.branches.source-001.tag"/>
            <p:cNvSpPr/>
            <p:nvPr/>
          </p:nvSpPr>
          <p:spPr>
            <a:xfrm>
              <a:off x="6393180" y="1760474"/>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A</a:t>
              </a:r>
              <a:endParaRPr lang="en-US" sz="900" spc="54" kern="0" b="0" i="0" dirty="0">
                <a:solidFill>
                  <a:srgbClr val="0047FF"/>
                </a:solidFill>
                <a:latin typeface="IBM Plex Mono SemiBold"/>
                <a:ea typeface="IBM Plex Mono SemiBold"/>
                <a:cs typeface="IBM Plex Mono SemiBold"/>
              </a:endParaRPr>
            </a:p>
          </p:txBody>
        </p:sp>
        <p:sp>
          <p:nvSpPr>
            <p:cNvPr id="47" name="node01.branches.source-001.milestones.source-001.pin"/>
            <p:cNvSpPr/>
            <p:nvPr/>
          </p:nvSpPr>
          <p:spPr>
            <a:xfrm>
              <a:off x="7588885" y="2001393"/>
              <a:ext cx="285750" cy="285750"/>
            </a:xfrm>
            <a:prstGeom prst="ellipse">
              <a:avLst/>
            </a:prstGeom>
            <a:solidFill>
              <a:srgbClr val="FFFFFF"/>
            </a:solidFill>
            <a:ln w="19050">
              <a:solidFill>
                <a:srgbClr val="070154"/>
              </a:solidFill>
              <a:prstDash val="solid"/>
            </a:ln>
          </p:spPr>
        </p:sp>
        <p:sp>
          <p:nvSpPr>
            <p:cNvPr id="48" name="node01.branches.source-001.milestones.source-001.number"/>
            <p:cNvSpPr/>
            <p:nvPr/>
          </p:nvSpPr>
          <p:spPr>
            <a:xfrm>
              <a:off x="7579360" y="19918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A1</a:t>
              </a:r>
              <a:endParaRPr lang="en-US" sz="1000" spc="0" kern="0" b="0" i="0" dirty="0">
                <a:solidFill>
                  <a:srgbClr val="070154"/>
                </a:solidFill>
                <a:latin typeface="IBM Plex Mono SemiBold"/>
                <a:ea typeface="IBM Plex Mono SemiBold"/>
                <a:cs typeface="IBM Plex Mono SemiBold"/>
              </a:endParaRPr>
            </a:p>
          </p:txBody>
        </p:sp>
        <p:sp>
          <p:nvSpPr>
            <p:cNvPr id="49" name="node01.branches.source-001.milestones.source-001.label.part-1"/>
            <p:cNvSpPr/>
            <p:nvPr/>
          </p:nvSpPr>
          <p:spPr>
            <a:xfrm>
              <a:off x="6596380" y="2372868"/>
              <a:ext cx="22707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50" name="node01.branches.source-001.milestones.source-001.label.part-2"/>
            <p:cNvSpPr/>
            <p:nvPr/>
          </p:nvSpPr>
          <p:spPr>
            <a:xfrm>
              <a:off x="6596380" y="2550668"/>
              <a:ext cx="227076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Self-scheduling</a:t>
              </a:r>
              <a:endParaRPr lang="en-US" sz="1200" spc="0" kern="0" b="0" i="0" dirty="0">
                <a:solidFill>
                  <a:srgbClr val="070154"/>
                </a:solidFill>
                <a:latin typeface="IBM Plex Sans SemiBold"/>
                <a:ea typeface="IBM Plex Sans SemiBold"/>
                <a:cs typeface="IBM Plex Sans SemiBold"/>
              </a:endParaRPr>
            </a:p>
          </p:txBody>
        </p:sp>
        <p:sp>
          <p:nvSpPr>
            <p:cNvPr id="51" name="node01.branches.source-001.milestones.source-001.label.part-3"/>
            <p:cNvSpPr/>
            <p:nvPr/>
          </p:nvSpPr>
          <p:spPr>
            <a:xfrm>
              <a:off x="6596380" y="2758948"/>
              <a:ext cx="227076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Primary care first.</a:t>
              </a:r>
              <a:endParaRPr lang="en-US" sz="1200" spc="0" kern="0" b="0" i="0" dirty="0">
                <a:solidFill>
                  <a:srgbClr val="070154"/>
                </a:solidFill>
                <a:latin typeface="IBM Plex Sans"/>
                <a:ea typeface="IBM Plex Sans"/>
                <a:cs typeface="IBM Plex Sans"/>
              </a:endParaRPr>
            </a:p>
          </p:txBody>
        </p:sp>
        <p:sp>
          <p:nvSpPr>
            <p:cNvPr id="52" name="node01.branches.source-001.milestones.source-002.pin"/>
            <p:cNvSpPr/>
            <p:nvPr/>
          </p:nvSpPr>
          <p:spPr>
            <a:xfrm>
              <a:off x="9961245" y="2001393"/>
              <a:ext cx="285750" cy="285750"/>
            </a:xfrm>
            <a:prstGeom prst="ellipse">
              <a:avLst/>
            </a:prstGeom>
            <a:solidFill>
              <a:srgbClr val="FFFFFF"/>
            </a:solidFill>
            <a:ln w="19050">
              <a:solidFill>
                <a:srgbClr val="070154"/>
              </a:solidFill>
              <a:prstDash val="solid"/>
            </a:ln>
          </p:spPr>
        </p:sp>
        <p:sp>
          <p:nvSpPr>
            <p:cNvPr id="53" name="node01.branches.source-001.milestones.source-002.number"/>
            <p:cNvSpPr/>
            <p:nvPr/>
          </p:nvSpPr>
          <p:spPr>
            <a:xfrm>
              <a:off x="9951720" y="19918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A2</a:t>
              </a:r>
              <a:endParaRPr lang="en-US" sz="1000" spc="0" kern="0" b="0" i="0" dirty="0">
                <a:solidFill>
                  <a:srgbClr val="070154"/>
                </a:solidFill>
                <a:latin typeface="IBM Plex Mono SemiBold"/>
                <a:ea typeface="IBM Plex Mono SemiBold"/>
                <a:cs typeface="IBM Plex Mono SemiBold"/>
              </a:endParaRPr>
            </a:p>
          </p:txBody>
        </p:sp>
        <p:sp>
          <p:nvSpPr>
            <p:cNvPr id="54" name="node01.branches.source-001.milestones.source-002.label.part-1"/>
            <p:cNvSpPr/>
            <p:nvPr/>
          </p:nvSpPr>
          <p:spPr>
            <a:xfrm>
              <a:off x="8968740" y="2372868"/>
              <a:ext cx="22707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55" name="node01.branches.source-001.milestones.source-002.label.part-2"/>
            <p:cNvSpPr/>
            <p:nvPr/>
          </p:nvSpPr>
          <p:spPr>
            <a:xfrm>
              <a:off x="8968740" y="2550668"/>
              <a:ext cx="227076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Digital intake</a:t>
              </a:r>
              <a:endParaRPr lang="en-US" sz="1200" spc="0" kern="0" b="0" i="0" dirty="0">
                <a:solidFill>
                  <a:srgbClr val="070154"/>
                </a:solidFill>
                <a:latin typeface="IBM Plex Sans SemiBold"/>
                <a:ea typeface="IBM Plex Sans SemiBold"/>
                <a:cs typeface="IBM Plex Sans SemiBold"/>
              </a:endParaRPr>
            </a:p>
          </p:txBody>
        </p:sp>
        <p:sp>
          <p:nvSpPr>
            <p:cNvPr id="56" name="node01.branches.source-001.milestones.source-002.label.part-3"/>
            <p:cNvSpPr/>
            <p:nvPr/>
          </p:nvSpPr>
          <p:spPr>
            <a:xfrm>
              <a:off x="8968740" y="2758948"/>
              <a:ext cx="227076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Forms before arrival.</a:t>
              </a:r>
              <a:endParaRPr lang="en-US" sz="1200" spc="0" kern="0" b="0" i="0" dirty="0">
                <a:solidFill>
                  <a:srgbClr val="070154"/>
                </a:solidFill>
                <a:latin typeface="IBM Plex Sans"/>
                <a:ea typeface="IBM Plex Sans"/>
                <a:cs typeface="IBM Plex Sans"/>
              </a:endParaRPr>
            </a:p>
          </p:txBody>
        </p:sp>
        <p:sp>
          <p:nvSpPr>
            <p:cNvPr id="57" name="node01.branches.source-002.title.part-1"/>
            <p:cNvSpPr/>
            <p:nvPr/>
          </p:nvSpPr>
          <p:spPr>
            <a:xfrm>
              <a:off x="7033327" y="2969768"/>
              <a:ext cx="4256973"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Wave 2 · Revenue cycle</a:t>
              </a:r>
              <a:endParaRPr lang="en-US" sz="1800" spc="-18" kern="0" b="0" i="0" dirty="0">
                <a:solidFill>
                  <a:srgbClr val="070154"/>
                </a:solidFill>
                <a:latin typeface="IBM Plex Sans SemiBold"/>
                <a:ea typeface="IBM Plex Sans SemiBold"/>
                <a:cs typeface="IBM Plex Sans SemiBold"/>
              </a:endParaRPr>
            </a:p>
          </p:txBody>
        </p:sp>
        <p:sp>
          <p:nvSpPr>
            <p:cNvPr id="58" name="node01.branches.source-002.tag"/>
            <p:cNvSpPr/>
            <p:nvPr/>
          </p:nvSpPr>
          <p:spPr>
            <a:xfrm>
              <a:off x="6393180" y="3055874"/>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B</a:t>
              </a:r>
              <a:endParaRPr lang="en-US" sz="900" spc="54" kern="0" b="0" i="0" dirty="0">
                <a:solidFill>
                  <a:srgbClr val="0047FF"/>
                </a:solidFill>
                <a:latin typeface="IBM Plex Mono SemiBold"/>
                <a:ea typeface="IBM Plex Mono SemiBold"/>
                <a:cs typeface="IBM Plex Mono SemiBold"/>
              </a:endParaRPr>
            </a:p>
          </p:txBody>
        </p:sp>
        <p:sp>
          <p:nvSpPr>
            <p:cNvPr id="59" name="node01.branches.source-002.milestones.source-001.pin"/>
            <p:cNvSpPr/>
            <p:nvPr/>
          </p:nvSpPr>
          <p:spPr>
            <a:xfrm>
              <a:off x="7588885" y="3296793"/>
              <a:ext cx="285750" cy="285750"/>
            </a:xfrm>
            <a:prstGeom prst="ellipse">
              <a:avLst/>
            </a:prstGeom>
            <a:solidFill>
              <a:srgbClr val="FFFFFF"/>
            </a:solidFill>
            <a:ln w="19050">
              <a:solidFill>
                <a:srgbClr val="070154"/>
              </a:solidFill>
              <a:prstDash val="solid"/>
            </a:ln>
          </p:spPr>
        </p:sp>
        <p:sp>
          <p:nvSpPr>
            <p:cNvPr id="60" name="node01.branches.source-002.milestones.source-001.number"/>
            <p:cNvSpPr/>
            <p:nvPr/>
          </p:nvSpPr>
          <p:spPr>
            <a:xfrm>
              <a:off x="7579360" y="32872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B1</a:t>
              </a:r>
              <a:endParaRPr lang="en-US" sz="1000" spc="0" kern="0" b="0" i="0" dirty="0">
                <a:solidFill>
                  <a:srgbClr val="070154"/>
                </a:solidFill>
                <a:latin typeface="IBM Plex Mono SemiBold"/>
                <a:ea typeface="IBM Plex Mono SemiBold"/>
                <a:cs typeface="IBM Plex Mono SemiBold"/>
              </a:endParaRPr>
            </a:p>
          </p:txBody>
        </p:sp>
        <p:sp>
          <p:nvSpPr>
            <p:cNvPr id="61" name="node01.branches.source-002.milestones.source-001.label.part-1"/>
            <p:cNvSpPr/>
            <p:nvPr/>
          </p:nvSpPr>
          <p:spPr>
            <a:xfrm>
              <a:off x="6596380" y="3668268"/>
              <a:ext cx="22707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62" name="node01.branches.source-002.milestones.source-001.label.part-2"/>
            <p:cNvSpPr/>
            <p:nvPr/>
          </p:nvSpPr>
          <p:spPr>
            <a:xfrm>
              <a:off x="6596380" y="3846068"/>
              <a:ext cx="227076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Price estimates</a:t>
              </a:r>
              <a:endParaRPr lang="en-US" sz="1200" spc="0" kern="0" b="0" i="0" dirty="0">
                <a:solidFill>
                  <a:srgbClr val="070154"/>
                </a:solidFill>
                <a:latin typeface="IBM Plex Sans SemiBold"/>
                <a:ea typeface="IBM Plex Sans SemiBold"/>
                <a:cs typeface="IBM Plex Sans SemiBold"/>
              </a:endParaRPr>
            </a:p>
          </p:txBody>
        </p:sp>
        <p:sp>
          <p:nvSpPr>
            <p:cNvPr id="63" name="node01.branches.source-002.milestones.source-001.label.part-3"/>
            <p:cNvSpPr/>
            <p:nvPr/>
          </p:nvSpPr>
          <p:spPr>
            <a:xfrm>
              <a:off x="6596380" y="4054348"/>
              <a:ext cx="227076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Shown before booking.</a:t>
              </a:r>
              <a:endParaRPr lang="en-US" sz="1200" spc="0" kern="0" b="0" i="0" dirty="0">
                <a:solidFill>
                  <a:srgbClr val="070154"/>
                </a:solidFill>
                <a:latin typeface="IBM Plex Sans"/>
                <a:ea typeface="IBM Plex Sans"/>
                <a:cs typeface="IBM Plex Sans"/>
              </a:endParaRPr>
            </a:p>
          </p:txBody>
        </p:sp>
        <p:sp>
          <p:nvSpPr>
            <p:cNvPr id="64" name="node01.branches.source-002.milestones.source-002.pin"/>
            <p:cNvSpPr/>
            <p:nvPr/>
          </p:nvSpPr>
          <p:spPr>
            <a:xfrm>
              <a:off x="9961245" y="3296793"/>
              <a:ext cx="285750" cy="285750"/>
            </a:xfrm>
            <a:prstGeom prst="ellipse">
              <a:avLst/>
            </a:prstGeom>
            <a:solidFill>
              <a:srgbClr val="FFFFFF"/>
            </a:solidFill>
            <a:ln w="19050">
              <a:solidFill>
                <a:srgbClr val="070154"/>
              </a:solidFill>
              <a:prstDash val="solid"/>
            </a:ln>
          </p:spPr>
        </p:sp>
        <p:sp>
          <p:nvSpPr>
            <p:cNvPr id="65" name="node01.branches.source-002.milestones.source-002.number"/>
            <p:cNvSpPr/>
            <p:nvPr/>
          </p:nvSpPr>
          <p:spPr>
            <a:xfrm>
              <a:off x="9951720" y="32872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B2</a:t>
              </a:r>
              <a:endParaRPr lang="en-US" sz="1000" spc="0" kern="0" b="0" i="0" dirty="0">
                <a:solidFill>
                  <a:srgbClr val="070154"/>
                </a:solidFill>
                <a:latin typeface="IBM Plex Mono SemiBold"/>
                <a:ea typeface="IBM Plex Mono SemiBold"/>
                <a:cs typeface="IBM Plex Mono SemiBold"/>
              </a:endParaRPr>
            </a:p>
          </p:txBody>
        </p:sp>
        <p:sp>
          <p:nvSpPr>
            <p:cNvPr id="66" name="node01.branches.source-002.milestones.source-002.label.part-1"/>
            <p:cNvSpPr/>
            <p:nvPr/>
          </p:nvSpPr>
          <p:spPr>
            <a:xfrm>
              <a:off x="8968740" y="3668268"/>
              <a:ext cx="22707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67" name="node01.branches.source-002.milestones.source-002.label.part-2"/>
            <p:cNvSpPr/>
            <p:nvPr/>
          </p:nvSpPr>
          <p:spPr>
            <a:xfrm>
              <a:off x="8968740" y="3846068"/>
              <a:ext cx="227076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Online payment</a:t>
              </a:r>
              <a:endParaRPr lang="en-US" sz="1200" spc="0" kern="0" b="0" i="0" dirty="0">
                <a:solidFill>
                  <a:srgbClr val="070154"/>
                </a:solidFill>
                <a:latin typeface="IBM Plex Sans SemiBold"/>
                <a:ea typeface="IBM Plex Sans SemiBold"/>
                <a:cs typeface="IBM Plex Sans SemiBold"/>
              </a:endParaRPr>
            </a:p>
          </p:txBody>
        </p:sp>
        <p:sp>
          <p:nvSpPr>
            <p:cNvPr id="68" name="node01.branches.source-002.milestones.source-002.label.part-3"/>
            <p:cNvSpPr/>
            <p:nvPr/>
          </p:nvSpPr>
          <p:spPr>
            <a:xfrm>
              <a:off x="8968740" y="4054348"/>
              <a:ext cx="227076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Pay at the visit.</a:t>
              </a:r>
              <a:endParaRPr lang="en-US" sz="1200" spc="0" kern="0" b="0" i="0" dirty="0">
                <a:solidFill>
                  <a:srgbClr val="070154"/>
                </a:solidFill>
                <a:latin typeface="IBM Plex Sans"/>
                <a:ea typeface="IBM Plex Sans"/>
                <a:cs typeface="IBM Plex Sans"/>
              </a:endParaRPr>
            </a:p>
          </p:txBody>
        </p:sp>
        <p:sp>
          <p:nvSpPr>
            <p:cNvPr id="69" name="node01.branches.source-003.title.part-1"/>
            <p:cNvSpPr/>
            <p:nvPr/>
          </p:nvSpPr>
          <p:spPr>
            <a:xfrm>
              <a:off x="7033327" y="4265168"/>
              <a:ext cx="4256973" cy="2667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Wave 3 · Clinical operations</a:t>
              </a:r>
              <a:endParaRPr lang="en-US" sz="1800" spc="-18" kern="0" b="0" i="0" dirty="0">
                <a:solidFill>
                  <a:srgbClr val="070154"/>
                </a:solidFill>
                <a:latin typeface="IBM Plex Sans SemiBold"/>
                <a:ea typeface="IBM Plex Sans SemiBold"/>
                <a:cs typeface="IBM Plex Sans SemiBold"/>
              </a:endParaRPr>
            </a:p>
          </p:txBody>
        </p:sp>
        <p:sp>
          <p:nvSpPr>
            <p:cNvPr id="70" name="node01.branches.source-003.tag"/>
            <p:cNvSpPr/>
            <p:nvPr/>
          </p:nvSpPr>
          <p:spPr>
            <a:xfrm>
              <a:off x="6393180" y="4351274"/>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C</a:t>
              </a:r>
              <a:endParaRPr lang="en-US" sz="900" spc="54" kern="0" b="0" i="0" dirty="0">
                <a:solidFill>
                  <a:srgbClr val="0047FF"/>
                </a:solidFill>
                <a:latin typeface="IBM Plex Mono SemiBold"/>
                <a:ea typeface="IBM Plex Mono SemiBold"/>
                <a:cs typeface="IBM Plex Mono SemiBold"/>
              </a:endParaRPr>
            </a:p>
          </p:txBody>
        </p:sp>
        <p:sp>
          <p:nvSpPr>
            <p:cNvPr id="71" name="node01.branches.source-003.milestones.source-001.pin"/>
            <p:cNvSpPr/>
            <p:nvPr/>
          </p:nvSpPr>
          <p:spPr>
            <a:xfrm>
              <a:off x="7588885" y="4592193"/>
              <a:ext cx="285750" cy="285750"/>
            </a:xfrm>
            <a:prstGeom prst="ellipse">
              <a:avLst/>
            </a:prstGeom>
            <a:solidFill>
              <a:srgbClr val="FFFFFF"/>
            </a:solidFill>
            <a:ln w="19050">
              <a:solidFill>
                <a:srgbClr val="070154"/>
              </a:solidFill>
              <a:prstDash val="solid"/>
            </a:ln>
          </p:spPr>
        </p:sp>
        <p:sp>
          <p:nvSpPr>
            <p:cNvPr id="72" name="node01.branches.source-003.milestones.source-001.number"/>
            <p:cNvSpPr/>
            <p:nvPr/>
          </p:nvSpPr>
          <p:spPr>
            <a:xfrm>
              <a:off x="7579360" y="45826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C1</a:t>
              </a:r>
              <a:endParaRPr lang="en-US" sz="1000" spc="0" kern="0" b="0" i="0" dirty="0">
                <a:solidFill>
                  <a:srgbClr val="070154"/>
                </a:solidFill>
                <a:latin typeface="IBM Plex Mono SemiBold"/>
                <a:ea typeface="IBM Plex Mono SemiBold"/>
                <a:cs typeface="IBM Plex Mono SemiBold"/>
              </a:endParaRPr>
            </a:p>
          </p:txBody>
        </p:sp>
        <p:sp>
          <p:nvSpPr>
            <p:cNvPr id="73" name="node01.branches.source-003.milestones.source-001.label.part-1"/>
            <p:cNvSpPr/>
            <p:nvPr/>
          </p:nvSpPr>
          <p:spPr>
            <a:xfrm>
              <a:off x="6596380" y="4963668"/>
              <a:ext cx="22707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74" name="node01.branches.source-003.milestones.source-001.label.part-2"/>
            <p:cNvSpPr/>
            <p:nvPr/>
          </p:nvSpPr>
          <p:spPr>
            <a:xfrm>
              <a:off x="6596380" y="5141468"/>
              <a:ext cx="227076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Referral tracking</a:t>
              </a:r>
              <a:endParaRPr lang="en-US" sz="1200" spc="0" kern="0" b="0" i="0" dirty="0">
                <a:solidFill>
                  <a:srgbClr val="070154"/>
                </a:solidFill>
                <a:latin typeface="IBM Plex Sans SemiBold"/>
                <a:ea typeface="IBM Plex Sans SemiBold"/>
                <a:cs typeface="IBM Plex Sans SemiBold"/>
              </a:endParaRPr>
            </a:p>
          </p:txBody>
        </p:sp>
        <p:sp>
          <p:nvSpPr>
            <p:cNvPr id="75" name="node01.branches.source-003.milestones.source-001.label.part-3"/>
            <p:cNvSpPr/>
            <p:nvPr/>
          </p:nvSpPr>
          <p:spPr>
            <a:xfrm>
              <a:off x="6596380" y="5349748"/>
              <a:ext cx="227076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status view.</a:t>
              </a:r>
              <a:endParaRPr lang="en-US" sz="1200" spc="0" kern="0" b="0" i="0" dirty="0">
                <a:solidFill>
                  <a:srgbClr val="070154"/>
                </a:solidFill>
                <a:latin typeface="IBM Plex Sans"/>
                <a:ea typeface="IBM Plex Sans"/>
                <a:cs typeface="IBM Plex Sans"/>
              </a:endParaRPr>
            </a:p>
          </p:txBody>
        </p:sp>
        <p:sp>
          <p:nvSpPr>
            <p:cNvPr id="76" name="node01.branches.source-003.milestones.source-002.pin"/>
            <p:cNvSpPr/>
            <p:nvPr/>
          </p:nvSpPr>
          <p:spPr>
            <a:xfrm>
              <a:off x="9961245" y="4592193"/>
              <a:ext cx="285750" cy="285750"/>
            </a:xfrm>
            <a:prstGeom prst="ellipse">
              <a:avLst/>
            </a:prstGeom>
            <a:solidFill>
              <a:srgbClr val="FFFFFF"/>
            </a:solidFill>
            <a:ln w="19050">
              <a:solidFill>
                <a:srgbClr val="070154"/>
              </a:solidFill>
              <a:prstDash val="solid"/>
            </a:ln>
          </p:spPr>
        </p:sp>
        <p:sp>
          <p:nvSpPr>
            <p:cNvPr id="77" name="node01.branches.source-003.milestones.source-002.number"/>
            <p:cNvSpPr/>
            <p:nvPr/>
          </p:nvSpPr>
          <p:spPr>
            <a:xfrm>
              <a:off x="9951720" y="4582668"/>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C2</a:t>
              </a:r>
              <a:endParaRPr lang="en-US" sz="1000" spc="0" kern="0" b="0" i="0" dirty="0">
                <a:solidFill>
                  <a:srgbClr val="070154"/>
                </a:solidFill>
                <a:latin typeface="IBM Plex Mono SemiBold"/>
                <a:ea typeface="IBM Plex Mono SemiBold"/>
                <a:cs typeface="IBM Plex Mono SemiBold"/>
              </a:endParaRPr>
            </a:p>
          </p:txBody>
        </p:sp>
        <p:sp>
          <p:nvSpPr>
            <p:cNvPr id="78" name="node01.branches.source-003.milestones.source-002.label.part-1"/>
            <p:cNvSpPr/>
            <p:nvPr/>
          </p:nvSpPr>
          <p:spPr>
            <a:xfrm>
              <a:off x="8968740" y="4963668"/>
              <a:ext cx="227076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2028</a:t>
              </a:r>
              <a:endParaRPr lang="en-US" sz="900" spc="54" kern="0" b="0" i="0" dirty="0">
                <a:solidFill>
                  <a:srgbClr val="0047FF"/>
                </a:solidFill>
                <a:latin typeface="IBM Plex Mono SemiBold"/>
                <a:ea typeface="IBM Plex Mono SemiBold"/>
                <a:cs typeface="IBM Plex Mono SemiBold"/>
              </a:endParaRPr>
            </a:p>
          </p:txBody>
        </p:sp>
        <p:sp>
          <p:nvSpPr>
            <p:cNvPr id="79" name="node01.branches.source-003.milestones.source-002.label.part-2"/>
            <p:cNvSpPr/>
            <p:nvPr/>
          </p:nvSpPr>
          <p:spPr>
            <a:xfrm>
              <a:off x="8968740" y="5141468"/>
              <a:ext cx="227076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Care plans</a:t>
              </a:r>
              <a:endParaRPr lang="en-US" sz="1200" spc="0" kern="0" b="0" i="0" dirty="0">
                <a:solidFill>
                  <a:srgbClr val="070154"/>
                </a:solidFill>
                <a:latin typeface="IBM Plex Sans SemiBold"/>
                <a:ea typeface="IBM Plex Sans SemiBold"/>
                <a:cs typeface="IBM Plex Sans SemiBold"/>
              </a:endParaRPr>
            </a:p>
          </p:txBody>
        </p:sp>
        <p:sp>
          <p:nvSpPr>
            <p:cNvPr id="80" name="node01.branches.source-003.milestones.source-002.label.part-3"/>
            <p:cNvSpPr/>
            <p:nvPr/>
          </p:nvSpPr>
          <p:spPr>
            <a:xfrm>
              <a:off x="8968740" y="5349748"/>
              <a:ext cx="2270760" cy="1905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Shared in the app.</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ource-44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objectives, six initiatives, one owner each</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85</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1104900" y="1600200"/>
            <a:ext cx="10363200" cy="4013200"/>
          </p:xfrm>
          <a:graphic>
            <a:graphicData uri="http://schemas.openxmlformats.org/drawingml/2006/table">
              <a:tbl>
                <a:tblPr/>
                <a:tblGrid>
                  <a:gridCol w="1905000"/>
                  <a:gridCol w="3708400"/>
                  <a:gridCol w="2159000"/>
                  <a:gridCol w="838200"/>
                  <a:gridCol w="838200"/>
                  <a:gridCol w="914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INITIATIVE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IT DELIVERS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OWNER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START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LIVE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HORIZON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Master patient index</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record per patient across six hospitals.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Chief data officer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Q4 26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Q1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Single sign-in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patient and staff identity everywhere.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Chief digital officer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Q4 26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Q2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Online scheduling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Primary care self-booking, then specialty.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Chief patient access officer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Q1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Q3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Digital intake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Forms, insurance and consent before arrival.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Director of registration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Q2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Q4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Price estimates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 reliable price shown before the patient books.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VP revenue cycle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Q3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Q1 28</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tracking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status view from order to appointment.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Chief nursing informatics officer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Q4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Q2 28</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u.priority.fill"/>
            <p:cNvSpPr/>
            <p:nvPr/>
          </p:nvSpPr>
          <p:spPr>
            <a:xfrm>
              <a:off x="10756900" y="2159000"/>
              <a:ext cx="508000" cy="203200"/>
            </a:xfrm>
            <a:prstGeom prst="rect">
              <a:avLst/>
            </a:prstGeom>
            <a:solidFill>
              <a:srgbClr val="070154"/>
            </a:solidFill>
            <a:ln w="9525">
              <a:solidFill>
                <a:srgbClr val="070154"/>
              </a:solidFill>
              <a:prstDash val="solid"/>
            </a:ln>
          </p:spPr>
        </p:sp>
        <p:sp>
          <p:nvSpPr>
            <p:cNvPr id="9" name="node01.row.item-001.u.priority"/>
            <p:cNvSpPr/>
            <p:nvPr/>
          </p:nvSpPr>
          <p:spPr>
            <a:xfrm>
              <a:off x="10858500" y="21844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NOW</a:t>
              </a:r>
              <a:endParaRPr lang="en-US" sz="900" spc="54" kern="0" b="0" i="0" dirty="0">
                <a:solidFill>
                  <a:srgbClr val="FFFFFF"/>
                </a:solidFill>
                <a:latin typeface="IBM Plex Mono SemiBold"/>
                <a:ea typeface="IBM Plex Mono SemiBold"/>
                <a:cs typeface="IBM Plex Mono SemiBold"/>
              </a:endParaRPr>
            </a:p>
          </p:txBody>
        </p:sp>
        <p:sp>
          <p:nvSpPr>
            <p:cNvPr id="10" name="node01.row.item-002.u.priority.fill"/>
            <p:cNvSpPr/>
            <p:nvPr/>
          </p:nvSpPr>
          <p:spPr>
            <a:xfrm>
              <a:off x="10756900" y="2768600"/>
              <a:ext cx="508000" cy="203200"/>
            </a:xfrm>
            <a:prstGeom prst="rect">
              <a:avLst/>
            </a:prstGeom>
            <a:solidFill>
              <a:srgbClr val="070154"/>
            </a:solidFill>
            <a:ln w="9525">
              <a:solidFill>
                <a:srgbClr val="070154"/>
              </a:solidFill>
              <a:prstDash val="solid"/>
            </a:ln>
          </p:spPr>
        </p:sp>
        <p:sp>
          <p:nvSpPr>
            <p:cNvPr id="11" name="node01.row.item-002.u.priority"/>
            <p:cNvSpPr/>
            <p:nvPr/>
          </p:nvSpPr>
          <p:spPr>
            <a:xfrm>
              <a:off x="10858500" y="2794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NOW</a:t>
              </a:r>
              <a:endParaRPr lang="en-US" sz="900" spc="54" kern="0" b="0" i="0" dirty="0">
                <a:solidFill>
                  <a:srgbClr val="FFFFFF"/>
                </a:solidFill>
                <a:latin typeface="IBM Plex Mono SemiBold"/>
                <a:ea typeface="IBM Plex Mono SemiBold"/>
                <a:cs typeface="IBM Plex Mono SemiBold"/>
              </a:endParaRPr>
            </a:p>
          </p:txBody>
        </p:sp>
        <p:sp>
          <p:nvSpPr>
            <p:cNvPr id="12" name="node01.row.item-003.u.priority.fill"/>
            <p:cNvSpPr/>
            <p:nvPr/>
          </p:nvSpPr>
          <p:spPr>
            <a:xfrm>
              <a:off x="10746358" y="3378200"/>
              <a:ext cx="529084" cy="203200"/>
            </a:xfrm>
            <a:prstGeom prst="rect">
              <a:avLst/>
            </a:prstGeom>
            <a:solidFill>
              <a:srgbClr val="CED7E6"/>
            </a:solidFill>
            <a:ln w="9525">
              <a:solidFill>
                <a:srgbClr val="070154"/>
              </a:solidFill>
              <a:prstDash val="solid"/>
            </a:ln>
          </p:spPr>
        </p:sp>
        <p:sp>
          <p:nvSpPr>
            <p:cNvPr id="13" name="node01.row.item-003.u.priority"/>
            <p:cNvSpPr/>
            <p:nvPr/>
          </p:nvSpPr>
          <p:spPr>
            <a:xfrm>
              <a:off x="10847958" y="3403600"/>
              <a:ext cx="32588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14" name="node01.row.item-004.u.priority.fill"/>
            <p:cNvSpPr/>
            <p:nvPr/>
          </p:nvSpPr>
          <p:spPr>
            <a:xfrm>
              <a:off x="10746358" y="3987800"/>
              <a:ext cx="529084" cy="203200"/>
            </a:xfrm>
            <a:prstGeom prst="rect">
              <a:avLst/>
            </a:prstGeom>
            <a:solidFill>
              <a:srgbClr val="CED7E6"/>
            </a:solidFill>
            <a:ln w="9525">
              <a:solidFill>
                <a:srgbClr val="070154"/>
              </a:solidFill>
              <a:prstDash val="solid"/>
            </a:ln>
          </p:spPr>
        </p:sp>
        <p:sp>
          <p:nvSpPr>
            <p:cNvPr id="15" name="node01.row.item-004.u.priority"/>
            <p:cNvSpPr/>
            <p:nvPr/>
          </p:nvSpPr>
          <p:spPr>
            <a:xfrm>
              <a:off x="10847958" y="4013200"/>
              <a:ext cx="325884"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16" name="node01.row.item-005.u.priority.fill"/>
            <p:cNvSpPr/>
            <p:nvPr/>
          </p:nvSpPr>
          <p:spPr>
            <a:xfrm>
              <a:off x="10708798" y="4597400"/>
              <a:ext cx="604205" cy="203200"/>
            </a:xfrm>
            <a:prstGeom prst="rect">
              <a:avLst/>
            </a:prstGeom>
            <a:ln w="9525">
              <a:solidFill>
                <a:srgbClr val="070154"/>
              </a:solidFill>
              <a:prstDash val="solid"/>
            </a:ln>
          </p:spPr>
        </p:sp>
        <p:sp>
          <p:nvSpPr>
            <p:cNvPr id="17" name="node01.row.item-005.u.priority"/>
            <p:cNvSpPr/>
            <p:nvPr/>
          </p:nvSpPr>
          <p:spPr>
            <a:xfrm>
              <a:off x="10810398" y="4622800"/>
              <a:ext cx="40100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sp>
          <p:nvSpPr>
            <p:cNvPr id="18" name="node01.row.item-006.u.priority.fill"/>
            <p:cNvSpPr/>
            <p:nvPr/>
          </p:nvSpPr>
          <p:spPr>
            <a:xfrm>
              <a:off x="10708798" y="5207000"/>
              <a:ext cx="604205" cy="203200"/>
            </a:xfrm>
            <a:prstGeom prst="rect">
              <a:avLst/>
            </a:prstGeom>
            <a:ln w="9525">
              <a:solidFill>
                <a:srgbClr val="070154"/>
              </a:solidFill>
              <a:prstDash val="solid"/>
            </a:ln>
          </p:spPr>
        </p:sp>
        <p:sp>
          <p:nvSpPr>
            <p:cNvPr id="19" name="node01.row.item-006.u.priority"/>
            <p:cNvSpPr/>
            <p:nvPr/>
          </p:nvSpPr>
          <p:spPr>
            <a:xfrm>
              <a:off x="10810398" y="5232400"/>
              <a:ext cx="40100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sp>
          <p:nvSpPr>
            <p:cNvPr id="20" name="node01.row-group.source-001.fill"/>
            <p:cNvSpPr/>
            <p:nvPr/>
          </p:nvSpPr>
          <p:spPr>
            <a:xfrm>
              <a:off x="723900" y="1974850"/>
              <a:ext cx="304800" cy="1181100"/>
            </a:xfrm>
            <a:prstGeom prst="rect">
              <a:avLst/>
            </a:prstGeom>
            <a:solidFill>
              <a:srgbClr val="070154"/>
            </a:solidFill>
            <a:ln>
              <a:noFill/>
            </a:ln>
          </p:spPr>
        </p:sp>
        <p:sp>
          <p:nvSpPr>
            <p:cNvPr id="21" name="node01.row-group.source-001.label"/>
            <p:cNvSpPr/>
            <p:nvPr/>
          </p:nvSpPr>
          <p:spPr>
            <a:xfrm rot="-5400000">
              <a:off x="285750" y="2489200"/>
              <a:ext cx="11811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KNOW PATIENT</a:t>
              </a:r>
              <a:endParaRPr lang="en-US" sz="800" spc="80" kern="0" b="0" i="0" dirty="0">
                <a:solidFill>
                  <a:srgbClr val="FFFFFF"/>
                </a:solidFill>
                <a:latin typeface="IBM Plex Mono SemiBold"/>
                <a:ea typeface="IBM Plex Mono SemiBold"/>
                <a:cs typeface="IBM Plex Mono SemiBold"/>
              </a:endParaRPr>
            </a:p>
          </p:txBody>
        </p:sp>
        <p:sp>
          <p:nvSpPr>
            <p:cNvPr id="22" name="node01.row-group.source-002.fill"/>
            <p:cNvSpPr/>
            <p:nvPr/>
          </p:nvSpPr>
          <p:spPr>
            <a:xfrm>
              <a:off x="723900" y="3194050"/>
              <a:ext cx="304800" cy="1181100"/>
            </a:xfrm>
            <a:prstGeom prst="rect">
              <a:avLst/>
            </a:prstGeom>
            <a:solidFill>
              <a:srgbClr val="50658E"/>
            </a:solidFill>
            <a:ln>
              <a:noFill/>
            </a:ln>
          </p:spPr>
        </p:sp>
        <p:sp>
          <p:nvSpPr>
            <p:cNvPr id="23" name="node01.row-group.source-002.label"/>
            <p:cNvSpPr/>
            <p:nvPr/>
          </p:nvSpPr>
          <p:spPr>
            <a:xfrm rot="-5400000">
              <a:off x="285750" y="3708400"/>
              <a:ext cx="11811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OPEN THE DOOR</a:t>
              </a:r>
              <a:endParaRPr lang="en-US" sz="800" spc="80" kern="0" b="0" i="0" dirty="0">
                <a:solidFill>
                  <a:srgbClr val="FFFFFF"/>
                </a:solidFill>
                <a:latin typeface="IBM Plex Mono SemiBold"/>
                <a:ea typeface="IBM Plex Mono SemiBold"/>
                <a:cs typeface="IBM Plex Mono SemiBold"/>
              </a:endParaRPr>
            </a:p>
          </p:txBody>
        </p:sp>
        <p:sp>
          <p:nvSpPr>
            <p:cNvPr id="24" name="node01.row-group.source-003.fill"/>
            <p:cNvSpPr/>
            <p:nvPr/>
          </p:nvSpPr>
          <p:spPr>
            <a:xfrm>
              <a:off x="723900" y="4413250"/>
              <a:ext cx="304800" cy="1181100"/>
            </a:xfrm>
            <a:prstGeom prst="rect">
              <a:avLst/>
            </a:prstGeom>
            <a:solidFill>
              <a:srgbClr val="05013F"/>
            </a:solidFill>
            <a:ln>
              <a:noFill/>
            </a:ln>
          </p:spPr>
        </p:sp>
        <p:sp>
          <p:nvSpPr>
            <p:cNvPr id="25" name="node01.row-group.source-003.label"/>
            <p:cNvSpPr/>
            <p:nvPr/>
          </p:nvSpPr>
          <p:spPr>
            <a:xfrm rot="-5400000">
              <a:off x="285750" y="4927600"/>
              <a:ext cx="11811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PAY AND TRACK</a:t>
              </a:r>
              <a:endParaRPr lang="en-US" sz="800" spc="80" kern="0" b="0" i="0" dirty="0">
                <a:solidFill>
                  <a:srgbClr val="FFFFFF"/>
                </a:solidFill>
                <a:latin typeface="IBM Plex Mono SemiBold"/>
                <a:ea typeface="IBM Plex Mono SemiBold"/>
                <a:cs typeface="IBM Plex Mono SemiBold"/>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ource-52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2906476" y="733532"/>
            <a:ext cx="2482169"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Agents let a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smaller team</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run the same platform</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86</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723900" y="1600200"/>
            <a:ext cx="5257800" cy="304800"/>
            <a:chOff x="723900" y="1600200"/>
            <a:chExt cx="5257800" cy="304800"/>
          </a:xfrm>
        </p:grpSpPr>
        <p:sp>
          <p:nvSpPr>
            <p:cNvPr id="7" name="node01.text"/>
            <p:cNvSpPr/>
            <p:nvPr/>
          </p:nvSpPr>
          <p:spPr>
            <a:xfrm>
              <a:off x="723900" y="16002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Traditional delivery</a:t>
              </a:r>
              <a:endParaRPr lang="en-US" sz="1800" spc="-18" kern="0" b="0" i="0" dirty="0">
                <a:solidFill>
                  <a:srgbClr val="070154"/>
                </a:solidFill>
                <a:latin typeface="IBM Plex Sans SemiBold"/>
                <a:ea typeface="IBM Plex Sans SemiBold"/>
                <a:cs typeface="IBM Plex Sans SemiBold"/>
              </a:endParaRPr>
            </a:p>
          </p:txBody>
        </p:sp>
      </p:grpSp>
      <p:grpSp>
        <p:nvGrpSpPr>
          <p:cNvPr id="33" name="node02"/>
          <p:cNvGrpSpPr/>
          <p:nvPr/>
        </p:nvGrpSpPr>
        <p:grpSpPr>
          <a:xfrm>
            <a:off x="723900" y="1905000"/>
            <a:ext cx="5257800" cy="266700"/>
            <a:chOff x="723900" y="1905000"/>
            <a:chExt cx="5257800" cy="266700"/>
          </a:xfrm>
        </p:grpSpPr>
        <p:sp>
          <p:nvSpPr>
            <p:cNvPr id="8" name="node02.text"/>
            <p:cNvSpPr/>
            <p:nvPr/>
          </p:nvSpPr>
          <p:spPr>
            <a:xfrm>
              <a:off x="723900" y="1905000"/>
              <a:ext cx="525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Humans only</a:t>
              </a:r>
              <a:endParaRPr lang="en-US" sz="1400" spc="0" kern="0" b="0" i="0" dirty="0">
                <a:solidFill>
                  <a:srgbClr val="50658E"/>
                </a:solidFill>
                <a:latin typeface="IBM Plex Sans"/>
                <a:ea typeface="IBM Plex Sans"/>
                <a:cs typeface="IBM Plex Sans"/>
              </a:endParaRPr>
            </a:p>
          </p:txBody>
        </p:sp>
      </p:grpSp>
      <p:grpSp>
        <p:nvGrpSpPr>
          <p:cNvPr id="34" name="node03"/>
          <p:cNvGrpSpPr/>
          <p:nvPr/>
        </p:nvGrpSpPr>
        <p:grpSpPr>
          <a:xfrm>
            <a:off x="723900" y="2362200"/>
            <a:ext cx="5257800" cy="2971800"/>
            <a:chOff x="723900" y="2362200"/>
            <a:chExt cx="5257800" cy="2971800"/>
          </a:xfrm>
        </p:grpSpPr>
        <p:sp>
          <p:nvSpPr>
            <p:cNvPr id="9" name="node03.series.source-001"/>
            <p:cNvSpPr/>
            <p:nvPr/>
          </p:nvSpPr>
          <p:spPr>
            <a:xfrm>
              <a:off x="723900" y="2362200"/>
              <a:ext cx="5257800" cy="2514600"/>
            </a:xfrm>
            <a:custGeom>
              <a:avLst/>
              <a:gdLst/>
              <a:ahLst/>
              <a:cxnLst/>
              <a:rect l="l" t="t" r="r" b="b"/>
              <a:pathLst>
                <a:path w="5257800" h="2514600">
                  <a:moveTo>
                    <a:pt x="0" y="2239032"/>
                  </a:moveTo>
                  <a:lnTo>
                    <a:pt x="21908" y="2236851"/>
                  </a:lnTo>
                  <a:lnTo>
                    <a:pt x="43815" y="2234531"/>
                  </a:lnTo>
                  <a:lnTo>
                    <a:pt x="65723" y="2232068"/>
                  </a:lnTo>
                  <a:lnTo>
                    <a:pt x="87630" y="2229460"/>
                  </a:lnTo>
                  <a:lnTo>
                    <a:pt x="109538" y="2226703"/>
                  </a:lnTo>
                  <a:lnTo>
                    <a:pt x="131445" y="2223796"/>
                  </a:lnTo>
                  <a:lnTo>
                    <a:pt x="153353" y="2220735"/>
                  </a:lnTo>
                  <a:lnTo>
                    <a:pt x="175260" y="2217520"/>
                  </a:lnTo>
                  <a:lnTo>
                    <a:pt x="197167" y="2214149"/>
                  </a:lnTo>
                  <a:lnTo>
                    <a:pt x="219075" y="2210622"/>
                  </a:lnTo>
                  <a:lnTo>
                    <a:pt x="240982" y="2206940"/>
                  </a:lnTo>
                  <a:lnTo>
                    <a:pt x="262890" y="2203102"/>
                  </a:lnTo>
                  <a:lnTo>
                    <a:pt x="284798" y="2199110"/>
                  </a:lnTo>
                  <a:lnTo>
                    <a:pt x="306705" y="2194965"/>
                  </a:lnTo>
                  <a:lnTo>
                    <a:pt x="328613" y="2190669"/>
                  </a:lnTo>
                  <a:lnTo>
                    <a:pt x="350520" y="2186225"/>
                  </a:lnTo>
                  <a:lnTo>
                    <a:pt x="372428" y="2181635"/>
                  </a:lnTo>
                  <a:lnTo>
                    <a:pt x="394335" y="2176904"/>
                  </a:lnTo>
                  <a:lnTo>
                    <a:pt x="416243" y="2172035"/>
                  </a:lnTo>
                  <a:lnTo>
                    <a:pt x="438150" y="2167034"/>
                  </a:lnTo>
                  <a:lnTo>
                    <a:pt x="460057" y="2161904"/>
                  </a:lnTo>
                  <a:lnTo>
                    <a:pt x="481965" y="2156652"/>
                  </a:lnTo>
                  <a:lnTo>
                    <a:pt x="503873" y="2151283"/>
                  </a:lnTo>
                  <a:lnTo>
                    <a:pt x="525780" y="2145804"/>
                  </a:lnTo>
                  <a:lnTo>
                    <a:pt x="547688" y="2140222"/>
                  </a:lnTo>
                  <a:lnTo>
                    <a:pt x="569595" y="2134543"/>
                  </a:lnTo>
                  <a:lnTo>
                    <a:pt x="591503" y="2128774"/>
                  </a:lnTo>
                  <a:lnTo>
                    <a:pt x="613410" y="2122924"/>
                  </a:lnTo>
                  <a:lnTo>
                    <a:pt x="635318" y="2117001"/>
                  </a:lnTo>
                  <a:lnTo>
                    <a:pt x="657225" y="2111011"/>
                  </a:lnTo>
                  <a:lnTo>
                    <a:pt x="679133" y="2104962"/>
                  </a:lnTo>
                  <a:lnTo>
                    <a:pt x="701040" y="2098863"/>
                  </a:lnTo>
                  <a:lnTo>
                    <a:pt x="722948" y="2092723"/>
                  </a:lnTo>
                  <a:lnTo>
                    <a:pt x="744855" y="2086548"/>
                  </a:lnTo>
                  <a:lnTo>
                    <a:pt x="766763" y="2080349"/>
                  </a:lnTo>
                  <a:lnTo>
                    <a:pt x="788670" y="2074132"/>
                  </a:lnTo>
                  <a:lnTo>
                    <a:pt x="810578" y="2067907"/>
                  </a:lnTo>
                  <a:lnTo>
                    <a:pt x="832485" y="2061682"/>
                  </a:lnTo>
                  <a:lnTo>
                    <a:pt x="854393" y="2055463"/>
                  </a:lnTo>
                  <a:lnTo>
                    <a:pt x="876300" y="2049260"/>
                  </a:lnTo>
                  <a:lnTo>
                    <a:pt x="898208" y="2043078"/>
                  </a:lnTo>
                  <a:lnTo>
                    <a:pt x="920115" y="2036925"/>
                  </a:lnTo>
                  <a:lnTo>
                    <a:pt x="942023" y="2030807"/>
                  </a:lnTo>
                  <a:lnTo>
                    <a:pt x="963930" y="2024731"/>
                  </a:lnTo>
                  <a:lnTo>
                    <a:pt x="985838" y="2018702"/>
                  </a:lnTo>
                  <a:lnTo>
                    <a:pt x="1007745" y="2012726"/>
                  </a:lnTo>
                  <a:lnTo>
                    <a:pt x="1029653" y="2006808"/>
                  </a:lnTo>
                  <a:lnTo>
                    <a:pt x="1051560" y="2000951"/>
                  </a:lnTo>
                  <a:lnTo>
                    <a:pt x="1073468" y="1995160"/>
                  </a:lnTo>
                  <a:lnTo>
                    <a:pt x="1095375" y="1989437"/>
                  </a:lnTo>
                  <a:lnTo>
                    <a:pt x="1117282" y="1983785"/>
                  </a:lnTo>
                  <a:lnTo>
                    <a:pt x="1139190" y="1978204"/>
                  </a:lnTo>
                  <a:lnTo>
                    <a:pt x="1161098" y="1972697"/>
                  </a:lnTo>
                  <a:lnTo>
                    <a:pt x="1183005" y="1967262"/>
                  </a:lnTo>
                  <a:lnTo>
                    <a:pt x="1204913" y="1961900"/>
                  </a:lnTo>
                  <a:lnTo>
                    <a:pt x="1226820" y="1956610"/>
                  </a:lnTo>
                  <a:lnTo>
                    <a:pt x="1248727" y="1951388"/>
                  </a:lnTo>
                  <a:lnTo>
                    <a:pt x="1270635" y="1946233"/>
                  </a:lnTo>
                  <a:lnTo>
                    <a:pt x="1292542" y="1941139"/>
                  </a:lnTo>
                  <a:lnTo>
                    <a:pt x="1314450" y="1936104"/>
                  </a:lnTo>
                  <a:lnTo>
                    <a:pt x="1336358" y="1931122"/>
                  </a:lnTo>
                  <a:lnTo>
                    <a:pt x="1358265" y="1926188"/>
                  </a:lnTo>
                  <a:lnTo>
                    <a:pt x="1380173" y="1921296"/>
                  </a:lnTo>
                  <a:lnTo>
                    <a:pt x="1402080" y="1916438"/>
                  </a:lnTo>
                  <a:lnTo>
                    <a:pt x="1423987" y="1911607"/>
                  </a:lnTo>
                  <a:lnTo>
                    <a:pt x="1445895" y="1906796"/>
                  </a:lnTo>
                  <a:lnTo>
                    <a:pt x="1467803" y="1901995"/>
                  </a:lnTo>
                  <a:lnTo>
                    <a:pt x="1489710" y="1897197"/>
                  </a:lnTo>
                  <a:lnTo>
                    <a:pt x="1511618" y="1892391"/>
                  </a:lnTo>
                  <a:lnTo>
                    <a:pt x="1533525" y="1887569"/>
                  </a:lnTo>
                  <a:lnTo>
                    <a:pt x="1555433" y="1882722"/>
                  </a:lnTo>
                  <a:lnTo>
                    <a:pt x="1577340" y="1877840"/>
                  </a:lnTo>
                  <a:lnTo>
                    <a:pt x="1599247" y="1872913"/>
                  </a:lnTo>
                  <a:lnTo>
                    <a:pt x="1621155" y="1867934"/>
                  </a:lnTo>
                  <a:lnTo>
                    <a:pt x="1643063" y="1862891"/>
                  </a:lnTo>
                  <a:lnTo>
                    <a:pt x="1664970" y="1857777"/>
                  </a:lnTo>
                  <a:lnTo>
                    <a:pt x="1686878" y="1852581"/>
                  </a:lnTo>
                  <a:lnTo>
                    <a:pt x="1708785" y="1847297"/>
                  </a:lnTo>
                  <a:lnTo>
                    <a:pt x="1730693" y="1841916"/>
                  </a:lnTo>
                  <a:lnTo>
                    <a:pt x="1752600" y="1836431"/>
                  </a:lnTo>
                  <a:lnTo>
                    <a:pt x="1774508" y="1830836"/>
                  </a:lnTo>
                  <a:lnTo>
                    <a:pt x="1796415" y="1825124"/>
                  </a:lnTo>
                  <a:lnTo>
                    <a:pt x="1818322" y="1819290"/>
                  </a:lnTo>
                  <a:lnTo>
                    <a:pt x="1840230" y="1813331"/>
                  </a:lnTo>
                  <a:lnTo>
                    <a:pt x="1862138" y="1807240"/>
                  </a:lnTo>
                  <a:lnTo>
                    <a:pt x="1884045" y="1801017"/>
                  </a:lnTo>
                  <a:lnTo>
                    <a:pt x="1905952" y="1794657"/>
                  </a:lnTo>
                  <a:lnTo>
                    <a:pt x="1927860" y="1788160"/>
                  </a:lnTo>
                  <a:lnTo>
                    <a:pt x="1949768" y="1781526"/>
                  </a:lnTo>
                  <a:lnTo>
                    <a:pt x="1971675" y="1774754"/>
                  </a:lnTo>
                  <a:lnTo>
                    <a:pt x="1993583" y="1767847"/>
                  </a:lnTo>
                  <a:lnTo>
                    <a:pt x="2015490" y="1760806"/>
                  </a:lnTo>
                  <a:lnTo>
                    <a:pt x="2037398" y="1753635"/>
                  </a:lnTo>
                  <a:lnTo>
                    <a:pt x="2059305" y="1746337"/>
                  </a:lnTo>
                  <a:lnTo>
                    <a:pt x="2081212" y="1738917"/>
                  </a:lnTo>
                  <a:lnTo>
                    <a:pt x="2103120" y="1731379"/>
                  </a:lnTo>
                  <a:lnTo>
                    <a:pt x="2125028" y="1723731"/>
                  </a:lnTo>
                  <a:lnTo>
                    <a:pt x="2146935" y="1715979"/>
                  </a:lnTo>
                  <a:lnTo>
                    <a:pt x="2168842" y="1708130"/>
                  </a:lnTo>
                  <a:lnTo>
                    <a:pt x="2190750" y="1700193"/>
                  </a:lnTo>
                  <a:lnTo>
                    <a:pt x="2212658" y="1692175"/>
                  </a:lnTo>
                  <a:lnTo>
                    <a:pt x="2234565" y="1684087"/>
                  </a:lnTo>
                  <a:lnTo>
                    <a:pt x="2256472" y="1675936"/>
                  </a:lnTo>
                  <a:lnTo>
                    <a:pt x="2278380" y="1667733"/>
                  </a:lnTo>
                  <a:lnTo>
                    <a:pt x="2300288" y="1659489"/>
                  </a:lnTo>
                  <a:lnTo>
                    <a:pt x="2322195" y="1651214"/>
                  </a:lnTo>
                  <a:lnTo>
                    <a:pt x="2344103" y="1642919"/>
                  </a:lnTo>
                  <a:lnTo>
                    <a:pt x="2366010" y="1634614"/>
                  </a:lnTo>
                  <a:lnTo>
                    <a:pt x="2387918" y="1626312"/>
                  </a:lnTo>
                  <a:lnTo>
                    <a:pt x="2409825" y="1618022"/>
                  </a:lnTo>
                  <a:lnTo>
                    <a:pt x="2431733" y="1609756"/>
                  </a:lnTo>
                  <a:lnTo>
                    <a:pt x="2453640" y="1601524"/>
                  </a:lnTo>
                  <a:lnTo>
                    <a:pt x="2475548" y="1593338"/>
                  </a:lnTo>
                  <a:lnTo>
                    <a:pt x="2497455" y="1585208"/>
                  </a:lnTo>
                  <a:lnTo>
                    <a:pt x="2519363" y="1577144"/>
                  </a:lnTo>
                  <a:lnTo>
                    <a:pt x="2541270" y="1569156"/>
                  </a:lnTo>
                  <a:lnTo>
                    <a:pt x="2563177" y="1561255"/>
                  </a:lnTo>
                  <a:lnTo>
                    <a:pt x="2585085" y="1553449"/>
                  </a:lnTo>
                  <a:lnTo>
                    <a:pt x="2606993" y="1545748"/>
                  </a:lnTo>
                  <a:lnTo>
                    <a:pt x="2628900" y="1538159"/>
                  </a:lnTo>
                  <a:lnTo>
                    <a:pt x="2650808" y="1530691"/>
                  </a:lnTo>
                  <a:lnTo>
                    <a:pt x="2672715" y="1523352"/>
                  </a:lnTo>
                  <a:lnTo>
                    <a:pt x="2694623" y="1516146"/>
                  </a:lnTo>
                  <a:lnTo>
                    <a:pt x="2716530" y="1509080"/>
                  </a:lnTo>
                  <a:lnTo>
                    <a:pt x="2738438" y="1502161"/>
                  </a:lnTo>
                  <a:lnTo>
                    <a:pt x="2760345" y="1495391"/>
                  </a:lnTo>
                  <a:lnTo>
                    <a:pt x="2782253" y="1488774"/>
                  </a:lnTo>
                  <a:lnTo>
                    <a:pt x="2804160" y="1482315"/>
                  </a:lnTo>
                  <a:lnTo>
                    <a:pt x="2826067" y="1476015"/>
                  </a:lnTo>
                  <a:lnTo>
                    <a:pt x="2847975" y="1469875"/>
                  </a:lnTo>
                  <a:lnTo>
                    <a:pt x="2869882" y="1463897"/>
                  </a:lnTo>
                  <a:lnTo>
                    <a:pt x="2891790" y="1458081"/>
                  </a:lnTo>
                  <a:lnTo>
                    <a:pt x="2913698" y="1452427"/>
                  </a:lnTo>
                  <a:lnTo>
                    <a:pt x="2935605" y="1446933"/>
                  </a:lnTo>
                  <a:lnTo>
                    <a:pt x="2957513" y="1441597"/>
                  </a:lnTo>
                  <a:lnTo>
                    <a:pt x="2979420" y="1436416"/>
                  </a:lnTo>
                  <a:lnTo>
                    <a:pt x="3001328" y="1431388"/>
                  </a:lnTo>
                  <a:lnTo>
                    <a:pt x="3023235" y="1426506"/>
                  </a:lnTo>
                  <a:lnTo>
                    <a:pt x="3045143" y="1421768"/>
                  </a:lnTo>
                  <a:lnTo>
                    <a:pt x="3067050" y="1417169"/>
                  </a:lnTo>
                  <a:lnTo>
                    <a:pt x="3088958" y="1412703"/>
                  </a:lnTo>
                  <a:lnTo>
                    <a:pt x="3110865" y="1408365"/>
                  </a:lnTo>
                  <a:lnTo>
                    <a:pt x="3132773" y="1404150"/>
                  </a:lnTo>
                  <a:lnTo>
                    <a:pt x="3154680" y="1400050"/>
                  </a:lnTo>
                  <a:lnTo>
                    <a:pt x="3176587" y="1396060"/>
                  </a:lnTo>
                  <a:lnTo>
                    <a:pt x="3198495" y="1392173"/>
                  </a:lnTo>
                  <a:lnTo>
                    <a:pt x="3220403" y="1388384"/>
                  </a:lnTo>
                  <a:lnTo>
                    <a:pt x="3242310" y="1384684"/>
                  </a:lnTo>
                  <a:lnTo>
                    <a:pt x="3264218" y="1381069"/>
                  </a:lnTo>
                  <a:lnTo>
                    <a:pt x="3286125" y="1377532"/>
                  </a:lnTo>
                  <a:lnTo>
                    <a:pt x="3308032" y="1374066"/>
                  </a:lnTo>
                  <a:lnTo>
                    <a:pt x="3329940" y="1370667"/>
                  </a:lnTo>
                  <a:lnTo>
                    <a:pt x="3351847" y="1367330"/>
                  </a:lnTo>
                  <a:lnTo>
                    <a:pt x="3373755" y="1364049"/>
                  </a:lnTo>
                  <a:lnTo>
                    <a:pt x="3395663" y="1360820"/>
                  </a:lnTo>
                  <a:lnTo>
                    <a:pt x="3417570" y="1357639"/>
                  </a:lnTo>
                  <a:lnTo>
                    <a:pt x="3439478" y="1354502"/>
                  </a:lnTo>
                  <a:lnTo>
                    <a:pt x="3461385" y="1351405"/>
                  </a:lnTo>
                  <a:lnTo>
                    <a:pt x="3483292" y="1348348"/>
                  </a:lnTo>
                  <a:lnTo>
                    <a:pt x="3505200" y="1345326"/>
                  </a:lnTo>
                  <a:lnTo>
                    <a:pt x="3527107" y="1342338"/>
                  </a:lnTo>
                  <a:lnTo>
                    <a:pt x="3549015" y="1339384"/>
                  </a:lnTo>
                  <a:lnTo>
                    <a:pt x="3570923" y="1336462"/>
                  </a:lnTo>
                  <a:lnTo>
                    <a:pt x="3592830" y="1333573"/>
                  </a:lnTo>
                  <a:lnTo>
                    <a:pt x="3614738" y="1330716"/>
                  </a:lnTo>
                  <a:lnTo>
                    <a:pt x="3636645" y="1327892"/>
                  </a:lnTo>
                  <a:lnTo>
                    <a:pt x="3658553" y="1325102"/>
                  </a:lnTo>
                  <a:lnTo>
                    <a:pt x="3680460" y="1322348"/>
                  </a:lnTo>
                  <a:lnTo>
                    <a:pt x="3702368" y="1319631"/>
                  </a:lnTo>
                  <a:lnTo>
                    <a:pt x="3724275" y="1316953"/>
                  </a:lnTo>
                  <a:lnTo>
                    <a:pt x="3746183" y="1314316"/>
                  </a:lnTo>
                  <a:lnTo>
                    <a:pt x="3768090" y="1311723"/>
                  </a:lnTo>
                  <a:lnTo>
                    <a:pt x="3789998" y="1309176"/>
                  </a:lnTo>
                  <a:lnTo>
                    <a:pt x="3811905" y="1306677"/>
                  </a:lnTo>
                  <a:lnTo>
                    <a:pt x="3833812" y="1304229"/>
                  </a:lnTo>
                  <a:lnTo>
                    <a:pt x="3855720" y="1301836"/>
                  </a:lnTo>
                  <a:lnTo>
                    <a:pt x="3877628" y="1299498"/>
                  </a:lnTo>
                  <a:lnTo>
                    <a:pt x="3899535" y="1297220"/>
                  </a:lnTo>
                  <a:lnTo>
                    <a:pt x="3921443" y="1295003"/>
                  </a:lnTo>
                  <a:lnTo>
                    <a:pt x="3943350" y="1292851"/>
                  </a:lnTo>
                  <a:lnTo>
                    <a:pt x="3965257" y="1290764"/>
                  </a:lnTo>
                  <a:lnTo>
                    <a:pt x="3987165" y="1288745"/>
                  </a:lnTo>
                  <a:lnTo>
                    <a:pt x="4009072" y="1286795"/>
                  </a:lnTo>
                  <a:lnTo>
                    <a:pt x="4030980" y="1284915"/>
                  </a:lnTo>
                  <a:lnTo>
                    <a:pt x="4052888" y="1283108"/>
                  </a:lnTo>
                  <a:lnTo>
                    <a:pt x="4074795" y="1281373"/>
                  </a:lnTo>
                  <a:lnTo>
                    <a:pt x="4096703" y="1279712"/>
                  </a:lnTo>
                  <a:lnTo>
                    <a:pt x="4118610" y="1278125"/>
                  </a:lnTo>
                  <a:lnTo>
                    <a:pt x="4140517" y="1276612"/>
                  </a:lnTo>
                  <a:lnTo>
                    <a:pt x="4162425" y="1275173"/>
                  </a:lnTo>
                  <a:lnTo>
                    <a:pt x="4184332" y="1273807"/>
                  </a:lnTo>
                  <a:lnTo>
                    <a:pt x="4206240" y="1272515"/>
                  </a:lnTo>
                  <a:lnTo>
                    <a:pt x="4228148" y="1271293"/>
                  </a:lnTo>
                  <a:lnTo>
                    <a:pt x="4250055" y="1270142"/>
                  </a:lnTo>
                  <a:lnTo>
                    <a:pt x="4271963" y="1269060"/>
                  </a:lnTo>
                  <a:lnTo>
                    <a:pt x="4293870" y="1268044"/>
                  </a:lnTo>
                  <a:lnTo>
                    <a:pt x="4315778" y="1267094"/>
                  </a:lnTo>
                  <a:lnTo>
                    <a:pt x="4337685" y="1266207"/>
                  </a:lnTo>
                  <a:lnTo>
                    <a:pt x="4359593" y="1265382"/>
                  </a:lnTo>
                  <a:lnTo>
                    <a:pt x="4381500" y="1264615"/>
                  </a:lnTo>
                  <a:lnTo>
                    <a:pt x="4403408" y="1263905"/>
                  </a:lnTo>
                  <a:lnTo>
                    <a:pt x="4425315" y="1263249"/>
                  </a:lnTo>
                  <a:lnTo>
                    <a:pt x="4447223" y="1262645"/>
                  </a:lnTo>
                  <a:lnTo>
                    <a:pt x="4469130" y="1262090"/>
                  </a:lnTo>
                  <a:lnTo>
                    <a:pt x="4491038" y="1261582"/>
                  </a:lnTo>
                  <a:lnTo>
                    <a:pt x="4512945" y="1261117"/>
                  </a:lnTo>
                  <a:lnTo>
                    <a:pt x="4534853" y="1260694"/>
                  </a:lnTo>
                  <a:lnTo>
                    <a:pt x="4556760" y="1260309"/>
                  </a:lnTo>
                  <a:lnTo>
                    <a:pt x="4578668" y="1259960"/>
                  </a:lnTo>
                  <a:lnTo>
                    <a:pt x="4600575" y="1259645"/>
                  </a:lnTo>
                  <a:lnTo>
                    <a:pt x="4622483" y="1259361"/>
                  </a:lnTo>
                  <a:lnTo>
                    <a:pt x="4644390" y="1259106"/>
                  </a:lnTo>
                  <a:lnTo>
                    <a:pt x="4666297" y="1258877"/>
                  </a:lnTo>
                  <a:lnTo>
                    <a:pt x="4688205" y="1258673"/>
                  </a:lnTo>
                  <a:lnTo>
                    <a:pt x="4710113" y="1258491"/>
                  </a:lnTo>
                  <a:lnTo>
                    <a:pt x="4732020" y="1258330"/>
                  </a:lnTo>
                  <a:lnTo>
                    <a:pt x="4753928" y="1258187"/>
                  </a:lnTo>
                  <a:lnTo>
                    <a:pt x="4775835" y="1258061"/>
                  </a:lnTo>
                  <a:lnTo>
                    <a:pt x="4797742" y="1257951"/>
                  </a:lnTo>
                  <a:lnTo>
                    <a:pt x="4819650" y="1257854"/>
                  </a:lnTo>
                  <a:lnTo>
                    <a:pt x="4841557" y="1257770"/>
                  </a:lnTo>
                  <a:lnTo>
                    <a:pt x="4863465" y="1257696"/>
                  </a:lnTo>
                  <a:lnTo>
                    <a:pt x="4885373" y="1257633"/>
                  </a:lnTo>
                  <a:lnTo>
                    <a:pt x="4907280" y="1257578"/>
                  </a:lnTo>
                  <a:lnTo>
                    <a:pt x="4929188" y="1257530"/>
                  </a:lnTo>
                  <a:lnTo>
                    <a:pt x="4951095" y="1257490"/>
                  </a:lnTo>
                  <a:lnTo>
                    <a:pt x="4973003" y="1257456"/>
                  </a:lnTo>
                  <a:lnTo>
                    <a:pt x="4994910" y="1257427"/>
                  </a:lnTo>
                  <a:lnTo>
                    <a:pt x="5016818" y="1257403"/>
                  </a:lnTo>
                  <a:lnTo>
                    <a:pt x="5038725" y="1257382"/>
                  </a:lnTo>
                  <a:lnTo>
                    <a:pt x="5060633" y="1257366"/>
                  </a:lnTo>
                  <a:lnTo>
                    <a:pt x="5082540" y="1257352"/>
                  </a:lnTo>
                  <a:lnTo>
                    <a:pt x="5104448" y="1257340"/>
                  </a:lnTo>
                  <a:lnTo>
                    <a:pt x="5126355" y="1257331"/>
                  </a:lnTo>
                  <a:lnTo>
                    <a:pt x="5148263" y="1257324"/>
                  </a:lnTo>
                  <a:lnTo>
                    <a:pt x="5170170" y="1257317"/>
                  </a:lnTo>
                  <a:lnTo>
                    <a:pt x="5192078" y="1257313"/>
                  </a:lnTo>
                  <a:lnTo>
                    <a:pt x="5213985" y="1257309"/>
                  </a:lnTo>
                  <a:lnTo>
                    <a:pt x="5235893" y="1257306"/>
                  </a:lnTo>
                  <a:lnTo>
                    <a:pt x="5257800" y="1257304"/>
                  </a:lnTo>
                  <a:lnTo>
                    <a:pt x="5257800" y="2514600"/>
                  </a:lnTo>
                  <a:lnTo>
                    <a:pt x="5235893" y="2514600"/>
                  </a:lnTo>
                  <a:lnTo>
                    <a:pt x="5213985" y="2514600"/>
                  </a:lnTo>
                  <a:lnTo>
                    <a:pt x="5192078" y="2514600"/>
                  </a:lnTo>
                  <a:lnTo>
                    <a:pt x="5170170" y="2514600"/>
                  </a:lnTo>
                  <a:lnTo>
                    <a:pt x="5148263" y="2514600"/>
                  </a:lnTo>
                  <a:lnTo>
                    <a:pt x="5126355" y="2514600"/>
                  </a:lnTo>
                  <a:lnTo>
                    <a:pt x="5104448" y="2514600"/>
                  </a:lnTo>
                  <a:lnTo>
                    <a:pt x="5082540" y="2514600"/>
                  </a:lnTo>
                  <a:lnTo>
                    <a:pt x="5060633" y="2514600"/>
                  </a:lnTo>
                  <a:lnTo>
                    <a:pt x="5038725" y="2514600"/>
                  </a:lnTo>
                  <a:lnTo>
                    <a:pt x="5016818" y="2514600"/>
                  </a:lnTo>
                  <a:lnTo>
                    <a:pt x="4994910" y="2514600"/>
                  </a:lnTo>
                  <a:lnTo>
                    <a:pt x="4973003" y="2514600"/>
                  </a:lnTo>
                  <a:lnTo>
                    <a:pt x="4951095" y="2514600"/>
                  </a:lnTo>
                  <a:lnTo>
                    <a:pt x="4929188" y="2514600"/>
                  </a:lnTo>
                  <a:lnTo>
                    <a:pt x="4907280" y="2514600"/>
                  </a:lnTo>
                  <a:lnTo>
                    <a:pt x="4885373" y="2514600"/>
                  </a:lnTo>
                  <a:lnTo>
                    <a:pt x="4863465" y="2514600"/>
                  </a:lnTo>
                  <a:lnTo>
                    <a:pt x="4841557" y="2514600"/>
                  </a:lnTo>
                  <a:lnTo>
                    <a:pt x="4819650" y="2514600"/>
                  </a:lnTo>
                  <a:lnTo>
                    <a:pt x="4797742" y="2514600"/>
                  </a:lnTo>
                  <a:lnTo>
                    <a:pt x="4775835" y="2514600"/>
                  </a:lnTo>
                  <a:lnTo>
                    <a:pt x="4753928" y="2514600"/>
                  </a:lnTo>
                  <a:lnTo>
                    <a:pt x="4732020" y="2514600"/>
                  </a:lnTo>
                  <a:lnTo>
                    <a:pt x="4710113" y="2514600"/>
                  </a:lnTo>
                  <a:lnTo>
                    <a:pt x="4688205" y="2514600"/>
                  </a:lnTo>
                  <a:lnTo>
                    <a:pt x="4666297" y="2514600"/>
                  </a:lnTo>
                  <a:lnTo>
                    <a:pt x="4644390" y="2514600"/>
                  </a:lnTo>
                  <a:lnTo>
                    <a:pt x="4622483" y="2514600"/>
                  </a:lnTo>
                  <a:lnTo>
                    <a:pt x="4600575" y="2514600"/>
                  </a:lnTo>
                  <a:lnTo>
                    <a:pt x="4578668" y="2514600"/>
                  </a:lnTo>
                  <a:lnTo>
                    <a:pt x="4556760" y="2514600"/>
                  </a:lnTo>
                  <a:lnTo>
                    <a:pt x="4534853" y="2514600"/>
                  </a:lnTo>
                  <a:lnTo>
                    <a:pt x="4512945" y="2514600"/>
                  </a:lnTo>
                  <a:lnTo>
                    <a:pt x="4491038" y="2514600"/>
                  </a:lnTo>
                  <a:lnTo>
                    <a:pt x="4469130" y="2514600"/>
                  </a:lnTo>
                  <a:lnTo>
                    <a:pt x="4447223" y="2514600"/>
                  </a:lnTo>
                  <a:lnTo>
                    <a:pt x="4425315" y="2514600"/>
                  </a:lnTo>
                  <a:lnTo>
                    <a:pt x="4403408" y="2514600"/>
                  </a:lnTo>
                  <a:lnTo>
                    <a:pt x="4381500" y="2514600"/>
                  </a:lnTo>
                  <a:lnTo>
                    <a:pt x="4359593" y="2514600"/>
                  </a:lnTo>
                  <a:lnTo>
                    <a:pt x="4337685" y="2514600"/>
                  </a:lnTo>
                  <a:lnTo>
                    <a:pt x="4315778" y="2514600"/>
                  </a:lnTo>
                  <a:lnTo>
                    <a:pt x="4293870" y="2514600"/>
                  </a:lnTo>
                  <a:lnTo>
                    <a:pt x="4271963" y="2514600"/>
                  </a:lnTo>
                  <a:lnTo>
                    <a:pt x="4250055" y="2514600"/>
                  </a:lnTo>
                  <a:lnTo>
                    <a:pt x="4228148" y="2514600"/>
                  </a:lnTo>
                  <a:lnTo>
                    <a:pt x="4206240" y="2514600"/>
                  </a:lnTo>
                  <a:lnTo>
                    <a:pt x="4184332" y="2514600"/>
                  </a:lnTo>
                  <a:lnTo>
                    <a:pt x="4162425" y="2514600"/>
                  </a:lnTo>
                  <a:lnTo>
                    <a:pt x="4140517" y="2514600"/>
                  </a:lnTo>
                  <a:lnTo>
                    <a:pt x="4118610" y="2514600"/>
                  </a:lnTo>
                  <a:lnTo>
                    <a:pt x="4096703" y="2514600"/>
                  </a:lnTo>
                  <a:lnTo>
                    <a:pt x="4074795" y="2514600"/>
                  </a:lnTo>
                  <a:lnTo>
                    <a:pt x="4052888" y="2514600"/>
                  </a:lnTo>
                  <a:lnTo>
                    <a:pt x="4030980" y="2514600"/>
                  </a:lnTo>
                  <a:lnTo>
                    <a:pt x="4009072" y="2514600"/>
                  </a:lnTo>
                  <a:lnTo>
                    <a:pt x="3987165" y="2514600"/>
                  </a:lnTo>
                  <a:lnTo>
                    <a:pt x="3965257" y="2514600"/>
                  </a:lnTo>
                  <a:lnTo>
                    <a:pt x="3943350" y="2514600"/>
                  </a:lnTo>
                  <a:lnTo>
                    <a:pt x="3921443" y="2514600"/>
                  </a:lnTo>
                  <a:lnTo>
                    <a:pt x="3899535" y="2514600"/>
                  </a:lnTo>
                  <a:lnTo>
                    <a:pt x="3877628" y="2514600"/>
                  </a:lnTo>
                  <a:lnTo>
                    <a:pt x="3855720" y="2514600"/>
                  </a:lnTo>
                  <a:lnTo>
                    <a:pt x="3833812" y="2514600"/>
                  </a:lnTo>
                  <a:lnTo>
                    <a:pt x="3811905" y="2514600"/>
                  </a:lnTo>
                  <a:lnTo>
                    <a:pt x="3789998" y="2514600"/>
                  </a:lnTo>
                  <a:lnTo>
                    <a:pt x="3768090" y="2514600"/>
                  </a:lnTo>
                  <a:lnTo>
                    <a:pt x="3746183" y="2514600"/>
                  </a:lnTo>
                  <a:lnTo>
                    <a:pt x="3724275" y="2514600"/>
                  </a:lnTo>
                  <a:lnTo>
                    <a:pt x="3702368" y="2514600"/>
                  </a:lnTo>
                  <a:lnTo>
                    <a:pt x="3680460" y="2514600"/>
                  </a:lnTo>
                  <a:lnTo>
                    <a:pt x="3658553" y="2514600"/>
                  </a:lnTo>
                  <a:lnTo>
                    <a:pt x="3636645" y="2514600"/>
                  </a:lnTo>
                  <a:lnTo>
                    <a:pt x="3614738" y="2514600"/>
                  </a:lnTo>
                  <a:lnTo>
                    <a:pt x="3592830" y="2514600"/>
                  </a:lnTo>
                  <a:lnTo>
                    <a:pt x="3570923" y="2514600"/>
                  </a:lnTo>
                  <a:lnTo>
                    <a:pt x="3549015" y="2514600"/>
                  </a:lnTo>
                  <a:lnTo>
                    <a:pt x="3527107" y="2514600"/>
                  </a:lnTo>
                  <a:lnTo>
                    <a:pt x="3505200" y="2514600"/>
                  </a:lnTo>
                  <a:lnTo>
                    <a:pt x="3483292" y="2514600"/>
                  </a:lnTo>
                  <a:lnTo>
                    <a:pt x="3461385" y="2514600"/>
                  </a:lnTo>
                  <a:lnTo>
                    <a:pt x="3439478" y="2514600"/>
                  </a:lnTo>
                  <a:lnTo>
                    <a:pt x="3417570" y="2514600"/>
                  </a:lnTo>
                  <a:lnTo>
                    <a:pt x="3395663" y="2514600"/>
                  </a:lnTo>
                  <a:lnTo>
                    <a:pt x="3373755" y="2514600"/>
                  </a:lnTo>
                  <a:lnTo>
                    <a:pt x="3351847" y="2514600"/>
                  </a:lnTo>
                  <a:lnTo>
                    <a:pt x="3329940" y="2514600"/>
                  </a:lnTo>
                  <a:lnTo>
                    <a:pt x="3308032" y="2514600"/>
                  </a:lnTo>
                  <a:lnTo>
                    <a:pt x="3286125" y="2514600"/>
                  </a:lnTo>
                  <a:lnTo>
                    <a:pt x="3264218" y="2514600"/>
                  </a:lnTo>
                  <a:lnTo>
                    <a:pt x="3242310" y="2514600"/>
                  </a:lnTo>
                  <a:lnTo>
                    <a:pt x="3220403" y="2514600"/>
                  </a:lnTo>
                  <a:lnTo>
                    <a:pt x="3198495" y="2514600"/>
                  </a:lnTo>
                  <a:lnTo>
                    <a:pt x="3176587" y="2514600"/>
                  </a:lnTo>
                  <a:lnTo>
                    <a:pt x="3154680" y="2514600"/>
                  </a:lnTo>
                  <a:lnTo>
                    <a:pt x="3132773" y="2514600"/>
                  </a:lnTo>
                  <a:lnTo>
                    <a:pt x="3110865" y="2514600"/>
                  </a:lnTo>
                  <a:lnTo>
                    <a:pt x="3088958" y="2514600"/>
                  </a:lnTo>
                  <a:lnTo>
                    <a:pt x="3067050" y="2514600"/>
                  </a:lnTo>
                  <a:lnTo>
                    <a:pt x="3045143" y="2514600"/>
                  </a:lnTo>
                  <a:lnTo>
                    <a:pt x="3023235" y="2514600"/>
                  </a:lnTo>
                  <a:lnTo>
                    <a:pt x="3001328" y="2514600"/>
                  </a:lnTo>
                  <a:lnTo>
                    <a:pt x="2979420" y="2514600"/>
                  </a:lnTo>
                  <a:lnTo>
                    <a:pt x="2957513" y="2514600"/>
                  </a:lnTo>
                  <a:lnTo>
                    <a:pt x="2935605" y="2514600"/>
                  </a:lnTo>
                  <a:lnTo>
                    <a:pt x="2913698" y="2514600"/>
                  </a:lnTo>
                  <a:lnTo>
                    <a:pt x="2891790" y="2514600"/>
                  </a:lnTo>
                  <a:lnTo>
                    <a:pt x="2869882" y="2514600"/>
                  </a:lnTo>
                  <a:lnTo>
                    <a:pt x="2847975" y="2514600"/>
                  </a:lnTo>
                  <a:lnTo>
                    <a:pt x="2826067" y="2514600"/>
                  </a:lnTo>
                  <a:lnTo>
                    <a:pt x="2804160" y="2514600"/>
                  </a:lnTo>
                  <a:lnTo>
                    <a:pt x="2782253" y="2514600"/>
                  </a:lnTo>
                  <a:lnTo>
                    <a:pt x="2760345" y="2514600"/>
                  </a:lnTo>
                  <a:lnTo>
                    <a:pt x="2738438" y="2514600"/>
                  </a:lnTo>
                  <a:lnTo>
                    <a:pt x="2716530" y="2514600"/>
                  </a:lnTo>
                  <a:lnTo>
                    <a:pt x="2694623" y="2514600"/>
                  </a:lnTo>
                  <a:lnTo>
                    <a:pt x="2672715" y="2514600"/>
                  </a:lnTo>
                  <a:lnTo>
                    <a:pt x="2650808" y="2514600"/>
                  </a:lnTo>
                  <a:lnTo>
                    <a:pt x="2628900" y="2514600"/>
                  </a:lnTo>
                  <a:lnTo>
                    <a:pt x="2606993" y="2514600"/>
                  </a:lnTo>
                  <a:lnTo>
                    <a:pt x="2585085" y="2514600"/>
                  </a:lnTo>
                  <a:lnTo>
                    <a:pt x="2563177" y="2514600"/>
                  </a:lnTo>
                  <a:lnTo>
                    <a:pt x="2541270" y="2514600"/>
                  </a:lnTo>
                  <a:lnTo>
                    <a:pt x="2519363" y="2514600"/>
                  </a:lnTo>
                  <a:lnTo>
                    <a:pt x="2497455" y="2514600"/>
                  </a:lnTo>
                  <a:lnTo>
                    <a:pt x="2475548" y="2514600"/>
                  </a:lnTo>
                  <a:lnTo>
                    <a:pt x="2453640" y="2514600"/>
                  </a:lnTo>
                  <a:lnTo>
                    <a:pt x="2431733" y="2514600"/>
                  </a:lnTo>
                  <a:lnTo>
                    <a:pt x="2409825" y="2514600"/>
                  </a:lnTo>
                  <a:lnTo>
                    <a:pt x="2387918" y="2514600"/>
                  </a:lnTo>
                  <a:lnTo>
                    <a:pt x="2366010" y="2514600"/>
                  </a:lnTo>
                  <a:lnTo>
                    <a:pt x="2344103" y="2514600"/>
                  </a:lnTo>
                  <a:lnTo>
                    <a:pt x="2322195" y="2514600"/>
                  </a:lnTo>
                  <a:lnTo>
                    <a:pt x="2300288" y="2514600"/>
                  </a:lnTo>
                  <a:lnTo>
                    <a:pt x="2278380" y="2514600"/>
                  </a:lnTo>
                  <a:lnTo>
                    <a:pt x="2256472" y="2514600"/>
                  </a:lnTo>
                  <a:lnTo>
                    <a:pt x="2234565" y="2514600"/>
                  </a:lnTo>
                  <a:lnTo>
                    <a:pt x="2212658" y="2514600"/>
                  </a:lnTo>
                  <a:lnTo>
                    <a:pt x="2190750" y="2514600"/>
                  </a:lnTo>
                  <a:lnTo>
                    <a:pt x="2168842" y="2514600"/>
                  </a:lnTo>
                  <a:lnTo>
                    <a:pt x="2146935" y="2514600"/>
                  </a:lnTo>
                  <a:lnTo>
                    <a:pt x="2125028" y="2514600"/>
                  </a:lnTo>
                  <a:lnTo>
                    <a:pt x="2103120" y="2514600"/>
                  </a:lnTo>
                  <a:lnTo>
                    <a:pt x="2081212" y="2514600"/>
                  </a:lnTo>
                  <a:lnTo>
                    <a:pt x="2059305" y="2514600"/>
                  </a:lnTo>
                  <a:lnTo>
                    <a:pt x="2037398" y="2514600"/>
                  </a:lnTo>
                  <a:lnTo>
                    <a:pt x="2015490" y="2514600"/>
                  </a:lnTo>
                  <a:lnTo>
                    <a:pt x="1993583" y="2514600"/>
                  </a:lnTo>
                  <a:lnTo>
                    <a:pt x="1971675" y="2514600"/>
                  </a:lnTo>
                  <a:lnTo>
                    <a:pt x="1949768" y="2514600"/>
                  </a:lnTo>
                  <a:lnTo>
                    <a:pt x="1927860" y="2514600"/>
                  </a:lnTo>
                  <a:lnTo>
                    <a:pt x="1905952" y="2514600"/>
                  </a:lnTo>
                  <a:lnTo>
                    <a:pt x="1884045" y="2514600"/>
                  </a:lnTo>
                  <a:lnTo>
                    <a:pt x="1862138" y="2514600"/>
                  </a:lnTo>
                  <a:lnTo>
                    <a:pt x="1840230" y="2514600"/>
                  </a:lnTo>
                  <a:lnTo>
                    <a:pt x="1818322" y="2514600"/>
                  </a:lnTo>
                  <a:lnTo>
                    <a:pt x="1796415" y="2514600"/>
                  </a:lnTo>
                  <a:lnTo>
                    <a:pt x="1774508" y="2514600"/>
                  </a:lnTo>
                  <a:lnTo>
                    <a:pt x="1752600" y="2514600"/>
                  </a:lnTo>
                  <a:lnTo>
                    <a:pt x="1730693" y="2514600"/>
                  </a:lnTo>
                  <a:lnTo>
                    <a:pt x="1708785" y="2514600"/>
                  </a:lnTo>
                  <a:lnTo>
                    <a:pt x="1686878" y="2514600"/>
                  </a:lnTo>
                  <a:lnTo>
                    <a:pt x="1664970" y="2514600"/>
                  </a:lnTo>
                  <a:lnTo>
                    <a:pt x="1643063" y="2514600"/>
                  </a:lnTo>
                  <a:lnTo>
                    <a:pt x="1621155" y="2514600"/>
                  </a:lnTo>
                  <a:lnTo>
                    <a:pt x="1599247" y="2514600"/>
                  </a:lnTo>
                  <a:lnTo>
                    <a:pt x="1577340" y="2514600"/>
                  </a:lnTo>
                  <a:lnTo>
                    <a:pt x="1555433" y="2514600"/>
                  </a:lnTo>
                  <a:lnTo>
                    <a:pt x="1533525" y="2514600"/>
                  </a:lnTo>
                  <a:lnTo>
                    <a:pt x="1511618" y="2514600"/>
                  </a:lnTo>
                  <a:lnTo>
                    <a:pt x="1489710" y="2514600"/>
                  </a:lnTo>
                  <a:lnTo>
                    <a:pt x="1467803" y="2514600"/>
                  </a:lnTo>
                  <a:lnTo>
                    <a:pt x="1445895" y="2514600"/>
                  </a:lnTo>
                  <a:lnTo>
                    <a:pt x="1423987" y="2514600"/>
                  </a:lnTo>
                  <a:lnTo>
                    <a:pt x="1402080" y="2514600"/>
                  </a:lnTo>
                  <a:lnTo>
                    <a:pt x="1380173" y="2514600"/>
                  </a:lnTo>
                  <a:lnTo>
                    <a:pt x="1358265" y="2514600"/>
                  </a:lnTo>
                  <a:lnTo>
                    <a:pt x="1336358" y="2514600"/>
                  </a:lnTo>
                  <a:lnTo>
                    <a:pt x="1314450" y="2514600"/>
                  </a:lnTo>
                  <a:lnTo>
                    <a:pt x="1292542" y="2514600"/>
                  </a:lnTo>
                  <a:lnTo>
                    <a:pt x="1270635" y="2514600"/>
                  </a:lnTo>
                  <a:lnTo>
                    <a:pt x="1248727" y="2514600"/>
                  </a:lnTo>
                  <a:lnTo>
                    <a:pt x="1226820" y="2514600"/>
                  </a:lnTo>
                  <a:lnTo>
                    <a:pt x="1204913" y="2514600"/>
                  </a:lnTo>
                  <a:lnTo>
                    <a:pt x="1183005" y="2514600"/>
                  </a:lnTo>
                  <a:lnTo>
                    <a:pt x="1161098" y="2514600"/>
                  </a:lnTo>
                  <a:lnTo>
                    <a:pt x="1139190" y="2514600"/>
                  </a:lnTo>
                  <a:lnTo>
                    <a:pt x="1117282" y="2514600"/>
                  </a:lnTo>
                  <a:lnTo>
                    <a:pt x="1095375" y="2514600"/>
                  </a:lnTo>
                  <a:lnTo>
                    <a:pt x="1073468" y="2514600"/>
                  </a:lnTo>
                  <a:lnTo>
                    <a:pt x="1051560" y="2514600"/>
                  </a:lnTo>
                  <a:lnTo>
                    <a:pt x="1029653" y="2514600"/>
                  </a:lnTo>
                  <a:lnTo>
                    <a:pt x="1007745" y="2514600"/>
                  </a:lnTo>
                  <a:lnTo>
                    <a:pt x="985838" y="2514600"/>
                  </a:lnTo>
                  <a:lnTo>
                    <a:pt x="963930" y="2514600"/>
                  </a:lnTo>
                  <a:lnTo>
                    <a:pt x="942023" y="2514600"/>
                  </a:lnTo>
                  <a:lnTo>
                    <a:pt x="920115" y="2514600"/>
                  </a:lnTo>
                  <a:lnTo>
                    <a:pt x="898208" y="2514600"/>
                  </a:lnTo>
                  <a:lnTo>
                    <a:pt x="876300" y="2514600"/>
                  </a:lnTo>
                  <a:lnTo>
                    <a:pt x="854393" y="2514600"/>
                  </a:lnTo>
                  <a:lnTo>
                    <a:pt x="832485" y="2514600"/>
                  </a:lnTo>
                  <a:lnTo>
                    <a:pt x="810578" y="2514600"/>
                  </a:lnTo>
                  <a:lnTo>
                    <a:pt x="788670" y="2514600"/>
                  </a:lnTo>
                  <a:lnTo>
                    <a:pt x="766763" y="2514600"/>
                  </a:lnTo>
                  <a:lnTo>
                    <a:pt x="744855" y="2514600"/>
                  </a:lnTo>
                  <a:lnTo>
                    <a:pt x="722948" y="2514600"/>
                  </a:lnTo>
                  <a:lnTo>
                    <a:pt x="701040" y="2514600"/>
                  </a:lnTo>
                  <a:lnTo>
                    <a:pt x="679133" y="2514600"/>
                  </a:lnTo>
                  <a:lnTo>
                    <a:pt x="657225" y="2514600"/>
                  </a:lnTo>
                  <a:lnTo>
                    <a:pt x="635318" y="2514600"/>
                  </a:lnTo>
                  <a:lnTo>
                    <a:pt x="613410" y="2514600"/>
                  </a:lnTo>
                  <a:lnTo>
                    <a:pt x="591503" y="2514600"/>
                  </a:lnTo>
                  <a:lnTo>
                    <a:pt x="569595" y="2514600"/>
                  </a:lnTo>
                  <a:lnTo>
                    <a:pt x="547688" y="2514600"/>
                  </a:lnTo>
                  <a:lnTo>
                    <a:pt x="525780" y="2514600"/>
                  </a:lnTo>
                  <a:lnTo>
                    <a:pt x="503873" y="2514600"/>
                  </a:lnTo>
                  <a:lnTo>
                    <a:pt x="481965" y="2514600"/>
                  </a:lnTo>
                  <a:lnTo>
                    <a:pt x="460057" y="2514600"/>
                  </a:lnTo>
                  <a:lnTo>
                    <a:pt x="438150" y="2514600"/>
                  </a:lnTo>
                  <a:lnTo>
                    <a:pt x="416243" y="2514600"/>
                  </a:lnTo>
                  <a:lnTo>
                    <a:pt x="394335" y="2514600"/>
                  </a:lnTo>
                  <a:lnTo>
                    <a:pt x="372428" y="2514600"/>
                  </a:lnTo>
                  <a:lnTo>
                    <a:pt x="350520" y="2514600"/>
                  </a:lnTo>
                  <a:lnTo>
                    <a:pt x="328613" y="2514600"/>
                  </a:lnTo>
                  <a:lnTo>
                    <a:pt x="306705" y="2514600"/>
                  </a:lnTo>
                  <a:lnTo>
                    <a:pt x="284798" y="2514600"/>
                  </a:lnTo>
                  <a:lnTo>
                    <a:pt x="262890" y="2514600"/>
                  </a:lnTo>
                  <a:lnTo>
                    <a:pt x="240982" y="2514600"/>
                  </a:lnTo>
                  <a:lnTo>
                    <a:pt x="219075" y="2514600"/>
                  </a:lnTo>
                  <a:lnTo>
                    <a:pt x="197167" y="2514600"/>
                  </a:lnTo>
                  <a:lnTo>
                    <a:pt x="175260" y="2514600"/>
                  </a:lnTo>
                  <a:lnTo>
                    <a:pt x="153353" y="2514600"/>
                  </a:lnTo>
                  <a:lnTo>
                    <a:pt x="131445" y="2514600"/>
                  </a:lnTo>
                  <a:lnTo>
                    <a:pt x="109538" y="2514600"/>
                  </a:lnTo>
                  <a:lnTo>
                    <a:pt x="87630" y="2514600"/>
                  </a:lnTo>
                  <a:lnTo>
                    <a:pt x="65723" y="2514600"/>
                  </a:lnTo>
                  <a:lnTo>
                    <a:pt x="43815" y="2514600"/>
                  </a:lnTo>
                  <a:lnTo>
                    <a:pt x="21908" y="2514600"/>
                  </a:lnTo>
                  <a:lnTo>
                    <a:pt x="0" y="2514600"/>
                  </a:lnTo>
                  <a:close/>
                </a:path>
              </a:pathLst>
            </a:custGeom>
            <a:solidFill>
              <a:srgbClr val="CED7E6"/>
            </a:solidFill>
            <a:ln>
              <a:noFill/>
            </a:ln>
          </p:spPr>
        </p:sp>
        <p:sp>
          <p:nvSpPr>
            <p:cNvPr id="10" name="node03.series.source-002"/>
            <p:cNvSpPr/>
            <p:nvPr/>
          </p:nvSpPr>
          <p:spPr>
            <a:xfrm>
              <a:off x="723900" y="2362200"/>
              <a:ext cx="5257800" cy="2514600"/>
            </a:xfrm>
            <a:custGeom>
              <a:avLst/>
              <a:gdLst/>
              <a:ahLst/>
              <a:cxnLst/>
              <a:rect l="l" t="t" r="r" b="b"/>
              <a:pathLst>
                <a:path w="5257800" h="2514600">
                  <a:moveTo>
                    <a:pt x="0" y="1955361"/>
                  </a:moveTo>
                  <a:lnTo>
                    <a:pt x="21908" y="1950318"/>
                  </a:lnTo>
                  <a:lnTo>
                    <a:pt x="43815" y="1944961"/>
                  </a:lnTo>
                  <a:lnTo>
                    <a:pt x="65723" y="1939284"/>
                  </a:lnTo>
                  <a:lnTo>
                    <a:pt x="87630" y="1933280"/>
                  </a:lnTo>
                  <a:lnTo>
                    <a:pt x="109538" y="1926946"/>
                  </a:lnTo>
                  <a:lnTo>
                    <a:pt x="131445" y="1920276"/>
                  </a:lnTo>
                  <a:lnTo>
                    <a:pt x="153353" y="1913269"/>
                  </a:lnTo>
                  <a:lnTo>
                    <a:pt x="175260" y="1905922"/>
                  </a:lnTo>
                  <a:lnTo>
                    <a:pt x="197167" y="1898234"/>
                  </a:lnTo>
                  <a:lnTo>
                    <a:pt x="219075" y="1890207"/>
                  </a:lnTo>
                  <a:lnTo>
                    <a:pt x="240982" y="1881843"/>
                  </a:lnTo>
                  <a:lnTo>
                    <a:pt x="262890" y="1873144"/>
                  </a:lnTo>
                  <a:lnTo>
                    <a:pt x="284798" y="1864117"/>
                  </a:lnTo>
                  <a:lnTo>
                    <a:pt x="306705" y="1854765"/>
                  </a:lnTo>
                  <a:lnTo>
                    <a:pt x="328613" y="1845096"/>
                  </a:lnTo>
                  <a:lnTo>
                    <a:pt x="350520" y="1835119"/>
                  </a:lnTo>
                  <a:lnTo>
                    <a:pt x="372428" y="1824843"/>
                  </a:lnTo>
                  <a:lnTo>
                    <a:pt x="394335" y="1814277"/>
                  </a:lnTo>
                  <a:lnTo>
                    <a:pt x="416243" y="1803435"/>
                  </a:lnTo>
                  <a:lnTo>
                    <a:pt x="438150" y="1792328"/>
                  </a:lnTo>
                  <a:lnTo>
                    <a:pt x="460057" y="1780969"/>
                  </a:lnTo>
                  <a:lnTo>
                    <a:pt x="481965" y="1769372"/>
                  </a:lnTo>
                  <a:lnTo>
                    <a:pt x="503873" y="1757554"/>
                  </a:lnTo>
                  <a:lnTo>
                    <a:pt x="525780" y="1745531"/>
                  </a:lnTo>
                  <a:lnTo>
                    <a:pt x="547688" y="1733318"/>
                  </a:lnTo>
                  <a:lnTo>
                    <a:pt x="569595" y="1720933"/>
                  </a:lnTo>
                  <a:lnTo>
                    <a:pt x="591503" y="1708394"/>
                  </a:lnTo>
                  <a:lnTo>
                    <a:pt x="613410" y="1695719"/>
                  </a:lnTo>
                  <a:lnTo>
                    <a:pt x="635318" y="1682927"/>
                  </a:lnTo>
                  <a:lnTo>
                    <a:pt x="657225" y="1670033"/>
                  </a:lnTo>
                  <a:lnTo>
                    <a:pt x="679133" y="1657057"/>
                  </a:lnTo>
                  <a:lnTo>
                    <a:pt x="701040" y="1644016"/>
                  </a:lnTo>
                  <a:lnTo>
                    <a:pt x="722948" y="1630929"/>
                  </a:lnTo>
                  <a:lnTo>
                    <a:pt x="744855" y="1617813"/>
                  </a:lnTo>
                  <a:lnTo>
                    <a:pt x="766763" y="1604684"/>
                  </a:lnTo>
                  <a:lnTo>
                    <a:pt x="788670" y="1591559"/>
                  </a:lnTo>
                  <a:lnTo>
                    <a:pt x="810578" y="1578454"/>
                  </a:lnTo>
                  <a:lnTo>
                    <a:pt x="832485" y="1565384"/>
                  </a:lnTo>
                  <a:lnTo>
                    <a:pt x="854393" y="1552363"/>
                  </a:lnTo>
                  <a:lnTo>
                    <a:pt x="876300" y="1539403"/>
                  </a:lnTo>
                  <a:lnTo>
                    <a:pt x="898208" y="1526517"/>
                  </a:lnTo>
                  <a:lnTo>
                    <a:pt x="920115" y="1513715"/>
                  </a:lnTo>
                  <a:lnTo>
                    <a:pt x="942023" y="1501007"/>
                  </a:lnTo>
                  <a:lnTo>
                    <a:pt x="963930" y="1488401"/>
                  </a:lnTo>
                  <a:lnTo>
                    <a:pt x="985838" y="1475904"/>
                  </a:lnTo>
                  <a:lnTo>
                    <a:pt x="1007745" y="1463521"/>
                  </a:lnTo>
                  <a:lnTo>
                    <a:pt x="1029653" y="1451258"/>
                  </a:lnTo>
                  <a:lnTo>
                    <a:pt x="1051560" y="1439116"/>
                  </a:lnTo>
                  <a:lnTo>
                    <a:pt x="1073468" y="1427098"/>
                  </a:lnTo>
                  <a:lnTo>
                    <a:pt x="1095375" y="1415203"/>
                  </a:lnTo>
                  <a:lnTo>
                    <a:pt x="1117282" y="1403430"/>
                  </a:lnTo>
                  <a:lnTo>
                    <a:pt x="1139190" y="1391777"/>
                  </a:lnTo>
                  <a:lnTo>
                    <a:pt x="1161098" y="1380241"/>
                  </a:lnTo>
                  <a:lnTo>
                    <a:pt x="1183005" y="1368817"/>
                  </a:lnTo>
                  <a:lnTo>
                    <a:pt x="1204913" y="1357497"/>
                  </a:lnTo>
                  <a:lnTo>
                    <a:pt x="1226820" y="1346274"/>
                  </a:lnTo>
                  <a:lnTo>
                    <a:pt x="1248727" y="1335140"/>
                  </a:lnTo>
                  <a:lnTo>
                    <a:pt x="1270635" y="1324084"/>
                  </a:lnTo>
                  <a:lnTo>
                    <a:pt x="1292542" y="1313097"/>
                  </a:lnTo>
                  <a:lnTo>
                    <a:pt x="1314450" y="1302169"/>
                  </a:lnTo>
                  <a:lnTo>
                    <a:pt x="1336358" y="1291287"/>
                  </a:lnTo>
                  <a:lnTo>
                    <a:pt x="1358265" y="1280440"/>
                  </a:lnTo>
                  <a:lnTo>
                    <a:pt x="1380173" y="1269617"/>
                  </a:lnTo>
                  <a:lnTo>
                    <a:pt x="1402080" y="1258806"/>
                  </a:lnTo>
                  <a:lnTo>
                    <a:pt x="1423987" y="1247993"/>
                  </a:lnTo>
                  <a:lnTo>
                    <a:pt x="1445895" y="1237167"/>
                  </a:lnTo>
                  <a:lnTo>
                    <a:pt x="1467803" y="1226315"/>
                  </a:lnTo>
                  <a:lnTo>
                    <a:pt x="1489710" y="1215425"/>
                  </a:lnTo>
                  <a:lnTo>
                    <a:pt x="1511618" y="1204486"/>
                  </a:lnTo>
                  <a:lnTo>
                    <a:pt x="1533525" y="1193488"/>
                  </a:lnTo>
                  <a:lnTo>
                    <a:pt x="1555433" y="1182420"/>
                  </a:lnTo>
                  <a:lnTo>
                    <a:pt x="1577340" y="1171274"/>
                  </a:lnTo>
                  <a:lnTo>
                    <a:pt x="1599247" y="1160043"/>
                  </a:lnTo>
                  <a:lnTo>
                    <a:pt x="1621155" y="1148719"/>
                  </a:lnTo>
                  <a:lnTo>
                    <a:pt x="1643063" y="1137295"/>
                  </a:lnTo>
                  <a:lnTo>
                    <a:pt x="1664970" y="1125768"/>
                  </a:lnTo>
                  <a:lnTo>
                    <a:pt x="1686878" y="1114133"/>
                  </a:lnTo>
                  <a:lnTo>
                    <a:pt x="1708785" y="1102388"/>
                  </a:lnTo>
                  <a:lnTo>
                    <a:pt x="1730693" y="1090531"/>
                  </a:lnTo>
                  <a:lnTo>
                    <a:pt x="1752600" y="1078564"/>
                  </a:lnTo>
                  <a:lnTo>
                    <a:pt x="1774508" y="1066487"/>
                  </a:lnTo>
                  <a:lnTo>
                    <a:pt x="1796415" y="1054303"/>
                  </a:lnTo>
                  <a:lnTo>
                    <a:pt x="1818322" y="1042017"/>
                  </a:lnTo>
                  <a:lnTo>
                    <a:pt x="1840230" y="1029633"/>
                  </a:lnTo>
                  <a:lnTo>
                    <a:pt x="1862138" y="1017157"/>
                  </a:lnTo>
                  <a:lnTo>
                    <a:pt x="1884045" y="1004597"/>
                  </a:lnTo>
                  <a:lnTo>
                    <a:pt x="1905952" y="991960"/>
                  </a:lnTo>
                  <a:lnTo>
                    <a:pt x="1927860" y="979257"/>
                  </a:lnTo>
                  <a:lnTo>
                    <a:pt x="1949768" y="966495"/>
                  </a:lnTo>
                  <a:lnTo>
                    <a:pt x="1971675" y="953688"/>
                  </a:lnTo>
                  <a:lnTo>
                    <a:pt x="1993583" y="940846"/>
                  </a:lnTo>
                  <a:lnTo>
                    <a:pt x="2015490" y="927982"/>
                  </a:lnTo>
                  <a:lnTo>
                    <a:pt x="2037398" y="915106"/>
                  </a:lnTo>
                  <a:lnTo>
                    <a:pt x="2059305" y="902233"/>
                  </a:lnTo>
                  <a:lnTo>
                    <a:pt x="2081212" y="889375"/>
                  </a:lnTo>
                  <a:lnTo>
                    <a:pt x="2103120" y="876545"/>
                  </a:lnTo>
                  <a:lnTo>
                    <a:pt x="2125028" y="863757"/>
                  </a:lnTo>
                  <a:lnTo>
                    <a:pt x="2146935" y="851023"/>
                  </a:lnTo>
                  <a:lnTo>
                    <a:pt x="2168842" y="838358"/>
                  </a:lnTo>
                  <a:lnTo>
                    <a:pt x="2190750" y="825774"/>
                  </a:lnTo>
                  <a:lnTo>
                    <a:pt x="2212658" y="813284"/>
                  </a:lnTo>
                  <a:lnTo>
                    <a:pt x="2234565" y="800899"/>
                  </a:lnTo>
                  <a:lnTo>
                    <a:pt x="2256472" y="788631"/>
                  </a:lnTo>
                  <a:lnTo>
                    <a:pt x="2278380" y="776492"/>
                  </a:lnTo>
                  <a:lnTo>
                    <a:pt x="2300288" y="764493"/>
                  </a:lnTo>
                  <a:lnTo>
                    <a:pt x="2322195" y="752644"/>
                  </a:lnTo>
                  <a:lnTo>
                    <a:pt x="2344103" y="740956"/>
                  </a:lnTo>
                  <a:lnTo>
                    <a:pt x="2366010" y="729438"/>
                  </a:lnTo>
                  <a:lnTo>
                    <a:pt x="2387918" y="718099"/>
                  </a:lnTo>
                  <a:lnTo>
                    <a:pt x="2409825" y="706948"/>
                  </a:lnTo>
                  <a:lnTo>
                    <a:pt x="2431733" y="695992"/>
                  </a:lnTo>
                  <a:lnTo>
                    <a:pt x="2453640" y="685239"/>
                  </a:lnTo>
                  <a:lnTo>
                    <a:pt x="2475548" y="674693"/>
                  </a:lnTo>
                  <a:lnTo>
                    <a:pt x="2497455" y="664362"/>
                  </a:lnTo>
                  <a:lnTo>
                    <a:pt x="2519363" y="654251"/>
                  </a:lnTo>
                  <a:lnTo>
                    <a:pt x="2541270" y="644363"/>
                  </a:lnTo>
                  <a:lnTo>
                    <a:pt x="2563177" y="634703"/>
                  </a:lnTo>
                  <a:lnTo>
                    <a:pt x="2585085" y="625274"/>
                  </a:lnTo>
                  <a:lnTo>
                    <a:pt x="2606993" y="616079"/>
                  </a:lnTo>
                  <a:lnTo>
                    <a:pt x="2628900" y="607121"/>
                  </a:lnTo>
                  <a:lnTo>
                    <a:pt x="2650808" y="598402"/>
                  </a:lnTo>
                  <a:lnTo>
                    <a:pt x="2672715" y="589922"/>
                  </a:lnTo>
                  <a:lnTo>
                    <a:pt x="2694623" y="581684"/>
                  </a:lnTo>
                  <a:lnTo>
                    <a:pt x="2716530" y="573688"/>
                  </a:lnTo>
                  <a:lnTo>
                    <a:pt x="2738438" y="565932"/>
                  </a:lnTo>
                  <a:lnTo>
                    <a:pt x="2760345" y="558416"/>
                  </a:lnTo>
                  <a:lnTo>
                    <a:pt x="2782253" y="551139"/>
                  </a:lnTo>
                  <a:lnTo>
                    <a:pt x="2804160" y="544098"/>
                  </a:lnTo>
                  <a:lnTo>
                    <a:pt x="2826067" y="537292"/>
                  </a:lnTo>
                  <a:lnTo>
                    <a:pt x="2847975" y="530719"/>
                  </a:lnTo>
                  <a:lnTo>
                    <a:pt x="2869882" y="524376"/>
                  </a:lnTo>
                  <a:lnTo>
                    <a:pt x="2891790" y="518260"/>
                  </a:lnTo>
                  <a:lnTo>
                    <a:pt x="2913698" y="512370"/>
                  </a:lnTo>
                  <a:lnTo>
                    <a:pt x="2935605" y="506701"/>
                  </a:lnTo>
                  <a:lnTo>
                    <a:pt x="2957513" y="501249"/>
                  </a:lnTo>
                  <a:lnTo>
                    <a:pt x="2979420" y="496011"/>
                  </a:lnTo>
                  <a:lnTo>
                    <a:pt x="3001328" y="490982"/>
                  </a:lnTo>
                  <a:lnTo>
                    <a:pt x="3023235" y="486158"/>
                  </a:lnTo>
                  <a:lnTo>
                    <a:pt x="3045143" y="481535"/>
                  </a:lnTo>
                  <a:lnTo>
                    <a:pt x="3067050" y="477110"/>
                  </a:lnTo>
                  <a:lnTo>
                    <a:pt x="3088958" y="472879"/>
                  </a:lnTo>
                  <a:lnTo>
                    <a:pt x="3110865" y="468837"/>
                  </a:lnTo>
                  <a:lnTo>
                    <a:pt x="3132773" y="464983"/>
                  </a:lnTo>
                  <a:lnTo>
                    <a:pt x="3154680" y="461312"/>
                  </a:lnTo>
                  <a:lnTo>
                    <a:pt x="3176587" y="457821"/>
                  </a:lnTo>
                  <a:lnTo>
                    <a:pt x="3198495" y="454508"/>
                  </a:lnTo>
                  <a:lnTo>
                    <a:pt x="3220403" y="451371"/>
                  </a:lnTo>
                  <a:lnTo>
                    <a:pt x="3242310" y="448408"/>
                  </a:lnTo>
                  <a:lnTo>
                    <a:pt x="3264218" y="445618"/>
                  </a:lnTo>
                  <a:lnTo>
                    <a:pt x="3286125" y="442999"/>
                  </a:lnTo>
                  <a:lnTo>
                    <a:pt x="3308032" y="440553"/>
                  </a:lnTo>
                  <a:lnTo>
                    <a:pt x="3329940" y="438279"/>
                  </a:lnTo>
                  <a:lnTo>
                    <a:pt x="3351847" y="436177"/>
                  </a:lnTo>
                  <a:lnTo>
                    <a:pt x="3373755" y="434249"/>
                  </a:lnTo>
                  <a:lnTo>
                    <a:pt x="3395663" y="432497"/>
                  </a:lnTo>
                  <a:lnTo>
                    <a:pt x="3417570" y="430924"/>
                  </a:lnTo>
                  <a:lnTo>
                    <a:pt x="3439478" y="429534"/>
                  </a:lnTo>
                  <a:lnTo>
                    <a:pt x="3461385" y="428329"/>
                  </a:lnTo>
                  <a:lnTo>
                    <a:pt x="3483292" y="427314"/>
                  </a:lnTo>
                  <a:lnTo>
                    <a:pt x="3505200" y="426494"/>
                  </a:lnTo>
                  <a:lnTo>
                    <a:pt x="3527107" y="425874"/>
                  </a:lnTo>
                  <a:lnTo>
                    <a:pt x="3549015" y="425458"/>
                  </a:lnTo>
                  <a:lnTo>
                    <a:pt x="3570923" y="425253"/>
                  </a:lnTo>
                  <a:lnTo>
                    <a:pt x="3592830" y="425262"/>
                  </a:lnTo>
                  <a:lnTo>
                    <a:pt x="3614738" y="425494"/>
                  </a:lnTo>
                  <a:lnTo>
                    <a:pt x="3636645" y="425953"/>
                  </a:lnTo>
                  <a:lnTo>
                    <a:pt x="3658553" y="426647"/>
                  </a:lnTo>
                  <a:lnTo>
                    <a:pt x="3680460" y="427579"/>
                  </a:lnTo>
                  <a:lnTo>
                    <a:pt x="3702368" y="428758"/>
                  </a:lnTo>
                  <a:lnTo>
                    <a:pt x="3724275" y="430186"/>
                  </a:lnTo>
                  <a:lnTo>
                    <a:pt x="3746183" y="431870"/>
                  </a:lnTo>
                  <a:lnTo>
                    <a:pt x="3768090" y="433814"/>
                  </a:lnTo>
                  <a:lnTo>
                    <a:pt x="3789998" y="436023"/>
                  </a:lnTo>
                  <a:lnTo>
                    <a:pt x="3811905" y="438498"/>
                  </a:lnTo>
                  <a:lnTo>
                    <a:pt x="3833812" y="441245"/>
                  </a:lnTo>
                  <a:lnTo>
                    <a:pt x="3855720" y="444264"/>
                  </a:lnTo>
                  <a:lnTo>
                    <a:pt x="3877628" y="447558"/>
                  </a:lnTo>
                  <a:lnTo>
                    <a:pt x="3899535" y="451129"/>
                  </a:lnTo>
                  <a:lnTo>
                    <a:pt x="3921443" y="454975"/>
                  </a:lnTo>
                  <a:lnTo>
                    <a:pt x="3943350" y="459095"/>
                  </a:lnTo>
                  <a:lnTo>
                    <a:pt x="3965257" y="463489"/>
                  </a:lnTo>
                  <a:lnTo>
                    <a:pt x="3987165" y="468152"/>
                  </a:lnTo>
                  <a:lnTo>
                    <a:pt x="4009072" y="473081"/>
                  </a:lnTo>
                  <a:lnTo>
                    <a:pt x="4030980" y="478273"/>
                  </a:lnTo>
                  <a:lnTo>
                    <a:pt x="4052888" y="483720"/>
                  </a:lnTo>
                  <a:lnTo>
                    <a:pt x="4074795" y="489419"/>
                  </a:lnTo>
                  <a:lnTo>
                    <a:pt x="4096703" y="495361"/>
                  </a:lnTo>
                  <a:lnTo>
                    <a:pt x="4118610" y="501540"/>
                  </a:lnTo>
                  <a:lnTo>
                    <a:pt x="4140517" y="507946"/>
                  </a:lnTo>
                  <a:lnTo>
                    <a:pt x="4162425" y="514570"/>
                  </a:lnTo>
                  <a:lnTo>
                    <a:pt x="4184332" y="521401"/>
                  </a:lnTo>
                  <a:lnTo>
                    <a:pt x="4206240" y="528430"/>
                  </a:lnTo>
                  <a:lnTo>
                    <a:pt x="4228148" y="535642"/>
                  </a:lnTo>
                  <a:lnTo>
                    <a:pt x="4250055" y="543028"/>
                  </a:lnTo>
                  <a:lnTo>
                    <a:pt x="4271963" y="550573"/>
                  </a:lnTo>
                  <a:lnTo>
                    <a:pt x="4293870" y="558266"/>
                  </a:lnTo>
                  <a:lnTo>
                    <a:pt x="4315778" y="566091"/>
                  </a:lnTo>
                  <a:lnTo>
                    <a:pt x="4337685" y="574037"/>
                  </a:lnTo>
                  <a:lnTo>
                    <a:pt x="4359593" y="582087"/>
                  </a:lnTo>
                  <a:lnTo>
                    <a:pt x="4381500" y="590229"/>
                  </a:lnTo>
                  <a:lnTo>
                    <a:pt x="4403408" y="598446"/>
                  </a:lnTo>
                  <a:lnTo>
                    <a:pt x="4425315" y="606725"/>
                  </a:lnTo>
                  <a:lnTo>
                    <a:pt x="4447223" y="615051"/>
                  </a:lnTo>
                  <a:lnTo>
                    <a:pt x="4469130" y="623408"/>
                  </a:lnTo>
                  <a:lnTo>
                    <a:pt x="4491038" y="631781"/>
                  </a:lnTo>
                  <a:lnTo>
                    <a:pt x="4512945" y="640157"/>
                  </a:lnTo>
                  <a:lnTo>
                    <a:pt x="4534853" y="648519"/>
                  </a:lnTo>
                  <a:lnTo>
                    <a:pt x="4556760" y="656854"/>
                  </a:lnTo>
                  <a:lnTo>
                    <a:pt x="4578668" y="665147"/>
                  </a:lnTo>
                  <a:lnTo>
                    <a:pt x="4600575" y="673384"/>
                  </a:lnTo>
                  <a:lnTo>
                    <a:pt x="4622483" y="681552"/>
                  </a:lnTo>
                  <a:lnTo>
                    <a:pt x="4644390" y="689637"/>
                  </a:lnTo>
                  <a:lnTo>
                    <a:pt x="4666297" y="697627"/>
                  </a:lnTo>
                  <a:lnTo>
                    <a:pt x="4688205" y="705510"/>
                  </a:lnTo>
                  <a:lnTo>
                    <a:pt x="4710113" y="713273"/>
                  </a:lnTo>
                  <a:lnTo>
                    <a:pt x="4732020" y="720905"/>
                  </a:lnTo>
                  <a:lnTo>
                    <a:pt x="4753928" y="728397"/>
                  </a:lnTo>
                  <a:lnTo>
                    <a:pt x="4775835" y="735737"/>
                  </a:lnTo>
                  <a:lnTo>
                    <a:pt x="4797742" y="742917"/>
                  </a:lnTo>
                  <a:lnTo>
                    <a:pt x="4819650" y="749927"/>
                  </a:lnTo>
                  <a:lnTo>
                    <a:pt x="4841557" y="756761"/>
                  </a:lnTo>
                  <a:lnTo>
                    <a:pt x="4863465" y="763411"/>
                  </a:lnTo>
                  <a:lnTo>
                    <a:pt x="4885373" y="769869"/>
                  </a:lnTo>
                  <a:lnTo>
                    <a:pt x="4907280" y="776130"/>
                  </a:lnTo>
                  <a:lnTo>
                    <a:pt x="4929188" y="782189"/>
                  </a:lnTo>
                  <a:lnTo>
                    <a:pt x="4951095" y="788042"/>
                  </a:lnTo>
                  <a:lnTo>
                    <a:pt x="4973003" y="793686"/>
                  </a:lnTo>
                  <a:lnTo>
                    <a:pt x="4994910" y="799118"/>
                  </a:lnTo>
                  <a:lnTo>
                    <a:pt x="5016818" y="804337"/>
                  </a:lnTo>
                  <a:lnTo>
                    <a:pt x="5038725" y="809341"/>
                  </a:lnTo>
                  <a:lnTo>
                    <a:pt x="5060633" y="814129"/>
                  </a:lnTo>
                  <a:lnTo>
                    <a:pt x="5082540" y="818703"/>
                  </a:lnTo>
                  <a:lnTo>
                    <a:pt x="5104448" y="823063"/>
                  </a:lnTo>
                  <a:lnTo>
                    <a:pt x="5126355" y="827209"/>
                  </a:lnTo>
                  <a:lnTo>
                    <a:pt x="5148263" y="831146"/>
                  </a:lnTo>
                  <a:lnTo>
                    <a:pt x="5170170" y="834875"/>
                  </a:lnTo>
                  <a:lnTo>
                    <a:pt x="5192078" y="838401"/>
                  </a:lnTo>
                  <a:lnTo>
                    <a:pt x="5213985" y="841727"/>
                  </a:lnTo>
                  <a:lnTo>
                    <a:pt x="5235893" y="844859"/>
                  </a:lnTo>
                  <a:lnTo>
                    <a:pt x="5257800" y="847801"/>
                  </a:lnTo>
                  <a:lnTo>
                    <a:pt x="5257800" y="1257304"/>
                  </a:lnTo>
                  <a:lnTo>
                    <a:pt x="5235893" y="1257306"/>
                  </a:lnTo>
                  <a:lnTo>
                    <a:pt x="5213985" y="1257309"/>
                  </a:lnTo>
                  <a:lnTo>
                    <a:pt x="5192078" y="1257313"/>
                  </a:lnTo>
                  <a:lnTo>
                    <a:pt x="5170170" y="1257317"/>
                  </a:lnTo>
                  <a:lnTo>
                    <a:pt x="5148263" y="1257324"/>
                  </a:lnTo>
                  <a:lnTo>
                    <a:pt x="5126355" y="1257331"/>
                  </a:lnTo>
                  <a:lnTo>
                    <a:pt x="5104448" y="1257340"/>
                  </a:lnTo>
                  <a:lnTo>
                    <a:pt x="5082540" y="1257352"/>
                  </a:lnTo>
                  <a:lnTo>
                    <a:pt x="5060633" y="1257366"/>
                  </a:lnTo>
                  <a:lnTo>
                    <a:pt x="5038725" y="1257382"/>
                  </a:lnTo>
                  <a:lnTo>
                    <a:pt x="5016818" y="1257403"/>
                  </a:lnTo>
                  <a:lnTo>
                    <a:pt x="4994910" y="1257427"/>
                  </a:lnTo>
                  <a:lnTo>
                    <a:pt x="4973003" y="1257456"/>
                  </a:lnTo>
                  <a:lnTo>
                    <a:pt x="4951095" y="1257490"/>
                  </a:lnTo>
                  <a:lnTo>
                    <a:pt x="4929188" y="1257530"/>
                  </a:lnTo>
                  <a:lnTo>
                    <a:pt x="4907280" y="1257578"/>
                  </a:lnTo>
                  <a:lnTo>
                    <a:pt x="4885373" y="1257633"/>
                  </a:lnTo>
                  <a:lnTo>
                    <a:pt x="4863465" y="1257696"/>
                  </a:lnTo>
                  <a:lnTo>
                    <a:pt x="4841557" y="1257770"/>
                  </a:lnTo>
                  <a:lnTo>
                    <a:pt x="4819650" y="1257854"/>
                  </a:lnTo>
                  <a:lnTo>
                    <a:pt x="4797742" y="1257951"/>
                  </a:lnTo>
                  <a:lnTo>
                    <a:pt x="4775835" y="1258061"/>
                  </a:lnTo>
                  <a:lnTo>
                    <a:pt x="4753928" y="1258187"/>
                  </a:lnTo>
                  <a:lnTo>
                    <a:pt x="4732020" y="1258330"/>
                  </a:lnTo>
                  <a:lnTo>
                    <a:pt x="4710113" y="1258491"/>
                  </a:lnTo>
                  <a:lnTo>
                    <a:pt x="4688205" y="1258673"/>
                  </a:lnTo>
                  <a:lnTo>
                    <a:pt x="4666297" y="1258877"/>
                  </a:lnTo>
                  <a:lnTo>
                    <a:pt x="4644390" y="1259106"/>
                  </a:lnTo>
                  <a:lnTo>
                    <a:pt x="4622483" y="1259361"/>
                  </a:lnTo>
                  <a:lnTo>
                    <a:pt x="4600575" y="1259645"/>
                  </a:lnTo>
                  <a:lnTo>
                    <a:pt x="4578668" y="1259960"/>
                  </a:lnTo>
                  <a:lnTo>
                    <a:pt x="4556760" y="1260309"/>
                  </a:lnTo>
                  <a:lnTo>
                    <a:pt x="4534853" y="1260694"/>
                  </a:lnTo>
                  <a:lnTo>
                    <a:pt x="4512945" y="1261117"/>
                  </a:lnTo>
                  <a:lnTo>
                    <a:pt x="4491038" y="1261582"/>
                  </a:lnTo>
                  <a:lnTo>
                    <a:pt x="4469130" y="1262090"/>
                  </a:lnTo>
                  <a:lnTo>
                    <a:pt x="4447223" y="1262645"/>
                  </a:lnTo>
                  <a:lnTo>
                    <a:pt x="4425315" y="1263249"/>
                  </a:lnTo>
                  <a:lnTo>
                    <a:pt x="4403408" y="1263905"/>
                  </a:lnTo>
                  <a:lnTo>
                    <a:pt x="4381500" y="1264615"/>
                  </a:lnTo>
                  <a:lnTo>
                    <a:pt x="4359593" y="1265382"/>
                  </a:lnTo>
                  <a:lnTo>
                    <a:pt x="4337685" y="1266207"/>
                  </a:lnTo>
                  <a:lnTo>
                    <a:pt x="4315778" y="1267094"/>
                  </a:lnTo>
                  <a:lnTo>
                    <a:pt x="4293870" y="1268044"/>
                  </a:lnTo>
                  <a:lnTo>
                    <a:pt x="4271963" y="1269060"/>
                  </a:lnTo>
                  <a:lnTo>
                    <a:pt x="4250055" y="1270142"/>
                  </a:lnTo>
                  <a:lnTo>
                    <a:pt x="4228148" y="1271293"/>
                  </a:lnTo>
                  <a:lnTo>
                    <a:pt x="4206240" y="1272515"/>
                  </a:lnTo>
                  <a:lnTo>
                    <a:pt x="4184332" y="1273807"/>
                  </a:lnTo>
                  <a:lnTo>
                    <a:pt x="4162425" y="1275173"/>
                  </a:lnTo>
                  <a:lnTo>
                    <a:pt x="4140517" y="1276612"/>
                  </a:lnTo>
                  <a:lnTo>
                    <a:pt x="4118610" y="1278125"/>
                  </a:lnTo>
                  <a:lnTo>
                    <a:pt x="4096703" y="1279712"/>
                  </a:lnTo>
                  <a:lnTo>
                    <a:pt x="4074795" y="1281373"/>
                  </a:lnTo>
                  <a:lnTo>
                    <a:pt x="4052888" y="1283108"/>
                  </a:lnTo>
                  <a:lnTo>
                    <a:pt x="4030980" y="1284915"/>
                  </a:lnTo>
                  <a:lnTo>
                    <a:pt x="4009072" y="1286795"/>
                  </a:lnTo>
                  <a:lnTo>
                    <a:pt x="3987165" y="1288745"/>
                  </a:lnTo>
                  <a:lnTo>
                    <a:pt x="3965257" y="1290764"/>
                  </a:lnTo>
                  <a:lnTo>
                    <a:pt x="3943350" y="1292851"/>
                  </a:lnTo>
                  <a:lnTo>
                    <a:pt x="3921443" y="1295003"/>
                  </a:lnTo>
                  <a:lnTo>
                    <a:pt x="3899535" y="1297220"/>
                  </a:lnTo>
                  <a:lnTo>
                    <a:pt x="3877628" y="1299498"/>
                  </a:lnTo>
                  <a:lnTo>
                    <a:pt x="3855720" y="1301836"/>
                  </a:lnTo>
                  <a:lnTo>
                    <a:pt x="3833812" y="1304229"/>
                  </a:lnTo>
                  <a:lnTo>
                    <a:pt x="3811905" y="1306677"/>
                  </a:lnTo>
                  <a:lnTo>
                    <a:pt x="3789998" y="1309176"/>
                  </a:lnTo>
                  <a:lnTo>
                    <a:pt x="3768090" y="1311723"/>
                  </a:lnTo>
                  <a:lnTo>
                    <a:pt x="3746183" y="1314316"/>
                  </a:lnTo>
                  <a:lnTo>
                    <a:pt x="3724275" y="1316953"/>
                  </a:lnTo>
                  <a:lnTo>
                    <a:pt x="3702368" y="1319631"/>
                  </a:lnTo>
                  <a:lnTo>
                    <a:pt x="3680460" y="1322348"/>
                  </a:lnTo>
                  <a:lnTo>
                    <a:pt x="3658553" y="1325102"/>
                  </a:lnTo>
                  <a:lnTo>
                    <a:pt x="3636645" y="1327892"/>
                  </a:lnTo>
                  <a:lnTo>
                    <a:pt x="3614738" y="1330716"/>
                  </a:lnTo>
                  <a:lnTo>
                    <a:pt x="3592830" y="1333573"/>
                  </a:lnTo>
                  <a:lnTo>
                    <a:pt x="3570923" y="1336462"/>
                  </a:lnTo>
                  <a:lnTo>
                    <a:pt x="3549015" y="1339384"/>
                  </a:lnTo>
                  <a:lnTo>
                    <a:pt x="3527107" y="1342338"/>
                  </a:lnTo>
                  <a:lnTo>
                    <a:pt x="3505200" y="1345326"/>
                  </a:lnTo>
                  <a:lnTo>
                    <a:pt x="3483292" y="1348348"/>
                  </a:lnTo>
                  <a:lnTo>
                    <a:pt x="3461385" y="1351405"/>
                  </a:lnTo>
                  <a:lnTo>
                    <a:pt x="3439478" y="1354502"/>
                  </a:lnTo>
                  <a:lnTo>
                    <a:pt x="3417570" y="1357639"/>
                  </a:lnTo>
                  <a:lnTo>
                    <a:pt x="3395663" y="1360820"/>
                  </a:lnTo>
                  <a:lnTo>
                    <a:pt x="3373755" y="1364049"/>
                  </a:lnTo>
                  <a:lnTo>
                    <a:pt x="3351847" y="1367330"/>
                  </a:lnTo>
                  <a:lnTo>
                    <a:pt x="3329940" y="1370667"/>
                  </a:lnTo>
                  <a:lnTo>
                    <a:pt x="3308032" y="1374066"/>
                  </a:lnTo>
                  <a:lnTo>
                    <a:pt x="3286125" y="1377532"/>
                  </a:lnTo>
                  <a:lnTo>
                    <a:pt x="3264218" y="1381069"/>
                  </a:lnTo>
                  <a:lnTo>
                    <a:pt x="3242310" y="1384684"/>
                  </a:lnTo>
                  <a:lnTo>
                    <a:pt x="3220403" y="1388384"/>
                  </a:lnTo>
                  <a:lnTo>
                    <a:pt x="3198495" y="1392173"/>
                  </a:lnTo>
                  <a:lnTo>
                    <a:pt x="3176587" y="1396060"/>
                  </a:lnTo>
                  <a:lnTo>
                    <a:pt x="3154680" y="1400050"/>
                  </a:lnTo>
                  <a:lnTo>
                    <a:pt x="3132773" y="1404150"/>
                  </a:lnTo>
                  <a:lnTo>
                    <a:pt x="3110865" y="1408365"/>
                  </a:lnTo>
                  <a:lnTo>
                    <a:pt x="3088958" y="1412703"/>
                  </a:lnTo>
                  <a:lnTo>
                    <a:pt x="3067050" y="1417169"/>
                  </a:lnTo>
                  <a:lnTo>
                    <a:pt x="3045143" y="1421768"/>
                  </a:lnTo>
                  <a:lnTo>
                    <a:pt x="3023235" y="1426506"/>
                  </a:lnTo>
                  <a:lnTo>
                    <a:pt x="3001328" y="1431388"/>
                  </a:lnTo>
                  <a:lnTo>
                    <a:pt x="2979420" y="1436416"/>
                  </a:lnTo>
                  <a:lnTo>
                    <a:pt x="2957513" y="1441597"/>
                  </a:lnTo>
                  <a:lnTo>
                    <a:pt x="2935605" y="1446933"/>
                  </a:lnTo>
                  <a:lnTo>
                    <a:pt x="2913698" y="1452427"/>
                  </a:lnTo>
                  <a:lnTo>
                    <a:pt x="2891790" y="1458081"/>
                  </a:lnTo>
                  <a:lnTo>
                    <a:pt x="2869882" y="1463897"/>
                  </a:lnTo>
                  <a:lnTo>
                    <a:pt x="2847975" y="1469875"/>
                  </a:lnTo>
                  <a:lnTo>
                    <a:pt x="2826067" y="1476015"/>
                  </a:lnTo>
                  <a:lnTo>
                    <a:pt x="2804160" y="1482315"/>
                  </a:lnTo>
                  <a:lnTo>
                    <a:pt x="2782253" y="1488774"/>
                  </a:lnTo>
                  <a:lnTo>
                    <a:pt x="2760345" y="1495391"/>
                  </a:lnTo>
                  <a:lnTo>
                    <a:pt x="2738438" y="1502161"/>
                  </a:lnTo>
                  <a:lnTo>
                    <a:pt x="2716530" y="1509080"/>
                  </a:lnTo>
                  <a:lnTo>
                    <a:pt x="2694623" y="1516146"/>
                  </a:lnTo>
                  <a:lnTo>
                    <a:pt x="2672715" y="1523352"/>
                  </a:lnTo>
                  <a:lnTo>
                    <a:pt x="2650808" y="1530691"/>
                  </a:lnTo>
                  <a:lnTo>
                    <a:pt x="2628900" y="1538159"/>
                  </a:lnTo>
                  <a:lnTo>
                    <a:pt x="2606993" y="1545748"/>
                  </a:lnTo>
                  <a:lnTo>
                    <a:pt x="2585085" y="1553449"/>
                  </a:lnTo>
                  <a:lnTo>
                    <a:pt x="2563177" y="1561255"/>
                  </a:lnTo>
                  <a:lnTo>
                    <a:pt x="2541270" y="1569156"/>
                  </a:lnTo>
                  <a:lnTo>
                    <a:pt x="2519363" y="1577144"/>
                  </a:lnTo>
                  <a:lnTo>
                    <a:pt x="2497455" y="1585208"/>
                  </a:lnTo>
                  <a:lnTo>
                    <a:pt x="2475548" y="1593338"/>
                  </a:lnTo>
                  <a:lnTo>
                    <a:pt x="2453640" y="1601524"/>
                  </a:lnTo>
                  <a:lnTo>
                    <a:pt x="2431733" y="1609756"/>
                  </a:lnTo>
                  <a:lnTo>
                    <a:pt x="2409825" y="1618022"/>
                  </a:lnTo>
                  <a:lnTo>
                    <a:pt x="2387918" y="1626312"/>
                  </a:lnTo>
                  <a:lnTo>
                    <a:pt x="2366010" y="1634614"/>
                  </a:lnTo>
                  <a:lnTo>
                    <a:pt x="2344103" y="1642919"/>
                  </a:lnTo>
                  <a:lnTo>
                    <a:pt x="2322195" y="1651214"/>
                  </a:lnTo>
                  <a:lnTo>
                    <a:pt x="2300288" y="1659489"/>
                  </a:lnTo>
                  <a:lnTo>
                    <a:pt x="2278380" y="1667733"/>
                  </a:lnTo>
                  <a:lnTo>
                    <a:pt x="2256472" y="1675936"/>
                  </a:lnTo>
                  <a:lnTo>
                    <a:pt x="2234565" y="1684087"/>
                  </a:lnTo>
                  <a:lnTo>
                    <a:pt x="2212658" y="1692175"/>
                  </a:lnTo>
                  <a:lnTo>
                    <a:pt x="2190750" y="1700193"/>
                  </a:lnTo>
                  <a:lnTo>
                    <a:pt x="2168842" y="1708130"/>
                  </a:lnTo>
                  <a:lnTo>
                    <a:pt x="2146935" y="1715979"/>
                  </a:lnTo>
                  <a:lnTo>
                    <a:pt x="2125028" y="1723731"/>
                  </a:lnTo>
                  <a:lnTo>
                    <a:pt x="2103120" y="1731379"/>
                  </a:lnTo>
                  <a:lnTo>
                    <a:pt x="2081212" y="1738917"/>
                  </a:lnTo>
                  <a:lnTo>
                    <a:pt x="2059305" y="1746337"/>
                  </a:lnTo>
                  <a:lnTo>
                    <a:pt x="2037398" y="1753635"/>
                  </a:lnTo>
                  <a:lnTo>
                    <a:pt x="2015490" y="1760806"/>
                  </a:lnTo>
                  <a:lnTo>
                    <a:pt x="1993583" y="1767847"/>
                  </a:lnTo>
                  <a:lnTo>
                    <a:pt x="1971675" y="1774754"/>
                  </a:lnTo>
                  <a:lnTo>
                    <a:pt x="1949768" y="1781526"/>
                  </a:lnTo>
                  <a:lnTo>
                    <a:pt x="1927860" y="1788160"/>
                  </a:lnTo>
                  <a:lnTo>
                    <a:pt x="1905952" y="1794657"/>
                  </a:lnTo>
                  <a:lnTo>
                    <a:pt x="1884045" y="1801017"/>
                  </a:lnTo>
                  <a:lnTo>
                    <a:pt x="1862138" y="1807240"/>
                  </a:lnTo>
                  <a:lnTo>
                    <a:pt x="1840230" y="1813331"/>
                  </a:lnTo>
                  <a:lnTo>
                    <a:pt x="1818322" y="1819290"/>
                  </a:lnTo>
                  <a:lnTo>
                    <a:pt x="1796415" y="1825124"/>
                  </a:lnTo>
                  <a:lnTo>
                    <a:pt x="1774508" y="1830836"/>
                  </a:lnTo>
                  <a:lnTo>
                    <a:pt x="1752600" y="1836431"/>
                  </a:lnTo>
                  <a:lnTo>
                    <a:pt x="1730693" y="1841916"/>
                  </a:lnTo>
                  <a:lnTo>
                    <a:pt x="1708785" y="1847297"/>
                  </a:lnTo>
                  <a:lnTo>
                    <a:pt x="1686878" y="1852581"/>
                  </a:lnTo>
                  <a:lnTo>
                    <a:pt x="1664970" y="1857777"/>
                  </a:lnTo>
                  <a:lnTo>
                    <a:pt x="1643063" y="1862891"/>
                  </a:lnTo>
                  <a:lnTo>
                    <a:pt x="1621155" y="1867934"/>
                  </a:lnTo>
                  <a:lnTo>
                    <a:pt x="1599247" y="1872913"/>
                  </a:lnTo>
                  <a:lnTo>
                    <a:pt x="1577340" y="1877840"/>
                  </a:lnTo>
                  <a:lnTo>
                    <a:pt x="1555433" y="1882722"/>
                  </a:lnTo>
                  <a:lnTo>
                    <a:pt x="1533525" y="1887569"/>
                  </a:lnTo>
                  <a:lnTo>
                    <a:pt x="1511618" y="1892391"/>
                  </a:lnTo>
                  <a:lnTo>
                    <a:pt x="1489710" y="1897197"/>
                  </a:lnTo>
                  <a:lnTo>
                    <a:pt x="1467803" y="1901995"/>
                  </a:lnTo>
                  <a:lnTo>
                    <a:pt x="1445895" y="1906796"/>
                  </a:lnTo>
                  <a:lnTo>
                    <a:pt x="1423987" y="1911607"/>
                  </a:lnTo>
                  <a:lnTo>
                    <a:pt x="1402080" y="1916438"/>
                  </a:lnTo>
                  <a:lnTo>
                    <a:pt x="1380173" y="1921296"/>
                  </a:lnTo>
                  <a:lnTo>
                    <a:pt x="1358265" y="1926188"/>
                  </a:lnTo>
                  <a:lnTo>
                    <a:pt x="1336358" y="1931122"/>
                  </a:lnTo>
                  <a:lnTo>
                    <a:pt x="1314450" y="1936104"/>
                  </a:lnTo>
                  <a:lnTo>
                    <a:pt x="1292542" y="1941139"/>
                  </a:lnTo>
                  <a:lnTo>
                    <a:pt x="1270635" y="1946233"/>
                  </a:lnTo>
                  <a:lnTo>
                    <a:pt x="1248727" y="1951388"/>
                  </a:lnTo>
                  <a:lnTo>
                    <a:pt x="1226820" y="1956610"/>
                  </a:lnTo>
                  <a:lnTo>
                    <a:pt x="1204913" y="1961900"/>
                  </a:lnTo>
                  <a:lnTo>
                    <a:pt x="1183005" y="1967262"/>
                  </a:lnTo>
                  <a:lnTo>
                    <a:pt x="1161098" y="1972697"/>
                  </a:lnTo>
                  <a:lnTo>
                    <a:pt x="1139190" y="1978204"/>
                  </a:lnTo>
                  <a:lnTo>
                    <a:pt x="1117282" y="1983785"/>
                  </a:lnTo>
                  <a:lnTo>
                    <a:pt x="1095375" y="1989437"/>
                  </a:lnTo>
                  <a:lnTo>
                    <a:pt x="1073468" y="1995160"/>
                  </a:lnTo>
                  <a:lnTo>
                    <a:pt x="1051560" y="2000951"/>
                  </a:lnTo>
                  <a:lnTo>
                    <a:pt x="1029653" y="2006808"/>
                  </a:lnTo>
                  <a:lnTo>
                    <a:pt x="1007745" y="2012726"/>
                  </a:lnTo>
                  <a:lnTo>
                    <a:pt x="985838" y="2018702"/>
                  </a:lnTo>
                  <a:lnTo>
                    <a:pt x="963930" y="2024731"/>
                  </a:lnTo>
                  <a:lnTo>
                    <a:pt x="942023" y="2030807"/>
                  </a:lnTo>
                  <a:lnTo>
                    <a:pt x="920115" y="2036925"/>
                  </a:lnTo>
                  <a:lnTo>
                    <a:pt x="898208" y="2043078"/>
                  </a:lnTo>
                  <a:lnTo>
                    <a:pt x="876300" y="2049260"/>
                  </a:lnTo>
                  <a:lnTo>
                    <a:pt x="854393" y="2055463"/>
                  </a:lnTo>
                  <a:lnTo>
                    <a:pt x="832485" y="2061682"/>
                  </a:lnTo>
                  <a:lnTo>
                    <a:pt x="810578" y="2067907"/>
                  </a:lnTo>
                  <a:lnTo>
                    <a:pt x="788670" y="2074132"/>
                  </a:lnTo>
                  <a:lnTo>
                    <a:pt x="766763" y="2080349"/>
                  </a:lnTo>
                  <a:lnTo>
                    <a:pt x="744855" y="2086548"/>
                  </a:lnTo>
                  <a:lnTo>
                    <a:pt x="722948" y="2092723"/>
                  </a:lnTo>
                  <a:lnTo>
                    <a:pt x="701040" y="2098863"/>
                  </a:lnTo>
                  <a:lnTo>
                    <a:pt x="679133" y="2104962"/>
                  </a:lnTo>
                  <a:lnTo>
                    <a:pt x="657225" y="2111011"/>
                  </a:lnTo>
                  <a:lnTo>
                    <a:pt x="635318" y="2117001"/>
                  </a:lnTo>
                  <a:lnTo>
                    <a:pt x="613410" y="2122924"/>
                  </a:lnTo>
                  <a:lnTo>
                    <a:pt x="591503" y="2128774"/>
                  </a:lnTo>
                  <a:lnTo>
                    <a:pt x="569595" y="2134543"/>
                  </a:lnTo>
                  <a:lnTo>
                    <a:pt x="547688" y="2140222"/>
                  </a:lnTo>
                  <a:lnTo>
                    <a:pt x="525780" y="2145804"/>
                  </a:lnTo>
                  <a:lnTo>
                    <a:pt x="503873" y="2151283"/>
                  </a:lnTo>
                  <a:lnTo>
                    <a:pt x="481965" y="2156652"/>
                  </a:lnTo>
                  <a:lnTo>
                    <a:pt x="460057" y="2161904"/>
                  </a:lnTo>
                  <a:lnTo>
                    <a:pt x="438150" y="2167034"/>
                  </a:lnTo>
                  <a:lnTo>
                    <a:pt x="416243" y="2172035"/>
                  </a:lnTo>
                  <a:lnTo>
                    <a:pt x="394335" y="2176904"/>
                  </a:lnTo>
                  <a:lnTo>
                    <a:pt x="372428" y="2181635"/>
                  </a:lnTo>
                  <a:lnTo>
                    <a:pt x="350520" y="2186225"/>
                  </a:lnTo>
                  <a:lnTo>
                    <a:pt x="328613" y="2190669"/>
                  </a:lnTo>
                  <a:lnTo>
                    <a:pt x="306705" y="2194965"/>
                  </a:lnTo>
                  <a:lnTo>
                    <a:pt x="284798" y="2199110"/>
                  </a:lnTo>
                  <a:lnTo>
                    <a:pt x="262890" y="2203102"/>
                  </a:lnTo>
                  <a:lnTo>
                    <a:pt x="240982" y="2206940"/>
                  </a:lnTo>
                  <a:lnTo>
                    <a:pt x="219075" y="2210622"/>
                  </a:lnTo>
                  <a:lnTo>
                    <a:pt x="197167" y="2214149"/>
                  </a:lnTo>
                  <a:lnTo>
                    <a:pt x="175260" y="2217520"/>
                  </a:lnTo>
                  <a:lnTo>
                    <a:pt x="153353" y="2220735"/>
                  </a:lnTo>
                  <a:lnTo>
                    <a:pt x="131445" y="2223796"/>
                  </a:lnTo>
                  <a:lnTo>
                    <a:pt x="109538" y="2226703"/>
                  </a:lnTo>
                  <a:lnTo>
                    <a:pt x="87630" y="2229460"/>
                  </a:lnTo>
                  <a:lnTo>
                    <a:pt x="65723" y="2232068"/>
                  </a:lnTo>
                  <a:lnTo>
                    <a:pt x="43815" y="2234531"/>
                  </a:lnTo>
                  <a:lnTo>
                    <a:pt x="21908" y="2236851"/>
                  </a:lnTo>
                  <a:lnTo>
                    <a:pt x="0" y="2239032"/>
                  </a:lnTo>
                  <a:close/>
                </a:path>
              </a:pathLst>
            </a:custGeom>
            <a:solidFill>
              <a:srgbClr val="070154"/>
            </a:solidFill>
            <a:ln>
              <a:noFill/>
            </a:ln>
          </p:spPr>
        </p:sp>
        <p:sp>
          <p:nvSpPr>
            <p:cNvPr id="11" name="node03.phases.source-001.label"/>
            <p:cNvSpPr/>
            <p:nvPr/>
          </p:nvSpPr>
          <p:spPr>
            <a:xfrm>
              <a:off x="838200" y="4991100"/>
              <a:ext cx="1524000" cy="3429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FORMING</a:t>
              </a:r>
              <a:endParaRPr lang="en-US" sz="1000" spc="80" kern="0" b="0" i="0" dirty="0">
                <a:solidFill>
                  <a:srgbClr val="0047FF"/>
                </a:solidFill>
                <a:latin typeface="IBM Plex Mono SemiBold"/>
                <a:ea typeface="IBM Plex Mono SemiBold"/>
                <a:cs typeface="IBM Plex Mono SemiBold"/>
              </a:endParaRPr>
            </a:p>
          </p:txBody>
        </p:sp>
        <p:sp>
          <p:nvSpPr>
            <p:cNvPr id="12" name="node03.phases.source-002.rule"/>
            <p:cNvSpPr/>
            <p:nvPr/>
          </p:nvSpPr>
          <p:spPr>
            <a:xfrm>
              <a:off x="2476500" y="2362200"/>
              <a:ext cx="0" cy="2971800"/>
            </a:xfrm>
            <a:prstGeom prst="line">
              <a:avLst/>
            </a:prstGeom>
            <a:noFill/>
            <a:ln w="9525">
              <a:solidFill>
                <a:srgbClr val="97A4BA"/>
              </a:solidFill>
              <a:prstDash val="solid"/>
            </a:ln>
          </p:spPr>
        </p:sp>
        <p:sp>
          <p:nvSpPr>
            <p:cNvPr id="13" name="node03.phases.source-002.label"/>
            <p:cNvSpPr/>
            <p:nvPr/>
          </p:nvSpPr>
          <p:spPr>
            <a:xfrm>
              <a:off x="2590800" y="4991100"/>
              <a:ext cx="1524000" cy="3429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PERFORMING</a:t>
              </a:r>
              <a:endParaRPr lang="en-US" sz="1000" spc="80" kern="0" b="0" i="0" dirty="0">
                <a:solidFill>
                  <a:srgbClr val="0047FF"/>
                </a:solidFill>
                <a:latin typeface="IBM Plex Mono SemiBold"/>
                <a:ea typeface="IBM Plex Mono SemiBold"/>
                <a:cs typeface="IBM Plex Mono SemiBold"/>
              </a:endParaRPr>
            </a:p>
          </p:txBody>
        </p:sp>
        <p:sp>
          <p:nvSpPr>
            <p:cNvPr id="14" name="node03.phases.source-003.rule"/>
            <p:cNvSpPr/>
            <p:nvPr/>
          </p:nvSpPr>
          <p:spPr>
            <a:xfrm>
              <a:off x="4229100" y="2362200"/>
              <a:ext cx="0" cy="2971800"/>
            </a:xfrm>
            <a:prstGeom prst="line">
              <a:avLst/>
            </a:prstGeom>
            <a:noFill/>
            <a:ln w="9525">
              <a:solidFill>
                <a:srgbClr val="97A4BA"/>
              </a:solidFill>
              <a:prstDash val="solid"/>
            </a:ln>
          </p:spPr>
        </p:sp>
        <p:sp>
          <p:nvSpPr>
            <p:cNvPr id="15" name="node03.phases.source-003.label"/>
            <p:cNvSpPr/>
            <p:nvPr/>
          </p:nvSpPr>
          <p:spPr>
            <a:xfrm>
              <a:off x="4343400" y="4991100"/>
              <a:ext cx="1524000" cy="3429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SUSTAINING</a:t>
              </a:r>
              <a:endParaRPr lang="en-US" sz="1000" spc="80" kern="0" b="0" i="0" dirty="0">
                <a:solidFill>
                  <a:srgbClr val="0047FF"/>
                </a:solidFill>
                <a:latin typeface="IBM Plex Mono SemiBold"/>
                <a:ea typeface="IBM Plex Mono SemiBold"/>
                <a:cs typeface="IBM Plex Mono SemiBold"/>
              </a:endParaRPr>
            </a:p>
          </p:txBody>
        </p:sp>
        <p:sp>
          <p:nvSpPr>
            <p:cNvPr id="16" name="node03.series.source-001.label"/>
            <p:cNvSpPr/>
            <p:nvPr/>
          </p:nvSpPr>
          <p:spPr>
            <a:xfrm>
              <a:off x="3652993" y="4190563"/>
              <a:ext cx="115221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NORTHFIELD TEAM</a:t>
              </a:r>
              <a:endParaRPr lang="en-US" sz="900" spc="54" kern="0" b="0" i="0" dirty="0">
                <a:solidFill>
                  <a:srgbClr val="070154"/>
                </a:solidFill>
                <a:latin typeface="IBM Plex Mono SemiBold"/>
                <a:ea typeface="IBM Plex Mono SemiBold"/>
                <a:cs typeface="IBM Plex Mono SemiBold"/>
              </a:endParaRPr>
            </a:p>
          </p:txBody>
        </p:sp>
        <p:sp>
          <p:nvSpPr>
            <p:cNvPr id="17" name="node03.series.source-002.label"/>
            <p:cNvSpPr/>
            <p:nvPr/>
          </p:nvSpPr>
          <p:spPr>
            <a:xfrm>
              <a:off x="3584160" y="3170866"/>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WEST MONROE</a:t>
              </a:r>
              <a:endParaRPr lang="en-US" sz="900" spc="54" kern="0" b="0" i="0" dirty="0">
                <a:solidFill>
                  <a:srgbClr val="FFFFFF"/>
                </a:solidFill>
                <a:latin typeface="IBM Plex Mono SemiBold"/>
                <a:ea typeface="IBM Plex Mono SemiBold"/>
                <a:cs typeface="IBM Plex Mono SemiBold"/>
              </a:endParaRPr>
            </a:p>
          </p:txBody>
        </p:sp>
      </p:grpSp>
      <p:grpSp>
        <p:nvGrpSpPr>
          <p:cNvPr id="35" name="node04"/>
          <p:cNvGrpSpPr/>
          <p:nvPr/>
        </p:nvGrpSpPr>
        <p:grpSpPr>
          <a:xfrm>
            <a:off x="6210300" y="1600200"/>
            <a:ext cx="5257800" cy="304800"/>
            <a:chOff x="6210300" y="1600200"/>
            <a:chExt cx="5257800" cy="304800"/>
          </a:xfrm>
        </p:grpSpPr>
        <p:sp>
          <p:nvSpPr>
            <p:cNvPr id="18" name="node04.text"/>
            <p:cNvSpPr/>
            <p:nvPr/>
          </p:nvSpPr>
          <p:spPr>
            <a:xfrm>
              <a:off x="6210300" y="16002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Agent-enabled delivery</a:t>
              </a:r>
              <a:endParaRPr lang="en-US" sz="1800" spc="-18" kern="0" b="0" i="0" dirty="0">
                <a:solidFill>
                  <a:srgbClr val="070154"/>
                </a:solidFill>
                <a:latin typeface="IBM Plex Sans SemiBold"/>
                <a:ea typeface="IBM Plex Sans SemiBold"/>
                <a:cs typeface="IBM Plex Sans SemiBold"/>
              </a:endParaRPr>
            </a:p>
          </p:txBody>
        </p:sp>
      </p:grpSp>
      <p:grpSp>
        <p:nvGrpSpPr>
          <p:cNvPr id="36" name="node05"/>
          <p:cNvGrpSpPr/>
          <p:nvPr/>
        </p:nvGrpSpPr>
        <p:grpSpPr>
          <a:xfrm>
            <a:off x="6210300" y="1905000"/>
            <a:ext cx="5257800" cy="266700"/>
            <a:chOff x="6210300" y="1905000"/>
            <a:chExt cx="5257800" cy="266700"/>
          </a:xfrm>
        </p:grpSpPr>
        <p:sp>
          <p:nvSpPr>
            <p:cNvPr id="19" name="node05.text"/>
            <p:cNvSpPr/>
            <p:nvPr/>
          </p:nvSpPr>
          <p:spPr>
            <a:xfrm>
              <a:off x="6210300" y="1905000"/>
              <a:ext cx="525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Humans plus agents</a:t>
              </a:r>
              <a:endParaRPr lang="en-US" sz="1400" spc="0" kern="0" b="0" i="0" dirty="0">
                <a:solidFill>
                  <a:srgbClr val="50658E"/>
                </a:solidFill>
                <a:latin typeface="IBM Plex Sans"/>
                <a:ea typeface="IBM Plex Sans"/>
                <a:cs typeface="IBM Plex Sans"/>
              </a:endParaRPr>
            </a:p>
          </p:txBody>
        </p:sp>
      </p:grpSp>
      <p:grpSp>
        <p:nvGrpSpPr>
          <p:cNvPr id="37" name="node06"/>
          <p:cNvGrpSpPr/>
          <p:nvPr/>
        </p:nvGrpSpPr>
        <p:grpSpPr>
          <a:xfrm>
            <a:off x="6210300" y="2362200"/>
            <a:ext cx="5257800" cy="2971800"/>
            <a:chOff x="6210300" y="2362200"/>
            <a:chExt cx="5257800" cy="2971800"/>
          </a:xfrm>
        </p:grpSpPr>
        <p:sp>
          <p:nvSpPr>
            <p:cNvPr id="20" name="node06.series.source-001"/>
            <p:cNvSpPr/>
            <p:nvPr/>
          </p:nvSpPr>
          <p:spPr>
            <a:xfrm>
              <a:off x="6210300" y="2362200"/>
              <a:ext cx="5257800" cy="2514600"/>
            </a:xfrm>
            <a:custGeom>
              <a:avLst/>
              <a:gdLst/>
              <a:ahLst/>
              <a:cxnLst/>
              <a:rect l="l" t="t" r="r" b="b"/>
              <a:pathLst>
                <a:path w="5257800" h="2514600">
                  <a:moveTo>
                    <a:pt x="0" y="2230930"/>
                  </a:moveTo>
                  <a:lnTo>
                    <a:pt x="21908" y="2228067"/>
                  </a:lnTo>
                  <a:lnTo>
                    <a:pt x="43815" y="2225030"/>
                  </a:lnTo>
                  <a:lnTo>
                    <a:pt x="65723" y="2221816"/>
                  </a:lnTo>
                  <a:lnTo>
                    <a:pt x="87630" y="2218420"/>
                  </a:lnTo>
                  <a:lnTo>
                    <a:pt x="109538" y="2214843"/>
                  </a:lnTo>
                  <a:lnTo>
                    <a:pt x="131445" y="2211081"/>
                  </a:lnTo>
                  <a:lnTo>
                    <a:pt x="153353" y="2207134"/>
                  </a:lnTo>
                  <a:lnTo>
                    <a:pt x="175260" y="2203002"/>
                  </a:lnTo>
                  <a:lnTo>
                    <a:pt x="197167" y="2198685"/>
                  </a:lnTo>
                  <a:lnTo>
                    <a:pt x="219075" y="2194185"/>
                  </a:lnTo>
                  <a:lnTo>
                    <a:pt x="240982" y="2189502"/>
                  </a:lnTo>
                  <a:lnTo>
                    <a:pt x="262890" y="2184641"/>
                  </a:lnTo>
                  <a:lnTo>
                    <a:pt x="284798" y="2179603"/>
                  </a:lnTo>
                  <a:lnTo>
                    <a:pt x="306705" y="2174395"/>
                  </a:lnTo>
                  <a:lnTo>
                    <a:pt x="328613" y="2169019"/>
                  </a:lnTo>
                  <a:lnTo>
                    <a:pt x="350520" y="2163482"/>
                  </a:lnTo>
                  <a:lnTo>
                    <a:pt x="372428" y="2157790"/>
                  </a:lnTo>
                  <a:lnTo>
                    <a:pt x="394335" y="2151950"/>
                  </a:lnTo>
                  <a:lnTo>
                    <a:pt x="416243" y="2145970"/>
                  </a:lnTo>
                  <a:lnTo>
                    <a:pt x="438150" y="2139855"/>
                  </a:lnTo>
                  <a:lnTo>
                    <a:pt x="460057" y="2133615"/>
                  </a:lnTo>
                  <a:lnTo>
                    <a:pt x="481965" y="2127258"/>
                  </a:lnTo>
                  <a:lnTo>
                    <a:pt x="503873" y="2120792"/>
                  </a:lnTo>
                  <a:lnTo>
                    <a:pt x="525780" y="2114229"/>
                  </a:lnTo>
                  <a:lnTo>
                    <a:pt x="547688" y="2107576"/>
                  </a:lnTo>
                  <a:lnTo>
                    <a:pt x="569595" y="2100844"/>
                  </a:lnTo>
                  <a:lnTo>
                    <a:pt x="591503" y="2094042"/>
                  </a:lnTo>
                  <a:lnTo>
                    <a:pt x="613410" y="2087181"/>
                  </a:lnTo>
                  <a:lnTo>
                    <a:pt x="635318" y="2080270"/>
                  </a:lnTo>
                  <a:lnTo>
                    <a:pt x="657225" y="2073319"/>
                  </a:lnTo>
                  <a:lnTo>
                    <a:pt x="679133" y="2066336"/>
                  </a:lnTo>
                  <a:lnTo>
                    <a:pt x="701040" y="2059331"/>
                  </a:lnTo>
                  <a:lnTo>
                    <a:pt x="722948" y="2052313"/>
                  </a:lnTo>
                  <a:lnTo>
                    <a:pt x="744855" y="2045289"/>
                  </a:lnTo>
                  <a:lnTo>
                    <a:pt x="766763" y="2038268"/>
                  </a:lnTo>
                  <a:lnTo>
                    <a:pt x="788670" y="2031257"/>
                  </a:lnTo>
                  <a:lnTo>
                    <a:pt x="810578" y="2024261"/>
                  </a:lnTo>
                  <a:lnTo>
                    <a:pt x="832485" y="2017286"/>
                  </a:lnTo>
                  <a:lnTo>
                    <a:pt x="854393" y="2010338"/>
                  </a:lnTo>
                  <a:lnTo>
                    <a:pt x="876300" y="2003421"/>
                  </a:lnTo>
                  <a:lnTo>
                    <a:pt x="898208" y="1996539"/>
                  </a:lnTo>
                  <a:lnTo>
                    <a:pt x="920115" y="1989695"/>
                  </a:lnTo>
                  <a:lnTo>
                    <a:pt x="942023" y="1982891"/>
                  </a:lnTo>
                  <a:lnTo>
                    <a:pt x="963930" y="1976127"/>
                  </a:lnTo>
                  <a:lnTo>
                    <a:pt x="985838" y="1969404"/>
                  </a:lnTo>
                  <a:lnTo>
                    <a:pt x="1007745" y="1962720"/>
                  </a:lnTo>
                  <a:lnTo>
                    <a:pt x="1029653" y="1956075"/>
                  </a:lnTo>
                  <a:lnTo>
                    <a:pt x="1051560" y="1949465"/>
                  </a:lnTo>
                  <a:lnTo>
                    <a:pt x="1073468" y="1942888"/>
                  </a:lnTo>
                  <a:lnTo>
                    <a:pt x="1095375" y="1936342"/>
                  </a:lnTo>
                  <a:lnTo>
                    <a:pt x="1117282" y="1929822"/>
                  </a:lnTo>
                  <a:lnTo>
                    <a:pt x="1139190" y="1923323"/>
                  </a:lnTo>
                  <a:lnTo>
                    <a:pt x="1161098" y="1916842"/>
                  </a:lnTo>
                  <a:lnTo>
                    <a:pt x="1183005" y="1910372"/>
                  </a:lnTo>
                  <a:lnTo>
                    <a:pt x="1204913" y="1903909"/>
                  </a:lnTo>
                  <a:lnTo>
                    <a:pt x="1226820" y="1897445"/>
                  </a:lnTo>
                  <a:lnTo>
                    <a:pt x="1248727" y="1890976"/>
                  </a:lnTo>
                  <a:lnTo>
                    <a:pt x="1270635" y="1884496"/>
                  </a:lnTo>
                  <a:lnTo>
                    <a:pt x="1292542" y="1878000"/>
                  </a:lnTo>
                  <a:lnTo>
                    <a:pt x="1314450" y="1871481"/>
                  </a:lnTo>
                  <a:lnTo>
                    <a:pt x="1336358" y="1864936"/>
                  </a:lnTo>
                  <a:lnTo>
                    <a:pt x="1358265" y="1858360"/>
                  </a:lnTo>
                  <a:lnTo>
                    <a:pt x="1380173" y="1851750"/>
                  </a:lnTo>
                  <a:lnTo>
                    <a:pt x="1402080" y="1845103"/>
                  </a:lnTo>
                  <a:lnTo>
                    <a:pt x="1423987" y="1838417"/>
                  </a:lnTo>
                  <a:lnTo>
                    <a:pt x="1445895" y="1831691"/>
                  </a:lnTo>
                  <a:lnTo>
                    <a:pt x="1467803" y="1824923"/>
                  </a:lnTo>
                  <a:lnTo>
                    <a:pt x="1489710" y="1818114"/>
                  </a:lnTo>
                  <a:lnTo>
                    <a:pt x="1511618" y="1811267"/>
                  </a:lnTo>
                  <a:lnTo>
                    <a:pt x="1533525" y="1804382"/>
                  </a:lnTo>
                  <a:lnTo>
                    <a:pt x="1555433" y="1797463"/>
                  </a:lnTo>
                  <a:lnTo>
                    <a:pt x="1577340" y="1790515"/>
                  </a:lnTo>
                  <a:lnTo>
                    <a:pt x="1599247" y="1783545"/>
                  </a:lnTo>
                  <a:lnTo>
                    <a:pt x="1621155" y="1776557"/>
                  </a:lnTo>
                  <a:lnTo>
                    <a:pt x="1643063" y="1769559"/>
                  </a:lnTo>
                  <a:lnTo>
                    <a:pt x="1664970" y="1762560"/>
                  </a:lnTo>
                  <a:lnTo>
                    <a:pt x="1686878" y="1755568"/>
                  </a:lnTo>
                  <a:lnTo>
                    <a:pt x="1708785" y="1748594"/>
                  </a:lnTo>
                  <a:lnTo>
                    <a:pt x="1730693" y="1741646"/>
                  </a:lnTo>
                  <a:lnTo>
                    <a:pt x="1752600" y="1734737"/>
                  </a:lnTo>
                  <a:lnTo>
                    <a:pt x="1774508" y="1727876"/>
                  </a:lnTo>
                  <a:lnTo>
                    <a:pt x="1796415" y="1721077"/>
                  </a:lnTo>
                  <a:lnTo>
                    <a:pt x="1818322" y="1714350"/>
                  </a:lnTo>
                  <a:lnTo>
                    <a:pt x="1840230" y="1707707"/>
                  </a:lnTo>
                  <a:lnTo>
                    <a:pt x="1862138" y="1701161"/>
                  </a:lnTo>
                  <a:lnTo>
                    <a:pt x="1884045" y="1694721"/>
                  </a:lnTo>
                  <a:lnTo>
                    <a:pt x="1905952" y="1688401"/>
                  </a:lnTo>
                  <a:lnTo>
                    <a:pt x="1927860" y="1682211"/>
                  </a:lnTo>
                  <a:lnTo>
                    <a:pt x="1949768" y="1676161"/>
                  </a:lnTo>
                  <a:lnTo>
                    <a:pt x="1971675" y="1670263"/>
                  </a:lnTo>
                  <a:lnTo>
                    <a:pt x="1993583" y="1664526"/>
                  </a:lnTo>
                  <a:lnTo>
                    <a:pt x="2015490" y="1658960"/>
                  </a:lnTo>
                  <a:lnTo>
                    <a:pt x="2037398" y="1653571"/>
                  </a:lnTo>
                  <a:lnTo>
                    <a:pt x="2059305" y="1648368"/>
                  </a:lnTo>
                  <a:lnTo>
                    <a:pt x="2081212" y="1643357"/>
                  </a:lnTo>
                  <a:lnTo>
                    <a:pt x="2103120" y="1638543"/>
                  </a:lnTo>
                  <a:lnTo>
                    <a:pt x="2125028" y="1633931"/>
                  </a:lnTo>
                  <a:lnTo>
                    <a:pt x="2146935" y="1629525"/>
                  </a:lnTo>
                  <a:lnTo>
                    <a:pt x="2168842" y="1625329"/>
                  </a:lnTo>
                  <a:lnTo>
                    <a:pt x="2190750" y="1621345"/>
                  </a:lnTo>
                  <a:lnTo>
                    <a:pt x="2212658" y="1617577"/>
                  </a:lnTo>
                  <a:lnTo>
                    <a:pt x="2234565" y="1614024"/>
                  </a:lnTo>
                  <a:lnTo>
                    <a:pt x="2256472" y="1610687"/>
                  </a:lnTo>
                  <a:lnTo>
                    <a:pt x="2278380" y="1607565"/>
                  </a:lnTo>
                  <a:lnTo>
                    <a:pt x="2300288" y="1604657"/>
                  </a:lnTo>
                  <a:lnTo>
                    <a:pt x="2322195" y="1601964"/>
                  </a:lnTo>
                  <a:lnTo>
                    <a:pt x="2344103" y="1599482"/>
                  </a:lnTo>
                  <a:lnTo>
                    <a:pt x="2366010" y="1597210"/>
                  </a:lnTo>
                  <a:lnTo>
                    <a:pt x="2387918" y="1595148"/>
                  </a:lnTo>
                  <a:lnTo>
                    <a:pt x="2409825" y="1593292"/>
                  </a:lnTo>
                  <a:lnTo>
                    <a:pt x="2431733" y="1591643"/>
                  </a:lnTo>
                  <a:lnTo>
                    <a:pt x="2453640" y="1590197"/>
                  </a:lnTo>
                  <a:lnTo>
                    <a:pt x="2475548" y="1588954"/>
                  </a:lnTo>
                  <a:lnTo>
                    <a:pt x="2497455" y="1587914"/>
                  </a:lnTo>
                  <a:lnTo>
                    <a:pt x="2519363" y="1587075"/>
                  </a:lnTo>
                  <a:lnTo>
                    <a:pt x="2541270" y="1586437"/>
                  </a:lnTo>
                  <a:lnTo>
                    <a:pt x="2563177" y="1586001"/>
                  </a:lnTo>
                  <a:lnTo>
                    <a:pt x="2585085" y="1585767"/>
                  </a:lnTo>
                  <a:lnTo>
                    <a:pt x="2606993" y="1585738"/>
                  </a:lnTo>
                  <a:lnTo>
                    <a:pt x="2628900" y="1585914"/>
                  </a:lnTo>
                  <a:lnTo>
                    <a:pt x="2650808" y="1586300"/>
                  </a:lnTo>
                  <a:lnTo>
                    <a:pt x="2672715" y="1586898"/>
                  </a:lnTo>
                  <a:lnTo>
                    <a:pt x="2694623" y="1587715"/>
                  </a:lnTo>
                  <a:lnTo>
                    <a:pt x="2716530" y="1588754"/>
                  </a:lnTo>
                  <a:lnTo>
                    <a:pt x="2738438" y="1590022"/>
                  </a:lnTo>
                  <a:lnTo>
                    <a:pt x="2760345" y="1591524"/>
                  </a:lnTo>
                  <a:lnTo>
                    <a:pt x="2782253" y="1593269"/>
                  </a:lnTo>
                  <a:lnTo>
                    <a:pt x="2804160" y="1595262"/>
                  </a:lnTo>
                  <a:lnTo>
                    <a:pt x="2826067" y="1597511"/>
                  </a:lnTo>
                  <a:lnTo>
                    <a:pt x="2847975" y="1600024"/>
                  </a:lnTo>
                  <a:lnTo>
                    <a:pt x="2869882" y="1602808"/>
                  </a:lnTo>
                  <a:lnTo>
                    <a:pt x="2891790" y="1605872"/>
                  </a:lnTo>
                  <a:lnTo>
                    <a:pt x="2913698" y="1609224"/>
                  </a:lnTo>
                  <a:lnTo>
                    <a:pt x="2935605" y="1612872"/>
                  </a:lnTo>
                  <a:lnTo>
                    <a:pt x="2957513" y="1616825"/>
                  </a:lnTo>
                  <a:lnTo>
                    <a:pt x="2979420" y="1621090"/>
                  </a:lnTo>
                  <a:lnTo>
                    <a:pt x="3001328" y="1625674"/>
                  </a:lnTo>
                  <a:lnTo>
                    <a:pt x="3023235" y="1630585"/>
                  </a:lnTo>
                  <a:lnTo>
                    <a:pt x="3045143" y="1635828"/>
                  </a:lnTo>
                  <a:lnTo>
                    <a:pt x="3067050" y="1641407"/>
                  </a:lnTo>
                  <a:lnTo>
                    <a:pt x="3088958" y="1647327"/>
                  </a:lnTo>
                  <a:lnTo>
                    <a:pt x="3110865" y="1653590"/>
                  </a:lnTo>
                  <a:lnTo>
                    <a:pt x="3132773" y="1660198"/>
                  </a:lnTo>
                  <a:lnTo>
                    <a:pt x="3154680" y="1667151"/>
                  </a:lnTo>
                  <a:lnTo>
                    <a:pt x="3176587" y="1674449"/>
                  </a:lnTo>
                  <a:lnTo>
                    <a:pt x="3198495" y="1682091"/>
                  </a:lnTo>
                  <a:lnTo>
                    <a:pt x="3220403" y="1690073"/>
                  </a:lnTo>
                  <a:lnTo>
                    <a:pt x="3242310" y="1698390"/>
                  </a:lnTo>
                  <a:lnTo>
                    <a:pt x="3264218" y="1707037"/>
                  </a:lnTo>
                  <a:lnTo>
                    <a:pt x="3286125" y="1716005"/>
                  </a:lnTo>
                  <a:lnTo>
                    <a:pt x="3308032" y="1725286"/>
                  </a:lnTo>
                  <a:lnTo>
                    <a:pt x="3329940" y="1734869"/>
                  </a:lnTo>
                  <a:lnTo>
                    <a:pt x="3351847" y="1744741"/>
                  </a:lnTo>
                  <a:lnTo>
                    <a:pt x="3373755" y="1754887"/>
                  </a:lnTo>
                  <a:lnTo>
                    <a:pt x="3395663" y="1765294"/>
                  </a:lnTo>
                  <a:lnTo>
                    <a:pt x="3417570" y="1775944"/>
                  </a:lnTo>
                  <a:lnTo>
                    <a:pt x="3439478" y="1786821"/>
                  </a:lnTo>
                  <a:lnTo>
                    <a:pt x="3461385" y="1797904"/>
                  </a:lnTo>
                  <a:lnTo>
                    <a:pt x="3483292" y="1809175"/>
                  </a:lnTo>
                  <a:lnTo>
                    <a:pt x="3505200" y="1820612"/>
                  </a:lnTo>
                  <a:lnTo>
                    <a:pt x="3527107" y="1832194"/>
                  </a:lnTo>
                  <a:lnTo>
                    <a:pt x="3549015" y="1843899"/>
                  </a:lnTo>
                  <a:lnTo>
                    <a:pt x="3570923" y="1855702"/>
                  </a:lnTo>
                  <a:lnTo>
                    <a:pt x="3592830" y="1867582"/>
                  </a:lnTo>
                  <a:lnTo>
                    <a:pt x="3614738" y="1879514"/>
                  </a:lnTo>
                  <a:lnTo>
                    <a:pt x="3636645" y="1891475"/>
                  </a:lnTo>
                  <a:lnTo>
                    <a:pt x="3658553" y="1903440"/>
                  </a:lnTo>
                  <a:lnTo>
                    <a:pt x="3680460" y="1915386"/>
                  </a:lnTo>
                  <a:lnTo>
                    <a:pt x="3702368" y="1927289"/>
                  </a:lnTo>
                  <a:lnTo>
                    <a:pt x="3724275" y="1939127"/>
                  </a:lnTo>
                  <a:lnTo>
                    <a:pt x="3746183" y="1950878"/>
                  </a:lnTo>
                  <a:lnTo>
                    <a:pt x="3768090" y="1962520"/>
                  </a:lnTo>
                  <a:lnTo>
                    <a:pt x="3789998" y="1974032"/>
                  </a:lnTo>
                  <a:lnTo>
                    <a:pt x="3811905" y="1985395"/>
                  </a:lnTo>
                  <a:lnTo>
                    <a:pt x="3833812" y="1996590"/>
                  </a:lnTo>
                  <a:lnTo>
                    <a:pt x="3855720" y="2007600"/>
                  </a:lnTo>
                  <a:lnTo>
                    <a:pt x="3877628" y="2018410"/>
                  </a:lnTo>
                  <a:lnTo>
                    <a:pt x="3899535" y="2029005"/>
                  </a:lnTo>
                  <a:lnTo>
                    <a:pt x="3921443" y="2039371"/>
                  </a:lnTo>
                  <a:lnTo>
                    <a:pt x="3943350" y="2049497"/>
                  </a:lnTo>
                  <a:lnTo>
                    <a:pt x="3965257" y="2059373"/>
                  </a:lnTo>
                  <a:lnTo>
                    <a:pt x="3987165" y="2068991"/>
                  </a:lnTo>
                  <a:lnTo>
                    <a:pt x="4009072" y="2078342"/>
                  </a:lnTo>
                  <a:lnTo>
                    <a:pt x="4030980" y="2087423"/>
                  </a:lnTo>
                  <a:lnTo>
                    <a:pt x="4052888" y="2096230"/>
                  </a:lnTo>
                  <a:lnTo>
                    <a:pt x="4074795" y="2104759"/>
                  </a:lnTo>
                  <a:lnTo>
                    <a:pt x="4096703" y="2113011"/>
                  </a:lnTo>
                  <a:lnTo>
                    <a:pt x="4118610" y="2120986"/>
                  </a:lnTo>
                  <a:lnTo>
                    <a:pt x="4140517" y="2128687"/>
                  </a:lnTo>
                  <a:lnTo>
                    <a:pt x="4162425" y="2136115"/>
                  </a:lnTo>
                  <a:lnTo>
                    <a:pt x="4184332" y="2143276"/>
                  </a:lnTo>
                  <a:lnTo>
                    <a:pt x="4206240" y="2150175"/>
                  </a:lnTo>
                  <a:lnTo>
                    <a:pt x="4228148" y="2156817"/>
                  </a:lnTo>
                  <a:lnTo>
                    <a:pt x="4250055" y="2163209"/>
                  </a:lnTo>
                  <a:lnTo>
                    <a:pt x="4271963" y="2169361"/>
                  </a:lnTo>
                  <a:lnTo>
                    <a:pt x="4293870" y="2175280"/>
                  </a:lnTo>
                  <a:lnTo>
                    <a:pt x="4315778" y="2180976"/>
                  </a:lnTo>
                  <a:lnTo>
                    <a:pt x="4337685" y="2186458"/>
                  </a:lnTo>
                  <a:lnTo>
                    <a:pt x="4359593" y="2191736"/>
                  </a:lnTo>
                  <a:lnTo>
                    <a:pt x="4381500" y="2196821"/>
                  </a:lnTo>
                  <a:lnTo>
                    <a:pt x="4403408" y="2201722"/>
                  </a:lnTo>
                  <a:lnTo>
                    <a:pt x="4425315" y="2206450"/>
                  </a:lnTo>
                  <a:lnTo>
                    <a:pt x="4447223" y="2211011"/>
                  </a:lnTo>
                  <a:lnTo>
                    <a:pt x="4469130" y="2215417"/>
                  </a:lnTo>
                  <a:lnTo>
                    <a:pt x="4491038" y="2219676"/>
                  </a:lnTo>
                  <a:lnTo>
                    <a:pt x="4512945" y="2223797"/>
                  </a:lnTo>
                  <a:lnTo>
                    <a:pt x="4534853" y="2227790"/>
                  </a:lnTo>
                  <a:lnTo>
                    <a:pt x="4556760" y="2231660"/>
                  </a:lnTo>
                  <a:lnTo>
                    <a:pt x="4578668" y="2235417"/>
                  </a:lnTo>
                  <a:lnTo>
                    <a:pt x="4600575" y="2239067"/>
                  </a:lnTo>
                  <a:lnTo>
                    <a:pt x="4622483" y="2242615"/>
                  </a:lnTo>
                  <a:lnTo>
                    <a:pt x="4644390" y="2246067"/>
                  </a:lnTo>
                  <a:lnTo>
                    <a:pt x="4666297" y="2249427"/>
                  </a:lnTo>
                  <a:lnTo>
                    <a:pt x="4688205" y="2252700"/>
                  </a:lnTo>
                  <a:lnTo>
                    <a:pt x="4710113" y="2255889"/>
                  </a:lnTo>
                  <a:lnTo>
                    <a:pt x="4732020" y="2258998"/>
                  </a:lnTo>
                  <a:lnTo>
                    <a:pt x="4753928" y="2262028"/>
                  </a:lnTo>
                  <a:lnTo>
                    <a:pt x="4775835" y="2264981"/>
                  </a:lnTo>
                  <a:lnTo>
                    <a:pt x="4797742" y="2267859"/>
                  </a:lnTo>
                  <a:lnTo>
                    <a:pt x="4819650" y="2270664"/>
                  </a:lnTo>
                  <a:lnTo>
                    <a:pt x="4841557" y="2273395"/>
                  </a:lnTo>
                  <a:lnTo>
                    <a:pt x="4863465" y="2276052"/>
                  </a:lnTo>
                  <a:lnTo>
                    <a:pt x="4885373" y="2278637"/>
                  </a:lnTo>
                  <a:lnTo>
                    <a:pt x="4907280" y="2281149"/>
                  </a:lnTo>
                  <a:lnTo>
                    <a:pt x="4929188" y="2283588"/>
                  </a:lnTo>
                  <a:lnTo>
                    <a:pt x="4951095" y="2285952"/>
                  </a:lnTo>
                  <a:lnTo>
                    <a:pt x="4973003" y="2288241"/>
                  </a:lnTo>
                  <a:lnTo>
                    <a:pt x="4994910" y="2290455"/>
                  </a:lnTo>
                  <a:lnTo>
                    <a:pt x="5016818" y="2292592"/>
                  </a:lnTo>
                  <a:lnTo>
                    <a:pt x="5038725" y="2294652"/>
                  </a:lnTo>
                  <a:lnTo>
                    <a:pt x="5060633" y="2296635"/>
                  </a:lnTo>
                  <a:lnTo>
                    <a:pt x="5082540" y="2298539"/>
                  </a:lnTo>
                  <a:lnTo>
                    <a:pt x="5104448" y="2300367"/>
                  </a:lnTo>
                  <a:lnTo>
                    <a:pt x="5126355" y="2302117"/>
                  </a:lnTo>
                  <a:lnTo>
                    <a:pt x="5148263" y="2303789"/>
                  </a:lnTo>
                  <a:lnTo>
                    <a:pt x="5170170" y="2305385"/>
                  </a:lnTo>
                  <a:lnTo>
                    <a:pt x="5192078" y="2306903"/>
                  </a:lnTo>
                  <a:lnTo>
                    <a:pt x="5213985" y="2308344"/>
                  </a:lnTo>
                  <a:lnTo>
                    <a:pt x="5235893" y="2309710"/>
                  </a:lnTo>
                  <a:lnTo>
                    <a:pt x="5257800" y="2311000"/>
                  </a:lnTo>
                  <a:lnTo>
                    <a:pt x="5257800" y="2514600"/>
                  </a:lnTo>
                  <a:lnTo>
                    <a:pt x="5235893" y="2514600"/>
                  </a:lnTo>
                  <a:lnTo>
                    <a:pt x="5213985" y="2514600"/>
                  </a:lnTo>
                  <a:lnTo>
                    <a:pt x="5192078" y="2514600"/>
                  </a:lnTo>
                  <a:lnTo>
                    <a:pt x="5170170" y="2514600"/>
                  </a:lnTo>
                  <a:lnTo>
                    <a:pt x="5148263" y="2514600"/>
                  </a:lnTo>
                  <a:lnTo>
                    <a:pt x="5126355" y="2514600"/>
                  </a:lnTo>
                  <a:lnTo>
                    <a:pt x="5104448" y="2514600"/>
                  </a:lnTo>
                  <a:lnTo>
                    <a:pt x="5082540" y="2514600"/>
                  </a:lnTo>
                  <a:lnTo>
                    <a:pt x="5060633" y="2514600"/>
                  </a:lnTo>
                  <a:lnTo>
                    <a:pt x="5038725" y="2514600"/>
                  </a:lnTo>
                  <a:lnTo>
                    <a:pt x="5016818" y="2514600"/>
                  </a:lnTo>
                  <a:lnTo>
                    <a:pt x="4994910" y="2514600"/>
                  </a:lnTo>
                  <a:lnTo>
                    <a:pt x="4973003" y="2514600"/>
                  </a:lnTo>
                  <a:lnTo>
                    <a:pt x="4951095" y="2514600"/>
                  </a:lnTo>
                  <a:lnTo>
                    <a:pt x="4929188" y="2514600"/>
                  </a:lnTo>
                  <a:lnTo>
                    <a:pt x="4907280" y="2514600"/>
                  </a:lnTo>
                  <a:lnTo>
                    <a:pt x="4885373" y="2514600"/>
                  </a:lnTo>
                  <a:lnTo>
                    <a:pt x="4863465" y="2514600"/>
                  </a:lnTo>
                  <a:lnTo>
                    <a:pt x="4841557" y="2514600"/>
                  </a:lnTo>
                  <a:lnTo>
                    <a:pt x="4819650" y="2514600"/>
                  </a:lnTo>
                  <a:lnTo>
                    <a:pt x="4797742" y="2514600"/>
                  </a:lnTo>
                  <a:lnTo>
                    <a:pt x="4775835" y="2514600"/>
                  </a:lnTo>
                  <a:lnTo>
                    <a:pt x="4753928" y="2514600"/>
                  </a:lnTo>
                  <a:lnTo>
                    <a:pt x="4732020" y="2514600"/>
                  </a:lnTo>
                  <a:lnTo>
                    <a:pt x="4710113" y="2514600"/>
                  </a:lnTo>
                  <a:lnTo>
                    <a:pt x="4688205" y="2514600"/>
                  </a:lnTo>
                  <a:lnTo>
                    <a:pt x="4666297" y="2514600"/>
                  </a:lnTo>
                  <a:lnTo>
                    <a:pt x="4644390" y="2514600"/>
                  </a:lnTo>
                  <a:lnTo>
                    <a:pt x="4622483" y="2514600"/>
                  </a:lnTo>
                  <a:lnTo>
                    <a:pt x="4600575" y="2514600"/>
                  </a:lnTo>
                  <a:lnTo>
                    <a:pt x="4578668" y="2514600"/>
                  </a:lnTo>
                  <a:lnTo>
                    <a:pt x="4556760" y="2514600"/>
                  </a:lnTo>
                  <a:lnTo>
                    <a:pt x="4534853" y="2514600"/>
                  </a:lnTo>
                  <a:lnTo>
                    <a:pt x="4512945" y="2514600"/>
                  </a:lnTo>
                  <a:lnTo>
                    <a:pt x="4491038" y="2514600"/>
                  </a:lnTo>
                  <a:lnTo>
                    <a:pt x="4469130" y="2514600"/>
                  </a:lnTo>
                  <a:lnTo>
                    <a:pt x="4447223" y="2514600"/>
                  </a:lnTo>
                  <a:lnTo>
                    <a:pt x="4425315" y="2514600"/>
                  </a:lnTo>
                  <a:lnTo>
                    <a:pt x="4403408" y="2514600"/>
                  </a:lnTo>
                  <a:lnTo>
                    <a:pt x="4381500" y="2514600"/>
                  </a:lnTo>
                  <a:lnTo>
                    <a:pt x="4359593" y="2514600"/>
                  </a:lnTo>
                  <a:lnTo>
                    <a:pt x="4337685" y="2514600"/>
                  </a:lnTo>
                  <a:lnTo>
                    <a:pt x="4315778" y="2514600"/>
                  </a:lnTo>
                  <a:lnTo>
                    <a:pt x="4293870" y="2514600"/>
                  </a:lnTo>
                  <a:lnTo>
                    <a:pt x="4271963" y="2514600"/>
                  </a:lnTo>
                  <a:lnTo>
                    <a:pt x="4250055" y="2514600"/>
                  </a:lnTo>
                  <a:lnTo>
                    <a:pt x="4228148" y="2514600"/>
                  </a:lnTo>
                  <a:lnTo>
                    <a:pt x="4206240" y="2514600"/>
                  </a:lnTo>
                  <a:lnTo>
                    <a:pt x="4184332" y="2514600"/>
                  </a:lnTo>
                  <a:lnTo>
                    <a:pt x="4162425" y="2514600"/>
                  </a:lnTo>
                  <a:lnTo>
                    <a:pt x="4140517" y="2514600"/>
                  </a:lnTo>
                  <a:lnTo>
                    <a:pt x="4118610" y="2514600"/>
                  </a:lnTo>
                  <a:lnTo>
                    <a:pt x="4096703" y="2514600"/>
                  </a:lnTo>
                  <a:lnTo>
                    <a:pt x="4074795" y="2514600"/>
                  </a:lnTo>
                  <a:lnTo>
                    <a:pt x="4052888" y="2514600"/>
                  </a:lnTo>
                  <a:lnTo>
                    <a:pt x="4030980" y="2514600"/>
                  </a:lnTo>
                  <a:lnTo>
                    <a:pt x="4009072" y="2514600"/>
                  </a:lnTo>
                  <a:lnTo>
                    <a:pt x="3987165" y="2514600"/>
                  </a:lnTo>
                  <a:lnTo>
                    <a:pt x="3965257" y="2514600"/>
                  </a:lnTo>
                  <a:lnTo>
                    <a:pt x="3943350" y="2514600"/>
                  </a:lnTo>
                  <a:lnTo>
                    <a:pt x="3921443" y="2514600"/>
                  </a:lnTo>
                  <a:lnTo>
                    <a:pt x="3899535" y="2514600"/>
                  </a:lnTo>
                  <a:lnTo>
                    <a:pt x="3877628" y="2514600"/>
                  </a:lnTo>
                  <a:lnTo>
                    <a:pt x="3855720" y="2514600"/>
                  </a:lnTo>
                  <a:lnTo>
                    <a:pt x="3833812" y="2514600"/>
                  </a:lnTo>
                  <a:lnTo>
                    <a:pt x="3811905" y="2514600"/>
                  </a:lnTo>
                  <a:lnTo>
                    <a:pt x="3789998" y="2514600"/>
                  </a:lnTo>
                  <a:lnTo>
                    <a:pt x="3768090" y="2514600"/>
                  </a:lnTo>
                  <a:lnTo>
                    <a:pt x="3746183" y="2514600"/>
                  </a:lnTo>
                  <a:lnTo>
                    <a:pt x="3724275" y="2514600"/>
                  </a:lnTo>
                  <a:lnTo>
                    <a:pt x="3702368" y="2514600"/>
                  </a:lnTo>
                  <a:lnTo>
                    <a:pt x="3680460" y="2514600"/>
                  </a:lnTo>
                  <a:lnTo>
                    <a:pt x="3658553" y="2514600"/>
                  </a:lnTo>
                  <a:lnTo>
                    <a:pt x="3636645" y="2514600"/>
                  </a:lnTo>
                  <a:lnTo>
                    <a:pt x="3614738" y="2514600"/>
                  </a:lnTo>
                  <a:lnTo>
                    <a:pt x="3592830" y="2514600"/>
                  </a:lnTo>
                  <a:lnTo>
                    <a:pt x="3570923" y="2514600"/>
                  </a:lnTo>
                  <a:lnTo>
                    <a:pt x="3549015" y="2514600"/>
                  </a:lnTo>
                  <a:lnTo>
                    <a:pt x="3527107" y="2514600"/>
                  </a:lnTo>
                  <a:lnTo>
                    <a:pt x="3505200" y="2514600"/>
                  </a:lnTo>
                  <a:lnTo>
                    <a:pt x="3483292" y="2514600"/>
                  </a:lnTo>
                  <a:lnTo>
                    <a:pt x="3461385" y="2514600"/>
                  </a:lnTo>
                  <a:lnTo>
                    <a:pt x="3439478" y="2514600"/>
                  </a:lnTo>
                  <a:lnTo>
                    <a:pt x="3417570" y="2514600"/>
                  </a:lnTo>
                  <a:lnTo>
                    <a:pt x="3395663" y="2514600"/>
                  </a:lnTo>
                  <a:lnTo>
                    <a:pt x="3373755" y="2514600"/>
                  </a:lnTo>
                  <a:lnTo>
                    <a:pt x="3351847" y="2514600"/>
                  </a:lnTo>
                  <a:lnTo>
                    <a:pt x="3329940" y="2514600"/>
                  </a:lnTo>
                  <a:lnTo>
                    <a:pt x="3308032" y="2514600"/>
                  </a:lnTo>
                  <a:lnTo>
                    <a:pt x="3286125" y="2514600"/>
                  </a:lnTo>
                  <a:lnTo>
                    <a:pt x="3264218" y="2514600"/>
                  </a:lnTo>
                  <a:lnTo>
                    <a:pt x="3242310" y="2514600"/>
                  </a:lnTo>
                  <a:lnTo>
                    <a:pt x="3220403" y="2514600"/>
                  </a:lnTo>
                  <a:lnTo>
                    <a:pt x="3198495" y="2514600"/>
                  </a:lnTo>
                  <a:lnTo>
                    <a:pt x="3176587" y="2514600"/>
                  </a:lnTo>
                  <a:lnTo>
                    <a:pt x="3154680" y="2514600"/>
                  </a:lnTo>
                  <a:lnTo>
                    <a:pt x="3132773" y="2514600"/>
                  </a:lnTo>
                  <a:lnTo>
                    <a:pt x="3110865" y="2514600"/>
                  </a:lnTo>
                  <a:lnTo>
                    <a:pt x="3088958" y="2514600"/>
                  </a:lnTo>
                  <a:lnTo>
                    <a:pt x="3067050" y="2514600"/>
                  </a:lnTo>
                  <a:lnTo>
                    <a:pt x="3045143" y="2514600"/>
                  </a:lnTo>
                  <a:lnTo>
                    <a:pt x="3023235" y="2514600"/>
                  </a:lnTo>
                  <a:lnTo>
                    <a:pt x="3001328" y="2514600"/>
                  </a:lnTo>
                  <a:lnTo>
                    <a:pt x="2979420" y="2514600"/>
                  </a:lnTo>
                  <a:lnTo>
                    <a:pt x="2957513" y="2514600"/>
                  </a:lnTo>
                  <a:lnTo>
                    <a:pt x="2935605" y="2514600"/>
                  </a:lnTo>
                  <a:lnTo>
                    <a:pt x="2913698" y="2514600"/>
                  </a:lnTo>
                  <a:lnTo>
                    <a:pt x="2891790" y="2514600"/>
                  </a:lnTo>
                  <a:lnTo>
                    <a:pt x="2869882" y="2514600"/>
                  </a:lnTo>
                  <a:lnTo>
                    <a:pt x="2847975" y="2514600"/>
                  </a:lnTo>
                  <a:lnTo>
                    <a:pt x="2826067" y="2514600"/>
                  </a:lnTo>
                  <a:lnTo>
                    <a:pt x="2804160" y="2514600"/>
                  </a:lnTo>
                  <a:lnTo>
                    <a:pt x="2782253" y="2514600"/>
                  </a:lnTo>
                  <a:lnTo>
                    <a:pt x="2760345" y="2514600"/>
                  </a:lnTo>
                  <a:lnTo>
                    <a:pt x="2738438" y="2514600"/>
                  </a:lnTo>
                  <a:lnTo>
                    <a:pt x="2716530" y="2514600"/>
                  </a:lnTo>
                  <a:lnTo>
                    <a:pt x="2694623" y="2514600"/>
                  </a:lnTo>
                  <a:lnTo>
                    <a:pt x="2672715" y="2514600"/>
                  </a:lnTo>
                  <a:lnTo>
                    <a:pt x="2650808" y="2514600"/>
                  </a:lnTo>
                  <a:lnTo>
                    <a:pt x="2628900" y="2514600"/>
                  </a:lnTo>
                  <a:lnTo>
                    <a:pt x="2606993" y="2514600"/>
                  </a:lnTo>
                  <a:lnTo>
                    <a:pt x="2585085" y="2514600"/>
                  </a:lnTo>
                  <a:lnTo>
                    <a:pt x="2563177" y="2514600"/>
                  </a:lnTo>
                  <a:lnTo>
                    <a:pt x="2541270" y="2514600"/>
                  </a:lnTo>
                  <a:lnTo>
                    <a:pt x="2519363" y="2514600"/>
                  </a:lnTo>
                  <a:lnTo>
                    <a:pt x="2497455" y="2514600"/>
                  </a:lnTo>
                  <a:lnTo>
                    <a:pt x="2475548" y="2514600"/>
                  </a:lnTo>
                  <a:lnTo>
                    <a:pt x="2453640" y="2514600"/>
                  </a:lnTo>
                  <a:lnTo>
                    <a:pt x="2431733" y="2514600"/>
                  </a:lnTo>
                  <a:lnTo>
                    <a:pt x="2409825" y="2514600"/>
                  </a:lnTo>
                  <a:lnTo>
                    <a:pt x="2387918" y="2514600"/>
                  </a:lnTo>
                  <a:lnTo>
                    <a:pt x="2366010" y="2514600"/>
                  </a:lnTo>
                  <a:lnTo>
                    <a:pt x="2344103" y="2514600"/>
                  </a:lnTo>
                  <a:lnTo>
                    <a:pt x="2322195" y="2514600"/>
                  </a:lnTo>
                  <a:lnTo>
                    <a:pt x="2300288" y="2514600"/>
                  </a:lnTo>
                  <a:lnTo>
                    <a:pt x="2278380" y="2514600"/>
                  </a:lnTo>
                  <a:lnTo>
                    <a:pt x="2256472" y="2514600"/>
                  </a:lnTo>
                  <a:lnTo>
                    <a:pt x="2234565" y="2514600"/>
                  </a:lnTo>
                  <a:lnTo>
                    <a:pt x="2212658" y="2514600"/>
                  </a:lnTo>
                  <a:lnTo>
                    <a:pt x="2190750" y="2514600"/>
                  </a:lnTo>
                  <a:lnTo>
                    <a:pt x="2168842" y="2514600"/>
                  </a:lnTo>
                  <a:lnTo>
                    <a:pt x="2146935" y="2514600"/>
                  </a:lnTo>
                  <a:lnTo>
                    <a:pt x="2125028" y="2514600"/>
                  </a:lnTo>
                  <a:lnTo>
                    <a:pt x="2103120" y="2514600"/>
                  </a:lnTo>
                  <a:lnTo>
                    <a:pt x="2081212" y="2514600"/>
                  </a:lnTo>
                  <a:lnTo>
                    <a:pt x="2059305" y="2514600"/>
                  </a:lnTo>
                  <a:lnTo>
                    <a:pt x="2037398" y="2514600"/>
                  </a:lnTo>
                  <a:lnTo>
                    <a:pt x="2015490" y="2514600"/>
                  </a:lnTo>
                  <a:lnTo>
                    <a:pt x="1993583" y="2514600"/>
                  </a:lnTo>
                  <a:lnTo>
                    <a:pt x="1971675" y="2514600"/>
                  </a:lnTo>
                  <a:lnTo>
                    <a:pt x="1949768" y="2514600"/>
                  </a:lnTo>
                  <a:lnTo>
                    <a:pt x="1927860" y="2514600"/>
                  </a:lnTo>
                  <a:lnTo>
                    <a:pt x="1905952" y="2514600"/>
                  </a:lnTo>
                  <a:lnTo>
                    <a:pt x="1884045" y="2514600"/>
                  </a:lnTo>
                  <a:lnTo>
                    <a:pt x="1862138" y="2514600"/>
                  </a:lnTo>
                  <a:lnTo>
                    <a:pt x="1840230" y="2514600"/>
                  </a:lnTo>
                  <a:lnTo>
                    <a:pt x="1818322" y="2514600"/>
                  </a:lnTo>
                  <a:lnTo>
                    <a:pt x="1796415" y="2514600"/>
                  </a:lnTo>
                  <a:lnTo>
                    <a:pt x="1774508" y="2514600"/>
                  </a:lnTo>
                  <a:lnTo>
                    <a:pt x="1752600" y="2514600"/>
                  </a:lnTo>
                  <a:lnTo>
                    <a:pt x="1730693" y="2514600"/>
                  </a:lnTo>
                  <a:lnTo>
                    <a:pt x="1708785" y="2514600"/>
                  </a:lnTo>
                  <a:lnTo>
                    <a:pt x="1686878" y="2514600"/>
                  </a:lnTo>
                  <a:lnTo>
                    <a:pt x="1664970" y="2514600"/>
                  </a:lnTo>
                  <a:lnTo>
                    <a:pt x="1643063" y="2514600"/>
                  </a:lnTo>
                  <a:lnTo>
                    <a:pt x="1621155" y="2514600"/>
                  </a:lnTo>
                  <a:lnTo>
                    <a:pt x="1599247" y="2514600"/>
                  </a:lnTo>
                  <a:lnTo>
                    <a:pt x="1577340" y="2514600"/>
                  </a:lnTo>
                  <a:lnTo>
                    <a:pt x="1555433" y="2514600"/>
                  </a:lnTo>
                  <a:lnTo>
                    <a:pt x="1533525" y="2514600"/>
                  </a:lnTo>
                  <a:lnTo>
                    <a:pt x="1511618" y="2514600"/>
                  </a:lnTo>
                  <a:lnTo>
                    <a:pt x="1489710" y="2514600"/>
                  </a:lnTo>
                  <a:lnTo>
                    <a:pt x="1467803" y="2514600"/>
                  </a:lnTo>
                  <a:lnTo>
                    <a:pt x="1445895" y="2514600"/>
                  </a:lnTo>
                  <a:lnTo>
                    <a:pt x="1423987" y="2514600"/>
                  </a:lnTo>
                  <a:lnTo>
                    <a:pt x="1402080" y="2514600"/>
                  </a:lnTo>
                  <a:lnTo>
                    <a:pt x="1380173" y="2514600"/>
                  </a:lnTo>
                  <a:lnTo>
                    <a:pt x="1358265" y="2514600"/>
                  </a:lnTo>
                  <a:lnTo>
                    <a:pt x="1336358" y="2514600"/>
                  </a:lnTo>
                  <a:lnTo>
                    <a:pt x="1314450" y="2514600"/>
                  </a:lnTo>
                  <a:lnTo>
                    <a:pt x="1292542" y="2514600"/>
                  </a:lnTo>
                  <a:lnTo>
                    <a:pt x="1270635" y="2514600"/>
                  </a:lnTo>
                  <a:lnTo>
                    <a:pt x="1248727" y="2514600"/>
                  </a:lnTo>
                  <a:lnTo>
                    <a:pt x="1226820" y="2514600"/>
                  </a:lnTo>
                  <a:lnTo>
                    <a:pt x="1204913" y="2514600"/>
                  </a:lnTo>
                  <a:lnTo>
                    <a:pt x="1183005" y="2514600"/>
                  </a:lnTo>
                  <a:lnTo>
                    <a:pt x="1161098" y="2514600"/>
                  </a:lnTo>
                  <a:lnTo>
                    <a:pt x="1139190" y="2514600"/>
                  </a:lnTo>
                  <a:lnTo>
                    <a:pt x="1117282" y="2514600"/>
                  </a:lnTo>
                  <a:lnTo>
                    <a:pt x="1095375" y="2514600"/>
                  </a:lnTo>
                  <a:lnTo>
                    <a:pt x="1073468" y="2514600"/>
                  </a:lnTo>
                  <a:lnTo>
                    <a:pt x="1051560" y="2514600"/>
                  </a:lnTo>
                  <a:lnTo>
                    <a:pt x="1029653" y="2514600"/>
                  </a:lnTo>
                  <a:lnTo>
                    <a:pt x="1007745" y="2514600"/>
                  </a:lnTo>
                  <a:lnTo>
                    <a:pt x="985838" y="2514600"/>
                  </a:lnTo>
                  <a:lnTo>
                    <a:pt x="963930" y="2514600"/>
                  </a:lnTo>
                  <a:lnTo>
                    <a:pt x="942023" y="2514600"/>
                  </a:lnTo>
                  <a:lnTo>
                    <a:pt x="920115" y="2514600"/>
                  </a:lnTo>
                  <a:lnTo>
                    <a:pt x="898208" y="2514600"/>
                  </a:lnTo>
                  <a:lnTo>
                    <a:pt x="876300" y="2514600"/>
                  </a:lnTo>
                  <a:lnTo>
                    <a:pt x="854393" y="2514600"/>
                  </a:lnTo>
                  <a:lnTo>
                    <a:pt x="832485" y="2514600"/>
                  </a:lnTo>
                  <a:lnTo>
                    <a:pt x="810578" y="2514600"/>
                  </a:lnTo>
                  <a:lnTo>
                    <a:pt x="788670" y="2514600"/>
                  </a:lnTo>
                  <a:lnTo>
                    <a:pt x="766763" y="2514600"/>
                  </a:lnTo>
                  <a:lnTo>
                    <a:pt x="744855" y="2514600"/>
                  </a:lnTo>
                  <a:lnTo>
                    <a:pt x="722948" y="2514600"/>
                  </a:lnTo>
                  <a:lnTo>
                    <a:pt x="701040" y="2514600"/>
                  </a:lnTo>
                  <a:lnTo>
                    <a:pt x="679133" y="2514600"/>
                  </a:lnTo>
                  <a:lnTo>
                    <a:pt x="657225" y="2514600"/>
                  </a:lnTo>
                  <a:lnTo>
                    <a:pt x="635318" y="2514600"/>
                  </a:lnTo>
                  <a:lnTo>
                    <a:pt x="613410" y="2514600"/>
                  </a:lnTo>
                  <a:lnTo>
                    <a:pt x="591503" y="2514600"/>
                  </a:lnTo>
                  <a:lnTo>
                    <a:pt x="569595" y="2514600"/>
                  </a:lnTo>
                  <a:lnTo>
                    <a:pt x="547688" y="2514600"/>
                  </a:lnTo>
                  <a:lnTo>
                    <a:pt x="525780" y="2514600"/>
                  </a:lnTo>
                  <a:lnTo>
                    <a:pt x="503873" y="2514600"/>
                  </a:lnTo>
                  <a:lnTo>
                    <a:pt x="481965" y="2514600"/>
                  </a:lnTo>
                  <a:lnTo>
                    <a:pt x="460057" y="2514600"/>
                  </a:lnTo>
                  <a:lnTo>
                    <a:pt x="438150" y="2514600"/>
                  </a:lnTo>
                  <a:lnTo>
                    <a:pt x="416243" y="2514600"/>
                  </a:lnTo>
                  <a:lnTo>
                    <a:pt x="394335" y="2514600"/>
                  </a:lnTo>
                  <a:lnTo>
                    <a:pt x="372428" y="2514600"/>
                  </a:lnTo>
                  <a:lnTo>
                    <a:pt x="350520" y="2514600"/>
                  </a:lnTo>
                  <a:lnTo>
                    <a:pt x="328613" y="2514600"/>
                  </a:lnTo>
                  <a:lnTo>
                    <a:pt x="306705" y="2514600"/>
                  </a:lnTo>
                  <a:lnTo>
                    <a:pt x="284798" y="2514600"/>
                  </a:lnTo>
                  <a:lnTo>
                    <a:pt x="262890" y="2514600"/>
                  </a:lnTo>
                  <a:lnTo>
                    <a:pt x="240982" y="2514600"/>
                  </a:lnTo>
                  <a:lnTo>
                    <a:pt x="219075" y="2514600"/>
                  </a:lnTo>
                  <a:lnTo>
                    <a:pt x="197167" y="2514600"/>
                  </a:lnTo>
                  <a:lnTo>
                    <a:pt x="175260" y="2514600"/>
                  </a:lnTo>
                  <a:lnTo>
                    <a:pt x="153353" y="2514600"/>
                  </a:lnTo>
                  <a:lnTo>
                    <a:pt x="131445" y="2514600"/>
                  </a:lnTo>
                  <a:lnTo>
                    <a:pt x="109538" y="2514600"/>
                  </a:lnTo>
                  <a:lnTo>
                    <a:pt x="87630" y="2514600"/>
                  </a:lnTo>
                  <a:lnTo>
                    <a:pt x="65723" y="2514600"/>
                  </a:lnTo>
                  <a:lnTo>
                    <a:pt x="43815" y="2514600"/>
                  </a:lnTo>
                  <a:lnTo>
                    <a:pt x="21908" y="2514600"/>
                  </a:lnTo>
                  <a:lnTo>
                    <a:pt x="0" y="2514600"/>
                  </a:lnTo>
                  <a:close/>
                </a:path>
              </a:pathLst>
            </a:custGeom>
            <a:solidFill>
              <a:srgbClr val="CED7E6"/>
            </a:solidFill>
            <a:ln>
              <a:noFill/>
            </a:ln>
          </p:spPr>
        </p:sp>
        <p:sp>
          <p:nvSpPr>
            <p:cNvPr id="21" name="node06.series.source-002"/>
            <p:cNvSpPr/>
            <p:nvPr/>
          </p:nvSpPr>
          <p:spPr>
            <a:xfrm>
              <a:off x="6210300" y="2362200"/>
              <a:ext cx="5257800" cy="2514600"/>
            </a:xfrm>
            <a:custGeom>
              <a:avLst/>
              <a:gdLst/>
              <a:ahLst/>
              <a:cxnLst/>
              <a:rect l="l" t="t" r="r" b="b"/>
              <a:pathLst>
                <a:path w="5257800" h="2514600">
                  <a:moveTo>
                    <a:pt x="0" y="1947259"/>
                  </a:moveTo>
                  <a:lnTo>
                    <a:pt x="21908" y="1941534"/>
                  </a:lnTo>
                  <a:lnTo>
                    <a:pt x="43815" y="1935460"/>
                  </a:lnTo>
                  <a:lnTo>
                    <a:pt x="65723" y="1929031"/>
                  </a:lnTo>
                  <a:lnTo>
                    <a:pt x="87630" y="1922241"/>
                  </a:lnTo>
                  <a:lnTo>
                    <a:pt x="109538" y="1915085"/>
                  </a:lnTo>
                  <a:lnTo>
                    <a:pt x="131445" y="1907561"/>
                  </a:lnTo>
                  <a:lnTo>
                    <a:pt x="153353" y="1899668"/>
                  </a:lnTo>
                  <a:lnTo>
                    <a:pt x="175260" y="1891403"/>
                  </a:lnTo>
                  <a:lnTo>
                    <a:pt x="197167" y="1882770"/>
                  </a:lnTo>
                  <a:lnTo>
                    <a:pt x="219075" y="1873769"/>
                  </a:lnTo>
                  <a:lnTo>
                    <a:pt x="240982" y="1864404"/>
                  </a:lnTo>
                  <a:lnTo>
                    <a:pt x="262890" y="1854681"/>
                  </a:lnTo>
                  <a:lnTo>
                    <a:pt x="284798" y="1844607"/>
                  </a:lnTo>
                  <a:lnTo>
                    <a:pt x="306705" y="1834189"/>
                  </a:lnTo>
                  <a:lnTo>
                    <a:pt x="328613" y="1823438"/>
                  </a:lnTo>
                  <a:lnTo>
                    <a:pt x="350520" y="1812364"/>
                  </a:lnTo>
                  <a:lnTo>
                    <a:pt x="372428" y="1800981"/>
                  </a:lnTo>
                  <a:lnTo>
                    <a:pt x="394335" y="1789301"/>
                  </a:lnTo>
                  <a:lnTo>
                    <a:pt x="416243" y="1777339"/>
                  </a:lnTo>
                  <a:lnTo>
                    <a:pt x="438150" y="1765110"/>
                  </a:lnTo>
                  <a:lnTo>
                    <a:pt x="460057" y="1752630"/>
                  </a:lnTo>
                  <a:lnTo>
                    <a:pt x="481965" y="1739915"/>
                  </a:lnTo>
                  <a:lnTo>
                    <a:pt x="503873" y="1726985"/>
                  </a:lnTo>
                  <a:lnTo>
                    <a:pt x="525780" y="1713857"/>
                  </a:lnTo>
                  <a:lnTo>
                    <a:pt x="547688" y="1700552"/>
                  </a:lnTo>
                  <a:lnTo>
                    <a:pt x="569595" y="1687088"/>
                  </a:lnTo>
                  <a:lnTo>
                    <a:pt x="591503" y="1673485"/>
                  </a:lnTo>
                  <a:lnTo>
                    <a:pt x="613410" y="1659762"/>
                  </a:lnTo>
                  <a:lnTo>
                    <a:pt x="635318" y="1645940"/>
                  </a:lnTo>
                  <a:lnTo>
                    <a:pt x="657225" y="1632037"/>
                  </a:lnTo>
                  <a:lnTo>
                    <a:pt x="679133" y="1618072"/>
                  </a:lnTo>
                  <a:lnTo>
                    <a:pt x="701040" y="1604062"/>
                  </a:lnTo>
                  <a:lnTo>
                    <a:pt x="722948" y="1590026"/>
                  </a:lnTo>
                  <a:lnTo>
                    <a:pt x="744855" y="1575979"/>
                  </a:lnTo>
                  <a:lnTo>
                    <a:pt x="766763" y="1561937"/>
                  </a:lnTo>
                  <a:lnTo>
                    <a:pt x="788670" y="1547913"/>
                  </a:lnTo>
                  <a:lnTo>
                    <a:pt x="810578" y="1533921"/>
                  </a:lnTo>
                  <a:lnTo>
                    <a:pt x="832485" y="1519972"/>
                  </a:lnTo>
                  <a:lnTo>
                    <a:pt x="854393" y="1506075"/>
                  </a:lnTo>
                  <a:lnTo>
                    <a:pt x="876300" y="1492242"/>
                  </a:lnTo>
                  <a:lnTo>
                    <a:pt x="898208" y="1478479"/>
                  </a:lnTo>
                  <a:lnTo>
                    <a:pt x="920115" y="1464791"/>
                  </a:lnTo>
                  <a:lnTo>
                    <a:pt x="942023" y="1451182"/>
                  </a:lnTo>
                  <a:lnTo>
                    <a:pt x="963930" y="1437654"/>
                  </a:lnTo>
                  <a:lnTo>
                    <a:pt x="985838" y="1424208"/>
                  </a:lnTo>
                  <a:lnTo>
                    <a:pt x="1007745" y="1410840"/>
                  </a:lnTo>
                  <a:lnTo>
                    <a:pt x="1029653" y="1397550"/>
                  </a:lnTo>
                  <a:lnTo>
                    <a:pt x="1051560" y="1384330"/>
                  </a:lnTo>
                  <a:lnTo>
                    <a:pt x="1073468" y="1371177"/>
                  </a:lnTo>
                  <a:lnTo>
                    <a:pt x="1095375" y="1358084"/>
                  </a:lnTo>
                  <a:lnTo>
                    <a:pt x="1117282" y="1345044"/>
                  </a:lnTo>
                  <a:lnTo>
                    <a:pt x="1139190" y="1332047"/>
                  </a:lnTo>
                  <a:lnTo>
                    <a:pt x="1161098" y="1319084"/>
                  </a:lnTo>
                  <a:lnTo>
                    <a:pt x="1183005" y="1306145"/>
                  </a:lnTo>
                  <a:lnTo>
                    <a:pt x="1204913" y="1293217"/>
                  </a:lnTo>
                  <a:lnTo>
                    <a:pt x="1226820" y="1280291"/>
                  </a:lnTo>
                  <a:lnTo>
                    <a:pt x="1248727" y="1267353"/>
                  </a:lnTo>
                  <a:lnTo>
                    <a:pt x="1270635" y="1254393"/>
                  </a:lnTo>
                  <a:lnTo>
                    <a:pt x="1292542" y="1241399"/>
                  </a:lnTo>
                  <a:lnTo>
                    <a:pt x="1314450" y="1228362"/>
                  </a:lnTo>
                  <a:lnTo>
                    <a:pt x="1336358" y="1215272"/>
                  </a:lnTo>
                  <a:lnTo>
                    <a:pt x="1358265" y="1202119"/>
                  </a:lnTo>
                  <a:lnTo>
                    <a:pt x="1380173" y="1188900"/>
                  </a:lnTo>
                  <a:lnTo>
                    <a:pt x="1402080" y="1175606"/>
                  </a:lnTo>
                  <a:lnTo>
                    <a:pt x="1423987" y="1162234"/>
                  </a:lnTo>
                  <a:lnTo>
                    <a:pt x="1445895" y="1148781"/>
                  </a:lnTo>
                  <a:lnTo>
                    <a:pt x="1467803" y="1135246"/>
                  </a:lnTo>
                  <a:lnTo>
                    <a:pt x="1489710" y="1121629"/>
                  </a:lnTo>
                  <a:lnTo>
                    <a:pt x="1511618" y="1107933"/>
                  </a:lnTo>
                  <a:lnTo>
                    <a:pt x="1533525" y="1094163"/>
                  </a:lnTo>
                  <a:lnTo>
                    <a:pt x="1555433" y="1080326"/>
                  </a:lnTo>
                  <a:lnTo>
                    <a:pt x="1577340" y="1066431"/>
                  </a:lnTo>
                  <a:lnTo>
                    <a:pt x="1599247" y="1052489"/>
                  </a:lnTo>
                  <a:lnTo>
                    <a:pt x="1621155" y="1038513"/>
                  </a:lnTo>
                  <a:lnTo>
                    <a:pt x="1643063" y="1024518"/>
                  </a:lnTo>
                  <a:lnTo>
                    <a:pt x="1664970" y="1010520"/>
                  </a:lnTo>
                  <a:lnTo>
                    <a:pt x="1686878" y="996537"/>
                  </a:lnTo>
                  <a:lnTo>
                    <a:pt x="1708785" y="982587"/>
                  </a:lnTo>
                  <a:lnTo>
                    <a:pt x="1730693" y="968692"/>
                  </a:lnTo>
                  <a:lnTo>
                    <a:pt x="1752600" y="954873"/>
                  </a:lnTo>
                  <a:lnTo>
                    <a:pt x="1774508" y="941153"/>
                  </a:lnTo>
                  <a:lnTo>
                    <a:pt x="1796415" y="927554"/>
                  </a:lnTo>
                  <a:lnTo>
                    <a:pt x="1818322" y="914100"/>
                  </a:lnTo>
                  <a:lnTo>
                    <a:pt x="1840230" y="900815"/>
                  </a:lnTo>
                  <a:lnTo>
                    <a:pt x="1862138" y="887721"/>
                  </a:lnTo>
                  <a:lnTo>
                    <a:pt x="1884045" y="874843"/>
                  </a:lnTo>
                  <a:lnTo>
                    <a:pt x="1905952" y="862203"/>
                  </a:lnTo>
                  <a:lnTo>
                    <a:pt x="1927860" y="849822"/>
                  </a:lnTo>
                  <a:lnTo>
                    <a:pt x="1949768" y="837722"/>
                  </a:lnTo>
                  <a:lnTo>
                    <a:pt x="1971675" y="825926"/>
                  </a:lnTo>
                  <a:lnTo>
                    <a:pt x="1993583" y="814453"/>
                  </a:lnTo>
                  <a:lnTo>
                    <a:pt x="2015490" y="803321"/>
                  </a:lnTo>
                  <a:lnTo>
                    <a:pt x="2037398" y="792545"/>
                  </a:lnTo>
                  <a:lnTo>
                    <a:pt x="2059305" y="782139"/>
                  </a:lnTo>
                  <a:lnTo>
                    <a:pt x="2081212" y="772118"/>
                  </a:lnTo>
                  <a:lnTo>
                    <a:pt x="2103120" y="762493"/>
                  </a:lnTo>
                  <a:lnTo>
                    <a:pt x="2125028" y="753272"/>
                  </a:lnTo>
                  <a:lnTo>
                    <a:pt x="2146935" y="744464"/>
                  </a:lnTo>
                  <a:lnTo>
                    <a:pt x="2168842" y="736076"/>
                  </a:lnTo>
                  <a:lnTo>
                    <a:pt x="2190750" y="728114"/>
                  </a:lnTo>
                  <a:lnTo>
                    <a:pt x="2212658" y="720584"/>
                  </a:lnTo>
                  <a:lnTo>
                    <a:pt x="2234565" y="713487"/>
                  </a:lnTo>
                  <a:lnTo>
                    <a:pt x="2256472" y="706822"/>
                  </a:lnTo>
                  <a:lnTo>
                    <a:pt x="2278380" y="700589"/>
                  </a:lnTo>
                  <a:lnTo>
                    <a:pt x="2300288" y="694788"/>
                  </a:lnTo>
                  <a:lnTo>
                    <a:pt x="2322195" y="689416"/>
                  </a:lnTo>
                  <a:lnTo>
                    <a:pt x="2344103" y="684471"/>
                  </a:lnTo>
                  <a:lnTo>
                    <a:pt x="2366010" y="679951"/>
                  </a:lnTo>
                  <a:lnTo>
                    <a:pt x="2387918" y="675851"/>
                  </a:lnTo>
                  <a:lnTo>
                    <a:pt x="2409825" y="672170"/>
                  </a:lnTo>
                  <a:lnTo>
                    <a:pt x="2431733" y="668905"/>
                  </a:lnTo>
                  <a:lnTo>
                    <a:pt x="2453640" y="666054"/>
                  </a:lnTo>
                  <a:lnTo>
                    <a:pt x="2475548" y="663614"/>
                  </a:lnTo>
                  <a:lnTo>
                    <a:pt x="2497455" y="661585"/>
                  </a:lnTo>
                  <a:lnTo>
                    <a:pt x="2519363" y="659966"/>
                  </a:lnTo>
                  <a:lnTo>
                    <a:pt x="2541270" y="658757"/>
                  </a:lnTo>
                  <a:lnTo>
                    <a:pt x="2563177" y="657960"/>
                  </a:lnTo>
                  <a:lnTo>
                    <a:pt x="2585085" y="657578"/>
                  </a:lnTo>
                  <a:lnTo>
                    <a:pt x="2606993" y="657615"/>
                  </a:lnTo>
                  <a:lnTo>
                    <a:pt x="2628900" y="658075"/>
                  </a:lnTo>
                  <a:lnTo>
                    <a:pt x="2650808" y="658966"/>
                  </a:lnTo>
                  <a:lnTo>
                    <a:pt x="2672715" y="660295"/>
                  </a:lnTo>
                  <a:lnTo>
                    <a:pt x="2694623" y="662075"/>
                  </a:lnTo>
                  <a:lnTo>
                    <a:pt x="2716530" y="664316"/>
                  </a:lnTo>
                  <a:lnTo>
                    <a:pt x="2738438" y="667032"/>
                  </a:lnTo>
                  <a:lnTo>
                    <a:pt x="2760345" y="670234"/>
                  </a:lnTo>
                  <a:lnTo>
                    <a:pt x="2782253" y="673939"/>
                  </a:lnTo>
                  <a:lnTo>
                    <a:pt x="2804160" y="678162"/>
                  </a:lnTo>
                  <a:lnTo>
                    <a:pt x="2826067" y="682920"/>
                  </a:lnTo>
                  <a:lnTo>
                    <a:pt x="2847975" y="688227"/>
                  </a:lnTo>
                  <a:lnTo>
                    <a:pt x="2869882" y="694101"/>
                  </a:lnTo>
                  <a:lnTo>
                    <a:pt x="2891790" y="700558"/>
                  </a:lnTo>
                  <a:lnTo>
                    <a:pt x="2913698" y="707618"/>
                  </a:lnTo>
                  <a:lnTo>
                    <a:pt x="2935605" y="715298"/>
                  </a:lnTo>
                  <a:lnTo>
                    <a:pt x="2957513" y="723615"/>
                  </a:lnTo>
                  <a:lnTo>
                    <a:pt x="2979420" y="732585"/>
                  </a:lnTo>
                  <a:lnTo>
                    <a:pt x="3001328" y="742225"/>
                  </a:lnTo>
                  <a:lnTo>
                    <a:pt x="3023235" y="752548"/>
                  </a:lnTo>
                  <a:lnTo>
                    <a:pt x="3045143" y="763569"/>
                  </a:lnTo>
                  <a:lnTo>
                    <a:pt x="3067050" y="775293"/>
                  </a:lnTo>
                  <a:lnTo>
                    <a:pt x="3088958" y="787732"/>
                  </a:lnTo>
                  <a:lnTo>
                    <a:pt x="3110865" y="800891"/>
                  </a:lnTo>
                  <a:lnTo>
                    <a:pt x="3132773" y="814772"/>
                  </a:lnTo>
                  <a:lnTo>
                    <a:pt x="3154680" y="829378"/>
                  </a:lnTo>
                  <a:lnTo>
                    <a:pt x="3176587" y="844708"/>
                  </a:lnTo>
                  <a:lnTo>
                    <a:pt x="3198495" y="860759"/>
                  </a:lnTo>
                  <a:lnTo>
                    <a:pt x="3220403" y="877523"/>
                  </a:lnTo>
                  <a:lnTo>
                    <a:pt x="3242310" y="894991"/>
                  </a:lnTo>
                  <a:lnTo>
                    <a:pt x="3264218" y="913150"/>
                  </a:lnTo>
                  <a:lnTo>
                    <a:pt x="3286125" y="931984"/>
                  </a:lnTo>
                  <a:lnTo>
                    <a:pt x="3308032" y="951474"/>
                  </a:lnTo>
                  <a:lnTo>
                    <a:pt x="3329940" y="971598"/>
                  </a:lnTo>
                  <a:lnTo>
                    <a:pt x="3351847" y="992327"/>
                  </a:lnTo>
                  <a:lnTo>
                    <a:pt x="3373755" y="1013634"/>
                  </a:lnTo>
                  <a:lnTo>
                    <a:pt x="3395663" y="1035486"/>
                  </a:lnTo>
                  <a:lnTo>
                    <a:pt x="3417570" y="1057849"/>
                  </a:lnTo>
                  <a:lnTo>
                    <a:pt x="3439478" y="1080687"/>
                  </a:lnTo>
                  <a:lnTo>
                    <a:pt x="3461385" y="1103960"/>
                  </a:lnTo>
                  <a:lnTo>
                    <a:pt x="3483292" y="1127625"/>
                  </a:lnTo>
                  <a:lnTo>
                    <a:pt x="3505200" y="1151639"/>
                  </a:lnTo>
                  <a:lnTo>
                    <a:pt x="3527107" y="1175957"/>
                  </a:lnTo>
                  <a:lnTo>
                    <a:pt x="3549015" y="1200531"/>
                  </a:lnTo>
                  <a:lnTo>
                    <a:pt x="3570923" y="1225313"/>
                  </a:lnTo>
                  <a:lnTo>
                    <a:pt x="3592830" y="1250254"/>
                  </a:lnTo>
                  <a:lnTo>
                    <a:pt x="3614738" y="1275303"/>
                  </a:lnTo>
                  <a:lnTo>
                    <a:pt x="3636645" y="1300411"/>
                  </a:lnTo>
                  <a:lnTo>
                    <a:pt x="3658553" y="1325527"/>
                  </a:lnTo>
                  <a:lnTo>
                    <a:pt x="3680460" y="1350602"/>
                  </a:lnTo>
                  <a:lnTo>
                    <a:pt x="3702368" y="1375586"/>
                  </a:lnTo>
                  <a:lnTo>
                    <a:pt x="3724275" y="1400431"/>
                  </a:lnTo>
                  <a:lnTo>
                    <a:pt x="3746183" y="1425090"/>
                  </a:lnTo>
                  <a:lnTo>
                    <a:pt x="3768090" y="1449518"/>
                  </a:lnTo>
                  <a:lnTo>
                    <a:pt x="3789998" y="1473671"/>
                  </a:lnTo>
                  <a:lnTo>
                    <a:pt x="3811905" y="1497508"/>
                  </a:lnTo>
                  <a:lnTo>
                    <a:pt x="3833812" y="1520990"/>
                  </a:lnTo>
                  <a:lnTo>
                    <a:pt x="3855720" y="1544081"/>
                  </a:lnTo>
                  <a:lnTo>
                    <a:pt x="3877628" y="1566746"/>
                  </a:lnTo>
                  <a:lnTo>
                    <a:pt x="3899535" y="1588955"/>
                  </a:lnTo>
                  <a:lnTo>
                    <a:pt x="3921443" y="1610680"/>
                  </a:lnTo>
                  <a:lnTo>
                    <a:pt x="3943350" y="1631897"/>
                  </a:lnTo>
                  <a:lnTo>
                    <a:pt x="3965257" y="1652583"/>
                  </a:lnTo>
                  <a:lnTo>
                    <a:pt x="3987165" y="1672720"/>
                  </a:lnTo>
                  <a:lnTo>
                    <a:pt x="4009072" y="1692295"/>
                  </a:lnTo>
                  <a:lnTo>
                    <a:pt x="4030980" y="1711294"/>
                  </a:lnTo>
                  <a:lnTo>
                    <a:pt x="4052888" y="1729711"/>
                  </a:lnTo>
                  <a:lnTo>
                    <a:pt x="4074795" y="1747541"/>
                  </a:lnTo>
                  <a:lnTo>
                    <a:pt x="4096703" y="1764780"/>
                  </a:lnTo>
                  <a:lnTo>
                    <a:pt x="4118610" y="1781432"/>
                  </a:lnTo>
                  <a:lnTo>
                    <a:pt x="4140517" y="1797500"/>
                  </a:lnTo>
                  <a:lnTo>
                    <a:pt x="4162425" y="1812989"/>
                  </a:lnTo>
                  <a:lnTo>
                    <a:pt x="4184332" y="1827909"/>
                  </a:lnTo>
                  <a:lnTo>
                    <a:pt x="4206240" y="1842272"/>
                  </a:lnTo>
                  <a:lnTo>
                    <a:pt x="4228148" y="1856088"/>
                  </a:lnTo>
                  <a:lnTo>
                    <a:pt x="4250055" y="1869372"/>
                  </a:lnTo>
                  <a:lnTo>
                    <a:pt x="4271963" y="1882142"/>
                  </a:lnTo>
                  <a:lnTo>
                    <a:pt x="4293870" y="1894417"/>
                  </a:lnTo>
                  <a:lnTo>
                    <a:pt x="4315778" y="1906216"/>
                  </a:lnTo>
                  <a:lnTo>
                    <a:pt x="4337685" y="1917558"/>
                  </a:lnTo>
                  <a:lnTo>
                    <a:pt x="4359593" y="1928466"/>
                  </a:lnTo>
                  <a:lnTo>
                    <a:pt x="4381500" y="1938960"/>
                  </a:lnTo>
                  <a:lnTo>
                    <a:pt x="4403408" y="1949061"/>
                  </a:lnTo>
                  <a:lnTo>
                    <a:pt x="4425315" y="1958790"/>
                  </a:lnTo>
                  <a:lnTo>
                    <a:pt x="4447223" y="1968165"/>
                  </a:lnTo>
                  <a:lnTo>
                    <a:pt x="4469130" y="1977207"/>
                  </a:lnTo>
                  <a:lnTo>
                    <a:pt x="4491038" y="1985935"/>
                  </a:lnTo>
                  <a:lnTo>
                    <a:pt x="4512945" y="1994368"/>
                  </a:lnTo>
                  <a:lnTo>
                    <a:pt x="4534853" y="2002526"/>
                  </a:lnTo>
                  <a:lnTo>
                    <a:pt x="4556760" y="2010424"/>
                  </a:lnTo>
                  <a:lnTo>
                    <a:pt x="4578668" y="2018079"/>
                  </a:lnTo>
                  <a:lnTo>
                    <a:pt x="4600575" y="2025505"/>
                  </a:lnTo>
                  <a:lnTo>
                    <a:pt x="4622483" y="2032714"/>
                  </a:lnTo>
                  <a:lnTo>
                    <a:pt x="4644390" y="2039720"/>
                  </a:lnTo>
                  <a:lnTo>
                    <a:pt x="4666297" y="2046531"/>
                  </a:lnTo>
                  <a:lnTo>
                    <a:pt x="4688205" y="2053158"/>
                  </a:lnTo>
                  <a:lnTo>
                    <a:pt x="4710113" y="2059607"/>
                  </a:lnTo>
                  <a:lnTo>
                    <a:pt x="4732020" y="2065886"/>
                  </a:lnTo>
                  <a:lnTo>
                    <a:pt x="4753928" y="2072000"/>
                  </a:lnTo>
                  <a:lnTo>
                    <a:pt x="4775835" y="2077955"/>
                  </a:lnTo>
                  <a:lnTo>
                    <a:pt x="4797742" y="2083754"/>
                  </a:lnTo>
                  <a:lnTo>
                    <a:pt x="4819650" y="2089399"/>
                  </a:lnTo>
                  <a:lnTo>
                    <a:pt x="4841557" y="2094892"/>
                  </a:lnTo>
                  <a:lnTo>
                    <a:pt x="4863465" y="2100235"/>
                  </a:lnTo>
                  <a:lnTo>
                    <a:pt x="4885373" y="2105428"/>
                  </a:lnTo>
                  <a:lnTo>
                    <a:pt x="4907280" y="2110472"/>
                  </a:lnTo>
                  <a:lnTo>
                    <a:pt x="4929188" y="2115366"/>
                  </a:lnTo>
                  <a:lnTo>
                    <a:pt x="4951095" y="2120108"/>
                  </a:lnTo>
                  <a:lnTo>
                    <a:pt x="4973003" y="2124699"/>
                  </a:lnTo>
                  <a:lnTo>
                    <a:pt x="4994910" y="2129136"/>
                  </a:lnTo>
                  <a:lnTo>
                    <a:pt x="5016818" y="2133418"/>
                  </a:lnTo>
                  <a:lnTo>
                    <a:pt x="5038725" y="2137545"/>
                  </a:lnTo>
                  <a:lnTo>
                    <a:pt x="5060633" y="2141516"/>
                  </a:lnTo>
                  <a:lnTo>
                    <a:pt x="5082540" y="2145329"/>
                  </a:lnTo>
                  <a:lnTo>
                    <a:pt x="5104448" y="2148988"/>
                  </a:lnTo>
                  <a:lnTo>
                    <a:pt x="5126355" y="2152491"/>
                  </a:lnTo>
                  <a:lnTo>
                    <a:pt x="5148263" y="2155839"/>
                  </a:lnTo>
                  <a:lnTo>
                    <a:pt x="5170170" y="2159031"/>
                  </a:lnTo>
                  <a:lnTo>
                    <a:pt x="5192078" y="2162068"/>
                  </a:lnTo>
                  <a:lnTo>
                    <a:pt x="5213985" y="2164952"/>
                  </a:lnTo>
                  <a:lnTo>
                    <a:pt x="5235893" y="2167684"/>
                  </a:lnTo>
                  <a:lnTo>
                    <a:pt x="5257800" y="2170266"/>
                  </a:lnTo>
                  <a:lnTo>
                    <a:pt x="5257800" y="2311000"/>
                  </a:lnTo>
                  <a:lnTo>
                    <a:pt x="5235893" y="2309710"/>
                  </a:lnTo>
                  <a:lnTo>
                    <a:pt x="5213985" y="2308344"/>
                  </a:lnTo>
                  <a:lnTo>
                    <a:pt x="5192078" y="2306903"/>
                  </a:lnTo>
                  <a:lnTo>
                    <a:pt x="5170170" y="2305385"/>
                  </a:lnTo>
                  <a:lnTo>
                    <a:pt x="5148263" y="2303789"/>
                  </a:lnTo>
                  <a:lnTo>
                    <a:pt x="5126355" y="2302117"/>
                  </a:lnTo>
                  <a:lnTo>
                    <a:pt x="5104448" y="2300367"/>
                  </a:lnTo>
                  <a:lnTo>
                    <a:pt x="5082540" y="2298539"/>
                  </a:lnTo>
                  <a:lnTo>
                    <a:pt x="5060633" y="2296635"/>
                  </a:lnTo>
                  <a:lnTo>
                    <a:pt x="5038725" y="2294652"/>
                  </a:lnTo>
                  <a:lnTo>
                    <a:pt x="5016818" y="2292592"/>
                  </a:lnTo>
                  <a:lnTo>
                    <a:pt x="4994910" y="2290455"/>
                  </a:lnTo>
                  <a:lnTo>
                    <a:pt x="4973003" y="2288241"/>
                  </a:lnTo>
                  <a:lnTo>
                    <a:pt x="4951095" y="2285952"/>
                  </a:lnTo>
                  <a:lnTo>
                    <a:pt x="4929188" y="2283588"/>
                  </a:lnTo>
                  <a:lnTo>
                    <a:pt x="4907280" y="2281149"/>
                  </a:lnTo>
                  <a:lnTo>
                    <a:pt x="4885373" y="2278637"/>
                  </a:lnTo>
                  <a:lnTo>
                    <a:pt x="4863465" y="2276052"/>
                  </a:lnTo>
                  <a:lnTo>
                    <a:pt x="4841557" y="2273395"/>
                  </a:lnTo>
                  <a:lnTo>
                    <a:pt x="4819650" y="2270664"/>
                  </a:lnTo>
                  <a:lnTo>
                    <a:pt x="4797742" y="2267859"/>
                  </a:lnTo>
                  <a:lnTo>
                    <a:pt x="4775835" y="2264981"/>
                  </a:lnTo>
                  <a:lnTo>
                    <a:pt x="4753928" y="2262028"/>
                  </a:lnTo>
                  <a:lnTo>
                    <a:pt x="4732020" y="2258998"/>
                  </a:lnTo>
                  <a:lnTo>
                    <a:pt x="4710113" y="2255889"/>
                  </a:lnTo>
                  <a:lnTo>
                    <a:pt x="4688205" y="2252700"/>
                  </a:lnTo>
                  <a:lnTo>
                    <a:pt x="4666297" y="2249427"/>
                  </a:lnTo>
                  <a:lnTo>
                    <a:pt x="4644390" y="2246067"/>
                  </a:lnTo>
                  <a:lnTo>
                    <a:pt x="4622483" y="2242615"/>
                  </a:lnTo>
                  <a:lnTo>
                    <a:pt x="4600575" y="2239067"/>
                  </a:lnTo>
                  <a:lnTo>
                    <a:pt x="4578668" y="2235417"/>
                  </a:lnTo>
                  <a:lnTo>
                    <a:pt x="4556760" y="2231660"/>
                  </a:lnTo>
                  <a:lnTo>
                    <a:pt x="4534853" y="2227790"/>
                  </a:lnTo>
                  <a:lnTo>
                    <a:pt x="4512945" y="2223797"/>
                  </a:lnTo>
                  <a:lnTo>
                    <a:pt x="4491038" y="2219676"/>
                  </a:lnTo>
                  <a:lnTo>
                    <a:pt x="4469130" y="2215417"/>
                  </a:lnTo>
                  <a:lnTo>
                    <a:pt x="4447223" y="2211011"/>
                  </a:lnTo>
                  <a:lnTo>
                    <a:pt x="4425315" y="2206450"/>
                  </a:lnTo>
                  <a:lnTo>
                    <a:pt x="4403408" y="2201722"/>
                  </a:lnTo>
                  <a:lnTo>
                    <a:pt x="4381500" y="2196821"/>
                  </a:lnTo>
                  <a:lnTo>
                    <a:pt x="4359593" y="2191736"/>
                  </a:lnTo>
                  <a:lnTo>
                    <a:pt x="4337685" y="2186458"/>
                  </a:lnTo>
                  <a:lnTo>
                    <a:pt x="4315778" y="2180976"/>
                  </a:lnTo>
                  <a:lnTo>
                    <a:pt x="4293870" y="2175280"/>
                  </a:lnTo>
                  <a:lnTo>
                    <a:pt x="4271963" y="2169361"/>
                  </a:lnTo>
                  <a:lnTo>
                    <a:pt x="4250055" y="2163209"/>
                  </a:lnTo>
                  <a:lnTo>
                    <a:pt x="4228148" y="2156817"/>
                  </a:lnTo>
                  <a:lnTo>
                    <a:pt x="4206240" y="2150175"/>
                  </a:lnTo>
                  <a:lnTo>
                    <a:pt x="4184332" y="2143276"/>
                  </a:lnTo>
                  <a:lnTo>
                    <a:pt x="4162425" y="2136115"/>
                  </a:lnTo>
                  <a:lnTo>
                    <a:pt x="4140517" y="2128687"/>
                  </a:lnTo>
                  <a:lnTo>
                    <a:pt x="4118610" y="2120986"/>
                  </a:lnTo>
                  <a:lnTo>
                    <a:pt x="4096703" y="2113011"/>
                  </a:lnTo>
                  <a:lnTo>
                    <a:pt x="4074795" y="2104759"/>
                  </a:lnTo>
                  <a:lnTo>
                    <a:pt x="4052888" y="2096230"/>
                  </a:lnTo>
                  <a:lnTo>
                    <a:pt x="4030980" y="2087423"/>
                  </a:lnTo>
                  <a:lnTo>
                    <a:pt x="4009072" y="2078342"/>
                  </a:lnTo>
                  <a:lnTo>
                    <a:pt x="3987165" y="2068991"/>
                  </a:lnTo>
                  <a:lnTo>
                    <a:pt x="3965257" y="2059373"/>
                  </a:lnTo>
                  <a:lnTo>
                    <a:pt x="3943350" y="2049497"/>
                  </a:lnTo>
                  <a:lnTo>
                    <a:pt x="3921443" y="2039371"/>
                  </a:lnTo>
                  <a:lnTo>
                    <a:pt x="3899535" y="2029005"/>
                  </a:lnTo>
                  <a:lnTo>
                    <a:pt x="3877628" y="2018410"/>
                  </a:lnTo>
                  <a:lnTo>
                    <a:pt x="3855720" y="2007600"/>
                  </a:lnTo>
                  <a:lnTo>
                    <a:pt x="3833812" y="1996590"/>
                  </a:lnTo>
                  <a:lnTo>
                    <a:pt x="3811905" y="1985395"/>
                  </a:lnTo>
                  <a:lnTo>
                    <a:pt x="3789998" y="1974032"/>
                  </a:lnTo>
                  <a:lnTo>
                    <a:pt x="3768090" y="1962520"/>
                  </a:lnTo>
                  <a:lnTo>
                    <a:pt x="3746183" y="1950878"/>
                  </a:lnTo>
                  <a:lnTo>
                    <a:pt x="3724275" y="1939127"/>
                  </a:lnTo>
                  <a:lnTo>
                    <a:pt x="3702368" y="1927289"/>
                  </a:lnTo>
                  <a:lnTo>
                    <a:pt x="3680460" y="1915386"/>
                  </a:lnTo>
                  <a:lnTo>
                    <a:pt x="3658553" y="1903440"/>
                  </a:lnTo>
                  <a:lnTo>
                    <a:pt x="3636645" y="1891475"/>
                  </a:lnTo>
                  <a:lnTo>
                    <a:pt x="3614738" y="1879514"/>
                  </a:lnTo>
                  <a:lnTo>
                    <a:pt x="3592830" y="1867582"/>
                  </a:lnTo>
                  <a:lnTo>
                    <a:pt x="3570923" y="1855702"/>
                  </a:lnTo>
                  <a:lnTo>
                    <a:pt x="3549015" y="1843899"/>
                  </a:lnTo>
                  <a:lnTo>
                    <a:pt x="3527107" y="1832194"/>
                  </a:lnTo>
                  <a:lnTo>
                    <a:pt x="3505200" y="1820612"/>
                  </a:lnTo>
                  <a:lnTo>
                    <a:pt x="3483292" y="1809175"/>
                  </a:lnTo>
                  <a:lnTo>
                    <a:pt x="3461385" y="1797904"/>
                  </a:lnTo>
                  <a:lnTo>
                    <a:pt x="3439478" y="1786821"/>
                  </a:lnTo>
                  <a:lnTo>
                    <a:pt x="3417570" y="1775944"/>
                  </a:lnTo>
                  <a:lnTo>
                    <a:pt x="3395663" y="1765294"/>
                  </a:lnTo>
                  <a:lnTo>
                    <a:pt x="3373755" y="1754887"/>
                  </a:lnTo>
                  <a:lnTo>
                    <a:pt x="3351847" y="1744741"/>
                  </a:lnTo>
                  <a:lnTo>
                    <a:pt x="3329940" y="1734869"/>
                  </a:lnTo>
                  <a:lnTo>
                    <a:pt x="3308032" y="1725286"/>
                  </a:lnTo>
                  <a:lnTo>
                    <a:pt x="3286125" y="1716005"/>
                  </a:lnTo>
                  <a:lnTo>
                    <a:pt x="3264218" y="1707037"/>
                  </a:lnTo>
                  <a:lnTo>
                    <a:pt x="3242310" y="1698390"/>
                  </a:lnTo>
                  <a:lnTo>
                    <a:pt x="3220403" y="1690073"/>
                  </a:lnTo>
                  <a:lnTo>
                    <a:pt x="3198495" y="1682091"/>
                  </a:lnTo>
                  <a:lnTo>
                    <a:pt x="3176587" y="1674449"/>
                  </a:lnTo>
                  <a:lnTo>
                    <a:pt x="3154680" y="1667151"/>
                  </a:lnTo>
                  <a:lnTo>
                    <a:pt x="3132773" y="1660198"/>
                  </a:lnTo>
                  <a:lnTo>
                    <a:pt x="3110865" y="1653590"/>
                  </a:lnTo>
                  <a:lnTo>
                    <a:pt x="3088958" y="1647327"/>
                  </a:lnTo>
                  <a:lnTo>
                    <a:pt x="3067050" y="1641407"/>
                  </a:lnTo>
                  <a:lnTo>
                    <a:pt x="3045143" y="1635828"/>
                  </a:lnTo>
                  <a:lnTo>
                    <a:pt x="3023235" y="1630585"/>
                  </a:lnTo>
                  <a:lnTo>
                    <a:pt x="3001328" y="1625674"/>
                  </a:lnTo>
                  <a:lnTo>
                    <a:pt x="2979420" y="1621090"/>
                  </a:lnTo>
                  <a:lnTo>
                    <a:pt x="2957513" y="1616825"/>
                  </a:lnTo>
                  <a:lnTo>
                    <a:pt x="2935605" y="1612872"/>
                  </a:lnTo>
                  <a:lnTo>
                    <a:pt x="2913698" y="1609224"/>
                  </a:lnTo>
                  <a:lnTo>
                    <a:pt x="2891790" y="1605872"/>
                  </a:lnTo>
                  <a:lnTo>
                    <a:pt x="2869882" y="1602808"/>
                  </a:lnTo>
                  <a:lnTo>
                    <a:pt x="2847975" y="1600024"/>
                  </a:lnTo>
                  <a:lnTo>
                    <a:pt x="2826067" y="1597511"/>
                  </a:lnTo>
                  <a:lnTo>
                    <a:pt x="2804160" y="1595262"/>
                  </a:lnTo>
                  <a:lnTo>
                    <a:pt x="2782253" y="1593269"/>
                  </a:lnTo>
                  <a:lnTo>
                    <a:pt x="2760345" y="1591524"/>
                  </a:lnTo>
                  <a:lnTo>
                    <a:pt x="2738438" y="1590022"/>
                  </a:lnTo>
                  <a:lnTo>
                    <a:pt x="2716530" y="1588754"/>
                  </a:lnTo>
                  <a:lnTo>
                    <a:pt x="2694623" y="1587715"/>
                  </a:lnTo>
                  <a:lnTo>
                    <a:pt x="2672715" y="1586898"/>
                  </a:lnTo>
                  <a:lnTo>
                    <a:pt x="2650808" y="1586300"/>
                  </a:lnTo>
                  <a:lnTo>
                    <a:pt x="2628900" y="1585914"/>
                  </a:lnTo>
                  <a:lnTo>
                    <a:pt x="2606993" y="1585738"/>
                  </a:lnTo>
                  <a:lnTo>
                    <a:pt x="2585085" y="1585767"/>
                  </a:lnTo>
                  <a:lnTo>
                    <a:pt x="2563177" y="1586001"/>
                  </a:lnTo>
                  <a:lnTo>
                    <a:pt x="2541270" y="1586437"/>
                  </a:lnTo>
                  <a:lnTo>
                    <a:pt x="2519363" y="1587075"/>
                  </a:lnTo>
                  <a:lnTo>
                    <a:pt x="2497455" y="1587914"/>
                  </a:lnTo>
                  <a:lnTo>
                    <a:pt x="2475548" y="1588954"/>
                  </a:lnTo>
                  <a:lnTo>
                    <a:pt x="2453640" y="1590197"/>
                  </a:lnTo>
                  <a:lnTo>
                    <a:pt x="2431733" y="1591643"/>
                  </a:lnTo>
                  <a:lnTo>
                    <a:pt x="2409825" y="1593292"/>
                  </a:lnTo>
                  <a:lnTo>
                    <a:pt x="2387918" y="1595148"/>
                  </a:lnTo>
                  <a:lnTo>
                    <a:pt x="2366010" y="1597210"/>
                  </a:lnTo>
                  <a:lnTo>
                    <a:pt x="2344103" y="1599482"/>
                  </a:lnTo>
                  <a:lnTo>
                    <a:pt x="2322195" y="1601964"/>
                  </a:lnTo>
                  <a:lnTo>
                    <a:pt x="2300288" y="1604657"/>
                  </a:lnTo>
                  <a:lnTo>
                    <a:pt x="2278380" y="1607565"/>
                  </a:lnTo>
                  <a:lnTo>
                    <a:pt x="2256472" y="1610687"/>
                  </a:lnTo>
                  <a:lnTo>
                    <a:pt x="2234565" y="1614024"/>
                  </a:lnTo>
                  <a:lnTo>
                    <a:pt x="2212658" y="1617577"/>
                  </a:lnTo>
                  <a:lnTo>
                    <a:pt x="2190750" y="1621345"/>
                  </a:lnTo>
                  <a:lnTo>
                    <a:pt x="2168842" y="1625329"/>
                  </a:lnTo>
                  <a:lnTo>
                    <a:pt x="2146935" y="1629525"/>
                  </a:lnTo>
                  <a:lnTo>
                    <a:pt x="2125028" y="1633931"/>
                  </a:lnTo>
                  <a:lnTo>
                    <a:pt x="2103120" y="1638543"/>
                  </a:lnTo>
                  <a:lnTo>
                    <a:pt x="2081212" y="1643357"/>
                  </a:lnTo>
                  <a:lnTo>
                    <a:pt x="2059305" y="1648368"/>
                  </a:lnTo>
                  <a:lnTo>
                    <a:pt x="2037398" y="1653571"/>
                  </a:lnTo>
                  <a:lnTo>
                    <a:pt x="2015490" y="1658960"/>
                  </a:lnTo>
                  <a:lnTo>
                    <a:pt x="1993583" y="1664526"/>
                  </a:lnTo>
                  <a:lnTo>
                    <a:pt x="1971675" y="1670263"/>
                  </a:lnTo>
                  <a:lnTo>
                    <a:pt x="1949768" y="1676161"/>
                  </a:lnTo>
                  <a:lnTo>
                    <a:pt x="1927860" y="1682211"/>
                  </a:lnTo>
                  <a:lnTo>
                    <a:pt x="1905952" y="1688401"/>
                  </a:lnTo>
                  <a:lnTo>
                    <a:pt x="1884045" y="1694721"/>
                  </a:lnTo>
                  <a:lnTo>
                    <a:pt x="1862138" y="1701161"/>
                  </a:lnTo>
                  <a:lnTo>
                    <a:pt x="1840230" y="1707707"/>
                  </a:lnTo>
                  <a:lnTo>
                    <a:pt x="1818322" y="1714350"/>
                  </a:lnTo>
                  <a:lnTo>
                    <a:pt x="1796415" y="1721077"/>
                  </a:lnTo>
                  <a:lnTo>
                    <a:pt x="1774508" y="1727876"/>
                  </a:lnTo>
                  <a:lnTo>
                    <a:pt x="1752600" y="1734737"/>
                  </a:lnTo>
                  <a:lnTo>
                    <a:pt x="1730693" y="1741646"/>
                  </a:lnTo>
                  <a:lnTo>
                    <a:pt x="1708785" y="1748594"/>
                  </a:lnTo>
                  <a:lnTo>
                    <a:pt x="1686878" y="1755568"/>
                  </a:lnTo>
                  <a:lnTo>
                    <a:pt x="1664970" y="1762560"/>
                  </a:lnTo>
                  <a:lnTo>
                    <a:pt x="1643063" y="1769559"/>
                  </a:lnTo>
                  <a:lnTo>
                    <a:pt x="1621155" y="1776557"/>
                  </a:lnTo>
                  <a:lnTo>
                    <a:pt x="1599247" y="1783545"/>
                  </a:lnTo>
                  <a:lnTo>
                    <a:pt x="1577340" y="1790515"/>
                  </a:lnTo>
                  <a:lnTo>
                    <a:pt x="1555433" y="1797463"/>
                  </a:lnTo>
                  <a:lnTo>
                    <a:pt x="1533525" y="1804382"/>
                  </a:lnTo>
                  <a:lnTo>
                    <a:pt x="1511618" y="1811267"/>
                  </a:lnTo>
                  <a:lnTo>
                    <a:pt x="1489710" y="1818114"/>
                  </a:lnTo>
                  <a:lnTo>
                    <a:pt x="1467803" y="1824923"/>
                  </a:lnTo>
                  <a:lnTo>
                    <a:pt x="1445895" y="1831691"/>
                  </a:lnTo>
                  <a:lnTo>
                    <a:pt x="1423987" y="1838417"/>
                  </a:lnTo>
                  <a:lnTo>
                    <a:pt x="1402080" y="1845103"/>
                  </a:lnTo>
                  <a:lnTo>
                    <a:pt x="1380173" y="1851750"/>
                  </a:lnTo>
                  <a:lnTo>
                    <a:pt x="1358265" y="1858360"/>
                  </a:lnTo>
                  <a:lnTo>
                    <a:pt x="1336358" y="1864936"/>
                  </a:lnTo>
                  <a:lnTo>
                    <a:pt x="1314450" y="1871481"/>
                  </a:lnTo>
                  <a:lnTo>
                    <a:pt x="1292542" y="1878000"/>
                  </a:lnTo>
                  <a:lnTo>
                    <a:pt x="1270635" y="1884496"/>
                  </a:lnTo>
                  <a:lnTo>
                    <a:pt x="1248727" y="1890976"/>
                  </a:lnTo>
                  <a:lnTo>
                    <a:pt x="1226820" y="1897445"/>
                  </a:lnTo>
                  <a:lnTo>
                    <a:pt x="1204913" y="1903909"/>
                  </a:lnTo>
                  <a:lnTo>
                    <a:pt x="1183005" y="1910372"/>
                  </a:lnTo>
                  <a:lnTo>
                    <a:pt x="1161098" y="1916842"/>
                  </a:lnTo>
                  <a:lnTo>
                    <a:pt x="1139190" y="1923323"/>
                  </a:lnTo>
                  <a:lnTo>
                    <a:pt x="1117282" y="1929822"/>
                  </a:lnTo>
                  <a:lnTo>
                    <a:pt x="1095375" y="1936342"/>
                  </a:lnTo>
                  <a:lnTo>
                    <a:pt x="1073468" y="1942888"/>
                  </a:lnTo>
                  <a:lnTo>
                    <a:pt x="1051560" y="1949465"/>
                  </a:lnTo>
                  <a:lnTo>
                    <a:pt x="1029653" y="1956075"/>
                  </a:lnTo>
                  <a:lnTo>
                    <a:pt x="1007745" y="1962720"/>
                  </a:lnTo>
                  <a:lnTo>
                    <a:pt x="985838" y="1969404"/>
                  </a:lnTo>
                  <a:lnTo>
                    <a:pt x="963930" y="1976127"/>
                  </a:lnTo>
                  <a:lnTo>
                    <a:pt x="942023" y="1982891"/>
                  </a:lnTo>
                  <a:lnTo>
                    <a:pt x="920115" y="1989695"/>
                  </a:lnTo>
                  <a:lnTo>
                    <a:pt x="898208" y="1996539"/>
                  </a:lnTo>
                  <a:lnTo>
                    <a:pt x="876300" y="2003421"/>
                  </a:lnTo>
                  <a:lnTo>
                    <a:pt x="854393" y="2010338"/>
                  </a:lnTo>
                  <a:lnTo>
                    <a:pt x="832485" y="2017286"/>
                  </a:lnTo>
                  <a:lnTo>
                    <a:pt x="810578" y="2024261"/>
                  </a:lnTo>
                  <a:lnTo>
                    <a:pt x="788670" y="2031257"/>
                  </a:lnTo>
                  <a:lnTo>
                    <a:pt x="766763" y="2038268"/>
                  </a:lnTo>
                  <a:lnTo>
                    <a:pt x="744855" y="2045289"/>
                  </a:lnTo>
                  <a:lnTo>
                    <a:pt x="722948" y="2052313"/>
                  </a:lnTo>
                  <a:lnTo>
                    <a:pt x="701040" y="2059331"/>
                  </a:lnTo>
                  <a:lnTo>
                    <a:pt x="679133" y="2066336"/>
                  </a:lnTo>
                  <a:lnTo>
                    <a:pt x="657225" y="2073319"/>
                  </a:lnTo>
                  <a:lnTo>
                    <a:pt x="635318" y="2080270"/>
                  </a:lnTo>
                  <a:lnTo>
                    <a:pt x="613410" y="2087181"/>
                  </a:lnTo>
                  <a:lnTo>
                    <a:pt x="591503" y="2094042"/>
                  </a:lnTo>
                  <a:lnTo>
                    <a:pt x="569595" y="2100844"/>
                  </a:lnTo>
                  <a:lnTo>
                    <a:pt x="547688" y="2107576"/>
                  </a:lnTo>
                  <a:lnTo>
                    <a:pt x="525780" y="2114229"/>
                  </a:lnTo>
                  <a:lnTo>
                    <a:pt x="503873" y="2120792"/>
                  </a:lnTo>
                  <a:lnTo>
                    <a:pt x="481965" y="2127258"/>
                  </a:lnTo>
                  <a:lnTo>
                    <a:pt x="460057" y="2133615"/>
                  </a:lnTo>
                  <a:lnTo>
                    <a:pt x="438150" y="2139855"/>
                  </a:lnTo>
                  <a:lnTo>
                    <a:pt x="416243" y="2145970"/>
                  </a:lnTo>
                  <a:lnTo>
                    <a:pt x="394335" y="2151950"/>
                  </a:lnTo>
                  <a:lnTo>
                    <a:pt x="372428" y="2157790"/>
                  </a:lnTo>
                  <a:lnTo>
                    <a:pt x="350520" y="2163482"/>
                  </a:lnTo>
                  <a:lnTo>
                    <a:pt x="328613" y="2169019"/>
                  </a:lnTo>
                  <a:lnTo>
                    <a:pt x="306705" y="2174395"/>
                  </a:lnTo>
                  <a:lnTo>
                    <a:pt x="284798" y="2179603"/>
                  </a:lnTo>
                  <a:lnTo>
                    <a:pt x="262890" y="2184641"/>
                  </a:lnTo>
                  <a:lnTo>
                    <a:pt x="240982" y="2189502"/>
                  </a:lnTo>
                  <a:lnTo>
                    <a:pt x="219075" y="2194185"/>
                  </a:lnTo>
                  <a:lnTo>
                    <a:pt x="197167" y="2198685"/>
                  </a:lnTo>
                  <a:lnTo>
                    <a:pt x="175260" y="2203002"/>
                  </a:lnTo>
                  <a:lnTo>
                    <a:pt x="153353" y="2207134"/>
                  </a:lnTo>
                  <a:lnTo>
                    <a:pt x="131445" y="2211081"/>
                  </a:lnTo>
                  <a:lnTo>
                    <a:pt x="109538" y="2214843"/>
                  </a:lnTo>
                  <a:lnTo>
                    <a:pt x="87630" y="2218420"/>
                  </a:lnTo>
                  <a:lnTo>
                    <a:pt x="65723" y="2221816"/>
                  </a:lnTo>
                  <a:lnTo>
                    <a:pt x="43815" y="2225030"/>
                  </a:lnTo>
                  <a:lnTo>
                    <a:pt x="21908" y="2228067"/>
                  </a:lnTo>
                  <a:lnTo>
                    <a:pt x="0" y="2230930"/>
                  </a:lnTo>
                  <a:close/>
                </a:path>
              </a:pathLst>
            </a:custGeom>
            <a:solidFill>
              <a:srgbClr val="070154"/>
            </a:solidFill>
            <a:ln>
              <a:noFill/>
            </a:ln>
          </p:spPr>
        </p:sp>
        <p:sp>
          <p:nvSpPr>
            <p:cNvPr id="22" name="node06.series.source-003"/>
            <p:cNvSpPr/>
            <p:nvPr/>
          </p:nvSpPr>
          <p:spPr>
            <a:xfrm>
              <a:off x="6210300" y="2362200"/>
              <a:ext cx="5257800" cy="2514600"/>
            </a:xfrm>
            <a:custGeom>
              <a:avLst/>
              <a:gdLst/>
              <a:ahLst/>
              <a:cxnLst/>
              <a:rect l="l" t="t" r="r" b="b"/>
              <a:pathLst>
                <a:path w="5257800" h="2514600">
                  <a:moveTo>
                    <a:pt x="0" y="1944736"/>
                  </a:moveTo>
                  <a:lnTo>
                    <a:pt x="21908" y="1938790"/>
                  </a:lnTo>
                  <a:lnTo>
                    <a:pt x="43815" y="1932482"/>
                  </a:lnTo>
                  <a:lnTo>
                    <a:pt x="65723" y="1925805"/>
                  </a:lnTo>
                  <a:lnTo>
                    <a:pt x="87630" y="1918754"/>
                  </a:lnTo>
                  <a:lnTo>
                    <a:pt x="109538" y="1911322"/>
                  </a:lnTo>
                  <a:lnTo>
                    <a:pt x="131445" y="1903508"/>
                  </a:lnTo>
                  <a:lnTo>
                    <a:pt x="153353" y="1895310"/>
                  </a:lnTo>
                  <a:lnTo>
                    <a:pt x="175260" y="1886726"/>
                  </a:lnTo>
                  <a:lnTo>
                    <a:pt x="197167" y="1877759"/>
                  </a:lnTo>
                  <a:lnTo>
                    <a:pt x="219075" y="1868409"/>
                  </a:lnTo>
                  <a:lnTo>
                    <a:pt x="240982" y="1858681"/>
                  </a:lnTo>
                  <a:lnTo>
                    <a:pt x="262890" y="1848580"/>
                  </a:lnTo>
                  <a:lnTo>
                    <a:pt x="284798" y="1838113"/>
                  </a:lnTo>
                  <a:lnTo>
                    <a:pt x="306705" y="1827288"/>
                  </a:lnTo>
                  <a:lnTo>
                    <a:pt x="328613" y="1816116"/>
                  </a:lnTo>
                  <a:lnTo>
                    <a:pt x="350520" y="1804607"/>
                  </a:lnTo>
                  <a:lnTo>
                    <a:pt x="372428" y="1792774"/>
                  </a:lnTo>
                  <a:lnTo>
                    <a:pt x="394335" y="1780632"/>
                  </a:lnTo>
                  <a:lnTo>
                    <a:pt x="416243" y="1768195"/>
                  </a:lnTo>
                  <a:lnTo>
                    <a:pt x="438150" y="1755477"/>
                  </a:lnTo>
                  <a:lnTo>
                    <a:pt x="460057" y="1742496"/>
                  </a:lnTo>
                  <a:lnTo>
                    <a:pt x="481965" y="1729268"/>
                  </a:lnTo>
                  <a:lnTo>
                    <a:pt x="503873" y="1715813"/>
                  </a:lnTo>
                  <a:lnTo>
                    <a:pt x="525780" y="1702149"/>
                  </a:lnTo>
                  <a:lnTo>
                    <a:pt x="547688" y="1688296"/>
                  </a:lnTo>
                  <a:lnTo>
                    <a:pt x="569595" y="1674275"/>
                  </a:lnTo>
                  <a:lnTo>
                    <a:pt x="591503" y="1660106"/>
                  </a:lnTo>
                  <a:lnTo>
                    <a:pt x="613410" y="1645807"/>
                  </a:lnTo>
                  <a:lnTo>
                    <a:pt x="635318" y="1631401"/>
                  </a:lnTo>
                  <a:lnTo>
                    <a:pt x="657225" y="1616905"/>
                  </a:lnTo>
                  <a:lnTo>
                    <a:pt x="679133" y="1602338"/>
                  </a:lnTo>
                  <a:lnTo>
                    <a:pt x="701040" y="1587720"/>
                  </a:lnTo>
                  <a:lnTo>
                    <a:pt x="722948" y="1573067"/>
                  </a:lnTo>
                  <a:lnTo>
                    <a:pt x="744855" y="1558397"/>
                  </a:lnTo>
                  <a:lnTo>
                    <a:pt x="766763" y="1543725"/>
                  </a:lnTo>
                  <a:lnTo>
                    <a:pt x="788670" y="1529065"/>
                  </a:lnTo>
                  <a:lnTo>
                    <a:pt x="810578" y="1514431"/>
                  </a:lnTo>
                  <a:lnTo>
                    <a:pt x="832485" y="1499833"/>
                  </a:lnTo>
                  <a:lnTo>
                    <a:pt x="854393" y="1485283"/>
                  </a:lnTo>
                  <a:lnTo>
                    <a:pt x="876300" y="1470789"/>
                  </a:lnTo>
                  <a:lnTo>
                    <a:pt x="898208" y="1456359"/>
                  </a:lnTo>
                  <a:lnTo>
                    <a:pt x="920115" y="1441998"/>
                  </a:lnTo>
                  <a:lnTo>
                    <a:pt x="942023" y="1427709"/>
                  </a:lnTo>
                  <a:lnTo>
                    <a:pt x="963930" y="1413493"/>
                  </a:lnTo>
                  <a:lnTo>
                    <a:pt x="985838" y="1399351"/>
                  </a:lnTo>
                  <a:lnTo>
                    <a:pt x="1007745" y="1385279"/>
                  </a:lnTo>
                  <a:lnTo>
                    <a:pt x="1029653" y="1371273"/>
                  </a:lnTo>
                  <a:lnTo>
                    <a:pt x="1051560" y="1357328"/>
                  </a:lnTo>
                  <a:lnTo>
                    <a:pt x="1073468" y="1343436"/>
                  </a:lnTo>
                  <a:lnTo>
                    <a:pt x="1095375" y="1329591"/>
                  </a:lnTo>
                  <a:lnTo>
                    <a:pt x="1117282" y="1315783"/>
                  </a:lnTo>
                  <a:lnTo>
                    <a:pt x="1139190" y="1302001"/>
                  </a:lnTo>
                  <a:lnTo>
                    <a:pt x="1161098" y="1288233"/>
                  </a:lnTo>
                  <a:lnTo>
                    <a:pt x="1183005" y="1274468"/>
                  </a:lnTo>
                  <a:lnTo>
                    <a:pt x="1204913" y="1260690"/>
                  </a:lnTo>
                  <a:lnTo>
                    <a:pt x="1226820" y="1246886"/>
                  </a:lnTo>
                  <a:lnTo>
                    <a:pt x="1248727" y="1233042"/>
                  </a:lnTo>
                  <a:lnTo>
                    <a:pt x="1270635" y="1219143"/>
                  </a:lnTo>
                  <a:lnTo>
                    <a:pt x="1292542" y="1205175"/>
                  </a:lnTo>
                  <a:lnTo>
                    <a:pt x="1314450" y="1191124"/>
                  </a:lnTo>
                  <a:lnTo>
                    <a:pt x="1336358" y="1176979"/>
                  </a:lnTo>
                  <a:lnTo>
                    <a:pt x="1358265" y="1162726"/>
                  </a:lnTo>
                  <a:lnTo>
                    <a:pt x="1380173" y="1148357"/>
                  </a:lnTo>
                  <a:lnTo>
                    <a:pt x="1402080" y="1133862"/>
                  </a:lnTo>
                  <a:lnTo>
                    <a:pt x="1423987" y="1119232"/>
                  </a:lnTo>
                  <a:lnTo>
                    <a:pt x="1445895" y="1104461"/>
                  </a:lnTo>
                  <a:lnTo>
                    <a:pt x="1467803" y="1089544"/>
                  </a:lnTo>
                  <a:lnTo>
                    <a:pt x="1489710" y="1074478"/>
                  </a:lnTo>
                  <a:lnTo>
                    <a:pt x="1511618" y="1059263"/>
                  </a:lnTo>
                  <a:lnTo>
                    <a:pt x="1533525" y="1043901"/>
                  </a:lnTo>
                  <a:lnTo>
                    <a:pt x="1555433" y="1028395"/>
                  </a:lnTo>
                  <a:lnTo>
                    <a:pt x="1577340" y="1012750"/>
                  </a:lnTo>
                  <a:lnTo>
                    <a:pt x="1599247" y="996976"/>
                  </a:lnTo>
                  <a:lnTo>
                    <a:pt x="1621155" y="981084"/>
                  </a:lnTo>
                  <a:lnTo>
                    <a:pt x="1643063" y="965084"/>
                  </a:lnTo>
                  <a:lnTo>
                    <a:pt x="1664970" y="948991"/>
                  </a:lnTo>
                  <a:lnTo>
                    <a:pt x="1686878" y="932822"/>
                  </a:lnTo>
                  <a:lnTo>
                    <a:pt x="1708785" y="916594"/>
                  </a:lnTo>
                  <a:lnTo>
                    <a:pt x="1730693" y="900327"/>
                  </a:lnTo>
                  <a:lnTo>
                    <a:pt x="1752600" y="884040"/>
                  </a:lnTo>
                  <a:lnTo>
                    <a:pt x="1774508" y="867757"/>
                  </a:lnTo>
                  <a:lnTo>
                    <a:pt x="1796415" y="851500"/>
                  </a:lnTo>
                  <a:lnTo>
                    <a:pt x="1818322" y="835292"/>
                  </a:lnTo>
                  <a:lnTo>
                    <a:pt x="1840230" y="819159"/>
                  </a:lnTo>
                  <a:lnTo>
                    <a:pt x="1862138" y="803125"/>
                  </a:lnTo>
                  <a:lnTo>
                    <a:pt x="1884045" y="787214"/>
                  </a:lnTo>
                  <a:lnTo>
                    <a:pt x="1905952" y="771452"/>
                  </a:lnTo>
                  <a:lnTo>
                    <a:pt x="1927860" y="755862"/>
                  </a:lnTo>
                  <a:lnTo>
                    <a:pt x="1949768" y="740468"/>
                  </a:lnTo>
                  <a:lnTo>
                    <a:pt x="1971675" y="725294"/>
                  </a:lnTo>
                  <a:lnTo>
                    <a:pt x="1993583" y="710361"/>
                  </a:lnTo>
                  <a:lnTo>
                    <a:pt x="2015490" y="695690"/>
                  </a:lnTo>
                  <a:lnTo>
                    <a:pt x="2037398" y="681300"/>
                  </a:lnTo>
                  <a:lnTo>
                    <a:pt x="2059305" y="667208"/>
                  </a:lnTo>
                  <a:lnTo>
                    <a:pt x="2081212" y="653431"/>
                  </a:lnTo>
                  <a:lnTo>
                    <a:pt x="2103120" y="639983"/>
                  </a:lnTo>
                  <a:lnTo>
                    <a:pt x="2125028" y="626877"/>
                  </a:lnTo>
                  <a:lnTo>
                    <a:pt x="2146935" y="614124"/>
                  </a:lnTo>
                  <a:lnTo>
                    <a:pt x="2168842" y="601733"/>
                  </a:lnTo>
                  <a:lnTo>
                    <a:pt x="2190750" y="589713"/>
                  </a:lnTo>
                  <a:lnTo>
                    <a:pt x="2212658" y="578069"/>
                  </a:lnTo>
                  <a:lnTo>
                    <a:pt x="2234565" y="566806"/>
                  </a:lnTo>
                  <a:lnTo>
                    <a:pt x="2256472" y="555923"/>
                  </a:lnTo>
                  <a:lnTo>
                    <a:pt x="2278380" y="545421"/>
                  </a:lnTo>
                  <a:lnTo>
                    <a:pt x="2300288" y="535298"/>
                  </a:lnTo>
                  <a:lnTo>
                    <a:pt x="2322195" y="525553"/>
                  </a:lnTo>
                  <a:lnTo>
                    <a:pt x="2344103" y="516180"/>
                  </a:lnTo>
                  <a:lnTo>
                    <a:pt x="2366010" y="507175"/>
                  </a:lnTo>
                  <a:lnTo>
                    <a:pt x="2387918" y="498530"/>
                  </a:lnTo>
                  <a:lnTo>
                    <a:pt x="2409825" y="490241"/>
                  </a:lnTo>
                  <a:lnTo>
                    <a:pt x="2431733" y="482297"/>
                  </a:lnTo>
                  <a:lnTo>
                    <a:pt x="2453640" y="474692"/>
                  </a:lnTo>
                  <a:lnTo>
                    <a:pt x="2475548" y="467415"/>
                  </a:lnTo>
                  <a:lnTo>
                    <a:pt x="2497455" y="460459"/>
                  </a:lnTo>
                  <a:lnTo>
                    <a:pt x="2519363" y="453813"/>
                  </a:lnTo>
                  <a:lnTo>
                    <a:pt x="2541270" y="447467"/>
                  </a:lnTo>
                  <a:lnTo>
                    <a:pt x="2563177" y="441412"/>
                  </a:lnTo>
                  <a:lnTo>
                    <a:pt x="2585085" y="435639"/>
                  </a:lnTo>
                  <a:lnTo>
                    <a:pt x="2606993" y="430139"/>
                  </a:lnTo>
                  <a:lnTo>
                    <a:pt x="2628900" y="424905"/>
                  </a:lnTo>
                  <a:lnTo>
                    <a:pt x="2650808" y="419929"/>
                  </a:lnTo>
                  <a:lnTo>
                    <a:pt x="2672715" y="415204"/>
                  </a:lnTo>
                  <a:lnTo>
                    <a:pt x="2694623" y="410728"/>
                  </a:lnTo>
                  <a:lnTo>
                    <a:pt x="2716530" y="406495"/>
                  </a:lnTo>
                  <a:lnTo>
                    <a:pt x="2738438" y="402501"/>
                  </a:lnTo>
                  <a:lnTo>
                    <a:pt x="2760345" y="398744"/>
                  </a:lnTo>
                  <a:lnTo>
                    <a:pt x="2782253" y="395221"/>
                  </a:lnTo>
                  <a:lnTo>
                    <a:pt x="2804160" y="391933"/>
                  </a:lnTo>
                  <a:lnTo>
                    <a:pt x="2826067" y="388879"/>
                  </a:lnTo>
                  <a:lnTo>
                    <a:pt x="2847975" y="386059"/>
                  </a:lnTo>
                  <a:lnTo>
                    <a:pt x="2869882" y="383477"/>
                  </a:lnTo>
                  <a:lnTo>
                    <a:pt x="2891790" y="381136"/>
                  </a:lnTo>
                  <a:lnTo>
                    <a:pt x="2913698" y="379039"/>
                  </a:lnTo>
                  <a:lnTo>
                    <a:pt x="2935605" y="377193"/>
                  </a:lnTo>
                  <a:lnTo>
                    <a:pt x="2957513" y="375602"/>
                  </a:lnTo>
                  <a:lnTo>
                    <a:pt x="2979420" y="374274"/>
                  </a:lnTo>
                  <a:lnTo>
                    <a:pt x="3001328" y="373213"/>
                  </a:lnTo>
                  <a:lnTo>
                    <a:pt x="3023235" y="372429"/>
                  </a:lnTo>
                  <a:lnTo>
                    <a:pt x="3045143" y="371926"/>
                  </a:lnTo>
                  <a:lnTo>
                    <a:pt x="3067050" y="371712"/>
                  </a:lnTo>
                  <a:lnTo>
                    <a:pt x="3088958" y="371792"/>
                  </a:lnTo>
                  <a:lnTo>
                    <a:pt x="3110865" y="372174"/>
                  </a:lnTo>
                  <a:lnTo>
                    <a:pt x="3132773" y="372862"/>
                  </a:lnTo>
                  <a:lnTo>
                    <a:pt x="3154680" y="373861"/>
                  </a:lnTo>
                  <a:lnTo>
                    <a:pt x="3176587" y="375177"/>
                  </a:lnTo>
                  <a:lnTo>
                    <a:pt x="3198495" y="376815"/>
                  </a:lnTo>
                  <a:lnTo>
                    <a:pt x="3220403" y="378777"/>
                  </a:lnTo>
                  <a:lnTo>
                    <a:pt x="3242310" y="381066"/>
                  </a:lnTo>
                  <a:lnTo>
                    <a:pt x="3264218" y="383683"/>
                  </a:lnTo>
                  <a:lnTo>
                    <a:pt x="3286125" y="386627"/>
                  </a:lnTo>
                  <a:lnTo>
                    <a:pt x="3308032" y="389897"/>
                  </a:lnTo>
                  <a:lnTo>
                    <a:pt x="3329940" y="393489"/>
                  </a:lnTo>
                  <a:lnTo>
                    <a:pt x="3351847" y="397398"/>
                  </a:lnTo>
                  <a:lnTo>
                    <a:pt x="3373755" y="401617"/>
                  </a:lnTo>
                  <a:lnTo>
                    <a:pt x="3395663" y="406138"/>
                  </a:lnTo>
                  <a:lnTo>
                    <a:pt x="3417570" y="410954"/>
                  </a:lnTo>
                  <a:lnTo>
                    <a:pt x="3439478" y="416052"/>
                  </a:lnTo>
                  <a:lnTo>
                    <a:pt x="3461385" y="421422"/>
                  </a:lnTo>
                  <a:lnTo>
                    <a:pt x="3483292" y="427050"/>
                  </a:lnTo>
                  <a:lnTo>
                    <a:pt x="3505200" y="432920"/>
                  </a:lnTo>
                  <a:lnTo>
                    <a:pt x="3527107" y="439016"/>
                  </a:lnTo>
                  <a:lnTo>
                    <a:pt x="3549015" y="445320"/>
                  </a:lnTo>
                  <a:lnTo>
                    <a:pt x="3570923" y="451813"/>
                  </a:lnTo>
                  <a:lnTo>
                    <a:pt x="3592830" y="458474"/>
                  </a:lnTo>
                  <a:lnTo>
                    <a:pt x="3614738" y="465284"/>
                  </a:lnTo>
                  <a:lnTo>
                    <a:pt x="3636645" y="472220"/>
                  </a:lnTo>
                  <a:lnTo>
                    <a:pt x="3658553" y="479260"/>
                  </a:lnTo>
                  <a:lnTo>
                    <a:pt x="3680460" y="486380"/>
                  </a:lnTo>
                  <a:lnTo>
                    <a:pt x="3702368" y="493558"/>
                  </a:lnTo>
                  <a:lnTo>
                    <a:pt x="3724275" y="500769"/>
                  </a:lnTo>
                  <a:lnTo>
                    <a:pt x="3746183" y="507989"/>
                  </a:lnTo>
                  <a:lnTo>
                    <a:pt x="3768090" y="515195"/>
                  </a:lnTo>
                  <a:lnTo>
                    <a:pt x="3789998" y="522363"/>
                  </a:lnTo>
                  <a:lnTo>
                    <a:pt x="3811905" y="529470"/>
                  </a:lnTo>
                  <a:lnTo>
                    <a:pt x="3833812" y="536492"/>
                  </a:lnTo>
                  <a:lnTo>
                    <a:pt x="3855720" y="543408"/>
                  </a:lnTo>
                  <a:lnTo>
                    <a:pt x="3877628" y="550196"/>
                  </a:lnTo>
                  <a:lnTo>
                    <a:pt x="3899535" y="556836"/>
                  </a:lnTo>
                  <a:lnTo>
                    <a:pt x="3921443" y="563307"/>
                  </a:lnTo>
                  <a:lnTo>
                    <a:pt x="3943350" y="569592"/>
                  </a:lnTo>
                  <a:lnTo>
                    <a:pt x="3965257" y="575674"/>
                  </a:lnTo>
                  <a:lnTo>
                    <a:pt x="3987165" y="581535"/>
                  </a:lnTo>
                  <a:lnTo>
                    <a:pt x="4009072" y="587163"/>
                  </a:lnTo>
                  <a:lnTo>
                    <a:pt x="4030980" y="592544"/>
                  </a:lnTo>
                  <a:lnTo>
                    <a:pt x="4052888" y="597665"/>
                  </a:lnTo>
                  <a:lnTo>
                    <a:pt x="4074795" y="602516"/>
                  </a:lnTo>
                  <a:lnTo>
                    <a:pt x="4096703" y="607089"/>
                  </a:lnTo>
                  <a:lnTo>
                    <a:pt x="4118610" y="611375"/>
                  </a:lnTo>
                  <a:lnTo>
                    <a:pt x="4140517" y="615368"/>
                  </a:lnTo>
                  <a:lnTo>
                    <a:pt x="4162425" y="619066"/>
                  </a:lnTo>
                  <a:lnTo>
                    <a:pt x="4184332" y="622464"/>
                  </a:lnTo>
                  <a:lnTo>
                    <a:pt x="4206240" y="625561"/>
                  </a:lnTo>
                  <a:lnTo>
                    <a:pt x="4228148" y="628358"/>
                  </a:lnTo>
                  <a:lnTo>
                    <a:pt x="4250055" y="630854"/>
                  </a:lnTo>
                  <a:lnTo>
                    <a:pt x="4271963" y="633054"/>
                  </a:lnTo>
                  <a:lnTo>
                    <a:pt x="4293870" y="634961"/>
                  </a:lnTo>
                  <a:lnTo>
                    <a:pt x="4315778" y="636580"/>
                  </a:lnTo>
                  <a:lnTo>
                    <a:pt x="4337685" y="637918"/>
                  </a:lnTo>
                  <a:lnTo>
                    <a:pt x="4359593" y="638981"/>
                  </a:lnTo>
                  <a:lnTo>
                    <a:pt x="4381500" y="639780"/>
                  </a:lnTo>
                  <a:lnTo>
                    <a:pt x="4403408" y="640321"/>
                  </a:lnTo>
                  <a:lnTo>
                    <a:pt x="4425315" y="640616"/>
                  </a:lnTo>
                  <a:lnTo>
                    <a:pt x="4447223" y="640673"/>
                  </a:lnTo>
                  <a:lnTo>
                    <a:pt x="4469130" y="640504"/>
                  </a:lnTo>
                  <a:lnTo>
                    <a:pt x="4491038" y="640119"/>
                  </a:lnTo>
                  <a:lnTo>
                    <a:pt x="4512945" y="639533"/>
                  </a:lnTo>
                  <a:lnTo>
                    <a:pt x="4534853" y="638758"/>
                  </a:lnTo>
                  <a:lnTo>
                    <a:pt x="4556760" y="637805"/>
                  </a:lnTo>
                  <a:lnTo>
                    <a:pt x="4578668" y="636689"/>
                  </a:lnTo>
                  <a:lnTo>
                    <a:pt x="4600575" y="635423"/>
                  </a:lnTo>
                  <a:lnTo>
                    <a:pt x="4622483" y="634019"/>
                  </a:lnTo>
                  <a:lnTo>
                    <a:pt x="4644390" y="632491"/>
                  </a:lnTo>
                  <a:lnTo>
                    <a:pt x="4666297" y="630850"/>
                  </a:lnTo>
                  <a:lnTo>
                    <a:pt x="4688205" y="629110"/>
                  </a:lnTo>
                  <a:lnTo>
                    <a:pt x="4710113" y="627283"/>
                  </a:lnTo>
                  <a:lnTo>
                    <a:pt x="4732020" y="625381"/>
                  </a:lnTo>
                  <a:lnTo>
                    <a:pt x="4753928" y="623416"/>
                  </a:lnTo>
                  <a:lnTo>
                    <a:pt x="4775835" y="621400"/>
                  </a:lnTo>
                  <a:lnTo>
                    <a:pt x="4797742" y="619344"/>
                  </a:lnTo>
                  <a:lnTo>
                    <a:pt x="4819650" y="617258"/>
                  </a:lnTo>
                  <a:lnTo>
                    <a:pt x="4841557" y="615153"/>
                  </a:lnTo>
                  <a:lnTo>
                    <a:pt x="4863465" y="613038"/>
                  </a:lnTo>
                  <a:lnTo>
                    <a:pt x="4885373" y="610923"/>
                  </a:lnTo>
                  <a:lnTo>
                    <a:pt x="4907280" y="608815"/>
                  </a:lnTo>
                  <a:lnTo>
                    <a:pt x="4929188" y="606723"/>
                  </a:lnTo>
                  <a:lnTo>
                    <a:pt x="4951095" y="604654"/>
                  </a:lnTo>
                  <a:lnTo>
                    <a:pt x="4973003" y="602615"/>
                  </a:lnTo>
                  <a:lnTo>
                    <a:pt x="4994910" y="600612"/>
                  </a:lnTo>
                  <a:lnTo>
                    <a:pt x="5016818" y="598651"/>
                  </a:lnTo>
                  <a:lnTo>
                    <a:pt x="5038725" y="596736"/>
                  </a:lnTo>
                  <a:lnTo>
                    <a:pt x="5060633" y="594873"/>
                  </a:lnTo>
                  <a:lnTo>
                    <a:pt x="5082540" y="593066"/>
                  </a:lnTo>
                  <a:lnTo>
                    <a:pt x="5104448" y="591317"/>
                  </a:lnTo>
                  <a:lnTo>
                    <a:pt x="5126355" y="589632"/>
                  </a:lnTo>
                  <a:lnTo>
                    <a:pt x="5148263" y="588011"/>
                  </a:lnTo>
                  <a:lnTo>
                    <a:pt x="5170170" y="586455"/>
                  </a:lnTo>
                  <a:lnTo>
                    <a:pt x="5192078" y="584968"/>
                  </a:lnTo>
                  <a:lnTo>
                    <a:pt x="5213985" y="583549"/>
                  </a:lnTo>
                  <a:lnTo>
                    <a:pt x="5235893" y="582198"/>
                  </a:lnTo>
                  <a:lnTo>
                    <a:pt x="5257800" y="580916"/>
                  </a:lnTo>
                  <a:lnTo>
                    <a:pt x="5257800" y="2170266"/>
                  </a:lnTo>
                  <a:lnTo>
                    <a:pt x="5235893" y="2167684"/>
                  </a:lnTo>
                  <a:lnTo>
                    <a:pt x="5213985" y="2164952"/>
                  </a:lnTo>
                  <a:lnTo>
                    <a:pt x="5192078" y="2162068"/>
                  </a:lnTo>
                  <a:lnTo>
                    <a:pt x="5170170" y="2159031"/>
                  </a:lnTo>
                  <a:lnTo>
                    <a:pt x="5148263" y="2155839"/>
                  </a:lnTo>
                  <a:lnTo>
                    <a:pt x="5126355" y="2152491"/>
                  </a:lnTo>
                  <a:lnTo>
                    <a:pt x="5104448" y="2148988"/>
                  </a:lnTo>
                  <a:lnTo>
                    <a:pt x="5082540" y="2145329"/>
                  </a:lnTo>
                  <a:lnTo>
                    <a:pt x="5060633" y="2141516"/>
                  </a:lnTo>
                  <a:lnTo>
                    <a:pt x="5038725" y="2137545"/>
                  </a:lnTo>
                  <a:lnTo>
                    <a:pt x="5016818" y="2133418"/>
                  </a:lnTo>
                  <a:lnTo>
                    <a:pt x="4994910" y="2129136"/>
                  </a:lnTo>
                  <a:lnTo>
                    <a:pt x="4973003" y="2124699"/>
                  </a:lnTo>
                  <a:lnTo>
                    <a:pt x="4951095" y="2120108"/>
                  </a:lnTo>
                  <a:lnTo>
                    <a:pt x="4929188" y="2115366"/>
                  </a:lnTo>
                  <a:lnTo>
                    <a:pt x="4907280" y="2110472"/>
                  </a:lnTo>
                  <a:lnTo>
                    <a:pt x="4885373" y="2105428"/>
                  </a:lnTo>
                  <a:lnTo>
                    <a:pt x="4863465" y="2100235"/>
                  </a:lnTo>
                  <a:lnTo>
                    <a:pt x="4841557" y="2094892"/>
                  </a:lnTo>
                  <a:lnTo>
                    <a:pt x="4819650" y="2089399"/>
                  </a:lnTo>
                  <a:lnTo>
                    <a:pt x="4797742" y="2083754"/>
                  </a:lnTo>
                  <a:lnTo>
                    <a:pt x="4775835" y="2077955"/>
                  </a:lnTo>
                  <a:lnTo>
                    <a:pt x="4753928" y="2072000"/>
                  </a:lnTo>
                  <a:lnTo>
                    <a:pt x="4732020" y="2065886"/>
                  </a:lnTo>
                  <a:lnTo>
                    <a:pt x="4710113" y="2059607"/>
                  </a:lnTo>
                  <a:lnTo>
                    <a:pt x="4688205" y="2053158"/>
                  </a:lnTo>
                  <a:lnTo>
                    <a:pt x="4666297" y="2046531"/>
                  </a:lnTo>
                  <a:lnTo>
                    <a:pt x="4644390" y="2039720"/>
                  </a:lnTo>
                  <a:lnTo>
                    <a:pt x="4622483" y="2032714"/>
                  </a:lnTo>
                  <a:lnTo>
                    <a:pt x="4600575" y="2025505"/>
                  </a:lnTo>
                  <a:lnTo>
                    <a:pt x="4578668" y="2018079"/>
                  </a:lnTo>
                  <a:lnTo>
                    <a:pt x="4556760" y="2010424"/>
                  </a:lnTo>
                  <a:lnTo>
                    <a:pt x="4534853" y="2002526"/>
                  </a:lnTo>
                  <a:lnTo>
                    <a:pt x="4512945" y="1994368"/>
                  </a:lnTo>
                  <a:lnTo>
                    <a:pt x="4491038" y="1985935"/>
                  </a:lnTo>
                  <a:lnTo>
                    <a:pt x="4469130" y="1977207"/>
                  </a:lnTo>
                  <a:lnTo>
                    <a:pt x="4447223" y="1968165"/>
                  </a:lnTo>
                  <a:lnTo>
                    <a:pt x="4425315" y="1958790"/>
                  </a:lnTo>
                  <a:lnTo>
                    <a:pt x="4403408" y="1949061"/>
                  </a:lnTo>
                  <a:lnTo>
                    <a:pt x="4381500" y="1938960"/>
                  </a:lnTo>
                  <a:lnTo>
                    <a:pt x="4359593" y="1928466"/>
                  </a:lnTo>
                  <a:lnTo>
                    <a:pt x="4337685" y="1917558"/>
                  </a:lnTo>
                  <a:lnTo>
                    <a:pt x="4315778" y="1906216"/>
                  </a:lnTo>
                  <a:lnTo>
                    <a:pt x="4293870" y="1894417"/>
                  </a:lnTo>
                  <a:lnTo>
                    <a:pt x="4271963" y="1882142"/>
                  </a:lnTo>
                  <a:lnTo>
                    <a:pt x="4250055" y="1869372"/>
                  </a:lnTo>
                  <a:lnTo>
                    <a:pt x="4228148" y="1856088"/>
                  </a:lnTo>
                  <a:lnTo>
                    <a:pt x="4206240" y="1842272"/>
                  </a:lnTo>
                  <a:lnTo>
                    <a:pt x="4184332" y="1827909"/>
                  </a:lnTo>
                  <a:lnTo>
                    <a:pt x="4162425" y="1812989"/>
                  </a:lnTo>
                  <a:lnTo>
                    <a:pt x="4140517" y="1797500"/>
                  </a:lnTo>
                  <a:lnTo>
                    <a:pt x="4118610" y="1781432"/>
                  </a:lnTo>
                  <a:lnTo>
                    <a:pt x="4096703" y="1764780"/>
                  </a:lnTo>
                  <a:lnTo>
                    <a:pt x="4074795" y="1747541"/>
                  </a:lnTo>
                  <a:lnTo>
                    <a:pt x="4052888" y="1729711"/>
                  </a:lnTo>
                  <a:lnTo>
                    <a:pt x="4030980" y="1711294"/>
                  </a:lnTo>
                  <a:lnTo>
                    <a:pt x="4009072" y="1692295"/>
                  </a:lnTo>
                  <a:lnTo>
                    <a:pt x="3987165" y="1672720"/>
                  </a:lnTo>
                  <a:lnTo>
                    <a:pt x="3965257" y="1652583"/>
                  </a:lnTo>
                  <a:lnTo>
                    <a:pt x="3943350" y="1631897"/>
                  </a:lnTo>
                  <a:lnTo>
                    <a:pt x="3921443" y="1610680"/>
                  </a:lnTo>
                  <a:lnTo>
                    <a:pt x="3899535" y="1588955"/>
                  </a:lnTo>
                  <a:lnTo>
                    <a:pt x="3877628" y="1566746"/>
                  </a:lnTo>
                  <a:lnTo>
                    <a:pt x="3855720" y="1544081"/>
                  </a:lnTo>
                  <a:lnTo>
                    <a:pt x="3833812" y="1520990"/>
                  </a:lnTo>
                  <a:lnTo>
                    <a:pt x="3811905" y="1497508"/>
                  </a:lnTo>
                  <a:lnTo>
                    <a:pt x="3789998" y="1473671"/>
                  </a:lnTo>
                  <a:lnTo>
                    <a:pt x="3768090" y="1449518"/>
                  </a:lnTo>
                  <a:lnTo>
                    <a:pt x="3746183" y="1425090"/>
                  </a:lnTo>
                  <a:lnTo>
                    <a:pt x="3724275" y="1400431"/>
                  </a:lnTo>
                  <a:lnTo>
                    <a:pt x="3702368" y="1375586"/>
                  </a:lnTo>
                  <a:lnTo>
                    <a:pt x="3680460" y="1350602"/>
                  </a:lnTo>
                  <a:lnTo>
                    <a:pt x="3658553" y="1325527"/>
                  </a:lnTo>
                  <a:lnTo>
                    <a:pt x="3636645" y="1300411"/>
                  </a:lnTo>
                  <a:lnTo>
                    <a:pt x="3614738" y="1275303"/>
                  </a:lnTo>
                  <a:lnTo>
                    <a:pt x="3592830" y="1250254"/>
                  </a:lnTo>
                  <a:lnTo>
                    <a:pt x="3570923" y="1225313"/>
                  </a:lnTo>
                  <a:lnTo>
                    <a:pt x="3549015" y="1200531"/>
                  </a:lnTo>
                  <a:lnTo>
                    <a:pt x="3527107" y="1175957"/>
                  </a:lnTo>
                  <a:lnTo>
                    <a:pt x="3505200" y="1151639"/>
                  </a:lnTo>
                  <a:lnTo>
                    <a:pt x="3483292" y="1127625"/>
                  </a:lnTo>
                  <a:lnTo>
                    <a:pt x="3461385" y="1103960"/>
                  </a:lnTo>
                  <a:lnTo>
                    <a:pt x="3439478" y="1080687"/>
                  </a:lnTo>
                  <a:lnTo>
                    <a:pt x="3417570" y="1057849"/>
                  </a:lnTo>
                  <a:lnTo>
                    <a:pt x="3395663" y="1035486"/>
                  </a:lnTo>
                  <a:lnTo>
                    <a:pt x="3373755" y="1013634"/>
                  </a:lnTo>
                  <a:lnTo>
                    <a:pt x="3351847" y="992327"/>
                  </a:lnTo>
                  <a:lnTo>
                    <a:pt x="3329940" y="971598"/>
                  </a:lnTo>
                  <a:lnTo>
                    <a:pt x="3308032" y="951474"/>
                  </a:lnTo>
                  <a:lnTo>
                    <a:pt x="3286125" y="931984"/>
                  </a:lnTo>
                  <a:lnTo>
                    <a:pt x="3264218" y="913150"/>
                  </a:lnTo>
                  <a:lnTo>
                    <a:pt x="3242310" y="894991"/>
                  </a:lnTo>
                  <a:lnTo>
                    <a:pt x="3220403" y="877523"/>
                  </a:lnTo>
                  <a:lnTo>
                    <a:pt x="3198495" y="860759"/>
                  </a:lnTo>
                  <a:lnTo>
                    <a:pt x="3176587" y="844708"/>
                  </a:lnTo>
                  <a:lnTo>
                    <a:pt x="3154680" y="829378"/>
                  </a:lnTo>
                  <a:lnTo>
                    <a:pt x="3132773" y="814772"/>
                  </a:lnTo>
                  <a:lnTo>
                    <a:pt x="3110865" y="800891"/>
                  </a:lnTo>
                  <a:lnTo>
                    <a:pt x="3088958" y="787732"/>
                  </a:lnTo>
                  <a:lnTo>
                    <a:pt x="3067050" y="775293"/>
                  </a:lnTo>
                  <a:lnTo>
                    <a:pt x="3045143" y="763569"/>
                  </a:lnTo>
                  <a:lnTo>
                    <a:pt x="3023235" y="752548"/>
                  </a:lnTo>
                  <a:lnTo>
                    <a:pt x="3001328" y="742225"/>
                  </a:lnTo>
                  <a:lnTo>
                    <a:pt x="2979420" y="732585"/>
                  </a:lnTo>
                  <a:lnTo>
                    <a:pt x="2957513" y="723615"/>
                  </a:lnTo>
                  <a:lnTo>
                    <a:pt x="2935605" y="715298"/>
                  </a:lnTo>
                  <a:lnTo>
                    <a:pt x="2913698" y="707618"/>
                  </a:lnTo>
                  <a:lnTo>
                    <a:pt x="2891790" y="700558"/>
                  </a:lnTo>
                  <a:lnTo>
                    <a:pt x="2869882" y="694101"/>
                  </a:lnTo>
                  <a:lnTo>
                    <a:pt x="2847975" y="688227"/>
                  </a:lnTo>
                  <a:lnTo>
                    <a:pt x="2826067" y="682920"/>
                  </a:lnTo>
                  <a:lnTo>
                    <a:pt x="2804160" y="678162"/>
                  </a:lnTo>
                  <a:lnTo>
                    <a:pt x="2782253" y="673939"/>
                  </a:lnTo>
                  <a:lnTo>
                    <a:pt x="2760345" y="670234"/>
                  </a:lnTo>
                  <a:lnTo>
                    <a:pt x="2738438" y="667032"/>
                  </a:lnTo>
                  <a:lnTo>
                    <a:pt x="2716530" y="664316"/>
                  </a:lnTo>
                  <a:lnTo>
                    <a:pt x="2694623" y="662075"/>
                  </a:lnTo>
                  <a:lnTo>
                    <a:pt x="2672715" y="660295"/>
                  </a:lnTo>
                  <a:lnTo>
                    <a:pt x="2650808" y="658966"/>
                  </a:lnTo>
                  <a:lnTo>
                    <a:pt x="2628900" y="658075"/>
                  </a:lnTo>
                  <a:lnTo>
                    <a:pt x="2606993" y="657615"/>
                  </a:lnTo>
                  <a:lnTo>
                    <a:pt x="2585085" y="657578"/>
                  </a:lnTo>
                  <a:lnTo>
                    <a:pt x="2563177" y="657960"/>
                  </a:lnTo>
                  <a:lnTo>
                    <a:pt x="2541270" y="658757"/>
                  </a:lnTo>
                  <a:lnTo>
                    <a:pt x="2519363" y="659966"/>
                  </a:lnTo>
                  <a:lnTo>
                    <a:pt x="2497455" y="661585"/>
                  </a:lnTo>
                  <a:lnTo>
                    <a:pt x="2475548" y="663614"/>
                  </a:lnTo>
                  <a:lnTo>
                    <a:pt x="2453640" y="666054"/>
                  </a:lnTo>
                  <a:lnTo>
                    <a:pt x="2431733" y="668905"/>
                  </a:lnTo>
                  <a:lnTo>
                    <a:pt x="2409825" y="672170"/>
                  </a:lnTo>
                  <a:lnTo>
                    <a:pt x="2387918" y="675851"/>
                  </a:lnTo>
                  <a:lnTo>
                    <a:pt x="2366010" y="679951"/>
                  </a:lnTo>
                  <a:lnTo>
                    <a:pt x="2344103" y="684471"/>
                  </a:lnTo>
                  <a:lnTo>
                    <a:pt x="2322195" y="689416"/>
                  </a:lnTo>
                  <a:lnTo>
                    <a:pt x="2300288" y="694788"/>
                  </a:lnTo>
                  <a:lnTo>
                    <a:pt x="2278380" y="700589"/>
                  </a:lnTo>
                  <a:lnTo>
                    <a:pt x="2256472" y="706822"/>
                  </a:lnTo>
                  <a:lnTo>
                    <a:pt x="2234565" y="713487"/>
                  </a:lnTo>
                  <a:lnTo>
                    <a:pt x="2212658" y="720584"/>
                  </a:lnTo>
                  <a:lnTo>
                    <a:pt x="2190750" y="728114"/>
                  </a:lnTo>
                  <a:lnTo>
                    <a:pt x="2168842" y="736076"/>
                  </a:lnTo>
                  <a:lnTo>
                    <a:pt x="2146935" y="744464"/>
                  </a:lnTo>
                  <a:lnTo>
                    <a:pt x="2125028" y="753272"/>
                  </a:lnTo>
                  <a:lnTo>
                    <a:pt x="2103120" y="762493"/>
                  </a:lnTo>
                  <a:lnTo>
                    <a:pt x="2081212" y="772118"/>
                  </a:lnTo>
                  <a:lnTo>
                    <a:pt x="2059305" y="782139"/>
                  </a:lnTo>
                  <a:lnTo>
                    <a:pt x="2037398" y="792545"/>
                  </a:lnTo>
                  <a:lnTo>
                    <a:pt x="2015490" y="803321"/>
                  </a:lnTo>
                  <a:lnTo>
                    <a:pt x="1993583" y="814453"/>
                  </a:lnTo>
                  <a:lnTo>
                    <a:pt x="1971675" y="825926"/>
                  </a:lnTo>
                  <a:lnTo>
                    <a:pt x="1949768" y="837722"/>
                  </a:lnTo>
                  <a:lnTo>
                    <a:pt x="1927860" y="849822"/>
                  </a:lnTo>
                  <a:lnTo>
                    <a:pt x="1905952" y="862203"/>
                  </a:lnTo>
                  <a:lnTo>
                    <a:pt x="1884045" y="874843"/>
                  </a:lnTo>
                  <a:lnTo>
                    <a:pt x="1862138" y="887721"/>
                  </a:lnTo>
                  <a:lnTo>
                    <a:pt x="1840230" y="900815"/>
                  </a:lnTo>
                  <a:lnTo>
                    <a:pt x="1818322" y="914100"/>
                  </a:lnTo>
                  <a:lnTo>
                    <a:pt x="1796415" y="927554"/>
                  </a:lnTo>
                  <a:lnTo>
                    <a:pt x="1774508" y="941153"/>
                  </a:lnTo>
                  <a:lnTo>
                    <a:pt x="1752600" y="954873"/>
                  </a:lnTo>
                  <a:lnTo>
                    <a:pt x="1730693" y="968692"/>
                  </a:lnTo>
                  <a:lnTo>
                    <a:pt x="1708785" y="982587"/>
                  </a:lnTo>
                  <a:lnTo>
                    <a:pt x="1686878" y="996537"/>
                  </a:lnTo>
                  <a:lnTo>
                    <a:pt x="1664970" y="1010520"/>
                  </a:lnTo>
                  <a:lnTo>
                    <a:pt x="1643063" y="1024518"/>
                  </a:lnTo>
                  <a:lnTo>
                    <a:pt x="1621155" y="1038513"/>
                  </a:lnTo>
                  <a:lnTo>
                    <a:pt x="1599247" y="1052489"/>
                  </a:lnTo>
                  <a:lnTo>
                    <a:pt x="1577340" y="1066431"/>
                  </a:lnTo>
                  <a:lnTo>
                    <a:pt x="1555433" y="1080326"/>
                  </a:lnTo>
                  <a:lnTo>
                    <a:pt x="1533525" y="1094163"/>
                  </a:lnTo>
                  <a:lnTo>
                    <a:pt x="1511618" y="1107933"/>
                  </a:lnTo>
                  <a:lnTo>
                    <a:pt x="1489710" y="1121629"/>
                  </a:lnTo>
                  <a:lnTo>
                    <a:pt x="1467803" y="1135246"/>
                  </a:lnTo>
                  <a:lnTo>
                    <a:pt x="1445895" y="1148781"/>
                  </a:lnTo>
                  <a:lnTo>
                    <a:pt x="1423987" y="1162234"/>
                  </a:lnTo>
                  <a:lnTo>
                    <a:pt x="1402080" y="1175606"/>
                  </a:lnTo>
                  <a:lnTo>
                    <a:pt x="1380173" y="1188900"/>
                  </a:lnTo>
                  <a:lnTo>
                    <a:pt x="1358265" y="1202119"/>
                  </a:lnTo>
                  <a:lnTo>
                    <a:pt x="1336358" y="1215272"/>
                  </a:lnTo>
                  <a:lnTo>
                    <a:pt x="1314450" y="1228362"/>
                  </a:lnTo>
                  <a:lnTo>
                    <a:pt x="1292542" y="1241399"/>
                  </a:lnTo>
                  <a:lnTo>
                    <a:pt x="1270635" y="1254393"/>
                  </a:lnTo>
                  <a:lnTo>
                    <a:pt x="1248727" y="1267353"/>
                  </a:lnTo>
                  <a:lnTo>
                    <a:pt x="1226820" y="1280291"/>
                  </a:lnTo>
                  <a:lnTo>
                    <a:pt x="1204913" y="1293217"/>
                  </a:lnTo>
                  <a:lnTo>
                    <a:pt x="1183005" y="1306145"/>
                  </a:lnTo>
                  <a:lnTo>
                    <a:pt x="1161098" y="1319084"/>
                  </a:lnTo>
                  <a:lnTo>
                    <a:pt x="1139190" y="1332047"/>
                  </a:lnTo>
                  <a:lnTo>
                    <a:pt x="1117282" y="1345044"/>
                  </a:lnTo>
                  <a:lnTo>
                    <a:pt x="1095375" y="1358084"/>
                  </a:lnTo>
                  <a:lnTo>
                    <a:pt x="1073468" y="1371177"/>
                  </a:lnTo>
                  <a:lnTo>
                    <a:pt x="1051560" y="1384330"/>
                  </a:lnTo>
                  <a:lnTo>
                    <a:pt x="1029653" y="1397550"/>
                  </a:lnTo>
                  <a:lnTo>
                    <a:pt x="1007745" y="1410840"/>
                  </a:lnTo>
                  <a:lnTo>
                    <a:pt x="985838" y="1424208"/>
                  </a:lnTo>
                  <a:lnTo>
                    <a:pt x="963930" y="1437654"/>
                  </a:lnTo>
                  <a:lnTo>
                    <a:pt x="942023" y="1451182"/>
                  </a:lnTo>
                  <a:lnTo>
                    <a:pt x="920115" y="1464791"/>
                  </a:lnTo>
                  <a:lnTo>
                    <a:pt x="898208" y="1478479"/>
                  </a:lnTo>
                  <a:lnTo>
                    <a:pt x="876300" y="1492242"/>
                  </a:lnTo>
                  <a:lnTo>
                    <a:pt x="854393" y="1506075"/>
                  </a:lnTo>
                  <a:lnTo>
                    <a:pt x="832485" y="1519972"/>
                  </a:lnTo>
                  <a:lnTo>
                    <a:pt x="810578" y="1533921"/>
                  </a:lnTo>
                  <a:lnTo>
                    <a:pt x="788670" y="1547913"/>
                  </a:lnTo>
                  <a:lnTo>
                    <a:pt x="766763" y="1561937"/>
                  </a:lnTo>
                  <a:lnTo>
                    <a:pt x="744855" y="1575979"/>
                  </a:lnTo>
                  <a:lnTo>
                    <a:pt x="722948" y="1590026"/>
                  </a:lnTo>
                  <a:lnTo>
                    <a:pt x="701040" y="1604062"/>
                  </a:lnTo>
                  <a:lnTo>
                    <a:pt x="679133" y="1618072"/>
                  </a:lnTo>
                  <a:lnTo>
                    <a:pt x="657225" y="1632037"/>
                  </a:lnTo>
                  <a:lnTo>
                    <a:pt x="635318" y="1645940"/>
                  </a:lnTo>
                  <a:lnTo>
                    <a:pt x="613410" y="1659762"/>
                  </a:lnTo>
                  <a:lnTo>
                    <a:pt x="591503" y="1673485"/>
                  </a:lnTo>
                  <a:lnTo>
                    <a:pt x="569595" y="1687088"/>
                  </a:lnTo>
                  <a:lnTo>
                    <a:pt x="547688" y="1700552"/>
                  </a:lnTo>
                  <a:lnTo>
                    <a:pt x="525780" y="1713857"/>
                  </a:lnTo>
                  <a:lnTo>
                    <a:pt x="503873" y="1726985"/>
                  </a:lnTo>
                  <a:lnTo>
                    <a:pt x="481965" y="1739915"/>
                  </a:lnTo>
                  <a:lnTo>
                    <a:pt x="460057" y="1752630"/>
                  </a:lnTo>
                  <a:lnTo>
                    <a:pt x="438150" y="1765110"/>
                  </a:lnTo>
                  <a:lnTo>
                    <a:pt x="416243" y="1777339"/>
                  </a:lnTo>
                  <a:lnTo>
                    <a:pt x="394335" y="1789301"/>
                  </a:lnTo>
                  <a:lnTo>
                    <a:pt x="372428" y="1800981"/>
                  </a:lnTo>
                  <a:lnTo>
                    <a:pt x="350520" y="1812364"/>
                  </a:lnTo>
                  <a:lnTo>
                    <a:pt x="328613" y="1823438"/>
                  </a:lnTo>
                  <a:lnTo>
                    <a:pt x="306705" y="1834189"/>
                  </a:lnTo>
                  <a:lnTo>
                    <a:pt x="284798" y="1844607"/>
                  </a:lnTo>
                  <a:lnTo>
                    <a:pt x="262890" y="1854681"/>
                  </a:lnTo>
                  <a:lnTo>
                    <a:pt x="240982" y="1864404"/>
                  </a:lnTo>
                  <a:lnTo>
                    <a:pt x="219075" y="1873769"/>
                  </a:lnTo>
                  <a:lnTo>
                    <a:pt x="197167" y="1882770"/>
                  </a:lnTo>
                  <a:lnTo>
                    <a:pt x="175260" y="1891403"/>
                  </a:lnTo>
                  <a:lnTo>
                    <a:pt x="153353" y="1899668"/>
                  </a:lnTo>
                  <a:lnTo>
                    <a:pt x="131445" y="1907561"/>
                  </a:lnTo>
                  <a:lnTo>
                    <a:pt x="109538" y="1915085"/>
                  </a:lnTo>
                  <a:lnTo>
                    <a:pt x="87630" y="1922241"/>
                  </a:lnTo>
                  <a:lnTo>
                    <a:pt x="65723" y="1929031"/>
                  </a:lnTo>
                  <a:lnTo>
                    <a:pt x="43815" y="1935460"/>
                  </a:lnTo>
                  <a:lnTo>
                    <a:pt x="21908" y="1941534"/>
                  </a:lnTo>
                  <a:lnTo>
                    <a:pt x="0" y="1947259"/>
                  </a:lnTo>
                  <a:close/>
                </a:path>
              </a:pathLst>
            </a:custGeom>
            <a:solidFill>
              <a:srgbClr val="0047FF"/>
            </a:solidFill>
            <a:ln>
              <a:noFill/>
            </a:ln>
          </p:spPr>
        </p:sp>
        <p:sp>
          <p:nvSpPr>
            <p:cNvPr id="23" name="node06.phases.source-001.label"/>
            <p:cNvSpPr/>
            <p:nvPr/>
          </p:nvSpPr>
          <p:spPr>
            <a:xfrm>
              <a:off x="6324600" y="4991100"/>
              <a:ext cx="1524000" cy="3429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FORMING</a:t>
              </a:r>
              <a:endParaRPr lang="en-US" sz="1000" spc="80" kern="0" b="0" i="0" dirty="0">
                <a:solidFill>
                  <a:srgbClr val="0047FF"/>
                </a:solidFill>
                <a:latin typeface="IBM Plex Mono SemiBold"/>
                <a:ea typeface="IBM Plex Mono SemiBold"/>
                <a:cs typeface="IBM Plex Mono SemiBold"/>
              </a:endParaRPr>
            </a:p>
          </p:txBody>
        </p:sp>
        <p:sp>
          <p:nvSpPr>
            <p:cNvPr id="24" name="node06.phases.source-002.rule"/>
            <p:cNvSpPr/>
            <p:nvPr/>
          </p:nvSpPr>
          <p:spPr>
            <a:xfrm>
              <a:off x="7962900" y="2362200"/>
              <a:ext cx="0" cy="2971800"/>
            </a:xfrm>
            <a:prstGeom prst="line">
              <a:avLst/>
            </a:prstGeom>
            <a:noFill/>
            <a:ln w="9525">
              <a:solidFill>
                <a:srgbClr val="97A4BA"/>
              </a:solidFill>
              <a:prstDash val="solid"/>
            </a:ln>
          </p:spPr>
        </p:sp>
        <p:sp>
          <p:nvSpPr>
            <p:cNvPr id="25" name="node06.phases.source-002.label"/>
            <p:cNvSpPr/>
            <p:nvPr/>
          </p:nvSpPr>
          <p:spPr>
            <a:xfrm>
              <a:off x="8077200" y="4991100"/>
              <a:ext cx="1524000" cy="3429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PERFORMING</a:t>
              </a:r>
              <a:endParaRPr lang="en-US" sz="1000" spc="80" kern="0" b="0" i="0" dirty="0">
                <a:solidFill>
                  <a:srgbClr val="0047FF"/>
                </a:solidFill>
                <a:latin typeface="IBM Plex Mono SemiBold"/>
                <a:ea typeface="IBM Plex Mono SemiBold"/>
                <a:cs typeface="IBM Plex Mono SemiBold"/>
              </a:endParaRPr>
            </a:p>
          </p:txBody>
        </p:sp>
        <p:sp>
          <p:nvSpPr>
            <p:cNvPr id="26" name="node06.phases.source-003.rule"/>
            <p:cNvSpPr/>
            <p:nvPr/>
          </p:nvSpPr>
          <p:spPr>
            <a:xfrm>
              <a:off x="9715500" y="2362200"/>
              <a:ext cx="0" cy="2971800"/>
            </a:xfrm>
            <a:prstGeom prst="line">
              <a:avLst/>
            </a:prstGeom>
            <a:noFill/>
            <a:ln w="9525">
              <a:solidFill>
                <a:srgbClr val="97A4BA"/>
              </a:solidFill>
              <a:prstDash val="solid"/>
            </a:ln>
          </p:spPr>
        </p:sp>
        <p:sp>
          <p:nvSpPr>
            <p:cNvPr id="27" name="node06.phases.source-003.label"/>
            <p:cNvSpPr/>
            <p:nvPr/>
          </p:nvSpPr>
          <p:spPr>
            <a:xfrm>
              <a:off x="9829800" y="4991100"/>
              <a:ext cx="1524000" cy="3429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SUSTAINING</a:t>
              </a:r>
              <a:endParaRPr lang="en-US" sz="1000" spc="80" kern="0" b="0" i="0" dirty="0">
                <a:solidFill>
                  <a:srgbClr val="0047FF"/>
                </a:solidFill>
                <a:latin typeface="IBM Plex Mono SemiBold"/>
                <a:ea typeface="IBM Plex Mono SemiBold"/>
                <a:cs typeface="IBM Plex Mono SemiBold"/>
              </a:endParaRPr>
            </a:p>
          </p:txBody>
        </p:sp>
        <p:sp>
          <p:nvSpPr>
            <p:cNvPr id="28" name="node06.series.source-001.label"/>
            <p:cNvSpPr/>
            <p:nvPr/>
          </p:nvSpPr>
          <p:spPr>
            <a:xfrm>
              <a:off x="8263093" y="4310857"/>
              <a:ext cx="115221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NORTHFIELD TEAM</a:t>
              </a:r>
              <a:endParaRPr lang="en-US" sz="900" spc="54" kern="0" b="0" i="0" dirty="0">
                <a:solidFill>
                  <a:srgbClr val="070154"/>
                </a:solidFill>
                <a:latin typeface="IBM Plex Mono SemiBold"/>
                <a:ea typeface="IBM Plex Mono SemiBold"/>
                <a:cs typeface="IBM Plex Mono SemiBold"/>
              </a:endParaRPr>
            </a:p>
          </p:txBody>
        </p:sp>
        <p:sp>
          <p:nvSpPr>
            <p:cNvPr id="29" name="node06.series.source-002.label"/>
            <p:cNvSpPr/>
            <p:nvPr/>
          </p:nvSpPr>
          <p:spPr>
            <a:xfrm>
              <a:off x="8413335" y="3382595"/>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WEST MONROE</a:t>
              </a:r>
              <a:endParaRPr lang="en-US" sz="900" spc="54" kern="0" b="0" i="0" dirty="0">
                <a:solidFill>
                  <a:srgbClr val="FFFFFF"/>
                </a:solidFill>
                <a:latin typeface="IBM Plex Mono SemiBold"/>
                <a:ea typeface="IBM Plex Mono SemiBold"/>
                <a:cs typeface="IBM Plex Mono SemiBold"/>
              </a:endParaRPr>
            </a:p>
          </p:txBody>
        </p:sp>
        <p:sp>
          <p:nvSpPr>
            <p:cNvPr id="30" name="node06.series.source-003.label"/>
            <p:cNvSpPr/>
            <p:nvPr/>
          </p:nvSpPr>
          <p:spPr>
            <a:xfrm>
              <a:off x="10460131" y="3591064"/>
              <a:ext cx="701489"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AI AGENTS</a:t>
              </a:r>
              <a:endParaRPr lang="en-US" sz="900" spc="54" kern="0" b="0" i="0" dirty="0">
                <a:solidFill>
                  <a:srgbClr val="FFFFFF"/>
                </a:solidFill>
                <a:latin typeface="IBM Plex Mono SemiBold"/>
                <a:ea typeface="IBM Plex Mono SemiBold"/>
                <a:cs typeface="IBM Plex Mono SemiBold"/>
              </a:endParaRPr>
            </a:p>
          </p:txBody>
        </p:sp>
      </p:grpSp>
      <p:grpSp>
        <p:nvGrpSpPr>
          <p:cNvPr id="38" name="node07"/>
          <p:cNvGrpSpPr/>
          <p:nvPr/>
        </p:nvGrpSpPr>
        <p:grpSpPr>
          <a:xfrm>
            <a:off x="723900" y="5486400"/>
            <a:ext cx="10744200" cy="304800"/>
            <a:chOff x="723900" y="5486400"/>
            <a:chExt cx="10744200" cy="304800"/>
          </a:xfrm>
        </p:grpSpPr>
        <p:sp>
          <p:nvSpPr>
            <p:cNvPr id="31" name="node07.text"/>
            <p:cNvSpPr/>
            <p:nvPr/>
          </p:nvSpPr>
          <p:spPr>
            <a:xfrm>
              <a:off x="723900" y="5486400"/>
              <a:ext cx="1074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Same platform, same outcomes: agents take over maintenance, so both teams run lighter.</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ource-525">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highlight-1; canonical SHA256=b0048aa39744978d339a9910f5cc1482814a8a0eae4c5a63e1f80d6a2885b314">    </p:cNvPr>
          <p:cNvPicPr>
            <a:picLocks noChangeAspect="1"/>
          </p:cNvPicPr>
          <p:nvPr/>
        </p:nvPicPr>
        <p:blipFill>
          <a:blip r:embed="rId1"/>
          <a:stretch>
            <a:fillRect/>
          </a:stretch>
        </p:blipFill>
        <p:spPr>
          <a:xfrm>
            <a:off x="693420" y="1106576"/>
            <a:ext cx="1744392" cy="312420"/>
          </a:xfrm>
          <a:prstGeom prst="rect">
            <a:avLst/>
          </a:prstGeom>
        </p:spPr>
      </p:pic>
      <p:pic>
        <p:nvPicPr>
          <p:cNvPr id="5" name="title.mark-002-003" descr="highlight-1; canonical SHA256=b0048aa39744978d339a9910f5cc1482814a8a0eae4c5a63e1f80d6a2885b314">    </p:cNvPr>
          <p:cNvPicPr>
            <a:picLocks noChangeAspect="1"/>
          </p:cNvPicPr>
          <p:nvPr/>
        </p:nvPicPr>
        <p:blipFill>
          <a:blip r:embed="rId2"/>
          <a:stretch>
            <a:fillRect/>
          </a:stretch>
        </p:blipFill>
        <p:spPr>
          <a:xfrm>
            <a:off x="693420" y="1487576"/>
            <a:ext cx="1852153" cy="312420"/>
          </a:xfrm>
          <a:prstGeom prst="rect">
            <a:avLst/>
          </a:prstGeom>
        </p:spPr>
      </p:pic>
      <p:sp>
        <p:nvSpPr>
          <p:cNvPr id="6"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 xml:space="preserve">Agents cut our team and </a:t>
            </a:r>
            <a:r>
              <a:rPr lang="en-US" sz="2400" spc="-443" kern="0" b="0" i="0" dirty="0">
                <a:solidFill>
                  <a:srgbClr val="070154"/>
                </a:solidFill>
                <a:latin typeface="IBM Plex Sans SemiBold"/>
                <a:ea typeface="IBM Plex Sans SemiBold"/>
                <a:cs typeface="IBM Plex Sans SemiBold"/>
              </a:rPr>
              <a:t xml:space="preserve">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Northfield's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maintenance</a:t>
            </a:r>
            <a:r>
              <a:rPr lang="en-US" sz="2400" spc="-443" kern="0" b="0" i="0" dirty="0">
                <a:solidFill>
                  <a:srgbClr val="070154"/>
                </a:solidFill>
                <a:latin typeface="IBM Plex Sans SemiBold"/>
                <a:ea typeface="IBM Plex Sans SemiBold"/>
                <a:cs typeface="IBM Plex Sans SemiBold"/>
              </a:rPr>
              <a:t xml:space="preserve"> </a:t>
            </a:r>
            <a:endParaRPr lang="en-US" sz="2400" spc="-36" kern="0" b="0" i="0" dirty="0">
              <a:solidFill>
                <a:srgbClr val="070154"/>
              </a:solidFill>
              <a:latin typeface="IBM Plex Sans SemiBold"/>
              <a:ea typeface="IBM Plex Sans SemiBold"/>
              <a:cs typeface="IBM Plex Sans SemiBold"/>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87</a:t>
            </a:fld>
            <a:endParaRPr lang="en-US" sz="700" spc="0" kern="0" b="0" i="0" dirty="0">
              <a:solidFill>
                <a:srgbClr val="070154"/>
              </a:solidFill>
              <a:latin typeface="IBM Plex Mono SemiBold"/>
              <a:ea typeface="IBM Plex Mono SemiBold"/>
              <a:cs typeface="IBM Plex Mono SemiBold"/>
            </a:endParaRPr>
          </a:p>
        </p:txBody>
      </p:sp>
      <p:grpSp>
        <p:nvGrpSpPr>
          <p:cNvPr id="28" name="node01"/>
          <p:cNvGrpSpPr/>
          <p:nvPr/>
        </p:nvGrpSpPr>
        <p:grpSpPr>
          <a:xfrm>
            <a:off x="4381500" y="457200"/>
            <a:ext cx="7086600" cy="5486400"/>
            <a:chOff x="4381500" y="457200"/>
            <a:chExt cx="7086600" cy="5486400"/>
          </a:xfrm>
        </p:grpSpPr>
        <p:sp>
          <p:nvSpPr>
            <p:cNvPr id="8" name="node01.series.source-001"/>
            <p:cNvSpPr/>
            <p:nvPr/>
          </p:nvSpPr>
          <p:spPr>
            <a:xfrm>
              <a:off x="4381500" y="457200"/>
              <a:ext cx="7086600" cy="4572000"/>
            </a:xfrm>
            <a:custGeom>
              <a:avLst/>
              <a:gdLst/>
              <a:ahLst/>
              <a:cxnLst/>
              <a:rect l="l" t="t" r="r" b="b"/>
              <a:pathLst>
                <a:path w="7086600" h="4572000">
                  <a:moveTo>
                    <a:pt x="0" y="3506234"/>
                  </a:moveTo>
                  <a:lnTo>
                    <a:pt x="29528" y="3503829"/>
                  </a:lnTo>
                  <a:lnTo>
                    <a:pt x="59055" y="3501272"/>
                  </a:lnTo>
                  <a:lnTo>
                    <a:pt x="88583" y="3498558"/>
                  </a:lnTo>
                  <a:lnTo>
                    <a:pt x="118110" y="3495684"/>
                  </a:lnTo>
                  <a:lnTo>
                    <a:pt x="147638" y="3492646"/>
                  </a:lnTo>
                  <a:lnTo>
                    <a:pt x="177165" y="3489443"/>
                  </a:lnTo>
                  <a:lnTo>
                    <a:pt x="206692" y="3486073"/>
                  </a:lnTo>
                  <a:lnTo>
                    <a:pt x="236220" y="3482532"/>
                  </a:lnTo>
                  <a:lnTo>
                    <a:pt x="265748" y="3478820"/>
                  </a:lnTo>
                  <a:lnTo>
                    <a:pt x="295275" y="3474937"/>
                  </a:lnTo>
                  <a:lnTo>
                    <a:pt x="324803" y="3470884"/>
                  </a:lnTo>
                  <a:lnTo>
                    <a:pt x="354330" y="3466659"/>
                  </a:lnTo>
                  <a:lnTo>
                    <a:pt x="383858" y="3462265"/>
                  </a:lnTo>
                  <a:lnTo>
                    <a:pt x="413385" y="3457704"/>
                  </a:lnTo>
                  <a:lnTo>
                    <a:pt x="442913" y="3452976"/>
                  </a:lnTo>
                  <a:lnTo>
                    <a:pt x="472440" y="3448085"/>
                  </a:lnTo>
                  <a:lnTo>
                    <a:pt x="501968" y="3443035"/>
                  </a:lnTo>
                  <a:lnTo>
                    <a:pt x="531495" y="3437829"/>
                  </a:lnTo>
                  <a:lnTo>
                    <a:pt x="561023" y="3432471"/>
                  </a:lnTo>
                  <a:lnTo>
                    <a:pt x="590550" y="3426966"/>
                  </a:lnTo>
                  <a:lnTo>
                    <a:pt x="620078" y="3421318"/>
                  </a:lnTo>
                  <a:lnTo>
                    <a:pt x="649605" y="3415533"/>
                  </a:lnTo>
                  <a:lnTo>
                    <a:pt x="679133" y="3409618"/>
                  </a:lnTo>
                  <a:lnTo>
                    <a:pt x="708660" y="3403578"/>
                  </a:lnTo>
                  <a:lnTo>
                    <a:pt x="738188" y="3397421"/>
                  </a:lnTo>
                  <a:lnTo>
                    <a:pt x="767715" y="3391153"/>
                  </a:lnTo>
                  <a:lnTo>
                    <a:pt x="797243" y="3384783"/>
                  </a:lnTo>
                  <a:lnTo>
                    <a:pt x="826770" y="3378317"/>
                  </a:lnTo>
                  <a:lnTo>
                    <a:pt x="856298" y="3371763"/>
                  </a:lnTo>
                  <a:lnTo>
                    <a:pt x="885825" y="3365127"/>
                  </a:lnTo>
                  <a:lnTo>
                    <a:pt x="915353" y="3358415"/>
                  </a:lnTo>
                  <a:lnTo>
                    <a:pt x="944880" y="3351635"/>
                  </a:lnTo>
                  <a:lnTo>
                    <a:pt x="974408" y="3344795"/>
                  </a:lnTo>
                  <a:lnTo>
                    <a:pt x="1003935" y="3337900"/>
                  </a:lnTo>
                  <a:lnTo>
                    <a:pt x="1033462" y="3330959"/>
                  </a:lnTo>
                  <a:lnTo>
                    <a:pt x="1062990" y="3323977"/>
                  </a:lnTo>
                  <a:lnTo>
                    <a:pt x="1092518" y="3316961"/>
                  </a:lnTo>
                  <a:lnTo>
                    <a:pt x="1122045" y="3309916"/>
                  </a:lnTo>
                  <a:lnTo>
                    <a:pt x="1151573" y="3302847"/>
                  </a:lnTo>
                  <a:lnTo>
                    <a:pt x="1181100" y="3295760"/>
                  </a:lnTo>
                  <a:lnTo>
                    <a:pt x="1210628" y="3288660"/>
                  </a:lnTo>
                  <a:lnTo>
                    <a:pt x="1240155" y="3281549"/>
                  </a:lnTo>
                  <a:lnTo>
                    <a:pt x="1269683" y="3274431"/>
                  </a:lnTo>
                  <a:lnTo>
                    <a:pt x="1299210" y="3267308"/>
                  </a:lnTo>
                  <a:lnTo>
                    <a:pt x="1328738" y="3260180"/>
                  </a:lnTo>
                  <a:lnTo>
                    <a:pt x="1358265" y="3253048"/>
                  </a:lnTo>
                  <a:lnTo>
                    <a:pt x="1387793" y="3245912"/>
                  </a:lnTo>
                  <a:lnTo>
                    <a:pt x="1417320" y="3238770"/>
                  </a:lnTo>
                  <a:lnTo>
                    <a:pt x="1446848" y="3231619"/>
                  </a:lnTo>
                  <a:lnTo>
                    <a:pt x="1476375" y="3224459"/>
                  </a:lnTo>
                  <a:lnTo>
                    <a:pt x="1505903" y="3217287"/>
                  </a:lnTo>
                  <a:lnTo>
                    <a:pt x="1535430" y="3210099"/>
                  </a:lnTo>
                  <a:lnTo>
                    <a:pt x="1564958" y="3202889"/>
                  </a:lnTo>
                  <a:lnTo>
                    <a:pt x="1594485" y="3195652"/>
                  </a:lnTo>
                  <a:lnTo>
                    <a:pt x="1624013" y="3188380"/>
                  </a:lnTo>
                  <a:lnTo>
                    <a:pt x="1653540" y="3181068"/>
                  </a:lnTo>
                  <a:lnTo>
                    <a:pt x="1683068" y="3173707"/>
                  </a:lnTo>
                  <a:lnTo>
                    <a:pt x="1712595" y="3166290"/>
                  </a:lnTo>
                  <a:lnTo>
                    <a:pt x="1742122" y="3158808"/>
                  </a:lnTo>
                  <a:lnTo>
                    <a:pt x="1771650" y="3151253"/>
                  </a:lnTo>
                  <a:lnTo>
                    <a:pt x="1801178" y="3143617"/>
                  </a:lnTo>
                  <a:lnTo>
                    <a:pt x="1830705" y="3135891"/>
                  </a:lnTo>
                  <a:lnTo>
                    <a:pt x="1860232" y="3128070"/>
                  </a:lnTo>
                  <a:lnTo>
                    <a:pt x="1889760" y="3120144"/>
                  </a:lnTo>
                  <a:lnTo>
                    <a:pt x="1919288" y="3112107"/>
                  </a:lnTo>
                  <a:lnTo>
                    <a:pt x="1948815" y="3103954"/>
                  </a:lnTo>
                  <a:lnTo>
                    <a:pt x="1978343" y="3095678"/>
                  </a:lnTo>
                  <a:lnTo>
                    <a:pt x="2007870" y="3087275"/>
                  </a:lnTo>
                  <a:lnTo>
                    <a:pt x="2037398" y="3078743"/>
                  </a:lnTo>
                  <a:lnTo>
                    <a:pt x="2066925" y="3070080"/>
                  </a:lnTo>
                  <a:lnTo>
                    <a:pt x="2096452" y="3061288"/>
                  </a:lnTo>
                  <a:lnTo>
                    <a:pt x="2125980" y="3052366"/>
                  </a:lnTo>
                  <a:lnTo>
                    <a:pt x="2155508" y="3043319"/>
                  </a:lnTo>
                  <a:lnTo>
                    <a:pt x="2185035" y="3034151"/>
                  </a:lnTo>
                  <a:lnTo>
                    <a:pt x="2214563" y="3024868"/>
                  </a:lnTo>
                  <a:lnTo>
                    <a:pt x="2244090" y="3015478"/>
                  </a:lnTo>
                  <a:lnTo>
                    <a:pt x="2273618" y="3005992"/>
                  </a:lnTo>
                  <a:lnTo>
                    <a:pt x="2303145" y="2996420"/>
                  </a:lnTo>
                  <a:lnTo>
                    <a:pt x="2332673" y="2986776"/>
                  </a:lnTo>
                  <a:lnTo>
                    <a:pt x="2362200" y="2977077"/>
                  </a:lnTo>
                  <a:lnTo>
                    <a:pt x="2391728" y="2967340"/>
                  </a:lnTo>
                  <a:lnTo>
                    <a:pt x="2421255" y="2957582"/>
                  </a:lnTo>
                  <a:lnTo>
                    <a:pt x="2450783" y="2947825"/>
                  </a:lnTo>
                  <a:lnTo>
                    <a:pt x="2480310" y="2938089"/>
                  </a:lnTo>
                  <a:lnTo>
                    <a:pt x="2509838" y="2928396"/>
                  </a:lnTo>
                  <a:lnTo>
                    <a:pt x="2539365" y="2918769"/>
                  </a:lnTo>
                  <a:lnTo>
                    <a:pt x="2568893" y="2909232"/>
                  </a:lnTo>
                  <a:lnTo>
                    <a:pt x="2598420" y="2899809"/>
                  </a:lnTo>
                  <a:lnTo>
                    <a:pt x="2627948" y="2890525"/>
                  </a:lnTo>
                  <a:lnTo>
                    <a:pt x="2657475" y="2881407"/>
                  </a:lnTo>
                  <a:lnTo>
                    <a:pt x="2687003" y="2872479"/>
                  </a:lnTo>
                  <a:lnTo>
                    <a:pt x="2716530" y="2863768"/>
                  </a:lnTo>
                  <a:lnTo>
                    <a:pt x="2746058" y="2855298"/>
                  </a:lnTo>
                  <a:lnTo>
                    <a:pt x="2775585" y="2847093"/>
                  </a:lnTo>
                  <a:lnTo>
                    <a:pt x="2805113" y="2839178"/>
                  </a:lnTo>
                  <a:lnTo>
                    <a:pt x="2834640" y="2831576"/>
                  </a:lnTo>
                  <a:lnTo>
                    <a:pt x="2864168" y="2824309"/>
                  </a:lnTo>
                  <a:lnTo>
                    <a:pt x="2893695" y="2817399"/>
                  </a:lnTo>
                  <a:lnTo>
                    <a:pt x="2923223" y="2810868"/>
                  </a:lnTo>
                  <a:lnTo>
                    <a:pt x="2952750" y="2804734"/>
                  </a:lnTo>
                  <a:lnTo>
                    <a:pt x="2982278" y="2799017"/>
                  </a:lnTo>
                  <a:lnTo>
                    <a:pt x="3011805" y="2793734"/>
                  </a:lnTo>
                  <a:lnTo>
                    <a:pt x="3041333" y="2788901"/>
                  </a:lnTo>
                  <a:lnTo>
                    <a:pt x="3070860" y="2784532"/>
                  </a:lnTo>
                  <a:lnTo>
                    <a:pt x="3100388" y="2780643"/>
                  </a:lnTo>
                  <a:lnTo>
                    <a:pt x="3129915" y="2777245"/>
                  </a:lnTo>
                  <a:lnTo>
                    <a:pt x="3159443" y="2774351"/>
                  </a:lnTo>
                  <a:lnTo>
                    <a:pt x="3188970" y="2771971"/>
                  </a:lnTo>
                  <a:lnTo>
                    <a:pt x="3218498" y="2770115"/>
                  </a:lnTo>
                  <a:lnTo>
                    <a:pt x="3248025" y="2768791"/>
                  </a:lnTo>
                  <a:lnTo>
                    <a:pt x="3277552" y="2768007"/>
                  </a:lnTo>
                  <a:lnTo>
                    <a:pt x="3307080" y="2767771"/>
                  </a:lnTo>
                  <a:lnTo>
                    <a:pt x="3336608" y="2768087"/>
                  </a:lnTo>
                  <a:lnTo>
                    <a:pt x="3366135" y="2768961"/>
                  </a:lnTo>
                  <a:lnTo>
                    <a:pt x="3395663" y="2770398"/>
                  </a:lnTo>
                  <a:lnTo>
                    <a:pt x="3425190" y="2772403"/>
                  </a:lnTo>
                  <a:lnTo>
                    <a:pt x="3454717" y="2774978"/>
                  </a:lnTo>
                  <a:lnTo>
                    <a:pt x="3484245" y="2778127"/>
                  </a:lnTo>
                  <a:lnTo>
                    <a:pt x="3513773" y="2781852"/>
                  </a:lnTo>
                  <a:lnTo>
                    <a:pt x="3543300" y="2786154"/>
                  </a:lnTo>
                  <a:lnTo>
                    <a:pt x="3572828" y="2791034"/>
                  </a:lnTo>
                  <a:lnTo>
                    <a:pt x="3602355" y="2796492"/>
                  </a:lnTo>
                  <a:lnTo>
                    <a:pt x="3631882" y="2802530"/>
                  </a:lnTo>
                  <a:lnTo>
                    <a:pt x="3661410" y="2809147"/>
                  </a:lnTo>
                  <a:lnTo>
                    <a:pt x="3690937" y="2816341"/>
                  </a:lnTo>
                  <a:lnTo>
                    <a:pt x="3720465" y="2824110"/>
                  </a:lnTo>
                  <a:lnTo>
                    <a:pt x="3749992" y="2832451"/>
                  </a:lnTo>
                  <a:lnTo>
                    <a:pt x="3779520" y="2841362"/>
                  </a:lnTo>
                  <a:lnTo>
                    <a:pt x="3809048" y="2850838"/>
                  </a:lnTo>
                  <a:lnTo>
                    <a:pt x="3838575" y="2860872"/>
                  </a:lnTo>
                  <a:lnTo>
                    <a:pt x="3868103" y="2871458"/>
                  </a:lnTo>
                  <a:lnTo>
                    <a:pt x="3897630" y="2882590"/>
                  </a:lnTo>
                  <a:lnTo>
                    <a:pt x="3927158" y="2894262"/>
                  </a:lnTo>
                  <a:lnTo>
                    <a:pt x="3956685" y="2906466"/>
                  </a:lnTo>
                  <a:lnTo>
                    <a:pt x="3986213" y="2919190"/>
                  </a:lnTo>
                  <a:lnTo>
                    <a:pt x="4015740" y="2932424"/>
                  </a:lnTo>
                  <a:lnTo>
                    <a:pt x="4045268" y="2946156"/>
                  </a:lnTo>
                  <a:lnTo>
                    <a:pt x="4074795" y="2960373"/>
                  </a:lnTo>
                  <a:lnTo>
                    <a:pt x="4104323" y="2975061"/>
                  </a:lnTo>
                  <a:lnTo>
                    <a:pt x="4133850" y="2990204"/>
                  </a:lnTo>
                  <a:lnTo>
                    <a:pt x="4163377" y="3005783"/>
                  </a:lnTo>
                  <a:lnTo>
                    <a:pt x="4192905" y="3021783"/>
                  </a:lnTo>
                  <a:lnTo>
                    <a:pt x="4222433" y="3038184"/>
                  </a:lnTo>
                  <a:lnTo>
                    <a:pt x="4251960" y="3054967"/>
                  </a:lnTo>
                  <a:lnTo>
                    <a:pt x="4281488" y="3072111"/>
                  </a:lnTo>
                  <a:lnTo>
                    <a:pt x="4311015" y="3089597"/>
                  </a:lnTo>
                  <a:lnTo>
                    <a:pt x="4340543" y="3107401"/>
                  </a:lnTo>
                  <a:lnTo>
                    <a:pt x="4370070" y="3125503"/>
                  </a:lnTo>
                  <a:lnTo>
                    <a:pt x="4399598" y="3143878"/>
                  </a:lnTo>
                  <a:lnTo>
                    <a:pt x="4429125" y="3162502"/>
                  </a:lnTo>
                  <a:lnTo>
                    <a:pt x="4458653" y="3181351"/>
                  </a:lnTo>
                  <a:lnTo>
                    <a:pt x="4488180" y="3200398"/>
                  </a:lnTo>
                  <a:lnTo>
                    <a:pt x="4517708" y="3219616"/>
                  </a:lnTo>
                  <a:lnTo>
                    <a:pt x="4547235" y="3238978"/>
                  </a:lnTo>
                  <a:lnTo>
                    <a:pt x="4576763" y="3258459"/>
                  </a:lnTo>
                  <a:lnTo>
                    <a:pt x="4606290" y="3278032"/>
                  </a:lnTo>
                  <a:lnTo>
                    <a:pt x="4635818" y="3297669"/>
                  </a:lnTo>
                  <a:lnTo>
                    <a:pt x="4665345" y="3317345"/>
                  </a:lnTo>
                  <a:lnTo>
                    <a:pt x="4694873" y="3337031"/>
                  </a:lnTo>
                  <a:lnTo>
                    <a:pt x="4724400" y="3356700"/>
                  </a:lnTo>
                  <a:lnTo>
                    <a:pt x="4753928" y="3376325"/>
                  </a:lnTo>
                  <a:lnTo>
                    <a:pt x="4783455" y="3395879"/>
                  </a:lnTo>
                  <a:lnTo>
                    <a:pt x="4812983" y="3415335"/>
                  </a:lnTo>
                  <a:lnTo>
                    <a:pt x="4842510" y="3434667"/>
                  </a:lnTo>
                  <a:lnTo>
                    <a:pt x="4872038" y="3453848"/>
                  </a:lnTo>
                  <a:lnTo>
                    <a:pt x="4901565" y="3472853"/>
                  </a:lnTo>
                  <a:lnTo>
                    <a:pt x="4931093" y="3491657"/>
                  </a:lnTo>
                  <a:lnTo>
                    <a:pt x="4960620" y="3510234"/>
                  </a:lnTo>
                  <a:lnTo>
                    <a:pt x="4990148" y="3528562"/>
                  </a:lnTo>
                  <a:lnTo>
                    <a:pt x="5019675" y="3546616"/>
                  </a:lnTo>
                  <a:lnTo>
                    <a:pt x="5049203" y="3564376"/>
                  </a:lnTo>
                  <a:lnTo>
                    <a:pt x="5078730" y="3581819"/>
                  </a:lnTo>
                  <a:lnTo>
                    <a:pt x="5108258" y="3598924"/>
                  </a:lnTo>
                  <a:lnTo>
                    <a:pt x="5137785" y="3615673"/>
                  </a:lnTo>
                  <a:lnTo>
                    <a:pt x="5167313" y="3632047"/>
                  </a:lnTo>
                  <a:lnTo>
                    <a:pt x="5196840" y="3648030"/>
                  </a:lnTo>
                  <a:lnTo>
                    <a:pt x="5226368" y="3663607"/>
                  </a:lnTo>
                  <a:lnTo>
                    <a:pt x="5255895" y="3678762"/>
                  </a:lnTo>
                  <a:lnTo>
                    <a:pt x="5285423" y="3693485"/>
                  </a:lnTo>
                  <a:lnTo>
                    <a:pt x="5314950" y="3707762"/>
                  </a:lnTo>
                  <a:lnTo>
                    <a:pt x="5344478" y="3721586"/>
                  </a:lnTo>
                  <a:lnTo>
                    <a:pt x="5374005" y="3734946"/>
                  </a:lnTo>
                  <a:lnTo>
                    <a:pt x="5403533" y="3747834"/>
                  </a:lnTo>
                  <a:lnTo>
                    <a:pt x="5433060" y="3760245"/>
                  </a:lnTo>
                  <a:lnTo>
                    <a:pt x="5462588" y="3772177"/>
                  </a:lnTo>
                  <a:lnTo>
                    <a:pt x="5492115" y="3783625"/>
                  </a:lnTo>
                  <a:lnTo>
                    <a:pt x="5521643" y="3794591"/>
                  </a:lnTo>
                  <a:lnTo>
                    <a:pt x="5551170" y="3805074"/>
                  </a:lnTo>
                  <a:lnTo>
                    <a:pt x="5580698" y="3815077"/>
                  </a:lnTo>
                  <a:lnTo>
                    <a:pt x="5610225" y="3824603"/>
                  </a:lnTo>
                  <a:lnTo>
                    <a:pt x="5639753" y="3833659"/>
                  </a:lnTo>
                  <a:lnTo>
                    <a:pt x="5669280" y="3842248"/>
                  </a:lnTo>
                  <a:lnTo>
                    <a:pt x="5698808" y="3850380"/>
                  </a:lnTo>
                  <a:lnTo>
                    <a:pt x="5728335" y="3858061"/>
                  </a:lnTo>
                  <a:lnTo>
                    <a:pt x="5757863" y="3865302"/>
                  </a:lnTo>
                  <a:lnTo>
                    <a:pt x="5787390" y="3872114"/>
                  </a:lnTo>
                  <a:lnTo>
                    <a:pt x="5816918" y="3878509"/>
                  </a:lnTo>
                  <a:lnTo>
                    <a:pt x="5846445" y="3884500"/>
                  </a:lnTo>
                  <a:lnTo>
                    <a:pt x="5875973" y="3890099"/>
                  </a:lnTo>
                  <a:lnTo>
                    <a:pt x="5905500" y="3895322"/>
                  </a:lnTo>
                  <a:lnTo>
                    <a:pt x="5935028" y="3900181"/>
                  </a:lnTo>
                  <a:lnTo>
                    <a:pt x="5964555" y="3904694"/>
                  </a:lnTo>
                  <a:lnTo>
                    <a:pt x="5994083" y="3908873"/>
                  </a:lnTo>
                  <a:lnTo>
                    <a:pt x="6023610" y="3912734"/>
                  </a:lnTo>
                  <a:lnTo>
                    <a:pt x="6053138" y="3916294"/>
                  </a:lnTo>
                  <a:lnTo>
                    <a:pt x="6082665" y="3919568"/>
                  </a:lnTo>
                  <a:lnTo>
                    <a:pt x="6112193" y="3922572"/>
                  </a:lnTo>
                  <a:lnTo>
                    <a:pt x="6141720" y="3925321"/>
                  </a:lnTo>
                  <a:lnTo>
                    <a:pt x="6171248" y="3927831"/>
                  </a:lnTo>
                  <a:lnTo>
                    <a:pt x="6200775" y="3930116"/>
                  </a:lnTo>
                  <a:lnTo>
                    <a:pt x="6230303" y="3932192"/>
                  </a:lnTo>
                  <a:lnTo>
                    <a:pt x="6259830" y="3934073"/>
                  </a:lnTo>
                  <a:lnTo>
                    <a:pt x="6289358" y="3935772"/>
                  </a:lnTo>
                  <a:lnTo>
                    <a:pt x="6318885" y="3937303"/>
                  </a:lnTo>
                  <a:lnTo>
                    <a:pt x="6348413" y="3938680"/>
                  </a:lnTo>
                  <a:lnTo>
                    <a:pt x="6377940" y="3939913"/>
                  </a:lnTo>
                  <a:lnTo>
                    <a:pt x="6407468" y="3941016"/>
                  </a:lnTo>
                  <a:lnTo>
                    <a:pt x="6436995" y="3941998"/>
                  </a:lnTo>
                  <a:lnTo>
                    <a:pt x="6466523" y="3942870"/>
                  </a:lnTo>
                  <a:lnTo>
                    <a:pt x="6496050" y="3943643"/>
                  </a:lnTo>
                  <a:lnTo>
                    <a:pt x="6525577" y="3944326"/>
                  </a:lnTo>
                  <a:lnTo>
                    <a:pt x="6555105" y="3944926"/>
                  </a:lnTo>
                  <a:lnTo>
                    <a:pt x="6584633" y="3945453"/>
                  </a:lnTo>
                  <a:lnTo>
                    <a:pt x="6614160" y="3945914"/>
                  </a:lnTo>
                  <a:lnTo>
                    <a:pt x="6643688" y="3946317"/>
                  </a:lnTo>
                  <a:lnTo>
                    <a:pt x="6673215" y="3946666"/>
                  </a:lnTo>
                  <a:lnTo>
                    <a:pt x="6702743" y="3946968"/>
                  </a:lnTo>
                  <a:lnTo>
                    <a:pt x="6732270" y="3947228"/>
                  </a:lnTo>
                  <a:lnTo>
                    <a:pt x="6761798" y="3947452"/>
                  </a:lnTo>
                  <a:lnTo>
                    <a:pt x="6791325" y="3947642"/>
                  </a:lnTo>
                  <a:lnTo>
                    <a:pt x="6820853" y="3947803"/>
                  </a:lnTo>
                  <a:lnTo>
                    <a:pt x="6850380" y="3947939"/>
                  </a:lnTo>
                  <a:lnTo>
                    <a:pt x="6879908" y="3948054"/>
                  </a:lnTo>
                  <a:lnTo>
                    <a:pt x="6909435" y="3948151"/>
                  </a:lnTo>
                  <a:lnTo>
                    <a:pt x="6938963" y="3948231"/>
                  </a:lnTo>
                  <a:lnTo>
                    <a:pt x="6968490" y="3948298"/>
                  </a:lnTo>
                  <a:lnTo>
                    <a:pt x="6998017" y="3948353"/>
                  </a:lnTo>
                  <a:lnTo>
                    <a:pt x="7027545" y="3948397"/>
                  </a:lnTo>
                  <a:lnTo>
                    <a:pt x="7057072" y="3948432"/>
                  </a:lnTo>
                  <a:lnTo>
                    <a:pt x="7086600" y="3948460"/>
                  </a:lnTo>
                  <a:lnTo>
                    <a:pt x="7086600" y="4572000"/>
                  </a:lnTo>
                  <a:lnTo>
                    <a:pt x="7057072" y="4572000"/>
                  </a:lnTo>
                  <a:lnTo>
                    <a:pt x="7027545" y="4572000"/>
                  </a:lnTo>
                  <a:lnTo>
                    <a:pt x="6998017" y="4572000"/>
                  </a:lnTo>
                  <a:lnTo>
                    <a:pt x="6968490" y="4572000"/>
                  </a:lnTo>
                  <a:lnTo>
                    <a:pt x="6938963" y="4572000"/>
                  </a:lnTo>
                  <a:lnTo>
                    <a:pt x="6909435" y="4572000"/>
                  </a:lnTo>
                  <a:lnTo>
                    <a:pt x="6879908" y="4572000"/>
                  </a:lnTo>
                  <a:lnTo>
                    <a:pt x="6850380" y="4572000"/>
                  </a:lnTo>
                  <a:lnTo>
                    <a:pt x="6820853" y="4572000"/>
                  </a:lnTo>
                  <a:lnTo>
                    <a:pt x="6791325" y="4572000"/>
                  </a:lnTo>
                  <a:lnTo>
                    <a:pt x="6761798" y="4572000"/>
                  </a:lnTo>
                  <a:lnTo>
                    <a:pt x="6732270" y="4572000"/>
                  </a:lnTo>
                  <a:lnTo>
                    <a:pt x="6702743" y="4572000"/>
                  </a:lnTo>
                  <a:lnTo>
                    <a:pt x="6673215" y="4572000"/>
                  </a:lnTo>
                  <a:lnTo>
                    <a:pt x="6643688" y="4572000"/>
                  </a:lnTo>
                  <a:lnTo>
                    <a:pt x="6614160" y="4572000"/>
                  </a:lnTo>
                  <a:lnTo>
                    <a:pt x="6584633" y="4572000"/>
                  </a:lnTo>
                  <a:lnTo>
                    <a:pt x="6555105" y="4572000"/>
                  </a:lnTo>
                  <a:lnTo>
                    <a:pt x="6525577" y="4572000"/>
                  </a:lnTo>
                  <a:lnTo>
                    <a:pt x="6496050" y="4572000"/>
                  </a:lnTo>
                  <a:lnTo>
                    <a:pt x="6466523" y="4572000"/>
                  </a:lnTo>
                  <a:lnTo>
                    <a:pt x="6436995" y="4572000"/>
                  </a:lnTo>
                  <a:lnTo>
                    <a:pt x="6407468" y="4572000"/>
                  </a:lnTo>
                  <a:lnTo>
                    <a:pt x="6377940" y="4572000"/>
                  </a:lnTo>
                  <a:lnTo>
                    <a:pt x="6348413" y="4572000"/>
                  </a:lnTo>
                  <a:lnTo>
                    <a:pt x="6318885" y="4572000"/>
                  </a:lnTo>
                  <a:lnTo>
                    <a:pt x="6289358" y="4572000"/>
                  </a:lnTo>
                  <a:lnTo>
                    <a:pt x="6259830" y="4572000"/>
                  </a:lnTo>
                  <a:lnTo>
                    <a:pt x="6230303" y="4572000"/>
                  </a:lnTo>
                  <a:lnTo>
                    <a:pt x="6200775" y="4572000"/>
                  </a:lnTo>
                  <a:lnTo>
                    <a:pt x="6171248" y="4572000"/>
                  </a:lnTo>
                  <a:lnTo>
                    <a:pt x="6141720" y="4572000"/>
                  </a:lnTo>
                  <a:lnTo>
                    <a:pt x="6112193" y="4572000"/>
                  </a:lnTo>
                  <a:lnTo>
                    <a:pt x="6082665" y="4572000"/>
                  </a:lnTo>
                  <a:lnTo>
                    <a:pt x="6053138" y="4572000"/>
                  </a:lnTo>
                  <a:lnTo>
                    <a:pt x="6023610" y="4572000"/>
                  </a:lnTo>
                  <a:lnTo>
                    <a:pt x="5994083" y="4572000"/>
                  </a:lnTo>
                  <a:lnTo>
                    <a:pt x="5964555" y="4572000"/>
                  </a:lnTo>
                  <a:lnTo>
                    <a:pt x="5935028" y="4572000"/>
                  </a:lnTo>
                  <a:lnTo>
                    <a:pt x="5905500" y="4572000"/>
                  </a:lnTo>
                  <a:lnTo>
                    <a:pt x="5875973" y="4572000"/>
                  </a:lnTo>
                  <a:lnTo>
                    <a:pt x="5846445" y="4572000"/>
                  </a:lnTo>
                  <a:lnTo>
                    <a:pt x="5816918" y="4572000"/>
                  </a:lnTo>
                  <a:lnTo>
                    <a:pt x="5787390" y="4572000"/>
                  </a:lnTo>
                  <a:lnTo>
                    <a:pt x="5757863" y="4572000"/>
                  </a:lnTo>
                  <a:lnTo>
                    <a:pt x="5728335" y="4572000"/>
                  </a:lnTo>
                  <a:lnTo>
                    <a:pt x="5698808" y="4572000"/>
                  </a:lnTo>
                  <a:lnTo>
                    <a:pt x="5669280" y="4572000"/>
                  </a:lnTo>
                  <a:lnTo>
                    <a:pt x="5639753" y="4572000"/>
                  </a:lnTo>
                  <a:lnTo>
                    <a:pt x="5610225" y="4572000"/>
                  </a:lnTo>
                  <a:lnTo>
                    <a:pt x="5580698" y="4572000"/>
                  </a:lnTo>
                  <a:lnTo>
                    <a:pt x="5551170" y="4572000"/>
                  </a:lnTo>
                  <a:lnTo>
                    <a:pt x="5521643" y="4572000"/>
                  </a:lnTo>
                  <a:lnTo>
                    <a:pt x="5492115" y="4572000"/>
                  </a:lnTo>
                  <a:lnTo>
                    <a:pt x="5462588" y="4572000"/>
                  </a:lnTo>
                  <a:lnTo>
                    <a:pt x="5433060" y="4572000"/>
                  </a:lnTo>
                  <a:lnTo>
                    <a:pt x="5403533" y="4572000"/>
                  </a:lnTo>
                  <a:lnTo>
                    <a:pt x="5374005" y="4572000"/>
                  </a:lnTo>
                  <a:lnTo>
                    <a:pt x="5344478" y="4572000"/>
                  </a:lnTo>
                  <a:lnTo>
                    <a:pt x="5314950" y="4572000"/>
                  </a:lnTo>
                  <a:lnTo>
                    <a:pt x="5285423" y="4572000"/>
                  </a:lnTo>
                  <a:lnTo>
                    <a:pt x="5255895" y="4572000"/>
                  </a:lnTo>
                  <a:lnTo>
                    <a:pt x="5226368" y="4572000"/>
                  </a:lnTo>
                  <a:lnTo>
                    <a:pt x="5196840" y="4572000"/>
                  </a:lnTo>
                  <a:lnTo>
                    <a:pt x="5167313" y="4572000"/>
                  </a:lnTo>
                  <a:lnTo>
                    <a:pt x="5137785" y="4572000"/>
                  </a:lnTo>
                  <a:lnTo>
                    <a:pt x="5108258" y="4572000"/>
                  </a:lnTo>
                  <a:lnTo>
                    <a:pt x="5078730" y="4572000"/>
                  </a:lnTo>
                  <a:lnTo>
                    <a:pt x="5049203" y="4572000"/>
                  </a:lnTo>
                  <a:lnTo>
                    <a:pt x="5019675" y="4572000"/>
                  </a:lnTo>
                  <a:lnTo>
                    <a:pt x="4990148" y="4572000"/>
                  </a:lnTo>
                  <a:lnTo>
                    <a:pt x="4960620" y="4572000"/>
                  </a:lnTo>
                  <a:lnTo>
                    <a:pt x="4931093" y="4572000"/>
                  </a:lnTo>
                  <a:lnTo>
                    <a:pt x="4901565" y="4572000"/>
                  </a:lnTo>
                  <a:lnTo>
                    <a:pt x="4872038" y="4572000"/>
                  </a:lnTo>
                  <a:lnTo>
                    <a:pt x="4842510" y="4572000"/>
                  </a:lnTo>
                  <a:lnTo>
                    <a:pt x="4812983" y="4572000"/>
                  </a:lnTo>
                  <a:lnTo>
                    <a:pt x="4783455" y="4572000"/>
                  </a:lnTo>
                  <a:lnTo>
                    <a:pt x="4753928" y="4572000"/>
                  </a:lnTo>
                  <a:lnTo>
                    <a:pt x="4724400" y="4572000"/>
                  </a:lnTo>
                  <a:lnTo>
                    <a:pt x="4694873" y="4572000"/>
                  </a:lnTo>
                  <a:lnTo>
                    <a:pt x="4665345" y="4572000"/>
                  </a:lnTo>
                  <a:lnTo>
                    <a:pt x="4635818" y="4572000"/>
                  </a:lnTo>
                  <a:lnTo>
                    <a:pt x="4606290" y="4572000"/>
                  </a:lnTo>
                  <a:lnTo>
                    <a:pt x="4576763" y="4572000"/>
                  </a:lnTo>
                  <a:lnTo>
                    <a:pt x="4547235" y="4572000"/>
                  </a:lnTo>
                  <a:lnTo>
                    <a:pt x="4517708" y="4572000"/>
                  </a:lnTo>
                  <a:lnTo>
                    <a:pt x="4488180" y="4572000"/>
                  </a:lnTo>
                  <a:lnTo>
                    <a:pt x="4458653" y="4572000"/>
                  </a:lnTo>
                  <a:lnTo>
                    <a:pt x="4429125" y="4572000"/>
                  </a:lnTo>
                  <a:lnTo>
                    <a:pt x="4399598" y="4572000"/>
                  </a:lnTo>
                  <a:lnTo>
                    <a:pt x="4370070" y="4572000"/>
                  </a:lnTo>
                  <a:lnTo>
                    <a:pt x="4340543" y="4572000"/>
                  </a:lnTo>
                  <a:lnTo>
                    <a:pt x="4311015" y="4572000"/>
                  </a:lnTo>
                  <a:lnTo>
                    <a:pt x="4281488" y="4572000"/>
                  </a:lnTo>
                  <a:lnTo>
                    <a:pt x="4251960" y="4572000"/>
                  </a:lnTo>
                  <a:lnTo>
                    <a:pt x="4222433" y="4572000"/>
                  </a:lnTo>
                  <a:lnTo>
                    <a:pt x="4192905" y="4572000"/>
                  </a:lnTo>
                  <a:lnTo>
                    <a:pt x="4163377" y="4572000"/>
                  </a:lnTo>
                  <a:lnTo>
                    <a:pt x="4133850" y="4572000"/>
                  </a:lnTo>
                  <a:lnTo>
                    <a:pt x="4104323" y="4572000"/>
                  </a:lnTo>
                  <a:lnTo>
                    <a:pt x="4074795" y="4572000"/>
                  </a:lnTo>
                  <a:lnTo>
                    <a:pt x="4045268" y="4572000"/>
                  </a:lnTo>
                  <a:lnTo>
                    <a:pt x="4015740" y="4572000"/>
                  </a:lnTo>
                  <a:lnTo>
                    <a:pt x="3986213" y="4572000"/>
                  </a:lnTo>
                  <a:lnTo>
                    <a:pt x="3956685" y="4572000"/>
                  </a:lnTo>
                  <a:lnTo>
                    <a:pt x="3927158" y="4572000"/>
                  </a:lnTo>
                  <a:lnTo>
                    <a:pt x="3897630" y="4572000"/>
                  </a:lnTo>
                  <a:lnTo>
                    <a:pt x="3868103" y="4572000"/>
                  </a:lnTo>
                  <a:lnTo>
                    <a:pt x="3838575" y="4572000"/>
                  </a:lnTo>
                  <a:lnTo>
                    <a:pt x="3809048" y="4572000"/>
                  </a:lnTo>
                  <a:lnTo>
                    <a:pt x="3779520" y="4572000"/>
                  </a:lnTo>
                  <a:lnTo>
                    <a:pt x="3749992" y="4572000"/>
                  </a:lnTo>
                  <a:lnTo>
                    <a:pt x="3720465" y="4572000"/>
                  </a:lnTo>
                  <a:lnTo>
                    <a:pt x="3690937" y="4572000"/>
                  </a:lnTo>
                  <a:lnTo>
                    <a:pt x="3661410" y="4572000"/>
                  </a:lnTo>
                  <a:lnTo>
                    <a:pt x="3631882" y="4572000"/>
                  </a:lnTo>
                  <a:lnTo>
                    <a:pt x="3602355" y="4572000"/>
                  </a:lnTo>
                  <a:lnTo>
                    <a:pt x="3572828" y="4572000"/>
                  </a:lnTo>
                  <a:lnTo>
                    <a:pt x="3543300" y="4572000"/>
                  </a:lnTo>
                  <a:lnTo>
                    <a:pt x="3513773" y="4572000"/>
                  </a:lnTo>
                  <a:lnTo>
                    <a:pt x="3484245" y="4572000"/>
                  </a:lnTo>
                  <a:lnTo>
                    <a:pt x="3454717" y="4572000"/>
                  </a:lnTo>
                  <a:lnTo>
                    <a:pt x="3425190" y="4572000"/>
                  </a:lnTo>
                  <a:lnTo>
                    <a:pt x="3395663" y="4572000"/>
                  </a:lnTo>
                  <a:lnTo>
                    <a:pt x="3366135" y="4572000"/>
                  </a:lnTo>
                  <a:lnTo>
                    <a:pt x="3336608" y="4572000"/>
                  </a:lnTo>
                  <a:lnTo>
                    <a:pt x="3307080" y="4572000"/>
                  </a:lnTo>
                  <a:lnTo>
                    <a:pt x="3277552" y="4572000"/>
                  </a:lnTo>
                  <a:lnTo>
                    <a:pt x="3248025" y="4572000"/>
                  </a:lnTo>
                  <a:lnTo>
                    <a:pt x="3218498" y="4572000"/>
                  </a:lnTo>
                  <a:lnTo>
                    <a:pt x="3188970" y="4572000"/>
                  </a:lnTo>
                  <a:lnTo>
                    <a:pt x="3159443" y="4572000"/>
                  </a:lnTo>
                  <a:lnTo>
                    <a:pt x="3129915" y="4572000"/>
                  </a:lnTo>
                  <a:lnTo>
                    <a:pt x="3100388" y="4572000"/>
                  </a:lnTo>
                  <a:lnTo>
                    <a:pt x="3070860" y="4572000"/>
                  </a:lnTo>
                  <a:lnTo>
                    <a:pt x="3041333" y="4572000"/>
                  </a:lnTo>
                  <a:lnTo>
                    <a:pt x="3011805" y="4572000"/>
                  </a:lnTo>
                  <a:lnTo>
                    <a:pt x="2982278" y="4572000"/>
                  </a:lnTo>
                  <a:lnTo>
                    <a:pt x="2952750" y="4572000"/>
                  </a:lnTo>
                  <a:lnTo>
                    <a:pt x="2923223" y="4572000"/>
                  </a:lnTo>
                  <a:lnTo>
                    <a:pt x="2893695" y="4572000"/>
                  </a:lnTo>
                  <a:lnTo>
                    <a:pt x="2864168" y="4572000"/>
                  </a:lnTo>
                  <a:lnTo>
                    <a:pt x="2834640" y="4572000"/>
                  </a:lnTo>
                  <a:lnTo>
                    <a:pt x="2805113" y="4572000"/>
                  </a:lnTo>
                  <a:lnTo>
                    <a:pt x="2775585" y="4572000"/>
                  </a:lnTo>
                  <a:lnTo>
                    <a:pt x="2746058" y="4572000"/>
                  </a:lnTo>
                  <a:lnTo>
                    <a:pt x="2716530" y="4572000"/>
                  </a:lnTo>
                  <a:lnTo>
                    <a:pt x="2687003" y="4572000"/>
                  </a:lnTo>
                  <a:lnTo>
                    <a:pt x="2657475" y="4572000"/>
                  </a:lnTo>
                  <a:lnTo>
                    <a:pt x="2627948" y="4572000"/>
                  </a:lnTo>
                  <a:lnTo>
                    <a:pt x="2598420" y="4572000"/>
                  </a:lnTo>
                  <a:lnTo>
                    <a:pt x="2568893" y="4572000"/>
                  </a:lnTo>
                  <a:lnTo>
                    <a:pt x="2539365" y="4572000"/>
                  </a:lnTo>
                  <a:lnTo>
                    <a:pt x="2509838" y="4572000"/>
                  </a:lnTo>
                  <a:lnTo>
                    <a:pt x="2480310" y="4572000"/>
                  </a:lnTo>
                  <a:lnTo>
                    <a:pt x="2450783" y="4572000"/>
                  </a:lnTo>
                  <a:lnTo>
                    <a:pt x="2421255" y="4572000"/>
                  </a:lnTo>
                  <a:lnTo>
                    <a:pt x="2391728" y="4572000"/>
                  </a:lnTo>
                  <a:lnTo>
                    <a:pt x="2362200" y="4572000"/>
                  </a:lnTo>
                  <a:lnTo>
                    <a:pt x="2332673" y="4572000"/>
                  </a:lnTo>
                  <a:lnTo>
                    <a:pt x="2303145" y="4572000"/>
                  </a:lnTo>
                  <a:lnTo>
                    <a:pt x="2273618" y="4572000"/>
                  </a:lnTo>
                  <a:lnTo>
                    <a:pt x="2244090" y="4572000"/>
                  </a:lnTo>
                  <a:lnTo>
                    <a:pt x="2214563" y="4572000"/>
                  </a:lnTo>
                  <a:lnTo>
                    <a:pt x="2185035" y="4572000"/>
                  </a:lnTo>
                  <a:lnTo>
                    <a:pt x="2155508" y="4572000"/>
                  </a:lnTo>
                  <a:lnTo>
                    <a:pt x="2125980" y="4572000"/>
                  </a:lnTo>
                  <a:lnTo>
                    <a:pt x="2096452" y="4572000"/>
                  </a:lnTo>
                  <a:lnTo>
                    <a:pt x="2066925" y="4572000"/>
                  </a:lnTo>
                  <a:lnTo>
                    <a:pt x="2037398" y="4572000"/>
                  </a:lnTo>
                  <a:lnTo>
                    <a:pt x="2007870" y="4572000"/>
                  </a:lnTo>
                  <a:lnTo>
                    <a:pt x="1978343" y="4572000"/>
                  </a:lnTo>
                  <a:lnTo>
                    <a:pt x="1948815" y="4572000"/>
                  </a:lnTo>
                  <a:lnTo>
                    <a:pt x="1919288" y="4572000"/>
                  </a:lnTo>
                  <a:lnTo>
                    <a:pt x="1889760" y="4572000"/>
                  </a:lnTo>
                  <a:lnTo>
                    <a:pt x="1860232" y="4572000"/>
                  </a:lnTo>
                  <a:lnTo>
                    <a:pt x="1830705" y="4572000"/>
                  </a:lnTo>
                  <a:lnTo>
                    <a:pt x="1801178" y="4572000"/>
                  </a:lnTo>
                  <a:lnTo>
                    <a:pt x="1771650" y="4572000"/>
                  </a:lnTo>
                  <a:lnTo>
                    <a:pt x="1742122" y="4572000"/>
                  </a:lnTo>
                  <a:lnTo>
                    <a:pt x="1712595" y="4572000"/>
                  </a:lnTo>
                  <a:lnTo>
                    <a:pt x="1683068" y="4572000"/>
                  </a:lnTo>
                  <a:lnTo>
                    <a:pt x="1653540" y="4572000"/>
                  </a:lnTo>
                  <a:lnTo>
                    <a:pt x="1624013" y="4572000"/>
                  </a:lnTo>
                  <a:lnTo>
                    <a:pt x="1594485" y="4572000"/>
                  </a:lnTo>
                  <a:lnTo>
                    <a:pt x="1564958" y="4572000"/>
                  </a:lnTo>
                  <a:lnTo>
                    <a:pt x="1535430" y="4572000"/>
                  </a:lnTo>
                  <a:lnTo>
                    <a:pt x="1505903" y="4572000"/>
                  </a:lnTo>
                  <a:lnTo>
                    <a:pt x="1476375" y="4572000"/>
                  </a:lnTo>
                  <a:lnTo>
                    <a:pt x="1446848" y="4572000"/>
                  </a:lnTo>
                  <a:lnTo>
                    <a:pt x="1417320" y="4572000"/>
                  </a:lnTo>
                  <a:lnTo>
                    <a:pt x="1387793" y="4572000"/>
                  </a:lnTo>
                  <a:lnTo>
                    <a:pt x="1358265" y="4572000"/>
                  </a:lnTo>
                  <a:lnTo>
                    <a:pt x="1328738" y="4572000"/>
                  </a:lnTo>
                  <a:lnTo>
                    <a:pt x="1299210" y="4572000"/>
                  </a:lnTo>
                  <a:lnTo>
                    <a:pt x="1269683" y="4572000"/>
                  </a:lnTo>
                  <a:lnTo>
                    <a:pt x="1240155" y="4572000"/>
                  </a:lnTo>
                  <a:lnTo>
                    <a:pt x="1210628" y="4572000"/>
                  </a:lnTo>
                  <a:lnTo>
                    <a:pt x="1181100" y="4572000"/>
                  </a:lnTo>
                  <a:lnTo>
                    <a:pt x="1151573" y="4572000"/>
                  </a:lnTo>
                  <a:lnTo>
                    <a:pt x="1122045" y="4572000"/>
                  </a:lnTo>
                  <a:lnTo>
                    <a:pt x="1092518" y="4572000"/>
                  </a:lnTo>
                  <a:lnTo>
                    <a:pt x="1062990" y="4572000"/>
                  </a:lnTo>
                  <a:lnTo>
                    <a:pt x="1033462" y="4572000"/>
                  </a:lnTo>
                  <a:lnTo>
                    <a:pt x="1003935" y="4572000"/>
                  </a:lnTo>
                  <a:lnTo>
                    <a:pt x="974408" y="4572000"/>
                  </a:lnTo>
                  <a:lnTo>
                    <a:pt x="944880" y="4572000"/>
                  </a:lnTo>
                  <a:lnTo>
                    <a:pt x="915353" y="4572000"/>
                  </a:lnTo>
                  <a:lnTo>
                    <a:pt x="885825" y="4572000"/>
                  </a:lnTo>
                  <a:lnTo>
                    <a:pt x="856298" y="4572000"/>
                  </a:lnTo>
                  <a:lnTo>
                    <a:pt x="826770" y="4572000"/>
                  </a:lnTo>
                  <a:lnTo>
                    <a:pt x="797243" y="4572000"/>
                  </a:lnTo>
                  <a:lnTo>
                    <a:pt x="767715" y="4572000"/>
                  </a:lnTo>
                  <a:lnTo>
                    <a:pt x="738188" y="4572000"/>
                  </a:lnTo>
                  <a:lnTo>
                    <a:pt x="708660" y="4572000"/>
                  </a:lnTo>
                  <a:lnTo>
                    <a:pt x="679133" y="4572000"/>
                  </a:lnTo>
                  <a:lnTo>
                    <a:pt x="649605" y="4572000"/>
                  </a:lnTo>
                  <a:lnTo>
                    <a:pt x="620078" y="4572000"/>
                  </a:lnTo>
                  <a:lnTo>
                    <a:pt x="590550" y="4572000"/>
                  </a:lnTo>
                  <a:lnTo>
                    <a:pt x="561023" y="4572000"/>
                  </a:lnTo>
                  <a:lnTo>
                    <a:pt x="531495" y="4572000"/>
                  </a:lnTo>
                  <a:lnTo>
                    <a:pt x="501968" y="4572000"/>
                  </a:lnTo>
                  <a:lnTo>
                    <a:pt x="472440" y="4572000"/>
                  </a:lnTo>
                  <a:lnTo>
                    <a:pt x="442913" y="4572000"/>
                  </a:lnTo>
                  <a:lnTo>
                    <a:pt x="413385" y="4572000"/>
                  </a:lnTo>
                  <a:lnTo>
                    <a:pt x="383858" y="4572000"/>
                  </a:lnTo>
                  <a:lnTo>
                    <a:pt x="354330" y="4572000"/>
                  </a:lnTo>
                  <a:lnTo>
                    <a:pt x="324803" y="4572000"/>
                  </a:lnTo>
                  <a:lnTo>
                    <a:pt x="295275" y="4572000"/>
                  </a:lnTo>
                  <a:lnTo>
                    <a:pt x="265748" y="4572000"/>
                  </a:lnTo>
                  <a:lnTo>
                    <a:pt x="236220" y="4572000"/>
                  </a:lnTo>
                  <a:lnTo>
                    <a:pt x="206692" y="4572000"/>
                  </a:lnTo>
                  <a:lnTo>
                    <a:pt x="177165" y="4572000"/>
                  </a:lnTo>
                  <a:lnTo>
                    <a:pt x="147638" y="4572000"/>
                  </a:lnTo>
                  <a:lnTo>
                    <a:pt x="118110" y="4572000"/>
                  </a:lnTo>
                  <a:lnTo>
                    <a:pt x="88583" y="4572000"/>
                  </a:lnTo>
                  <a:lnTo>
                    <a:pt x="59055" y="4572000"/>
                  </a:lnTo>
                  <a:lnTo>
                    <a:pt x="29528" y="4572000"/>
                  </a:lnTo>
                  <a:lnTo>
                    <a:pt x="0" y="4572000"/>
                  </a:lnTo>
                  <a:close/>
                </a:path>
              </a:pathLst>
            </a:custGeom>
            <a:solidFill>
              <a:srgbClr val="CED7E6"/>
            </a:solidFill>
            <a:ln>
              <a:noFill/>
            </a:ln>
          </p:spPr>
        </p:sp>
        <p:sp>
          <p:nvSpPr>
            <p:cNvPr id="9" name="node01.series.source-002"/>
            <p:cNvSpPr/>
            <p:nvPr/>
          </p:nvSpPr>
          <p:spPr>
            <a:xfrm>
              <a:off x="4381500" y="457200"/>
              <a:ext cx="7086600" cy="4572000"/>
            </a:xfrm>
            <a:custGeom>
              <a:avLst/>
              <a:gdLst/>
              <a:ahLst/>
              <a:cxnLst/>
              <a:rect l="l" t="t" r="r" b="b"/>
              <a:pathLst>
                <a:path w="7086600" h="4572000">
                  <a:moveTo>
                    <a:pt x="0" y="3053342"/>
                  </a:moveTo>
                  <a:lnTo>
                    <a:pt x="29528" y="3047735"/>
                  </a:lnTo>
                  <a:lnTo>
                    <a:pt x="59055" y="3041788"/>
                  </a:lnTo>
                  <a:lnTo>
                    <a:pt x="88583" y="3035496"/>
                  </a:lnTo>
                  <a:lnTo>
                    <a:pt x="118110" y="3028852"/>
                  </a:lnTo>
                  <a:lnTo>
                    <a:pt x="147638" y="3021851"/>
                  </a:lnTo>
                  <a:lnTo>
                    <a:pt x="177165" y="3014490"/>
                  </a:lnTo>
                  <a:lnTo>
                    <a:pt x="206692" y="3006766"/>
                  </a:lnTo>
                  <a:lnTo>
                    <a:pt x="236220" y="2998677"/>
                  </a:lnTo>
                  <a:lnTo>
                    <a:pt x="265748" y="2990222"/>
                  </a:lnTo>
                  <a:lnTo>
                    <a:pt x="295275" y="2981399"/>
                  </a:lnTo>
                  <a:lnTo>
                    <a:pt x="324803" y="2972207"/>
                  </a:lnTo>
                  <a:lnTo>
                    <a:pt x="354330" y="2962648"/>
                  </a:lnTo>
                  <a:lnTo>
                    <a:pt x="383858" y="2952724"/>
                  </a:lnTo>
                  <a:lnTo>
                    <a:pt x="413385" y="2942438"/>
                  </a:lnTo>
                  <a:lnTo>
                    <a:pt x="442913" y="2931792"/>
                  </a:lnTo>
                  <a:lnTo>
                    <a:pt x="472440" y="2920791"/>
                  </a:lnTo>
                  <a:lnTo>
                    <a:pt x="501968" y="2909438"/>
                  </a:lnTo>
                  <a:lnTo>
                    <a:pt x="531495" y="2897737"/>
                  </a:lnTo>
                  <a:lnTo>
                    <a:pt x="561023" y="2885692"/>
                  </a:lnTo>
                  <a:lnTo>
                    <a:pt x="590550" y="2873308"/>
                  </a:lnTo>
                  <a:lnTo>
                    <a:pt x="620078" y="2860588"/>
                  </a:lnTo>
                  <a:lnTo>
                    <a:pt x="649605" y="2847536"/>
                  </a:lnTo>
                  <a:lnTo>
                    <a:pt x="679133" y="2834155"/>
                  </a:lnTo>
                  <a:lnTo>
                    <a:pt x="708660" y="2820447"/>
                  </a:lnTo>
                  <a:lnTo>
                    <a:pt x="738188" y="2806413"/>
                  </a:lnTo>
                  <a:lnTo>
                    <a:pt x="767715" y="2792055"/>
                  </a:lnTo>
                  <a:lnTo>
                    <a:pt x="797243" y="2777371"/>
                  </a:lnTo>
                  <a:lnTo>
                    <a:pt x="826770" y="2762361"/>
                  </a:lnTo>
                  <a:lnTo>
                    <a:pt x="856298" y="2747022"/>
                  </a:lnTo>
                  <a:lnTo>
                    <a:pt x="885825" y="2731352"/>
                  </a:lnTo>
                  <a:lnTo>
                    <a:pt x="915353" y="2715348"/>
                  </a:lnTo>
                  <a:lnTo>
                    <a:pt x="944880" y="2699004"/>
                  </a:lnTo>
                  <a:lnTo>
                    <a:pt x="974408" y="2682312"/>
                  </a:lnTo>
                  <a:lnTo>
                    <a:pt x="1003935" y="2665266"/>
                  </a:lnTo>
                  <a:lnTo>
                    <a:pt x="1033462" y="2647855"/>
                  </a:lnTo>
                  <a:lnTo>
                    <a:pt x="1062990" y="2630069"/>
                  </a:lnTo>
                  <a:lnTo>
                    <a:pt x="1092518" y="2611898"/>
                  </a:lnTo>
                  <a:lnTo>
                    <a:pt x="1122045" y="2593330"/>
                  </a:lnTo>
                  <a:lnTo>
                    <a:pt x="1151573" y="2574353"/>
                  </a:lnTo>
                  <a:lnTo>
                    <a:pt x="1181100" y="2554957"/>
                  </a:lnTo>
                  <a:lnTo>
                    <a:pt x="1210628" y="2535130"/>
                  </a:lnTo>
                  <a:lnTo>
                    <a:pt x="1240155" y="2514860"/>
                  </a:lnTo>
                  <a:lnTo>
                    <a:pt x="1269683" y="2494135"/>
                  </a:lnTo>
                  <a:lnTo>
                    <a:pt x="1299210" y="2472945"/>
                  </a:lnTo>
                  <a:lnTo>
                    <a:pt x="1328738" y="2451278"/>
                  </a:lnTo>
                  <a:lnTo>
                    <a:pt x="1358265" y="2429125"/>
                  </a:lnTo>
                  <a:lnTo>
                    <a:pt x="1387793" y="2406478"/>
                  </a:lnTo>
                  <a:lnTo>
                    <a:pt x="1417320" y="2383330"/>
                  </a:lnTo>
                  <a:lnTo>
                    <a:pt x="1446848" y="2359678"/>
                  </a:lnTo>
                  <a:lnTo>
                    <a:pt x="1476375" y="2335521"/>
                  </a:lnTo>
                  <a:lnTo>
                    <a:pt x="1505903" y="2310859"/>
                  </a:lnTo>
                  <a:lnTo>
                    <a:pt x="1535430" y="2285695"/>
                  </a:lnTo>
                  <a:lnTo>
                    <a:pt x="1564958" y="2260035"/>
                  </a:lnTo>
                  <a:lnTo>
                    <a:pt x="1594485" y="2233887"/>
                  </a:lnTo>
                  <a:lnTo>
                    <a:pt x="1624013" y="2207263"/>
                  </a:lnTo>
                  <a:lnTo>
                    <a:pt x="1653540" y="2180176"/>
                  </a:lnTo>
                  <a:lnTo>
                    <a:pt x="1683068" y="2152644"/>
                  </a:lnTo>
                  <a:lnTo>
                    <a:pt x="1712595" y="2124685"/>
                  </a:lnTo>
                  <a:lnTo>
                    <a:pt x="1742122" y="2096325"/>
                  </a:lnTo>
                  <a:lnTo>
                    <a:pt x="1771650" y="2067589"/>
                  </a:lnTo>
                  <a:lnTo>
                    <a:pt x="1801178" y="2038508"/>
                  </a:lnTo>
                  <a:lnTo>
                    <a:pt x="1830705" y="2009112"/>
                  </a:lnTo>
                  <a:lnTo>
                    <a:pt x="1860232" y="1979441"/>
                  </a:lnTo>
                  <a:lnTo>
                    <a:pt x="1889760" y="1949530"/>
                  </a:lnTo>
                  <a:lnTo>
                    <a:pt x="1919288" y="1919420"/>
                  </a:lnTo>
                  <a:lnTo>
                    <a:pt x="1948815" y="1889154"/>
                  </a:lnTo>
                  <a:lnTo>
                    <a:pt x="1978343" y="1858775"/>
                  </a:lnTo>
                  <a:lnTo>
                    <a:pt x="2007870" y="1828331"/>
                  </a:lnTo>
                  <a:lnTo>
                    <a:pt x="2037398" y="1797868"/>
                  </a:lnTo>
                  <a:lnTo>
                    <a:pt x="2066925" y="1767438"/>
                  </a:lnTo>
                  <a:lnTo>
                    <a:pt x="2096452" y="1737091"/>
                  </a:lnTo>
                  <a:lnTo>
                    <a:pt x="2125980" y="1706878"/>
                  </a:lnTo>
                  <a:lnTo>
                    <a:pt x="2155508" y="1676850"/>
                  </a:lnTo>
                  <a:lnTo>
                    <a:pt x="2185035" y="1647059"/>
                  </a:lnTo>
                  <a:lnTo>
                    <a:pt x="2214563" y="1617555"/>
                  </a:lnTo>
                  <a:lnTo>
                    <a:pt x="2244090" y="1588387"/>
                  </a:lnTo>
                  <a:lnTo>
                    <a:pt x="2273618" y="1559606"/>
                  </a:lnTo>
                  <a:lnTo>
                    <a:pt x="2303145" y="1531259"/>
                  </a:lnTo>
                  <a:lnTo>
                    <a:pt x="2332673" y="1503392"/>
                  </a:lnTo>
                  <a:lnTo>
                    <a:pt x="2362200" y="1476055"/>
                  </a:lnTo>
                  <a:lnTo>
                    <a:pt x="2391728" y="1449292"/>
                  </a:lnTo>
                  <a:lnTo>
                    <a:pt x="2421255" y="1423144"/>
                  </a:lnTo>
                  <a:lnTo>
                    <a:pt x="2450783" y="1397652"/>
                  </a:lnTo>
                  <a:lnTo>
                    <a:pt x="2480310" y="1372852"/>
                  </a:lnTo>
                  <a:lnTo>
                    <a:pt x="2509838" y="1348779"/>
                  </a:lnTo>
                  <a:lnTo>
                    <a:pt x="2539365" y="1325468"/>
                  </a:lnTo>
                  <a:lnTo>
                    <a:pt x="2568893" y="1302947"/>
                  </a:lnTo>
                  <a:lnTo>
                    <a:pt x="2598420" y="1281244"/>
                  </a:lnTo>
                  <a:lnTo>
                    <a:pt x="2627948" y="1260385"/>
                  </a:lnTo>
                  <a:lnTo>
                    <a:pt x="2657475" y="1240394"/>
                  </a:lnTo>
                  <a:lnTo>
                    <a:pt x="2687003" y="1221293"/>
                  </a:lnTo>
                  <a:lnTo>
                    <a:pt x="2716530" y="1203100"/>
                  </a:lnTo>
                  <a:lnTo>
                    <a:pt x="2746058" y="1185830"/>
                  </a:lnTo>
                  <a:lnTo>
                    <a:pt x="2775585" y="1169497"/>
                  </a:lnTo>
                  <a:lnTo>
                    <a:pt x="2805113" y="1154113"/>
                  </a:lnTo>
                  <a:lnTo>
                    <a:pt x="2834640" y="1139688"/>
                  </a:lnTo>
                  <a:lnTo>
                    <a:pt x="2864168" y="1126232"/>
                  </a:lnTo>
                  <a:lnTo>
                    <a:pt x="2893695" y="1113750"/>
                  </a:lnTo>
                  <a:lnTo>
                    <a:pt x="2923223" y="1102250"/>
                  </a:lnTo>
                  <a:lnTo>
                    <a:pt x="2952750" y="1091736"/>
                  </a:lnTo>
                  <a:lnTo>
                    <a:pt x="2982278" y="1082214"/>
                  </a:lnTo>
                  <a:lnTo>
                    <a:pt x="3011805" y="1073685"/>
                  </a:lnTo>
                  <a:lnTo>
                    <a:pt x="3041333" y="1066156"/>
                  </a:lnTo>
                  <a:lnTo>
                    <a:pt x="3070860" y="1059630"/>
                  </a:lnTo>
                  <a:lnTo>
                    <a:pt x="3100388" y="1054106"/>
                  </a:lnTo>
                  <a:lnTo>
                    <a:pt x="3129915" y="1049588"/>
                  </a:lnTo>
                  <a:lnTo>
                    <a:pt x="3159443" y="1046076"/>
                  </a:lnTo>
                  <a:lnTo>
                    <a:pt x="3188970" y="1043571"/>
                  </a:lnTo>
                  <a:lnTo>
                    <a:pt x="3218498" y="1042078"/>
                  </a:lnTo>
                  <a:lnTo>
                    <a:pt x="3248025" y="1041596"/>
                  </a:lnTo>
                  <a:lnTo>
                    <a:pt x="3277552" y="1042130"/>
                  </a:lnTo>
                  <a:lnTo>
                    <a:pt x="3307080" y="1043683"/>
                  </a:lnTo>
                  <a:lnTo>
                    <a:pt x="3336608" y="1046260"/>
                  </a:lnTo>
                  <a:lnTo>
                    <a:pt x="3366135" y="1049866"/>
                  </a:lnTo>
                  <a:lnTo>
                    <a:pt x="3395663" y="1054504"/>
                  </a:lnTo>
                  <a:lnTo>
                    <a:pt x="3425190" y="1060180"/>
                  </a:lnTo>
                  <a:lnTo>
                    <a:pt x="3454717" y="1066898"/>
                  </a:lnTo>
                  <a:lnTo>
                    <a:pt x="3484245" y="1074663"/>
                  </a:lnTo>
                  <a:lnTo>
                    <a:pt x="3513773" y="1083480"/>
                  </a:lnTo>
                  <a:lnTo>
                    <a:pt x="3543300" y="1093353"/>
                  </a:lnTo>
                  <a:lnTo>
                    <a:pt x="3572828" y="1104286"/>
                  </a:lnTo>
                  <a:lnTo>
                    <a:pt x="3602355" y="1116282"/>
                  </a:lnTo>
                  <a:lnTo>
                    <a:pt x="3631882" y="1129347"/>
                  </a:lnTo>
                  <a:lnTo>
                    <a:pt x="3661410" y="1143481"/>
                  </a:lnTo>
                  <a:lnTo>
                    <a:pt x="3690937" y="1158687"/>
                  </a:lnTo>
                  <a:lnTo>
                    <a:pt x="3720465" y="1174967"/>
                  </a:lnTo>
                  <a:lnTo>
                    <a:pt x="3749992" y="1192319"/>
                  </a:lnTo>
                  <a:lnTo>
                    <a:pt x="3779520" y="1210742"/>
                  </a:lnTo>
                  <a:lnTo>
                    <a:pt x="3809048" y="1230233"/>
                  </a:lnTo>
                  <a:lnTo>
                    <a:pt x="3838575" y="1250784"/>
                  </a:lnTo>
                  <a:lnTo>
                    <a:pt x="3868103" y="1272388"/>
                  </a:lnTo>
                  <a:lnTo>
                    <a:pt x="3897630" y="1295035"/>
                  </a:lnTo>
                  <a:lnTo>
                    <a:pt x="3927158" y="1318712"/>
                  </a:lnTo>
                  <a:lnTo>
                    <a:pt x="3956685" y="1343406"/>
                  </a:lnTo>
                  <a:lnTo>
                    <a:pt x="3986213" y="1369102"/>
                  </a:lnTo>
                  <a:lnTo>
                    <a:pt x="4015740" y="1395783"/>
                  </a:lnTo>
                  <a:lnTo>
                    <a:pt x="4045268" y="1423428"/>
                  </a:lnTo>
                  <a:lnTo>
                    <a:pt x="4074795" y="1452015"/>
                  </a:lnTo>
                  <a:lnTo>
                    <a:pt x="4104323" y="1481521"/>
                  </a:lnTo>
                  <a:lnTo>
                    <a:pt x="4133850" y="1511913"/>
                  </a:lnTo>
                  <a:lnTo>
                    <a:pt x="4163377" y="1543163"/>
                  </a:lnTo>
                  <a:lnTo>
                    <a:pt x="4192905" y="1575237"/>
                  </a:lnTo>
                  <a:lnTo>
                    <a:pt x="4222433" y="1608100"/>
                  </a:lnTo>
                  <a:lnTo>
                    <a:pt x="4251960" y="1641714"/>
                  </a:lnTo>
                  <a:lnTo>
                    <a:pt x="4281488" y="1676041"/>
                  </a:lnTo>
                  <a:lnTo>
                    <a:pt x="4311015" y="1711042"/>
                  </a:lnTo>
                  <a:lnTo>
                    <a:pt x="4340543" y="1746674"/>
                  </a:lnTo>
                  <a:lnTo>
                    <a:pt x="4370070" y="1782894"/>
                  </a:lnTo>
                  <a:lnTo>
                    <a:pt x="4399598" y="1819656"/>
                  </a:lnTo>
                  <a:lnTo>
                    <a:pt x="4429125" y="1856911"/>
                  </a:lnTo>
                  <a:lnTo>
                    <a:pt x="4458653" y="1894610"/>
                  </a:lnTo>
                  <a:lnTo>
                    <a:pt x="4488180" y="1932705"/>
                  </a:lnTo>
                  <a:lnTo>
                    <a:pt x="4517708" y="1971140"/>
                  </a:lnTo>
                  <a:lnTo>
                    <a:pt x="4547235" y="2009865"/>
                  </a:lnTo>
                  <a:lnTo>
                    <a:pt x="4576763" y="2048827"/>
                  </a:lnTo>
                  <a:lnTo>
                    <a:pt x="4606290" y="2087973"/>
                  </a:lnTo>
                  <a:lnTo>
                    <a:pt x="4635818" y="2127248"/>
                  </a:lnTo>
                  <a:lnTo>
                    <a:pt x="4665345" y="2166599"/>
                  </a:lnTo>
                  <a:lnTo>
                    <a:pt x="4694873" y="2205970"/>
                  </a:lnTo>
                  <a:lnTo>
                    <a:pt x="4724400" y="2245308"/>
                  </a:lnTo>
                  <a:lnTo>
                    <a:pt x="4753928" y="2284559"/>
                  </a:lnTo>
                  <a:lnTo>
                    <a:pt x="4783455" y="2323667"/>
                  </a:lnTo>
                  <a:lnTo>
                    <a:pt x="4812983" y="2362580"/>
                  </a:lnTo>
                  <a:lnTo>
                    <a:pt x="4842510" y="2401243"/>
                  </a:lnTo>
                  <a:lnTo>
                    <a:pt x="4872038" y="2439606"/>
                  </a:lnTo>
                  <a:lnTo>
                    <a:pt x="4901565" y="2477616"/>
                  </a:lnTo>
                  <a:lnTo>
                    <a:pt x="4931093" y="2515223"/>
                  </a:lnTo>
                  <a:lnTo>
                    <a:pt x="4960620" y="2552377"/>
                  </a:lnTo>
                  <a:lnTo>
                    <a:pt x="4990148" y="2589032"/>
                  </a:lnTo>
                  <a:lnTo>
                    <a:pt x="5019675" y="2625142"/>
                  </a:lnTo>
                  <a:lnTo>
                    <a:pt x="5049203" y="2660661"/>
                  </a:lnTo>
                  <a:lnTo>
                    <a:pt x="5078730" y="2695547"/>
                  </a:lnTo>
                  <a:lnTo>
                    <a:pt x="5108258" y="2729758"/>
                  </a:lnTo>
                  <a:lnTo>
                    <a:pt x="5137785" y="2763255"/>
                  </a:lnTo>
                  <a:lnTo>
                    <a:pt x="5167313" y="2796004"/>
                  </a:lnTo>
                  <a:lnTo>
                    <a:pt x="5196840" y="2827970"/>
                  </a:lnTo>
                  <a:lnTo>
                    <a:pt x="5226368" y="2859122"/>
                  </a:lnTo>
                  <a:lnTo>
                    <a:pt x="5255895" y="2889434"/>
                  </a:lnTo>
                  <a:lnTo>
                    <a:pt x="5285423" y="2918879"/>
                  </a:lnTo>
                  <a:lnTo>
                    <a:pt x="5314950" y="2947434"/>
                  </a:lnTo>
                  <a:lnTo>
                    <a:pt x="5344478" y="2975080"/>
                  </a:lnTo>
                  <a:lnTo>
                    <a:pt x="5374005" y="3001800"/>
                  </a:lnTo>
                  <a:lnTo>
                    <a:pt x="5403533" y="3027577"/>
                  </a:lnTo>
                  <a:lnTo>
                    <a:pt x="5433060" y="3052400"/>
                  </a:lnTo>
                  <a:lnTo>
                    <a:pt x="5462588" y="3076262"/>
                  </a:lnTo>
                  <a:lnTo>
                    <a:pt x="5492115" y="3099160"/>
                  </a:lnTo>
                  <a:lnTo>
                    <a:pt x="5521643" y="3121090"/>
                  </a:lnTo>
                  <a:lnTo>
                    <a:pt x="5551170" y="3142057"/>
                  </a:lnTo>
                  <a:lnTo>
                    <a:pt x="5580698" y="3162063"/>
                  </a:lnTo>
                  <a:lnTo>
                    <a:pt x="5610225" y="3181116"/>
                  </a:lnTo>
                  <a:lnTo>
                    <a:pt x="5639753" y="3199226"/>
                  </a:lnTo>
                  <a:lnTo>
                    <a:pt x="5669280" y="3216406"/>
                  </a:lnTo>
                  <a:lnTo>
                    <a:pt x="5698808" y="3232668"/>
                  </a:lnTo>
                  <a:lnTo>
                    <a:pt x="5728335" y="3248031"/>
                  </a:lnTo>
                  <a:lnTo>
                    <a:pt x="5757863" y="3262513"/>
                  </a:lnTo>
                  <a:lnTo>
                    <a:pt x="5787390" y="3276138"/>
                  </a:lnTo>
                  <a:lnTo>
                    <a:pt x="5816918" y="3288928"/>
                  </a:lnTo>
                  <a:lnTo>
                    <a:pt x="5846445" y="3300909"/>
                  </a:lnTo>
                  <a:lnTo>
                    <a:pt x="5875973" y="3312108"/>
                  </a:lnTo>
                  <a:lnTo>
                    <a:pt x="5905500" y="3322553"/>
                  </a:lnTo>
                  <a:lnTo>
                    <a:pt x="5935028" y="3332272"/>
                  </a:lnTo>
                  <a:lnTo>
                    <a:pt x="5964555" y="3341296"/>
                  </a:lnTo>
                  <a:lnTo>
                    <a:pt x="5994083" y="3349654"/>
                  </a:lnTo>
                  <a:lnTo>
                    <a:pt x="6023610" y="3357377"/>
                  </a:lnTo>
                  <a:lnTo>
                    <a:pt x="6053138" y="3364497"/>
                  </a:lnTo>
                  <a:lnTo>
                    <a:pt x="6082665" y="3371045"/>
                  </a:lnTo>
                  <a:lnTo>
                    <a:pt x="6112193" y="3377053"/>
                  </a:lnTo>
                  <a:lnTo>
                    <a:pt x="6141720" y="3382551"/>
                  </a:lnTo>
                  <a:lnTo>
                    <a:pt x="6171248" y="3387570"/>
                  </a:lnTo>
                  <a:lnTo>
                    <a:pt x="6200775" y="3392141"/>
                  </a:lnTo>
                  <a:lnTo>
                    <a:pt x="6230303" y="3396293"/>
                  </a:lnTo>
                  <a:lnTo>
                    <a:pt x="6259830" y="3400054"/>
                  </a:lnTo>
                  <a:lnTo>
                    <a:pt x="6289358" y="3403453"/>
                  </a:lnTo>
                  <a:lnTo>
                    <a:pt x="6318885" y="3406516"/>
                  </a:lnTo>
                  <a:lnTo>
                    <a:pt x="6348413" y="3409269"/>
                  </a:lnTo>
                  <a:lnTo>
                    <a:pt x="6377940" y="3411736"/>
                  </a:lnTo>
                  <a:lnTo>
                    <a:pt x="6407468" y="3413940"/>
                  </a:lnTo>
                  <a:lnTo>
                    <a:pt x="6436995" y="3415905"/>
                  </a:lnTo>
                  <a:lnTo>
                    <a:pt x="6466523" y="3417650"/>
                  </a:lnTo>
                  <a:lnTo>
                    <a:pt x="6496050" y="3419196"/>
                  </a:lnTo>
                  <a:lnTo>
                    <a:pt x="6525577" y="3420560"/>
                  </a:lnTo>
                  <a:lnTo>
                    <a:pt x="6555105" y="3421761"/>
                  </a:lnTo>
                  <a:lnTo>
                    <a:pt x="6584633" y="3422815"/>
                  </a:lnTo>
                  <a:lnTo>
                    <a:pt x="6614160" y="3423738"/>
                  </a:lnTo>
                  <a:lnTo>
                    <a:pt x="6643688" y="3424542"/>
                  </a:lnTo>
                  <a:lnTo>
                    <a:pt x="6673215" y="3425241"/>
                  </a:lnTo>
                  <a:lnTo>
                    <a:pt x="6702743" y="3425845"/>
                  </a:lnTo>
                  <a:lnTo>
                    <a:pt x="6732270" y="3426366"/>
                  </a:lnTo>
                  <a:lnTo>
                    <a:pt x="6761798" y="3426812"/>
                  </a:lnTo>
                  <a:lnTo>
                    <a:pt x="6791325" y="3427193"/>
                  </a:lnTo>
                  <a:lnTo>
                    <a:pt x="6820853" y="3427515"/>
                  </a:lnTo>
                  <a:lnTo>
                    <a:pt x="6850380" y="3427787"/>
                  </a:lnTo>
                  <a:lnTo>
                    <a:pt x="6879908" y="3428017"/>
                  </a:lnTo>
                  <a:lnTo>
                    <a:pt x="6909435" y="3428210"/>
                  </a:lnTo>
                  <a:lnTo>
                    <a:pt x="6938963" y="3428372"/>
                  </a:lnTo>
                  <a:lnTo>
                    <a:pt x="6968490" y="3428505"/>
                  </a:lnTo>
                  <a:lnTo>
                    <a:pt x="6998017" y="3428615"/>
                  </a:lnTo>
                  <a:lnTo>
                    <a:pt x="7027545" y="3428703"/>
                  </a:lnTo>
                  <a:lnTo>
                    <a:pt x="7057072" y="3428774"/>
                  </a:lnTo>
                  <a:lnTo>
                    <a:pt x="7086600" y="3428829"/>
                  </a:lnTo>
                  <a:lnTo>
                    <a:pt x="7086600" y="3948460"/>
                  </a:lnTo>
                  <a:lnTo>
                    <a:pt x="7057072" y="3948432"/>
                  </a:lnTo>
                  <a:lnTo>
                    <a:pt x="7027545" y="3948397"/>
                  </a:lnTo>
                  <a:lnTo>
                    <a:pt x="6998017" y="3948353"/>
                  </a:lnTo>
                  <a:lnTo>
                    <a:pt x="6968490" y="3948298"/>
                  </a:lnTo>
                  <a:lnTo>
                    <a:pt x="6938963" y="3948231"/>
                  </a:lnTo>
                  <a:lnTo>
                    <a:pt x="6909435" y="3948151"/>
                  </a:lnTo>
                  <a:lnTo>
                    <a:pt x="6879908" y="3948054"/>
                  </a:lnTo>
                  <a:lnTo>
                    <a:pt x="6850380" y="3947939"/>
                  </a:lnTo>
                  <a:lnTo>
                    <a:pt x="6820853" y="3947803"/>
                  </a:lnTo>
                  <a:lnTo>
                    <a:pt x="6791325" y="3947642"/>
                  </a:lnTo>
                  <a:lnTo>
                    <a:pt x="6761798" y="3947452"/>
                  </a:lnTo>
                  <a:lnTo>
                    <a:pt x="6732270" y="3947228"/>
                  </a:lnTo>
                  <a:lnTo>
                    <a:pt x="6702743" y="3946968"/>
                  </a:lnTo>
                  <a:lnTo>
                    <a:pt x="6673215" y="3946666"/>
                  </a:lnTo>
                  <a:lnTo>
                    <a:pt x="6643688" y="3946317"/>
                  </a:lnTo>
                  <a:lnTo>
                    <a:pt x="6614160" y="3945914"/>
                  </a:lnTo>
                  <a:lnTo>
                    <a:pt x="6584633" y="3945453"/>
                  </a:lnTo>
                  <a:lnTo>
                    <a:pt x="6555105" y="3944926"/>
                  </a:lnTo>
                  <a:lnTo>
                    <a:pt x="6525577" y="3944326"/>
                  </a:lnTo>
                  <a:lnTo>
                    <a:pt x="6496050" y="3943643"/>
                  </a:lnTo>
                  <a:lnTo>
                    <a:pt x="6466523" y="3942870"/>
                  </a:lnTo>
                  <a:lnTo>
                    <a:pt x="6436995" y="3941998"/>
                  </a:lnTo>
                  <a:lnTo>
                    <a:pt x="6407468" y="3941016"/>
                  </a:lnTo>
                  <a:lnTo>
                    <a:pt x="6377940" y="3939913"/>
                  </a:lnTo>
                  <a:lnTo>
                    <a:pt x="6348413" y="3938680"/>
                  </a:lnTo>
                  <a:lnTo>
                    <a:pt x="6318885" y="3937303"/>
                  </a:lnTo>
                  <a:lnTo>
                    <a:pt x="6289358" y="3935772"/>
                  </a:lnTo>
                  <a:lnTo>
                    <a:pt x="6259830" y="3934073"/>
                  </a:lnTo>
                  <a:lnTo>
                    <a:pt x="6230303" y="3932192"/>
                  </a:lnTo>
                  <a:lnTo>
                    <a:pt x="6200775" y="3930116"/>
                  </a:lnTo>
                  <a:lnTo>
                    <a:pt x="6171248" y="3927831"/>
                  </a:lnTo>
                  <a:lnTo>
                    <a:pt x="6141720" y="3925321"/>
                  </a:lnTo>
                  <a:lnTo>
                    <a:pt x="6112193" y="3922572"/>
                  </a:lnTo>
                  <a:lnTo>
                    <a:pt x="6082665" y="3919568"/>
                  </a:lnTo>
                  <a:lnTo>
                    <a:pt x="6053138" y="3916294"/>
                  </a:lnTo>
                  <a:lnTo>
                    <a:pt x="6023610" y="3912734"/>
                  </a:lnTo>
                  <a:lnTo>
                    <a:pt x="5994083" y="3908873"/>
                  </a:lnTo>
                  <a:lnTo>
                    <a:pt x="5964555" y="3904694"/>
                  </a:lnTo>
                  <a:lnTo>
                    <a:pt x="5935028" y="3900181"/>
                  </a:lnTo>
                  <a:lnTo>
                    <a:pt x="5905500" y="3895322"/>
                  </a:lnTo>
                  <a:lnTo>
                    <a:pt x="5875973" y="3890099"/>
                  </a:lnTo>
                  <a:lnTo>
                    <a:pt x="5846445" y="3884500"/>
                  </a:lnTo>
                  <a:lnTo>
                    <a:pt x="5816918" y="3878509"/>
                  </a:lnTo>
                  <a:lnTo>
                    <a:pt x="5787390" y="3872114"/>
                  </a:lnTo>
                  <a:lnTo>
                    <a:pt x="5757863" y="3865302"/>
                  </a:lnTo>
                  <a:lnTo>
                    <a:pt x="5728335" y="3858061"/>
                  </a:lnTo>
                  <a:lnTo>
                    <a:pt x="5698808" y="3850380"/>
                  </a:lnTo>
                  <a:lnTo>
                    <a:pt x="5669280" y="3842248"/>
                  </a:lnTo>
                  <a:lnTo>
                    <a:pt x="5639753" y="3833659"/>
                  </a:lnTo>
                  <a:lnTo>
                    <a:pt x="5610225" y="3824603"/>
                  </a:lnTo>
                  <a:lnTo>
                    <a:pt x="5580698" y="3815077"/>
                  </a:lnTo>
                  <a:lnTo>
                    <a:pt x="5551170" y="3805074"/>
                  </a:lnTo>
                  <a:lnTo>
                    <a:pt x="5521643" y="3794591"/>
                  </a:lnTo>
                  <a:lnTo>
                    <a:pt x="5492115" y="3783625"/>
                  </a:lnTo>
                  <a:lnTo>
                    <a:pt x="5462588" y="3772177"/>
                  </a:lnTo>
                  <a:lnTo>
                    <a:pt x="5433060" y="3760245"/>
                  </a:lnTo>
                  <a:lnTo>
                    <a:pt x="5403533" y="3747834"/>
                  </a:lnTo>
                  <a:lnTo>
                    <a:pt x="5374005" y="3734946"/>
                  </a:lnTo>
                  <a:lnTo>
                    <a:pt x="5344478" y="3721586"/>
                  </a:lnTo>
                  <a:lnTo>
                    <a:pt x="5314950" y="3707762"/>
                  </a:lnTo>
                  <a:lnTo>
                    <a:pt x="5285423" y="3693485"/>
                  </a:lnTo>
                  <a:lnTo>
                    <a:pt x="5255895" y="3678762"/>
                  </a:lnTo>
                  <a:lnTo>
                    <a:pt x="5226368" y="3663607"/>
                  </a:lnTo>
                  <a:lnTo>
                    <a:pt x="5196840" y="3648030"/>
                  </a:lnTo>
                  <a:lnTo>
                    <a:pt x="5167313" y="3632047"/>
                  </a:lnTo>
                  <a:lnTo>
                    <a:pt x="5137785" y="3615673"/>
                  </a:lnTo>
                  <a:lnTo>
                    <a:pt x="5108258" y="3598924"/>
                  </a:lnTo>
                  <a:lnTo>
                    <a:pt x="5078730" y="3581819"/>
                  </a:lnTo>
                  <a:lnTo>
                    <a:pt x="5049203" y="3564376"/>
                  </a:lnTo>
                  <a:lnTo>
                    <a:pt x="5019675" y="3546616"/>
                  </a:lnTo>
                  <a:lnTo>
                    <a:pt x="4990148" y="3528562"/>
                  </a:lnTo>
                  <a:lnTo>
                    <a:pt x="4960620" y="3510234"/>
                  </a:lnTo>
                  <a:lnTo>
                    <a:pt x="4931093" y="3491657"/>
                  </a:lnTo>
                  <a:lnTo>
                    <a:pt x="4901565" y="3472853"/>
                  </a:lnTo>
                  <a:lnTo>
                    <a:pt x="4872038" y="3453848"/>
                  </a:lnTo>
                  <a:lnTo>
                    <a:pt x="4842510" y="3434667"/>
                  </a:lnTo>
                  <a:lnTo>
                    <a:pt x="4812983" y="3415335"/>
                  </a:lnTo>
                  <a:lnTo>
                    <a:pt x="4783455" y="3395879"/>
                  </a:lnTo>
                  <a:lnTo>
                    <a:pt x="4753928" y="3376325"/>
                  </a:lnTo>
                  <a:lnTo>
                    <a:pt x="4724400" y="3356700"/>
                  </a:lnTo>
                  <a:lnTo>
                    <a:pt x="4694873" y="3337031"/>
                  </a:lnTo>
                  <a:lnTo>
                    <a:pt x="4665345" y="3317345"/>
                  </a:lnTo>
                  <a:lnTo>
                    <a:pt x="4635818" y="3297669"/>
                  </a:lnTo>
                  <a:lnTo>
                    <a:pt x="4606290" y="3278032"/>
                  </a:lnTo>
                  <a:lnTo>
                    <a:pt x="4576763" y="3258459"/>
                  </a:lnTo>
                  <a:lnTo>
                    <a:pt x="4547235" y="3238978"/>
                  </a:lnTo>
                  <a:lnTo>
                    <a:pt x="4517708" y="3219616"/>
                  </a:lnTo>
                  <a:lnTo>
                    <a:pt x="4488180" y="3200398"/>
                  </a:lnTo>
                  <a:lnTo>
                    <a:pt x="4458653" y="3181351"/>
                  </a:lnTo>
                  <a:lnTo>
                    <a:pt x="4429125" y="3162502"/>
                  </a:lnTo>
                  <a:lnTo>
                    <a:pt x="4399598" y="3143878"/>
                  </a:lnTo>
                  <a:lnTo>
                    <a:pt x="4370070" y="3125503"/>
                  </a:lnTo>
                  <a:lnTo>
                    <a:pt x="4340543" y="3107401"/>
                  </a:lnTo>
                  <a:lnTo>
                    <a:pt x="4311015" y="3089597"/>
                  </a:lnTo>
                  <a:lnTo>
                    <a:pt x="4281488" y="3072111"/>
                  </a:lnTo>
                  <a:lnTo>
                    <a:pt x="4251960" y="3054967"/>
                  </a:lnTo>
                  <a:lnTo>
                    <a:pt x="4222433" y="3038184"/>
                  </a:lnTo>
                  <a:lnTo>
                    <a:pt x="4192905" y="3021783"/>
                  </a:lnTo>
                  <a:lnTo>
                    <a:pt x="4163377" y="3005783"/>
                  </a:lnTo>
                  <a:lnTo>
                    <a:pt x="4133850" y="2990204"/>
                  </a:lnTo>
                  <a:lnTo>
                    <a:pt x="4104323" y="2975061"/>
                  </a:lnTo>
                  <a:lnTo>
                    <a:pt x="4074795" y="2960373"/>
                  </a:lnTo>
                  <a:lnTo>
                    <a:pt x="4045268" y="2946156"/>
                  </a:lnTo>
                  <a:lnTo>
                    <a:pt x="4015740" y="2932424"/>
                  </a:lnTo>
                  <a:lnTo>
                    <a:pt x="3986213" y="2919190"/>
                  </a:lnTo>
                  <a:lnTo>
                    <a:pt x="3956685" y="2906466"/>
                  </a:lnTo>
                  <a:lnTo>
                    <a:pt x="3927158" y="2894262"/>
                  </a:lnTo>
                  <a:lnTo>
                    <a:pt x="3897630" y="2882590"/>
                  </a:lnTo>
                  <a:lnTo>
                    <a:pt x="3868103" y="2871458"/>
                  </a:lnTo>
                  <a:lnTo>
                    <a:pt x="3838575" y="2860872"/>
                  </a:lnTo>
                  <a:lnTo>
                    <a:pt x="3809048" y="2850838"/>
                  </a:lnTo>
                  <a:lnTo>
                    <a:pt x="3779520" y="2841362"/>
                  </a:lnTo>
                  <a:lnTo>
                    <a:pt x="3749992" y="2832451"/>
                  </a:lnTo>
                  <a:lnTo>
                    <a:pt x="3720465" y="2824110"/>
                  </a:lnTo>
                  <a:lnTo>
                    <a:pt x="3690937" y="2816341"/>
                  </a:lnTo>
                  <a:lnTo>
                    <a:pt x="3661410" y="2809147"/>
                  </a:lnTo>
                  <a:lnTo>
                    <a:pt x="3631882" y="2802530"/>
                  </a:lnTo>
                  <a:lnTo>
                    <a:pt x="3602355" y="2796492"/>
                  </a:lnTo>
                  <a:lnTo>
                    <a:pt x="3572828" y="2791034"/>
                  </a:lnTo>
                  <a:lnTo>
                    <a:pt x="3543300" y="2786154"/>
                  </a:lnTo>
                  <a:lnTo>
                    <a:pt x="3513773" y="2781852"/>
                  </a:lnTo>
                  <a:lnTo>
                    <a:pt x="3484245" y="2778127"/>
                  </a:lnTo>
                  <a:lnTo>
                    <a:pt x="3454717" y="2774978"/>
                  </a:lnTo>
                  <a:lnTo>
                    <a:pt x="3425190" y="2772403"/>
                  </a:lnTo>
                  <a:lnTo>
                    <a:pt x="3395663" y="2770398"/>
                  </a:lnTo>
                  <a:lnTo>
                    <a:pt x="3366135" y="2768961"/>
                  </a:lnTo>
                  <a:lnTo>
                    <a:pt x="3336608" y="2768087"/>
                  </a:lnTo>
                  <a:lnTo>
                    <a:pt x="3307080" y="2767771"/>
                  </a:lnTo>
                  <a:lnTo>
                    <a:pt x="3277552" y="2768007"/>
                  </a:lnTo>
                  <a:lnTo>
                    <a:pt x="3248025" y="2768791"/>
                  </a:lnTo>
                  <a:lnTo>
                    <a:pt x="3218498" y="2770115"/>
                  </a:lnTo>
                  <a:lnTo>
                    <a:pt x="3188970" y="2771971"/>
                  </a:lnTo>
                  <a:lnTo>
                    <a:pt x="3159443" y="2774351"/>
                  </a:lnTo>
                  <a:lnTo>
                    <a:pt x="3129915" y="2777245"/>
                  </a:lnTo>
                  <a:lnTo>
                    <a:pt x="3100388" y="2780643"/>
                  </a:lnTo>
                  <a:lnTo>
                    <a:pt x="3070860" y="2784532"/>
                  </a:lnTo>
                  <a:lnTo>
                    <a:pt x="3041333" y="2788901"/>
                  </a:lnTo>
                  <a:lnTo>
                    <a:pt x="3011805" y="2793734"/>
                  </a:lnTo>
                  <a:lnTo>
                    <a:pt x="2982278" y="2799017"/>
                  </a:lnTo>
                  <a:lnTo>
                    <a:pt x="2952750" y="2804734"/>
                  </a:lnTo>
                  <a:lnTo>
                    <a:pt x="2923223" y="2810868"/>
                  </a:lnTo>
                  <a:lnTo>
                    <a:pt x="2893695" y="2817399"/>
                  </a:lnTo>
                  <a:lnTo>
                    <a:pt x="2864168" y="2824309"/>
                  </a:lnTo>
                  <a:lnTo>
                    <a:pt x="2834640" y="2831576"/>
                  </a:lnTo>
                  <a:lnTo>
                    <a:pt x="2805113" y="2839178"/>
                  </a:lnTo>
                  <a:lnTo>
                    <a:pt x="2775585" y="2847093"/>
                  </a:lnTo>
                  <a:lnTo>
                    <a:pt x="2746058" y="2855298"/>
                  </a:lnTo>
                  <a:lnTo>
                    <a:pt x="2716530" y="2863768"/>
                  </a:lnTo>
                  <a:lnTo>
                    <a:pt x="2687003" y="2872479"/>
                  </a:lnTo>
                  <a:lnTo>
                    <a:pt x="2657475" y="2881407"/>
                  </a:lnTo>
                  <a:lnTo>
                    <a:pt x="2627948" y="2890525"/>
                  </a:lnTo>
                  <a:lnTo>
                    <a:pt x="2598420" y="2899809"/>
                  </a:lnTo>
                  <a:lnTo>
                    <a:pt x="2568893" y="2909232"/>
                  </a:lnTo>
                  <a:lnTo>
                    <a:pt x="2539365" y="2918769"/>
                  </a:lnTo>
                  <a:lnTo>
                    <a:pt x="2509838" y="2928396"/>
                  </a:lnTo>
                  <a:lnTo>
                    <a:pt x="2480310" y="2938089"/>
                  </a:lnTo>
                  <a:lnTo>
                    <a:pt x="2450783" y="2947825"/>
                  </a:lnTo>
                  <a:lnTo>
                    <a:pt x="2421255" y="2957582"/>
                  </a:lnTo>
                  <a:lnTo>
                    <a:pt x="2391728" y="2967340"/>
                  </a:lnTo>
                  <a:lnTo>
                    <a:pt x="2362200" y="2977077"/>
                  </a:lnTo>
                  <a:lnTo>
                    <a:pt x="2332673" y="2986776"/>
                  </a:lnTo>
                  <a:lnTo>
                    <a:pt x="2303145" y="2996420"/>
                  </a:lnTo>
                  <a:lnTo>
                    <a:pt x="2273618" y="3005992"/>
                  </a:lnTo>
                  <a:lnTo>
                    <a:pt x="2244090" y="3015478"/>
                  </a:lnTo>
                  <a:lnTo>
                    <a:pt x="2214563" y="3024868"/>
                  </a:lnTo>
                  <a:lnTo>
                    <a:pt x="2185035" y="3034151"/>
                  </a:lnTo>
                  <a:lnTo>
                    <a:pt x="2155508" y="3043319"/>
                  </a:lnTo>
                  <a:lnTo>
                    <a:pt x="2125980" y="3052366"/>
                  </a:lnTo>
                  <a:lnTo>
                    <a:pt x="2096452" y="3061288"/>
                  </a:lnTo>
                  <a:lnTo>
                    <a:pt x="2066925" y="3070080"/>
                  </a:lnTo>
                  <a:lnTo>
                    <a:pt x="2037398" y="3078743"/>
                  </a:lnTo>
                  <a:lnTo>
                    <a:pt x="2007870" y="3087275"/>
                  </a:lnTo>
                  <a:lnTo>
                    <a:pt x="1978343" y="3095678"/>
                  </a:lnTo>
                  <a:lnTo>
                    <a:pt x="1948815" y="3103954"/>
                  </a:lnTo>
                  <a:lnTo>
                    <a:pt x="1919288" y="3112107"/>
                  </a:lnTo>
                  <a:lnTo>
                    <a:pt x="1889760" y="3120144"/>
                  </a:lnTo>
                  <a:lnTo>
                    <a:pt x="1860232" y="3128070"/>
                  </a:lnTo>
                  <a:lnTo>
                    <a:pt x="1830705" y="3135891"/>
                  </a:lnTo>
                  <a:lnTo>
                    <a:pt x="1801178" y="3143617"/>
                  </a:lnTo>
                  <a:lnTo>
                    <a:pt x="1771650" y="3151253"/>
                  </a:lnTo>
                  <a:lnTo>
                    <a:pt x="1742122" y="3158808"/>
                  </a:lnTo>
                  <a:lnTo>
                    <a:pt x="1712595" y="3166290"/>
                  </a:lnTo>
                  <a:lnTo>
                    <a:pt x="1683068" y="3173707"/>
                  </a:lnTo>
                  <a:lnTo>
                    <a:pt x="1653540" y="3181068"/>
                  </a:lnTo>
                  <a:lnTo>
                    <a:pt x="1624013" y="3188380"/>
                  </a:lnTo>
                  <a:lnTo>
                    <a:pt x="1594485" y="3195652"/>
                  </a:lnTo>
                  <a:lnTo>
                    <a:pt x="1564958" y="3202889"/>
                  </a:lnTo>
                  <a:lnTo>
                    <a:pt x="1535430" y="3210099"/>
                  </a:lnTo>
                  <a:lnTo>
                    <a:pt x="1505903" y="3217287"/>
                  </a:lnTo>
                  <a:lnTo>
                    <a:pt x="1476375" y="3224459"/>
                  </a:lnTo>
                  <a:lnTo>
                    <a:pt x="1446848" y="3231619"/>
                  </a:lnTo>
                  <a:lnTo>
                    <a:pt x="1417320" y="3238770"/>
                  </a:lnTo>
                  <a:lnTo>
                    <a:pt x="1387793" y="3245912"/>
                  </a:lnTo>
                  <a:lnTo>
                    <a:pt x="1358265" y="3253048"/>
                  </a:lnTo>
                  <a:lnTo>
                    <a:pt x="1328738" y="3260180"/>
                  </a:lnTo>
                  <a:lnTo>
                    <a:pt x="1299210" y="3267308"/>
                  </a:lnTo>
                  <a:lnTo>
                    <a:pt x="1269683" y="3274431"/>
                  </a:lnTo>
                  <a:lnTo>
                    <a:pt x="1240155" y="3281549"/>
                  </a:lnTo>
                  <a:lnTo>
                    <a:pt x="1210628" y="3288660"/>
                  </a:lnTo>
                  <a:lnTo>
                    <a:pt x="1181100" y="3295760"/>
                  </a:lnTo>
                  <a:lnTo>
                    <a:pt x="1151573" y="3302847"/>
                  </a:lnTo>
                  <a:lnTo>
                    <a:pt x="1122045" y="3309916"/>
                  </a:lnTo>
                  <a:lnTo>
                    <a:pt x="1092518" y="3316961"/>
                  </a:lnTo>
                  <a:lnTo>
                    <a:pt x="1062990" y="3323977"/>
                  </a:lnTo>
                  <a:lnTo>
                    <a:pt x="1033462" y="3330959"/>
                  </a:lnTo>
                  <a:lnTo>
                    <a:pt x="1003935" y="3337900"/>
                  </a:lnTo>
                  <a:lnTo>
                    <a:pt x="974408" y="3344795"/>
                  </a:lnTo>
                  <a:lnTo>
                    <a:pt x="944880" y="3351635"/>
                  </a:lnTo>
                  <a:lnTo>
                    <a:pt x="915353" y="3358415"/>
                  </a:lnTo>
                  <a:lnTo>
                    <a:pt x="885825" y="3365127"/>
                  </a:lnTo>
                  <a:lnTo>
                    <a:pt x="856298" y="3371763"/>
                  </a:lnTo>
                  <a:lnTo>
                    <a:pt x="826770" y="3378317"/>
                  </a:lnTo>
                  <a:lnTo>
                    <a:pt x="797243" y="3384783"/>
                  </a:lnTo>
                  <a:lnTo>
                    <a:pt x="767715" y="3391153"/>
                  </a:lnTo>
                  <a:lnTo>
                    <a:pt x="738188" y="3397421"/>
                  </a:lnTo>
                  <a:lnTo>
                    <a:pt x="708660" y="3403578"/>
                  </a:lnTo>
                  <a:lnTo>
                    <a:pt x="679133" y="3409618"/>
                  </a:lnTo>
                  <a:lnTo>
                    <a:pt x="649605" y="3415533"/>
                  </a:lnTo>
                  <a:lnTo>
                    <a:pt x="620078" y="3421318"/>
                  </a:lnTo>
                  <a:lnTo>
                    <a:pt x="590550" y="3426966"/>
                  </a:lnTo>
                  <a:lnTo>
                    <a:pt x="561023" y="3432471"/>
                  </a:lnTo>
                  <a:lnTo>
                    <a:pt x="531495" y="3437829"/>
                  </a:lnTo>
                  <a:lnTo>
                    <a:pt x="501968" y="3443035"/>
                  </a:lnTo>
                  <a:lnTo>
                    <a:pt x="472440" y="3448085"/>
                  </a:lnTo>
                  <a:lnTo>
                    <a:pt x="442913" y="3452976"/>
                  </a:lnTo>
                  <a:lnTo>
                    <a:pt x="413385" y="3457704"/>
                  </a:lnTo>
                  <a:lnTo>
                    <a:pt x="383858" y="3462265"/>
                  </a:lnTo>
                  <a:lnTo>
                    <a:pt x="354330" y="3466659"/>
                  </a:lnTo>
                  <a:lnTo>
                    <a:pt x="324803" y="3470884"/>
                  </a:lnTo>
                  <a:lnTo>
                    <a:pt x="295275" y="3474937"/>
                  </a:lnTo>
                  <a:lnTo>
                    <a:pt x="265748" y="3478820"/>
                  </a:lnTo>
                  <a:lnTo>
                    <a:pt x="236220" y="3482532"/>
                  </a:lnTo>
                  <a:lnTo>
                    <a:pt x="206692" y="3486073"/>
                  </a:lnTo>
                  <a:lnTo>
                    <a:pt x="177165" y="3489443"/>
                  </a:lnTo>
                  <a:lnTo>
                    <a:pt x="147638" y="3492646"/>
                  </a:lnTo>
                  <a:lnTo>
                    <a:pt x="118110" y="3495684"/>
                  </a:lnTo>
                  <a:lnTo>
                    <a:pt x="88583" y="3498558"/>
                  </a:lnTo>
                  <a:lnTo>
                    <a:pt x="59055" y="3501272"/>
                  </a:lnTo>
                  <a:lnTo>
                    <a:pt x="29528" y="3503829"/>
                  </a:lnTo>
                  <a:lnTo>
                    <a:pt x="0" y="3506234"/>
                  </a:lnTo>
                  <a:close/>
                </a:path>
              </a:pathLst>
            </a:custGeom>
            <a:solidFill>
              <a:srgbClr val="070154"/>
            </a:solidFill>
            <a:ln>
              <a:noFill/>
            </a:ln>
          </p:spPr>
        </p:sp>
        <p:sp>
          <p:nvSpPr>
            <p:cNvPr id="10" name="node01.series.source-003"/>
            <p:cNvSpPr/>
            <p:nvPr/>
          </p:nvSpPr>
          <p:spPr>
            <a:xfrm>
              <a:off x="4381500" y="457200"/>
              <a:ext cx="7086600" cy="4572000"/>
            </a:xfrm>
            <a:custGeom>
              <a:avLst/>
              <a:gdLst/>
              <a:ahLst/>
              <a:cxnLst/>
              <a:rect l="l" t="t" r="r" b="b"/>
              <a:pathLst>
                <a:path w="7086600" h="4572000">
                  <a:moveTo>
                    <a:pt x="0" y="3046675"/>
                  </a:moveTo>
                  <a:lnTo>
                    <a:pt x="29528" y="3040470"/>
                  </a:lnTo>
                  <a:lnTo>
                    <a:pt x="59055" y="3033887"/>
                  </a:lnTo>
                  <a:lnTo>
                    <a:pt x="88583" y="3026919"/>
                  </a:lnTo>
                  <a:lnTo>
                    <a:pt x="118110" y="3019561"/>
                  </a:lnTo>
                  <a:lnTo>
                    <a:pt x="147638" y="3011805"/>
                  </a:lnTo>
                  <a:lnTo>
                    <a:pt x="177165" y="3003647"/>
                  </a:lnTo>
                  <a:lnTo>
                    <a:pt x="206692" y="2995085"/>
                  </a:lnTo>
                  <a:lnTo>
                    <a:pt x="236220" y="2986115"/>
                  </a:lnTo>
                  <a:lnTo>
                    <a:pt x="265748" y="2976737"/>
                  </a:lnTo>
                  <a:lnTo>
                    <a:pt x="295275" y="2966947"/>
                  </a:lnTo>
                  <a:lnTo>
                    <a:pt x="324803" y="2956747"/>
                  </a:lnTo>
                  <a:lnTo>
                    <a:pt x="354330" y="2946136"/>
                  </a:lnTo>
                  <a:lnTo>
                    <a:pt x="383858" y="2935118"/>
                  </a:lnTo>
                  <a:lnTo>
                    <a:pt x="413385" y="2923696"/>
                  </a:lnTo>
                  <a:lnTo>
                    <a:pt x="442913" y="2911872"/>
                  </a:lnTo>
                  <a:lnTo>
                    <a:pt x="472440" y="2899652"/>
                  </a:lnTo>
                  <a:lnTo>
                    <a:pt x="501968" y="2887040"/>
                  </a:lnTo>
                  <a:lnTo>
                    <a:pt x="531495" y="2874041"/>
                  </a:lnTo>
                  <a:lnTo>
                    <a:pt x="561023" y="2860660"/>
                  </a:lnTo>
                  <a:lnTo>
                    <a:pt x="590550" y="2846901"/>
                  </a:lnTo>
                  <a:lnTo>
                    <a:pt x="620078" y="2832770"/>
                  </a:lnTo>
                  <a:lnTo>
                    <a:pt x="649605" y="2818270"/>
                  </a:lnTo>
                  <a:lnTo>
                    <a:pt x="679133" y="2803407"/>
                  </a:lnTo>
                  <a:lnTo>
                    <a:pt x="708660" y="2788184"/>
                  </a:lnTo>
                  <a:lnTo>
                    <a:pt x="738188" y="2772603"/>
                  </a:lnTo>
                  <a:lnTo>
                    <a:pt x="767715" y="2756667"/>
                  </a:lnTo>
                  <a:lnTo>
                    <a:pt x="797243" y="2740377"/>
                  </a:lnTo>
                  <a:lnTo>
                    <a:pt x="826770" y="2723732"/>
                  </a:lnTo>
                  <a:lnTo>
                    <a:pt x="856298" y="2706732"/>
                  </a:lnTo>
                  <a:lnTo>
                    <a:pt x="885825" y="2689375"/>
                  </a:lnTo>
                  <a:lnTo>
                    <a:pt x="915353" y="2671657"/>
                  </a:lnTo>
                  <a:lnTo>
                    <a:pt x="944880" y="2653573"/>
                  </a:lnTo>
                  <a:lnTo>
                    <a:pt x="974408" y="2635117"/>
                  </a:lnTo>
                  <a:lnTo>
                    <a:pt x="1003935" y="2616280"/>
                  </a:lnTo>
                  <a:lnTo>
                    <a:pt x="1033462" y="2597055"/>
                  </a:lnTo>
                  <a:lnTo>
                    <a:pt x="1062990" y="2577430"/>
                  </a:lnTo>
                  <a:lnTo>
                    <a:pt x="1092518" y="2557394"/>
                  </a:lnTo>
                  <a:lnTo>
                    <a:pt x="1122045" y="2536935"/>
                  </a:lnTo>
                  <a:lnTo>
                    <a:pt x="1151573" y="2516038"/>
                  </a:lnTo>
                  <a:lnTo>
                    <a:pt x="1181100" y="2494695"/>
                  </a:lnTo>
                  <a:lnTo>
                    <a:pt x="1210628" y="2472891"/>
                  </a:lnTo>
                  <a:lnTo>
                    <a:pt x="1240155" y="2450612"/>
                  </a:lnTo>
                  <a:lnTo>
                    <a:pt x="1269683" y="2427843"/>
                  </a:lnTo>
                  <a:lnTo>
                    <a:pt x="1299210" y="2404569"/>
                  </a:lnTo>
                  <a:lnTo>
                    <a:pt x="1328738" y="2380777"/>
                  </a:lnTo>
                  <a:lnTo>
                    <a:pt x="1358265" y="2356452"/>
                  </a:lnTo>
                  <a:lnTo>
                    <a:pt x="1387793" y="2331583"/>
                  </a:lnTo>
                  <a:lnTo>
                    <a:pt x="1417320" y="2306156"/>
                  </a:lnTo>
                  <a:lnTo>
                    <a:pt x="1446848" y="2280162"/>
                  </a:lnTo>
                  <a:lnTo>
                    <a:pt x="1476375" y="2253594"/>
                  </a:lnTo>
                  <a:lnTo>
                    <a:pt x="1505903" y="2226447"/>
                  </a:lnTo>
                  <a:lnTo>
                    <a:pt x="1535430" y="2198715"/>
                  </a:lnTo>
                  <a:lnTo>
                    <a:pt x="1564958" y="2170397"/>
                  </a:lnTo>
                  <a:lnTo>
                    <a:pt x="1594485" y="2141494"/>
                  </a:lnTo>
                  <a:lnTo>
                    <a:pt x="1624013" y="2112008"/>
                  </a:lnTo>
                  <a:lnTo>
                    <a:pt x="1653540" y="2081944"/>
                  </a:lnTo>
                  <a:lnTo>
                    <a:pt x="1683068" y="2051310"/>
                  </a:lnTo>
                  <a:lnTo>
                    <a:pt x="1712595" y="2020118"/>
                  </a:lnTo>
                  <a:lnTo>
                    <a:pt x="1742122" y="1988382"/>
                  </a:lnTo>
                  <a:lnTo>
                    <a:pt x="1771650" y="1956120"/>
                  </a:lnTo>
                  <a:lnTo>
                    <a:pt x="1801178" y="1923351"/>
                  </a:lnTo>
                  <a:lnTo>
                    <a:pt x="1830705" y="1890100"/>
                  </a:lnTo>
                  <a:lnTo>
                    <a:pt x="1860232" y="1856394"/>
                  </a:lnTo>
                  <a:lnTo>
                    <a:pt x="1889760" y="1822264"/>
                  </a:lnTo>
                  <a:lnTo>
                    <a:pt x="1919288" y="1787742"/>
                  </a:lnTo>
                  <a:lnTo>
                    <a:pt x="1948815" y="1752861"/>
                  </a:lnTo>
                  <a:lnTo>
                    <a:pt x="1978343" y="1717661"/>
                  </a:lnTo>
                  <a:lnTo>
                    <a:pt x="2007870" y="1682181"/>
                  </a:lnTo>
                  <a:lnTo>
                    <a:pt x="2037398" y="1646463"/>
                  </a:lnTo>
                  <a:lnTo>
                    <a:pt x="2066925" y="1610555"/>
                  </a:lnTo>
                  <a:lnTo>
                    <a:pt x="2096452" y="1574504"/>
                  </a:lnTo>
                  <a:lnTo>
                    <a:pt x="2125980" y="1538357"/>
                  </a:lnTo>
                  <a:lnTo>
                    <a:pt x="2155508" y="1502165"/>
                  </a:lnTo>
                  <a:lnTo>
                    <a:pt x="2185035" y="1465979"/>
                  </a:lnTo>
                  <a:lnTo>
                    <a:pt x="2214563" y="1429848"/>
                  </a:lnTo>
                  <a:lnTo>
                    <a:pt x="2244090" y="1393825"/>
                  </a:lnTo>
                  <a:lnTo>
                    <a:pt x="2273618" y="1357962"/>
                  </a:lnTo>
                  <a:lnTo>
                    <a:pt x="2303145" y="1322309"/>
                  </a:lnTo>
                  <a:lnTo>
                    <a:pt x="2332673" y="1286918"/>
                  </a:lnTo>
                  <a:lnTo>
                    <a:pt x="2362200" y="1251840"/>
                  </a:lnTo>
                  <a:lnTo>
                    <a:pt x="2391728" y="1217126"/>
                  </a:lnTo>
                  <a:lnTo>
                    <a:pt x="2421255" y="1182823"/>
                  </a:lnTo>
                  <a:lnTo>
                    <a:pt x="2450783" y="1148979"/>
                  </a:lnTo>
                  <a:lnTo>
                    <a:pt x="2480310" y="1115638"/>
                  </a:lnTo>
                  <a:lnTo>
                    <a:pt x="2509838" y="1082844"/>
                  </a:lnTo>
                  <a:lnTo>
                    <a:pt x="2539365" y="1050638"/>
                  </a:lnTo>
                  <a:lnTo>
                    <a:pt x="2568893" y="1019060"/>
                  </a:lnTo>
                  <a:lnTo>
                    <a:pt x="2598420" y="988146"/>
                  </a:lnTo>
                  <a:lnTo>
                    <a:pt x="2627948" y="957931"/>
                  </a:lnTo>
                  <a:lnTo>
                    <a:pt x="2657475" y="928446"/>
                  </a:lnTo>
                  <a:lnTo>
                    <a:pt x="2687003" y="899722"/>
                  </a:lnTo>
                  <a:lnTo>
                    <a:pt x="2716530" y="871785"/>
                  </a:lnTo>
                  <a:lnTo>
                    <a:pt x="2746058" y="844657"/>
                  </a:lnTo>
                  <a:lnTo>
                    <a:pt x="2775585" y="818360"/>
                  </a:lnTo>
                  <a:lnTo>
                    <a:pt x="2805113" y="792912"/>
                  </a:lnTo>
                  <a:lnTo>
                    <a:pt x="2834640" y="768329"/>
                  </a:lnTo>
                  <a:lnTo>
                    <a:pt x="2864168" y="744626"/>
                  </a:lnTo>
                  <a:lnTo>
                    <a:pt x="2893695" y="721812"/>
                  </a:lnTo>
                  <a:lnTo>
                    <a:pt x="2923223" y="699897"/>
                  </a:lnTo>
                  <a:lnTo>
                    <a:pt x="2952750" y="678887"/>
                  </a:lnTo>
                  <a:lnTo>
                    <a:pt x="2982278" y="658788"/>
                  </a:lnTo>
                  <a:lnTo>
                    <a:pt x="3011805" y="639601"/>
                  </a:lnTo>
                  <a:lnTo>
                    <a:pt x="3041333" y="621331"/>
                  </a:lnTo>
                  <a:lnTo>
                    <a:pt x="3070860" y="603976"/>
                  </a:lnTo>
                  <a:lnTo>
                    <a:pt x="3100388" y="587535"/>
                  </a:lnTo>
                  <a:lnTo>
                    <a:pt x="3129915" y="572003"/>
                  </a:lnTo>
                  <a:lnTo>
                    <a:pt x="3159443" y="557374"/>
                  </a:lnTo>
                  <a:lnTo>
                    <a:pt x="3188970" y="543643"/>
                  </a:lnTo>
                  <a:lnTo>
                    <a:pt x="3218498" y="530802"/>
                  </a:lnTo>
                  <a:lnTo>
                    <a:pt x="3248025" y="518845"/>
                  </a:lnTo>
                  <a:lnTo>
                    <a:pt x="3277552" y="507761"/>
                  </a:lnTo>
                  <a:lnTo>
                    <a:pt x="3307080" y="497543"/>
                  </a:lnTo>
                  <a:lnTo>
                    <a:pt x="3336608" y="488184"/>
                  </a:lnTo>
                  <a:lnTo>
                    <a:pt x="3366135" y="479672"/>
                  </a:lnTo>
                  <a:lnTo>
                    <a:pt x="3395663" y="471997"/>
                  </a:lnTo>
                  <a:lnTo>
                    <a:pt x="3425190" y="465148"/>
                  </a:lnTo>
                  <a:lnTo>
                    <a:pt x="3454717" y="459115"/>
                  </a:lnTo>
                  <a:lnTo>
                    <a:pt x="3484245" y="453884"/>
                  </a:lnTo>
                  <a:lnTo>
                    <a:pt x="3513773" y="449445"/>
                  </a:lnTo>
                  <a:lnTo>
                    <a:pt x="3543300" y="445785"/>
                  </a:lnTo>
                  <a:lnTo>
                    <a:pt x="3572828" y="442891"/>
                  </a:lnTo>
                  <a:lnTo>
                    <a:pt x="3602355" y="440751"/>
                  </a:lnTo>
                  <a:lnTo>
                    <a:pt x="3631882" y="439352"/>
                  </a:lnTo>
                  <a:lnTo>
                    <a:pt x="3661410" y="438680"/>
                  </a:lnTo>
                  <a:lnTo>
                    <a:pt x="3690937" y="438722"/>
                  </a:lnTo>
                  <a:lnTo>
                    <a:pt x="3720465" y="439462"/>
                  </a:lnTo>
                  <a:lnTo>
                    <a:pt x="3749992" y="440888"/>
                  </a:lnTo>
                  <a:lnTo>
                    <a:pt x="3779520" y="442982"/>
                  </a:lnTo>
                  <a:lnTo>
                    <a:pt x="3809048" y="445730"/>
                  </a:lnTo>
                  <a:lnTo>
                    <a:pt x="3838575" y="449114"/>
                  </a:lnTo>
                  <a:lnTo>
                    <a:pt x="3868103" y="453119"/>
                  </a:lnTo>
                  <a:lnTo>
                    <a:pt x="3897630" y="457725"/>
                  </a:lnTo>
                  <a:lnTo>
                    <a:pt x="3927158" y="462916"/>
                  </a:lnTo>
                  <a:lnTo>
                    <a:pt x="3956685" y="468674"/>
                  </a:lnTo>
                  <a:lnTo>
                    <a:pt x="3986213" y="474979"/>
                  </a:lnTo>
                  <a:lnTo>
                    <a:pt x="4015740" y="481812"/>
                  </a:lnTo>
                  <a:lnTo>
                    <a:pt x="4045268" y="489155"/>
                  </a:lnTo>
                  <a:lnTo>
                    <a:pt x="4074795" y="496987"/>
                  </a:lnTo>
                  <a:lnTo>
                    <a:pt x="4104323" y="505289"/>
                  </a:lnTo>
                  <a:lnTo>
                    <a:pt x="4133850" y="514037"/>
                  </a:lnTo>
                  <a:lnTo>
                    <a:pt x="4163377" y="523212"/>
                  </a:lnTo>
                  <a:lnTo>
                    <a:pt x="4192905" y="532791"/>
                  </a:lnTo>
                  <a:lnTo>
                    <a:pt x="4222433" y="542748"/>
                  </a:lnTo>
                  <a:lnTo>
                    <a:pt x="4251960" y="553062"/>
                  </a:lnTo>
                  <a:lnTo>
                    <a:pt x="4281488" y="563713"/>
                  </a:lnTo>
                  <a:lnTo>
                    <a:pt x="4311015" y="574677"/>
                  </a:lnTo>
                  <a:lnTo>
                    <a:pt x="4340543" y="585933"/>
                  </a:lnTo>
                  <a:lnTo>
                    <a:pt x="4370070" y="597460"/>
                  </a:lnTo>
                  <a:lnTo>
                    <a:pt x="4399598" y="609234"/>
                  </a:lnTo>
                  <a:lnTo>
                    <a:pt x="4429125" y="621233"/>
                  </a:lnTo>
                  <a:lnTo>
                    <a:pt x="4458653" y="633434"/>
                  </a:lnTo>
                  <a:lnTo>
                    <a:pt x="4488180" y="645816"/>
                  </a:lnTo>
                  <a:lnTo>
                    <a:pt x="4517708" y="658354"/>
                  </a:lnTo>
                  <a:lnTo>
                    <a:pt x="4547235" y="671025"/>
                  </a:lnTo>
                  <a:lnTo>
                    <a:pt x="4576763" y="683808"/>
                  </a:lnTo>
                  <a:lnTo>
                    <a:pt x="4606290" y="696682"/>
                  </a:lnTo>
                  <a:lnTo>
                    <a:pt x="4635818" y="709626"/>
                  </a:lnTo>
                  <a:lnTo>
                    <a:pt x="4665345" y="722617"/>
                  </a:lnTo>
                  <a:lnTo>
                    <a:pt x="4694873" y="735635"/>
                  </a:lnTo>
                  <a:lnTo>
                    <a:pt x="4724400" y="748660"/>
                  </a:lnTo>
                  <a:lnTo>
                    <a:pt x="4753928" y="761671"/>
                  </a:lnTo>
                  <a:lnTo>
                    <a:pt x="4783455" y="774647"/>
                  </a:lnTo>
                  <a:lnTo>
                    <a:pt x="4812983" y="787570"/>
                  </a:lnTo>
                  <a:lnTo>
                    <a:pt x="4842510" y="800420"/>
                  </a:lnTo>
                  <a:lnTo>
                    <a:pt x="4872038" y="813179"/>
                  </a:lnTo>
                  <a:lnTo>
                    <a:pt x="4901565" y="825827"/>
                  </a:lnTo>
                  <a:lnTo>
                    <a:pt x="4931093" y="838348"/>
                  </a:lnTo>
                  <a:lnTo>
                    <a:pt x="4960620" y="850723"/>
                  </a:lnTo>
                  <a:lnTo>
                    <a:pt x="4990148" y="862936"/>
                  </a:lnTo>
                  <a:lnTo>
                    <a:pt x="5019675" y="874972"/>
                  </a:lnTo>
                  <a:lnTo>
                    <a:pt x="5049203" y="886814"/>
                  </a:lnTo>
                  <a:lnTo>
                    <a:pt x="5078730" y="898448"/>
                  </a:lnTo>
                  <a:lnTo>
                    <a:pt x="5108258" y="909858"/>
                  </a:lnTo>
                  <a:lnTo>
                    <a:pt x="5137785" y="921030"/>
                  </a:lnTo>
                  <a:lnTo>
                    <a:pt x="5167313" y="931952"/>
                  </a:lnTo>
                  <a:lnTo>
                    <a:pt x="5196840" y="942614"/>
                  </a:lnTo>
                  <a:lnTo>
                    <a:pt x="5226368" y="953006"/>
                  </a:lnTo>
                  <a:lnTo>
                    <a:pt x="5255895" y="963117"/>
                  </a:lnTo>
                  <a:lnTo>
                    <a:pt x="5285423" y="972940"/>
                  </a:lnTo>
                  <a:lnTo>
                    <a:pt x="5314950" y="982466"/>
                  </a:lnTo>
                  <a:lnTo>
                    <a:pt x="5344478" y="991690"/>
                  </a:lnTo>
                  <a:lnTo>
                    <a:pt x="5374005" y="1000605"/>
                  </a:lnTo>
                  <a:lnTo>
                    <a:pt x="5403533" y="1009206"/>
                  </a:lnTo>
                  <a:lnTo>
                    <a:pt x="5433060" y="1017489"/>
                  </a:lnTo>
                  <a:lnTo>
                    <a:pt x="5462588" y="1025452"/>
                  </a:lnTo>
                  <a:lnTo>
                    <a:pt x="5492115" y="1033093"/>
                  </a:lnTo>
                  <a:lnTo>
                    <a:pt x="5521643" y="1040411"/>
                  </a:lnTo>
                  <a:lnTo>
                    <a:pt x="5551170" y="1047408"/>
                  </a:lnTo>
                  <a:lnTo>
                    <a:pt x="5580698" y="1054085"/>
                  </a:lnTo>
                  <a:lnTo>
                    <a:pt x="5610225" y="1060444"/>
                  </a:lnTo>
                  <a:lnTo>
                    <a:pt x="5639753" y="1066488"/>
                  </a:lnTo>
                  <a:lnTo>
                    <a:pt x="5669280" y="1072221"/>
                  </a:lnTo>
                  <a:lnTo>
                    <a:pt x="5698808" y="1077648"/>
                  </a:lnTo>
                  <a:lnTo>
                    <a:pt x="5728335" y="1082774"/>
                  </a:lnTo>
                  <a:lnTo>
                    <a:pt x="5757863" y="1087607"/>
                  </a:lnTo>
                  <a:lnTo>
                    <a:pt x="5787390" y="1092152"/>
                  </a:lnTo>
                  <a:lnTo>
                    <a:pt x="5816918" y="1096419"/>
                  </a:lnTo>
                  <a:lnTo>
                    <a:pt x="5846445" y="1100416"/>
                  </a:lnTo>
                  <a:lnTo>
                    <a:pt x="5875973" y="1104151"/>
                  </a:lnTo>
                  <a:lnTo>
                    <a:pt x="5905500" y="1107633"/>
                  </a:lnTo>
                  <a:lnTo>
                    <a:pt x="5935028" y="1110874"/>
                  </a:lnTo>
                  <a:lnTo>
                    <a:pt x="5964555" y="1113882"/>
                  </a:lnTo>
                  <a:lnTo>
                    <a:pt x="5994083" y="1116667"/>
                  </a:lnTo>
                  <a:lnTo>
                    <a:pt x="6023610" y="1119240"/>
                  </a:lnTo>
                  <a:lnTo>
                    <a:pt x="6053138" y="1121611"/>
                  </a:lnTo>
                  <a:lnTo>
                    <a:pt x="6082665" y="1123791"/>
                  </a:lnTo>
                  <a:lnTo>
                    <a:pt x="6112193" y="1125791"/>
                  </a:lnTo>
                  <a:lnTo>
                    <a:pt x="6141720" y="1127620"/>
                  </a:lnTo>
                  <a:lnTo>
                    <a:pt x="6171248" y="1129289"/>
                  </a:lnTo>
                  <a:lnTo>
                    <a:pt x="6200775" y="1130809"/>
                  </a:lnTo>
                  <a:lnTo>
                    <a:pt x="6230303" y="1132188"/>
                  </a:lnTo>
                  <a:lnTo>
                    <a:pt x="6259830" y="1133438"/>
                  </a:lnTo>
                  <a:lnTo>
                    <a:pt x="6289358" y="1134566"/>
                  </a:lnTo>
                  <a:lnTo>
                    <a:pt x="6318885" y="1135582"/>
                  </a:lnTo>
                  <a:lnTo>
                    <a:pt x="6348413" y="1136495"/>
                  </a:lnTo>
                  <a:lnTo>
                    <a:pt x="6377940" y="1137312"/>
                  </a:lnTo>
                  <a:lnTo>
                    <a:pt x="6407468" y="1138043"/>
                  </a:lnTo>
                  <a:lnTo>
                    <a:pt x="6436995" y="1138693"/>
                  </a:lnTo>
                  <a:lnTo>
                    <a:pt x="6466523" y="1139270"/>
                  </a:lnTo>
                  <a:lnTo>
                    <a:pt x="6496050" y="1139781"/>
                  </a:lnTo>
                  <a:lnTo>
                    <a:pt x="6525577" y="1140232"/>
                  </a:lnTo>
                  <a:lnTo>
                    <a:pt x="6555105" y="1140628"/>
                  </a:lnTo>
                  <a:lnTo>
                    <a:pt x="6584633" y="1140976"/>
                  </a:lnTo>
                  <a:lnTo>
                    <a:pt x="6614160" y="1141280"/>
                  </a:lnTo>
                  <a:lnTo>
                    <a:pt x="6643688" y="1141545"/>
                  </a:lnTo>
                  <a:lnTo>
                    <a:pt x="6673215" y="1141775"/>
                  </a:lnTo>
                  <a:lnTo>
                    <a:pt x="6702743" y="1141973"/>
                  </a:lnTo>
                  <a:lnTo>
                    <a:pt x="6732270" y="1142144"/>
                  </a:lnTo>
                  <a:lnTo>
                    <a:pt x="6761798" y="1142291"/>
                  </a:lnTo>
                  <a:lnTo>
                    <a:pt x="6791325" y="1142415"/>
                  </a:lnTo>
                  <a:lnTo>
                    <a:pt x="6820853" y="1142521"/>
                  </a:lnTo>
                  <a:lnTo>
                    <a:pt x="6850380" y="1142610"/>
                  </a:lnTo>
                  <a:lnTo>
                    <a:pt x="6879908" y="1142685"/>
                  </a:lnTo>
                  <a:lnTo>
                    <a:pt x="6909435" y="1142748"/>
                  </a:lnTo>
                  <a:lnTo>
                    <a:pt x="6938963" y="1142800"/>
                  </a:lnTo>
                  <a:lnTo>
                    <a:pt x="6968490" y="1142843"/>
                  </a:lnTo>
                  <a:lnTo>
                    <a:pt x="6998017" y="1142879"/>
                  </a:lnTo>
                  <a:lnTo>
                    <a:pt x="7027545" y="1142907"/>
                  </a:lnTo>
                  <a:lnTo>
                    <a:pt x="7057072" y="1142930"/>
                  </a:lnTo>
                  <a:lnTo>
                    <a:pt x="7086600" y="1142947"/>
                  </a:lnTo>
                  <a:lnTo>
                    <a:pt x="7086600" y="3428829"/>
                  </a:lnTo>
                  <a:lnTo>
                    <a:pt x="7057072" y="3428774"/>
                  </a:lnTo>
                  <a:lnTo>
                    <a:pt x="7027545" y="3428703"/>
                  </a:lnTo>
                  <a:lnTo>
                    <a:pt x="6998017" y="3428615"/>
                  </a:lnTo>
                  <a:lnTo>
                    <a:pt x="6968490" y="3428505"/>
                  </a:lnTo>
                  <a:lnTo>
                    <a:pt x="6938963" y="3428372"/>
                  </a:lnTo>
                  <a:lnTo>
                    <a:pt x="6909435" y="3428210"/>
                  </a:lnTo>
                  <a:lnTo>
                    <a:pt x="6879908" y="3428017"/>
                  </a:lnTo>
                  <a:lnTo>
                    <a:pt x="6850380" y="3427787"/>
                  </a:lnTo>
                  <a:lnTo>
                    <a:pt x="6820853" y="3427515"/>
                  </a:lnTo>
                  <a:lnTo>
                    <a:pt x="6791325" y="3427193"/>
                  </a:lnTo>
                  <a:lnTo>
                    <a:pt x="6761798" y="3426812"/>
                  </a:lnTo>
                  <a:lnTo>
                    <a:pt x="6732270" y="3426366"/>
                  </a:lnTo>
                  <a:lnTo>
                    <a:pt x="6702743" y="3425845"/>
                  </a:lnTo>
                  <a:lnTo>
                    <a:pt x="6673215" y="3425241"/>
                  </a:lnTo>
                  <a:lnTo>
                    <a:pt x="6643688" y="3424542"/>
                  </a:lnTo>
                  <a:lnTo>
                    <a:pt x="6614160" y="3423738"/>
                  </a:lnTo>
                  <a:lnTo>
                    <a:pt x="6584633" y="3422815"/>
                  </a:lnTo>
                  <a:lnTo>
                    <a:pt x="6555105" y="3421761"/>
                  </a:lnTo>
                  <a:lnTo>
                    <a:pt x="6525577" y="3420560"/>
                  </a:lnTo>
                  <a:lnTo>
                    <a:pt x="6496050" y="3419196"/>
                  </a:lnTo>
                  <a:lnTo>
                    <a:pt x="6466523" y="3417650"/>
                  </a:lnTo>
                  <a:lnTo>
                    <a:pt x="6436995" y="3415905"/>
                  </a:lnTo>
                  <a:lnTo>
                    <a:pt x="6407468" y="3413940"/>
                  </a:lnTo>
                  <a:lnTo>
                    <a:pt x="6377940" y="3411736"/>
                  </a:lnTo>
                  <a:lnTo>
                    <a:pt x="6348413" y="3409269"/>
                  </a:lnTo>
                  <a:lnTo>
                    <a:pt x="6318885" y="3406516"/>
                  </a:lnTo>
                  <a:lnTo>
                    <a:pt x="6289358" y="3403453"/>
                  </a:lnTo>
                  <a:lnTo>
                    <a:pt x="6259830" y="3400054"/>
                  </a:lnTo>
                  <a:lnTo>
                    <a:pt x="6230303" y="3396293"/>
                  </a:lnTo>
                  <a:lnTo>
                    <a:pt x="6200775" y="3392141"/>
                  </a:lnTo>
                  <a:lnTo>
                    <a:pt x="6171248" y="3387570"/>
                  </a:lnTo>
                  <a:lnTo>
                    <a:pt x="6141720" y="3382551"/>
                  </a:lnTo>
                  <a:lnTo>
                    <a:pt x="6112193" y="3377053"/>
                  </a:lnTo>
                  <a:lnTo>
                    <a:pt x="6082665" y="3371045"/>
                  </a:lnTo>
                  <a:lnTo>
                    <a:pt x="6053138" y="3364497"/>
                  </a:lnTo>
                  <a:lnTo>
                    <a:pt x="6023610" y="3357377"/>
                  </a:lnTo>
                  <a:lnTo>
                    <a:pt x="5994083" y="3349654"/>
                  </a:lnTo>
                  <a:lnTo>
                    <a:pt x="5964555" y="3341296"/>
                  </a:lnTo>
                  <a:lnTo>
                    <a:pt x="5935028" y="3332272"/>
                  </a:lnTo>
                  <a:lnTo>
                    <a:pt x="5905500" y="3322553"/>
                  </a:lnTo>
                  <a:lnTo>
                    <a:pt x="5875973" y="3312108"/>
                  </a:lnTo>
                  <a:lnTo>
                    <a:pt x="5846445" y="3300909"/>
                  </a:lnTo>
                  <a:lnTo>
                    <a:pt x="5816918" y="3288928"/>
                  </a:lnTo>
                  <a:lnTo>
                    <a:pt x="5787390" y="3276138"/>
                  </a:lnTo>
                  <a:lnTo>
                    <a:pt x="5757863" y="3262513"/>
                  </a:lnTo>
                  <a:lnTo>
                    <a:pt x="5728335" y="3248031"/>
                  </a:lnTo>
                  <a:lnTo>
                    <a:pt x="5698808" y="3232668"/>
                  </a:lnTo>
                  <a:lnTo>
                    <a:pt x="5669280" y="3216406"/>
                  </a:lnTo>
                  <a:lnTo>
                    <a:pt x="5639753" y="3199226"/>
                  </a:lnTo>
                  <a:lnTo>
                    <a:pt x="5610225" y="3181116"/>
                  </a:lnTo>
                  <a:lnTo>
                    <a:pt x="5580698" y="3162063"/>
                  </a:lnTo>
                  <a:lnTo>
                    <a:pt x="5551170" y="3142057"/>
                  </a:lnTo>
                  <a:lnTo>
                    <a:pt x="5521643" y="3121090"/>
                  </a:lnTo>
                  <a:lnTo>
                    <a:pt x="5492115" y="3099160"/>
                  </a:lnTo>
                  <a:lnTo>
                    <a:pt x="5462588" y="3076262"/>
                  </a:lnTo>
                  <a:lnTo>
                    <a:pt x="5433060" y="3052400"/>
                  </a:lnTo>
                  <a:lnTo>
                    <a:pt x="5403533" y="3027577"/>
                  </a:lnTo>
                  <a:lnTo>
                    <a:pt x="5374005" y="3001800"/>
                  </a:lnTo>
                  <a:lnTo>
                    <a:pt x="5344478" y="2975080"/>
                  </a:lnTo>
                  <a:lnTo>
                    <a:pt x="5314950" y="2947434"/>
                  </a:lnTo>
                  <a:lnTo>
                    <a:pt x="5285423" y="2918879"/>
                  </a:lnTo>
                  <a:lnTo>
                    <a:pt x="5255895" y="2889434"/>
                  </a:lnTo>
                  <a:lnTo>
                    <a:pt x="5226368" y="2859122"/>
                  </a:lnTo>
                  <a:lnTo>
                    <a:pt x="5196840" y="2827970"/>
                  </a:lnTo>
                  <a:lnTo>
                    <a:pt x="5167313" y="2796004"/>
                  </a:lnTo>
                  <a:lnTo>
                    <a:pt x="5137785" y="2763255"/>
                  </a:lnTo>
                  <a:lnTo>
                    <a:pt x="5108258" y="2729758"/>
                  </a:lnTo>
                  <a:lnTo>
                    <a:pt x="5078730" y="2695547"/>
                  </a:lnTo>
                  <a:lnTo>
                    <a:pt x="5049203" y="2660661"/>
                  </a:lnTo>
                  <a:lnTo>
                    <a:pt x="5019675" y="2625142"/>
                  </a:lnTo>
                  <a:lnTo>
                    <a:pt x="4990148" y="2589032"/>
                  </a:lnTo>
                  <a:lnTo>
                    <a:pt x="4960620" y="2552377"/>
                  </a:lnTo>
                  <a:lnTo>
                    <a:pt x="4931093" y="2515223"/>
                  </a:lnTo>
                  <a:lnTo>
                    <a:pt x="4901565" y="2477616"/>
                  </a:lnTo>
                  <a:lnTo>
                    <a:pt x="4872038" y="2439606"/>
                  </a:lnTo>
                  <a:lnTo>
                    <a:pt x="4842510" y="2401243"/>
                  </a:lnTo>
                  <a:lnTo>
                    <a:pt x="4812983" y="2362580"/>
                  </a:lnTo>
                  <a:lnTo>
                    <a:pt x="4783455" y="2323667"/>
                  </a:lnTo>
                  <a:lnTo>
                    <a:pt x="4753928" y="2284559"/>
                  </a:lnTo>
                  <a:lnTo>
                    <a:pt x="4724400" y="2245308"/>
                  </a:lnTo>
                  <a:lnTo>
                    <a:pt x="4694873" y="2205970"/>
                  </a:lnTo>
                  <a:lnTo>
                    <a:pt x="4665345" y="2166599"/>
                  </a:lnTo>
                  <a:lnTo>
                    <a:pt x="4635818" y="2127248"/>
                  </a:lnTo>
                  <a:lnTo>
                    <a:pt x="4606290" y="2087973"/>
                  </a:lnTo>
                  <a:lnTo>
                    <a:pt x="4576763" y="2048827"/>
                  </a:lnTo>
                  <a:lnTo>
                    <a:pt x="4547235" y="2009865"/>
                  </a:lnTo>
                  <a:lnTo>
                    <a:pt x="4517708" y="1971140"/>
                  </a:lnTo>
                  <a:lnTo>
                    <a:pt x="4488180" y="1932705"/>
                  </a:lnTo>
                  <a:lnTo>
                    <a:pt x="4458653" y="1894610"/>
                  </a:lnTo>
                  <a:lnTo>
                    <a:pt x="4429125" y="1856911"/>
                  </a:lnTo>
                  <a:lnTo>
                    <a:pt x="4399598" y="1819656"/>
                  </a:lnTo>
                  <a:lnTo>
                    <a:pt x="4370070" y="1782894"/>
                  </a:lnTo>
                  <a:lnTo>
                    <a:pt x="4340543" y="1746674"/>
                  </a:lnTo>
                  <a:lnTo>
                    <a:pt x="4311015" y="1711042"/>
                  </a:lnTo>
                  <a:lnTo>
                    <a:pt x="4281488" y="1676041"/>
                  </a:lnTo>
                  <a:lnTo>
                    <a:pt x="4251960" y="1641714"/>
                  </a:lnTo>
                  <a:lnTo>
                    <a:pt x="4222433" y="1608100"/>
                  </a:lnTo>
                  <a:lnTo>
                    <a:pt x="4192905" y="1575237"/>
                  </a:lnTo>
                  <a:lnTo>
                    <a:pt x="4163377" y="1543163"/>
                  </a:lnTo>
                  <a:lnTo>
                    <a:pt x="4133850" y="1511913"/>
                  </a:lnTo>
                  <a:lnTo>
                    <a:pt x="4104323" y="1481521"/>
                  </a:lnTo>
                  <a:lnTo>
                    <a:pt x="4074795" y="1452015"/>
                  </a:lnTo>
                  <a:lnTo>
                    <a:pt x="4045268" y="1423428"/>
                  </a:lnTo>
                  <a:lnTo>
                    <a:pt x="4015740" y="1395783"/>
                  </a:lnTo>
                  <a:lnTo>
                    <a:pt x="3986213" y="1369102"/>
                  </a:lnTo>
                  <a:lnTo>
                    <a:pt x="3956685" y="1343406"/>
                  </a:lnTo>
                  <a:lnTo>
                    <a:pt x="3927158" y="1318712"/>
                  </a:lnTo>
                  <a:lnTo>
                    <a:pt x="3897630" y="1295035"/>
                  </a:lnTo>
                  <a:lnTo>
                    <a:pt x="3868103" y="1272388"/>
                  </a:lnTo>
                  <a:lnTo>
                    <a:pt x="3838575" y="1250784"/>
                  </a:lnTo>
                  <a:lnTo>
                    <a:pt x="3809048" y="1230233"/>
                  </a:lnTo>
                  <a:lnTo>
                    <a:pt x="3779520" y="1210742"/>
                  </a:lnTo>
                  <a:lnTo>
                    <a:pt x="3749992" y="1192319"/>
                  </a:lnTo>
                  <a:lnTo>
                    <a:pt x="3720465" y="1174967"/>
                  </a:lnTo>
                  <a:lnTo>
                    <a:pt x="3690937" y="1158687"/>
                  </a:lnTo>
                  <a:lnTo>
                    <a:pt x="3661410" y="1143481"/>
                  </a:lnTo>
                  <a:lnTo>
                    <a:pt x="3631882" y="1129347"/>
                  </a:lnTo>
                  <a:lnTo>
                    <a:pt x="3602355" y="1116282"/>
                  </a:lnTo>
                  <a:lnTo>
                    <a:pt x="3572828" y="1104286"/>
                  </a:lnTo>
                  <a:lnTo>
                    <a:pt x="3543300" y="1093353"/>
                  </a:lnTo>
                  <a:lnTo>
                    <a:pt x="3513773" y="1083480"/>
                  </a:lnTo>
                  <a:lnTo>
                    <a:pt x="3484245" y="1074663"/>
                  </a:lnTo>
                  <a:lnTo>
                    <a:pt x="3454717" y="1066898"/>
                  </a:lnTo>
                  <a:lnTo>
                    <a:pt x="3425190" y="1060180"/>
                  </a:lnTo>
                  <a:lnTo>
                    <a:pt x="3395663" y="1054504"/>
                  </a:lnTo>
                  <a:lnTo>
                    <a:pt x="3366135" y="1049866"/>
                  </a:lnTo>
                  <a:lnTo>
                    <a:pt x="3336608" y="1046260"/>
                  </a:lnTo>
                  <a:lnTo>
                    <a:pt x="3307080" y="1043683"/>
                  </a:lnTo>
                  <a:lnTo>
                    <a:pt x="3277552" y="1042130"/>
                  </a:lnTo>
                  <a:lnTo>
                    <a:pt x="3248025" y="1041596"/>
                  </a:lnTo>
                  <a:lnTo>
                    <a:pt x="3218498" y="1042078"/>
                  </a:lnTo>
                  <a:lnTo>
                    <a:pt x="3188970" y="1043571"/>
                  </a:lnTo>
                  <a:lnTo>
                    <a:pt x="3159443" y="1046076"/>
                  </a:lnTo>
                  <a:lnTo>
                    <a:pt x="3129915" y="1049588"/>
                  </a:lnTo>
                  <a:lnTo>
                    <a:pt x="3100388" y="1054106"/>
                  </a:lnTo>
                  <a:lnTo>
                    <a:pt x="3070860" y="1059630"/>
                  </a:lnTo>
                  <a:lnTo>
                    <a:pt x="3041333" y="1066156"/>
                  </a:lnTo>
                  <a:lnTo>
                    <a:pt x="3011805" y="1073685"/>
                  </a:lnTo>
                  <a:lnTo>
                    <a:pt x="2982278" y="1082214"/>
                  </a:lnTo>
                  <a:lnTo>
                    <a:pt x="2952750" y="1091736"/>
                  </a:lnTo>
                  <a:lnTo>
                    <a:pt x="2923223" y="1102250"/>
                  </a:lnTo>
                  <a:lnTo>
                    <a:pt x="2893695" y="1113750"/>
                  </a:lnTo>
                  <a:lnTo>
                    <a:pt x="2864168" y="1126232"/>
                  </a:lnTo>
                  <a:lnTo>
                    <a:pt x="2834640" y="1139688"/>
                  </a:lnTo>
                  <a:lnTo>
                    <a:pt x="2805113" y="1154113"/>
                  </a:lnTo>
                  <a:lnTo>
                    <a:pt x="2775585" y="1169497"/>
                  </a:lnTo>
                  <a:lnTo>
                    <a:pt x="2746058" y="1185830"/>
                  </a:lnTo>
                  <a:lnTo>
                    <a:pt x="2716530" y="1203100"/>
                  </a:lnTo>
                  <a:lnTo>
                    <a:pt x="2687003" y="1221293"/>
                  </a:lnTo>
                  <a:lnTo>
                    <a:pt x="2657475" y="1240394"/>
                  </a:lnTo>
                  <a:lnTo>
                    <a:pt x="2627948" y="1260385"/>
                  </a:lnTo>
                  <a:lnTo>
                    <a:pt x="2598420" y="1281244"/>
                  </a:lnTo>
                  <a:lnTo>
                    <a:pt x="2568893" y="1302947"/>
                  </a:lnTo>
                  <a:lnTo>
                    <a:pt x="2539365" y="1325468"/>
                  </a:lnTo>
                  <a:lnTo>
                    <a:pt x="2509838" y="1348779"/>
                  </a:lnTo>
                  <a:lnTo>
                    <a:pt x="2480310" y="1372852"/>
                  </a:lnTo>
                  <a:lnTo>
                    <a:pt x="2450783" y="1397652"/>
                  </a:lnTo>
                  <a:lnTo>
                    <a:pt x="2421255" y="1423144"/>
                  </a:lnTo>
                  <a:lnTo>
                    <a:pt x="2391728" y="1449292"/>
                  </a:lnTo>
                  <a:lnTo>
                    <a:pt x="2362200" y="1476055"/>
                  </a:lnTo>
                  <a:lnTo>
                    <a:pt x="2332673" y="1503392"/>
                  </a:lnTo>
                  <a:lnTo>
                    <a:pt x="2303145" y="1531259"/>
                  </a:lnTo>
                  <a:lnTo>
                    <a:pt x="2273618" y="1559606"/>
                  </a:lnTo>
                  <a:lnTo>
                    <a:pt x="2244090" y="1588387"/>
                  </a:lnTo>
                  <a:lnTo>
                    <a:pt x="2214563" y="1617555"/>
                  </a:lnTo>
                  <a:lnTo>
                    <a:pt x="2185035" y="1647059"/>
                  </a:lnTo>
                  <a:lnTo>
                    <a:pt x="2155508" y="1676850"/>
                  </a:lnTo>
                  <a:lnTo>
                    <a:pt x="2125980" y="1706878"/>
                  </a:lnTo>
                  <a:lnTo>
                    <a:pt x="2096452" y="1737091"/>
                  </a:lnTo>
                  <a:lnTo>
                    <a:pt x="2066925" y="1767438"/>
                  </a:lnTo>
                  <a:lnTo>
                    <a:pt x="2037398" y="1797868"/>
                  </a:lnTo>
                  <a:lnTo>
                    <a:pt x="2007870" y="1828331"/>
                  </a:lnTo>
                  <a:lnTo>
                    <a:pt x="1978343" y="1858775"/>
                  </a:lnTo>
                  <a:lnTo>
                    <a:pt x="1948815" y="1889154"/>
                  </a:lnTo>
                  <a:lnTo>
                    <a:pt x="1919288" y="1919420"/>
                  </a:lnTo>
                  <a:lnTo>
                    <a:pt x="1889760" y="1949530"/>
                  </a:lnTo>
                  <a:lnTo>
                    <a:pt x="1860232" y="1979441"/>
                  </a:lnTo>
                  <a:lnTo>
                    <a:pt x="1830705" y="2009112"/>
                  </a:lnTo>
                  <a:lnTo>
                    <a:pt x="1801178" y="2038508"/>
                  </a:lnTo>
                  <a:lnTo>
                    <a:pt x="1771650" y="2067589"/>
                  </a:lnTo>
                  <a:lnTo>
                    <a:pt x="1742122" y="2096325"/>
                  </a:lnTo>
                  <a:lnTo>
                    <a:pt x="1712595" y="2124685"/>
                  </a:lnTo>
                  <a:lnTo>
                    <a:pt x="1683068" y="2152644"/>
                  </a:lnTo>
                  <a:lnTo>
                    <a:pt x="1653540" y="2180176"/>
                  </a:lnTo>
                  <a:lnTo>
                    <a:pt x="1624013" y="2207263"/>
                  </a:lnTo>
                  <a:lnTo>
                    <a:pt x="1594485" y="2233887"/>
                  </a:lnTo>
                  <a:lnTo>
                    <a:pt x="1564958" y="2260035"/>
                  </a:lnTo>
                  <a:lnTo>
                    <a:pt x="1535430" y="2285695"/>
                  </a:lnTo>
                  <a:lnTo>
                    <a:pt x="1505903" y="2310859"/>
                  </a:lnTo>
                  <a:lnTo>
                    <a:pt x="1476375" y="2335521"/>
                  </a:lnTo>
                  <a:lnTo>
                    <a:pt x="1446848" y="2359678"/>
                  </a:lnTo>
                  <a:lnTo>
                    <a:pt x="1417320" y="2383330"/>
                  </a:lnTo>
                  <a:lnTo>
                    <a:pt x="1387793" y="2406478"/>
                  </a:lnTo>
                  <a:lnTo>
                    <a:pt x="1358265" y="2429125"/>
                  </a:lnTo>
                  <a:lnTo>
                    <a:pt x="1328738" y="2451278"/>
                  </a:lnTo>
                  <a:lnTo>
                    <a:pt x="1299210" y="2472945"/>
                  </a:lnTo>
                  <a:lnTo>
                    <a:pt x="1269683" y="2494135"/>
                  </a:lnTo>
                  <a:lnTo>
                    <a:pt x="1240155" y="2514860"/>
                  </a:lnTo>
                  <a:lnTo>
                    <a:pt x="1210628" y="2535130"/>
                  </a:lnTo>
                  <a:lnTo>
                    <a:pt x="1181100" y="2554957"/>
                  </a:lnTo>
                  <a:lnTo>
                    <a:pt x="1151573" y="2574353"/>
                  </a:lnTo>
                  <a:lnTo>
                    <a:pt x="1122045" y="2593330"/>
                  </a:lnTo>
                  <a:lnTo>
                    <a:pt x="1092518" y="2611898"/>
                  </a:lnTo>
                  <a:lnTo>
                    <a:pt x="1062990" y="2630069"/>
                  </a:lnTo>
                  <a:lnTo>
                    <a:pt x="1033462" y="2647855"/>
                  </a:lnTo>
                  <a:lnTo>
                    <a:pt x="1003935" y="2665266"/>
                  </a:lnTo>
                  <a:lnTo>
                    <a:pt x="974408" y="2682312"/>
                  </a:lnTo>
                  <a:lnTo>
                    <a:pt x="944880" y="2699004"/>
                  </a:lnTo>
                  <a:lnTo>
                    <a:pt x="915353" y="2715348"/>
                  </a:lnTo>
                  <a:lnTo>
                    <a:pt x="885825" y="2731352"/>
                  </a:lnTo>
                  <a:lnTo>
                    <a:pt x="856298" y="2747022"/>
                  </a:lnTo>
                  <a:lnTo>
                    <a:pt x="826770" y="2762361"/>
                  </a:lnTo>
                  <a:lnTo>
                    <a:pt x="797243" y="2777371"/>
                  </a:lnTo>
                  <a:lnTo>
                    <a:pt x="767715" y="2792055"/>
                  </a:lnTo>
                  <a:lnTo>
                    <a:pt x="738188" y="2806413"/>
                  </a:lnTo>
                  <a:lnTo>
                    <a:pt x="708660" y="2820447"/>
                  </a:lnTo>
                  <a:lnTo>
                    <a:pt x="679133" y="2834155"/>
                  </a:lnTo>
                  <a:lnTo>
                    <a:pt x="649605" y="2847536"/>
                  </a:lnTo>
                  <a:lnTo>
                    <a:pt x="620078" y="2860588"/>
                  </a:lnTo>
                  <a:lnTo>
                    <a:pt x="590550" y="2873308"/>
                  </a:lnTo>
                  <a:lnTo>
                    <a:pt x="561023" y="2885692"/>
                  </a:lnTo>
                  <a:lnTo>
                    <a:pt x="531495" y="2897737"/>
                  </a:lnTo>
                  <a:lnTo>
                    <a:pt x="501968" y="2909438"/>
                  </a:lnTo>
                  <a:lnTo>
                    <a:pt x="472440" y="2920791"/>
                  </a:lnTo>
                  <a:lnTo>
                    <a:pt x="442913" y="2931792"/>
                  </a:lnTo>
                  <a:lnTo>
                    <a:pt x="413385" y="2942438"/>
                  </a:lnTo>
                  <a:lnTo>
                    <a:pt x="383858" y="2952724"/>
                  </a:lnTo>
                  <a:lnTo>
                    <a:pt x="354330" y="2962648"/>
                  </a:lnTo>
                  <a:lnTo>
                    <a:pt x="324803" y="2972207"/>
                  </a:lnTo>
                  <a:lnTo>
                    <a:pt x="295275" y="2981399"/>
                  </a:lnTo>
                  <a:lnTo>
                    <a:pt x="265748" y="2990222"/>
                  </a:lnTo>
                  <a:lnTo>
                    <a:pt x="236220" y="2998677"/>
                  </a:lnTo>
                  <a:lnTo>
                    <a:pt x="206692" y="3006766"/>
                  </a:lnTo>
                  <a:lnTo>
                    <a:pt x="177165" y="3014490"/>
                  </a:lnTo>
                  <a:lnTo>
                    <a:pt x="147638" y="3021851"/>
                  </a:lnTo>
                  <a:lnTo>
                    <a:pt x="118110" y="3028852"/>
                  </a:lnTo>
                  <a:lnTo>
                    <a:pt x="88583" y="3035496"/>
                  </a:lnTo>
                  <a:lnTo>
                    <a:pt x="59055" y="3041788"/>
                  </a:lnTo>
                  <a:lnTo>
                    <a:pt x="29528" y="3047735"/>
                  </a:lnTo>
                  <a:lnTo>
                    <a:pt x="0" y="3053342"/>
                  </a:lnTo>
                  <a:close/>
                </a:path>
              </a:pathLst>
            </a:custGeom>
            <a:solidFill>
              <a:srgbClr val="0047FF"/>
            </a:solidFill>
            <a:ln>
              <a:noFill/>
            </a:ln>
          </p:spPr>
        </p:sp>
        <p:sp>
          <p:nvSpPr>
            <p:cNvPr id="11" name="node01.phases.source-001.label"/>
            <p:cNvSpPr/>
            <p:nvPr/>
          </p:nvSpPr>
          <p:spPr>
            <a:xfrm>
              <a:off x="4495800" y="5143500"/>
              <a:ext cx="21336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FORMING</a:t>
              </a:r>
              <a:endParaRPr lang="en-US" sz="1000" spc="80" kern="0" b="0" i="0" dirty="0">
                <a:solidFill>
                  <a:srgbClr val="0047FF"/>
                </a:solidFill>
                <a:latin typeface="IBM Plex Mono SemiBold"/>
                <a:ea typeface="IBM Plex Mono SemiBold"/>
                <a:cs typeface="IBM Plex Mono SemiBold"/>
              </a:endParaRPr>
            </a:p>
          </p:txBody>
        </p:sp>
        <p:sp>
          <p:nvSpPr>
            <p:cNvPr id="12" name="node01.phases.source-001.sub"/>
            <p:cNvSpPr/>
            <p:nvPr/>
          </p:nvSpPr>
          <p:spPr>
            <a:xfrm>
              <a:off x="4495800" y="5321300"/>
              <a:ext cx="21336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Diagnose the estate and benchmark the baseline.</a:t>
              </a:r>
              <a:endParaRPr lang="en-US" sz="1200" spc="0" kern="0" b="0" i="0" dirty="0">
                <a:solidFill>
                  <a:srgbClr val="50658E"/>
                </a:solidFill>
                <a:latin typeface="IBM Plex Sans"/>
                <a:ea typeface="IBM Plex Sans"/>
                <a:cs typeface="IBM Plex Sans"/>
              </a:endParaRPr>
            </a:p>
          </p:txBody>
        </p:sp>
        <p:sp>
          <p:nvSpPr>
            <p:cNvPr id="13" name="node01.phases.source-002.rule"/>
            <p:cNvSpPr/>
            <p:nvPr/>
          </p:nvSpPr>
          <p:spPr>
            <a:xfrm>
              <a:off x="6743700" y="457200"/>
              <a:ext cx="0" cy="5486400"/>
            </a:xfrm>
            <a:prstGeom prst="line">
              <a:avLst/>
            </a:prstGeom>
            <a:noFill/>
            <a:ln w="9525">
              <a:solidFill>
                <a:srgbClr val="97A4BA"/>
              </a:solidFill>
              <a:prstDash val="solid"/>
            </a:ln>
          </p:spPr>
        </p:sp>
        <p:sp>
          <p:nvSpPr>
            <p:cNvPr id="14" name="node01.phases.source-002.label"/>
            <p:cNvSpPr/>
            <p:nvPr/>
          </p:nvSpPr>
          <p:spPr>
            <a:xfrm>
              <a:off x="6858000" y="5143500"/>
              <a:ext cx="21336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NORMING AND PERFORMING</a:t>
              </a:r>
              <a:endParaRPr lang="en-US" sz="1000" spc="80" kern="0" b="0" i="0" dirty="0">
                <a:solidFill>
                  <a:srgbClr val="0047FF"/>
                </a:solidFill>
                <a:latin typeface="IBM Plex Mono SemiBold"/>
                <a:ea typeface="IBM Plex Mono SemiBold"/>
                <a:cs typeface="IBM Plex Mono SemiBold"/>
              </a:endParaRPr>
            </a:p>
          </p:txBody>
        </p:sp>
        <p:sp>
          <p:nvSpPr>
            <p:cNvPr id="15" name="node01.phases.source-002.sub"/>
            <p:cNvSpPr/>
            <p:nvPr/>
          </p:nvSpPr>
          <p:spPr>
            <a:xfrm>
              <a:off x="6858000" y="5321300"/>
              <a:ext cx="21336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Establish the standard we all build to.</a:t>
              </a:r>
              <a:endParaRPr lang="en-US" sz="1200" spc="0" kern="0" b="0" i="0" dirty="0">
                <a:solidFill>
                  <a:srgbClr val="50658E"/>
                </a:solidFill>
                <a:latin typeface="IBM Plex Sans"/>
                <a:ea typeface="IBM Plex Sans"/>
                <a:cs typeface="IBM Plex Sans"/>
              </a:endParaRPr>
            </a:p>
          </p:txBody>
        </p:sp>
        <p:sp>
          <p:nvSpPr>
            <p:cNvPr id="16" name="node01.phases.source-003.rule"/>
            <p:cNvSpPr/>
            <p:nvPr/>
          </p:nvSpPr>
          <p:spPr>
            <a:xfrm>
              <a:off x="9105900" y="457200"/>
              <a:ext cx="0" cy="5486400"/>
            </a:xfrm>
            <a:prstGeom prst="line">
              <a:avLst/>
            </a:prstGeom>
            <a:noFill/>
            <a:ln w="9525">
              <a:solidFill>
                <a:srgbClr val="97A4BA"/>
              </a:solidFill>
              <a:prstDash val="solid"/>
            </a:ln>
          </p:spPr>
        </p:sp>
        <p:sp>
          <p:nvSpPr>
            <p:cNvPr id="17" name="node01.phases.source-003.label"/>
            <p:cNvSpPr/>
            <p:nvPr/>
          </p:nvSpPr>
          <p:spPr>
            <a:xfrm>
              <a:off x="9220200" y="5143500"/>
              <a:ext cx="21336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OPTIMIZING AND SUSTAINING</a:t>
              </a:r>
              <a:endParaRPr lang="en-US" sz="1000" spc="80" kern="0" b="0" i="0" dirty="0">
                <a:solidFill>
                  <a:srgbClr val="0047FF"/>
                </a:solidFill>
                <a:latin typeface="IBM Plex Mono SemiBold"/>
                <a:ea typeface="IBM Plex Mono SemiBold"/>
                <a:cs typeface="IBM Plex Mono SemiBold"/>
              </a:endParaRPr>
            </a:p>
          </p:txBody>
        </p:sp>
        <p:sp>
          <p:nvSpPr>
            <p:cNvPr id="18" name="node01.phases.source-003.sub"/>
            <p:cNvSpPr/>
            <p:nvPr/>
          </p:nvSpPr>
          <p:spPr>
            <a:xfrm>
              <a:off x="9220200" y="5473700"/>
              <a:ext cx="2133600" cy="4699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Scale the model and hand over the run.</a:t>
              </a:r>
              <a:endParaRPr lang="en-US" sz="1200" spc="0" kern="0" b="0" i="0" dirty="0">
                <a:solidFill>
                  <a:srgbClr val="50658E"/>
                </a:solidFill>
                <a:latin typeface="IBM Plex Sans"/>
                <a:ea typeface="IBM Plex Sans"/>
                <a:cs typeface="IBM Plex Sans"/>
              </a:endParaRPr>
            </a:p>
          </p:txBody>
        </p:sp>
        <p:sp>
          <p:nvSpPr>
            <p:cNvPr id="19" name="node01.series.source-001.label"/>
            <p:cNvSpPr/>
            <p:nvPr/>
          </p:nvSpPr>
          <p:spPr>
            <a:xfrm>
              <a:off x="4505325" y="4324163"/>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NORTHFIELD TEAM</a:t>
              </a:r>
              <a:endParaRPr lang="en-US" sz="900" spc="54" kern="0" b="0" i="0" dirty="0">
                <a:solidFill>
                  <a:srgbClr val="070154"/>
                </a:solidFill>
                <a:latin typeface="IBM Plex Mono SemiBold"/>
                <a:ea typeface="IBM Plex Mono SemiBold"/>
                <a:cs typeface="IBM Plex Mono SemiBold"/>
              </a:endParaRPr>
            </a:p>
          </p:txBody>
        </p:sp>
        <p:sp>
          <p:nvSpPr>
            <p:cNvPr id="20" name="node01.series.source-002.label"/>
            <p:cNvSpPr/>
            <p:nvPr/>
          </p:nvSpPr>
          <p:spPr>
            <a:xfrm>
              <a:off x="7162800" y="2295353"/>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WEST MONROE</a:t>
              </a:r>
              <a:endParaRPr lang="en-US" sz="900" spc="54" kern="0" b="0" i="0" dirty="0">
                <a:solidFill>
                  <a:srgbClr val="FFFFFF"/>
                </a:solidFill>
                <a:latin typeface="IBM Plex Mono SemiBold"/>
                <a:ea typeface="IBM Plex Mono SemiBold"/>
                <a:cs typeface="IBM Plex Mono SemiBold"/>
              </a:endParaRPr>
            </a:p>
          </p:txBody>
        </p:sp>
        <p:sp>
          <p:nvSpPr>
            <p:cNvPr id="21" name="node01.series.source-003.label"/>
            <p:cNvSpPr/>
            <p:nvPr/>
          </p:nvSpPr>
          <p:spPr>
            <a:xfrm>
              <a:off x="9182100" y="2617075"/>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AI AGENTS</a:t>
              </a:r>
              <a:endParaRPr lang="en-US" sz="900" spc="54" kern="0" b="0" i="0" dirty="0">
                <a:solidFill>
                  <a:srgbClr val="FFFFFF"/>
                </a:solidFill>
                <a:latin typeface="IBM Plex Mono SemiBold"/>
                <a:ea typeface="IBM Plex Mono SemiBold"/>
                <a:cs typeface="IBM Plex Mono SemiBold"/>
              </a:endParaRPr>
            </a:p>
          </p:txBody>
        </p:sp>
      </p:grpSp>
      <p:grpSp>
        <p:nvGrpSpPr>
          <p:cNvPr id="29" name="node02"/>
          <p:cNvGrpSpPr/>
          <p:nvPr/>
        </p:nvGrpSpPr>
        <p:grpSpPr>
          <a:xfrm>
            <a:off x="723900" y="2514600"/>
            <a:ext cx="3429000" cy="762000"/>
            <a:chOff x="723900" y="2514600"/>
            <a:chExt cx="3429000" cy="762000"/>
          </a:xfrm>
        </p:grpSpPr>
        <p:sp>
          <p:nvSpPr>
            <p:cNvPr id="22" name="node02.label"/>
            <p:cNvSpPr/>
            <p:nvPr/>
          </p:nvSpPr>
          <p:spPr>
            <a:xfrm>
              <a:off x="723900" y="2514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NORTHFIELD TEAM</a:t>
              </a:r>
              <a:endParaRPr lang="en-US" sz="900" spc="54" kern="0" b="0" i="0" dirty="0">
                <a:solidFill>
                  <a:srgbClr val="0047FF"/>
                </a:solidFill>
                <a:latin typeface="IBM Plex Mono Medium"/>
                <a:ea typeface="IBM Plex Mono Medium"/>
                <a:cs typeface="IBM Plex Mono Medium"/>
              </a:endParaRPr>
            </a:p>
          </p:txBody>
        </p:sp>
        <p:sp>
          <p:nvSpPr>
            <p:cNvPr id="23" name="node02.body"/>
            <p:cNvSpPr/>
            <p:nvPr/>
          </p:nvSpPr>
          <p:spPr>
            <a:xfrm>
              <a:off x="723900" y="27432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Domain experts who own the platform as we step back.</a:t>
              </a:r>
              <a:endParaRPr lang="en-US" sz="1400" spc="0" kern="0" b="0" i="0" dirty="0">
                <a:solidFill>
                  <a:srgbClr val="50658E"/>
                </a:solidFill>
                <a:latin typeface="IBM Plex Sans"/>
                <a:ea typeface="IBM Plex Sans"/>
                <a:cs typeface="IBM Plex Sans"/>
              </a:endParaRPr>
            </a:p>
          </p:txBody>
        </p:sp>
      </p:grpSp>
      <p:grpSp>
        <p:nvGrpSpPr>
          <p:cNvPr id="30" name="node03"/>
          <p:cNvGrpSpPr/>
          <p:nvPr/>
        </p:nvGrpSpPr>
        <p:grpSpPr>
          <a:xfrm>
            <a:off x="723900" y="3657600"/>
            <a:ext cx="3429000" cy="762000"/>
            <a:chOff x="723900" y="3657600"/>
            <a:chExt cx="3429000" cy="762000"/>
          </a:xfrm>
        </p:grpSpPr>
        <p:sp>
          <p:nvSpPr>
            <p:cNvPr id="24" name="node03.label"/>
            <p:cNvSpPr/>
            <p:nvPr/>
          </p:nvSpPr>
          <p:spPr>
            <a:xfrm>
              <a:off x="723900" y="3657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WEST MONROE</a:t>
              </a:r>
              <a:endParaRPr lang="en-US" sz="900" spc="54" kern="0" b="0" i="0" dirty="0">
                <a:solidFill>
                  <a:srgbClr val="0047FF"/>
                </a:solidFill>
                <a:latin typeface="IBM Plex Mono Medium"/>
                <a:ea typeface="IBM Plex Mono Medium"/>
                <a:cs typeface="IBM Plex Mono Medium"/>
              </a:endParaRPr>
            </a:p>
          </p:txBody>
        </p:sp>
        <p:sp>
          <p:nvSpPr>
            <p:cNvPr id="25" name="node03.body"/>
            <p:cNvSpPr/>
            <p:nvPr/>
          </p:nvSpPr>
          <p:spPr>
            <a:xfrm>
              <a:off x="723900" y="38862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We set the engineering standard, then step back.</a:t>
              </a:r>
              <a:endParaRPr lang="en-US" sz="1400" spc="0" kern="0" b="0" i="0" dirty="0">
                <a:solidFill>
                  <a:srgbClr val="50658E"/>
                </a:solidFill>
                <a:latin typeface="IBM Plex Sans"/>
                <a:ea typeface="IBM Plex Sans"/>
                <a:cs typeface="IBM Plex Sans"/>
              </a:endParaRPr>
            </a:p>
          </p:txBody>
        </p:sp>
      </p:grpSp>
      <p:grpSp>
        <p:nvGrpSpPr>
          <p:cNvPr id="31" name="node04"/>
          <p:cNvGrpSpPr/>
          <p:nvPr/>
        </p:nvGrpSpPr>
        <p:grpSpPr>
          <a:xfrm>
            <a:off x="723900" y="4800600"/>
            <a:ext cx="3429000" cy="762000"/>
            <a:chOff x="723900" y="4800600"/>
            <a:chExt cx="3429000" cy="762000"/>
          </a:xfrm>
        </p:grpSpPr>
        <p:sp>
          <p:nvSpPr>
            <p:cNvPr id="26" name="node04.label"/>
            <p:cNvSpPr/>
            <p:nvPr/>
          </p:nvSpPr>
          <p:spPr>
            <a:xfrm>
              <a:off x="723900" y="4800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 AGENTS</a:t>
              </a:r>
              <a:endParaRPr lang="en-US" sz="900" spc="54" kern="0" b="0" i="0" dirty="0">
                <a:solidFill>
                  <a:srgbClr val="0047FF"/>
                </a:solidFill>
                <a:latin typeface="IBM Plex Mono Medium"/>
                <a:ea typeface="IBM Plex Mono Medium"/>
                <a:cs typeface="IBM Plex Mono Medium"/>
              </a:endParaRPr>
            </a:p>
          </p:txBody>
        </p:sp>
        <p:sp>
          <p:nvSpPr>
            <p:cNvPr id="27" name="node04.body"/>
            <p:cNvSpPr/>
            <p:nvPr/>
          </p:nvSpPr>
          <p:spPr>
            <a:xfrm>
              <a:off x="723900" y="50292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Agents run routine maintenance; humans decide exceptions.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ource-246">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Front-line sessions close out the plan in late October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88</a:t>
            </a:fld>
            <a:endParaRPr lang="en-US" sz="700" spc="0" kern="0" b="0" i="0" dirty="0">
              <a:solidFill>
                <a:srgbClr val="070154"/>
              </a:solidFill>
              <a:latin typeface="IBM Plex Mono SemiBold"/>
              <a:ea typeface="IBM Plex Mono SemiBold"/>
              <a:cs typeface="IBM Plex Mono SemiBold"/>
            </a:endParaRPr>
          </a:p>
        </p:txBody>
      </p:sp>
      <p:grpSp>
        <p:nvGrpSpPr>
          <p:cNvPr id="29" name="node01"/>
          <p:cNvGrpSpPr/>
          <p:nvPr/>
        </p:nvGrpSpPr>
        <p:grpSpPr>
          <a:xfrm>
            <a:off x="723900" y="2057400"/>
            <a:ext cx="7086600" cy="3251200"/>
            <a:chOff x="723900" y="2057400"/>
            <a:chExt cx="7086600" cy="3251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2057400"/>
            <a:ext cx="7086600" cy="3251200"/>
          </p:xfrm>
          <a:graphic>
            <a:graphicData uri="http://schemas.openxmlformats.org/drawingml/2006/table">
              <a:tbl>
                <a:tblPr/>
                <a:tblGrid>
                  <a:gridCol w="2743200"/>
                  <a:gridCol w="914400"/>
                  <a:gridCol w="3429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STAKEHOLDER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TARGET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PURPOSE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82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Registration leads (3)</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Patient access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Oct 24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Front-desk workflow walk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82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Coding specialists (4)</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HIM</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Oct 27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Query volume and gaps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82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Denials analysts (3)</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Revenue cycle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Oct 28</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Appeal tooling and rework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82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Service desk lead</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IT</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Oct 29</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Incident trends by system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82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Unit clerks (3)</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Clinical ops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Oct 30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Charge capture steps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82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Billing leads (2)</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Finance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Oct 30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Statement exceptions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30" name="node02"/>
          <p:cNvGrpSpPr/>
          <p:nvPr/>
        </p:nvGrpSpPr>
        <p:grpSpPr>
          <a:xfrm>
            <a:off x="8077200" y="495300"/>
            <a:ext cx="3390900" cy="3048000"/>
            <a:chOff x="8077200" y="495300"/>
            <a:chExt cx="3390900" cy="3048000"/>
          </a:xfrm>
        </p:grpSpPr>
        <p:sp>
          <p:nvSpPr>
            <p:cNvPr id="8" name="node02.base"/>
            <p:cNvSpPr/>
            <p:nvPr/>
          </p:nvSpPr>
          <p:spPr>
            <a:xfrm>
              <a:off x="8153400" y="6096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9" name="node02.steps.slot-001.marker"/>
            <p:cNvSpPr/>
            <p:nvPr/>
          </p:nvSpPr>
          <p:spPr>
            <a:xfrm>
              <a:off x="8077200" y="533400"/>
              <a:ext cx="152400" cy="152400"/>
            </a:xfrm>
            <a:prstGeom prst="rect">
              <a:avLst/>
            </a:prstGeom>
            <a:solidFill>
              <a:srgbClr val="070154"/>
            </a:solidFill>
            <a:ln>
              <a:noFill/>
            </a:ln>
          </p:spPr>
        </p:sp>
        <p:sp>
          <p:nvSpPr>
            <p:cNvPr id="10" name="node02.steps.slot-001.title"/>
            <p:cNvSpPr/>
            <p:nvPr/>
          </p:nvSpPr>
          <p:spPr>
            <a:xfrm>
              <a:off x="8496300" y="495300"/>
              <a:ext cx="169703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1 · Executives</a:t>
              </a:r>
              <a:endParaRPr lang="en-US" sz="1400" spc="0" kern="0" b="0" i="0" dirty="0">
                <a:solidFill>
                  <a:srgbClr val="070154"/>
                </a:solidFill>
                <a:latin typeface="IBM Plex Sans SemiBold"/>
                <a:ea typeface="IBM Plex Sans SemiBold"/>
                <a:cs typeface="IBM Plex Sans SemiBold"/>
              </a:endParaRPr>
            </a:p>
          </p:txBody>
        </p:sp>
        <p:sp>
          <p:nvSpPr>
            <p:cNvPr id="11" name="node02.steps.slot-001.label"/>
            <p:cNvSpPr/>
            <p:nvPr/>
          </p:nvSpPr>
          <p:spPr>
            <a:xfrm>
              <a:off x="10345738" y="584454"/>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OCT 7 TO 16</a:t>
              </a:r>
              <a:endParaRPr lang="en-US" sz="900" spc="54" kern="0" b="0" i="0" dirty="0">
                <a:solidFill>
                  <a:srgbClr val="0047FF"/>
                </a:solidFill>
                <a:latin typeface="IBM Plex Mono Medium"/>
                <a:ea typeface="IBM Plex Mono Medium"/>
                <a:cs typeface="IBM Plex Mono Medium"/>
              </a:endParaRPr>
            </a:p>
          </p:txBody>
        </p:sp>
        <p:sp>
          <p:nvSpPr>
            <p:cNvPr id="12" name="node02.steps.slot-001.description.part-0"/>
            <p:cNvSpPr/>
            <p:nvPr/>
          </p:nvSpPr>
          <p:spPr>
            <a:xfrm>
              <a:off x="8496300" y="800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Five sessions on priorities and funding.</a:t>
              </a:r>
              <a:endParaRPr lang="en-US" sz="1200" spc="0" kern="0" b="0" i="0" dirty="0">
                <a:solidFill>
                  <a:srgbClr val="50658E"/>
                </a:solidFill>
                <a:latin typeface="IBM Plex Sans"/>
                <a:ea typeface="IBM Plex Sans"/>
                <a:cs typeface="IBM Plex Sans"/>
              </a:endParaRPr>
            </a:p>
          </p:txBody>
        </p:sp>
        <p:sp>
          <p:nvSpPr>
            <p:cNvPr id="13" name="node02.steps.slot-002.marker"/>
            <p:cNvSpPr/>
            <p:nvPr/>
          </p:nvSpPr>
          <p:spPr>
            <a:xfrm>
              <a:off x="8077200" y="1371600"/>
              <a:ext cx="152400" cy="152400"/>
            </a:xfrm>
            <a:prstGeom prst="rect">
              <a:avLst/>
            </a:prstGeom>
            <a:solidFill>
              <a:srgbClr val="FFFFFF"/>
            </a:solidFill>
            <a:ln w="12700">
              <a:solidFill>
                <a:srgbClr val="070154"/>
              </a:solidFill>
              <a:prstDash val="solid"/>
            </a:ln>
          </p:spPr>
        </p:sp>
        <p:sp>
          <p:nvSpPr>
            <p:cNvPr id="14" name="node02.steps.slot-002.title"/>
            <p:cNvSpPr/>
            <p:nvPr/>
          </p:nvSpPr>
          <p:spPr>
            <a:xfrm>
              <a:off x="8496300" y="1333500"/>
              <a:ext cx="145732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2 · Leaders</a:t>
              </a:r>
              <a:endParaRPr lang="en-US" sz="1400" spc="0" kern="0" b="0" i="0" dirty="0">
                <a:solidFill>
                  <a:srgbClr val="070154"/>
                </a:solidFill>
                <a:latin typeface="IBM Plex Sans SemiBold"/>
                <a:ea typeface="IBM Plex Sans SemiBold"/>
                <a:cs typeface="IBM Plex Sans SemiBold"/>
              </a:endParaRPr>
            </a:p>
          </p:txBody>
        </p:sp>
        <p:sp>
          <p:nvSpPr>
            <p:cNvPr id="15" name="node02.steps.slot-002.label"/>
            <p:cNvSpPr/>
            <p:nvPr/>
          </p:nvSpPr>
          <p:spPr>
            <a:xfrm>
              <a:off x="10106025" y="1422654"/>
              <a:ext cx="926852"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OCT 17 TO 23</a:t>
              </a:r>
              <a:endParaRPr lang="en-US" sz="900" spc="54" kern="0" b="0" i="0" dirty="0">
                <a:solidFill>
                  <a:srgbClr val="0047FF"/>
                </a:solidFill>
                <a:latin typeface="IBM Plex Mono Medium"/>
                <a:ea typeface="IBM Plex Mono Medium"/>
                <a:cs typeface="IBM Plex Mono Medium"/>
              </a:endParaRPr>
            </a:p>
          </p:txBody>
        </p:sp>
        <p:sp>
          <p:nvSpPr>
            <p:cNvPr id="16" name="node02.steps.slot-002.description.part-0"/>
            <p:cNvSpPr/>
            <p:nvPr/>
          </p:nvSpPr>
          <p:spPr>
            <a:xfrm>
              <a:off x="8496300" y="1638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Five sessions on process and tooling.</a:t>
              </a:r>
              <a:endParaRPr lang="en-US" sz="1200" spc="0" kern="0" b="0" i="0" dirty="0">
                <a:solidFill>
                  <a:srgbClr val="50658E"/>
                </a:solidFill>
                <a:latin typeface="IBM Plex Sans"/>
                <a:ea typeface="IBM Plex Sans"/>
                <a:cs typeface="IBM Plex Sans"/>
              </a:endParaRPr>
            </a:p>
          </p:txBody>
        </p:sp>
        <p:sp>
          <p:nvSpPr>
            <p:cNvPr id="17" name="node02.steps.slot-003.marker"/>
            <p:cNvSpPr/>
            <p:nvPr/>
          </p:nvSpPr>
          <p:spPr>
            <a:xfrm>
              <a:off x="8077200" y="2209800"/>
              <a:ext cx="152400" cy="152400"/>
            </a:xfrm>
            <a:prstGeom prst="rect">
              <a:avLst/>
            </a:prstGeom>
            <a:solidFill>
              <a:srgbClr val="FFFFFF"/>
            </a:solidFill>
            <a:ln w="12700">
              <a:solidFill>
                <a:srgbClr val="070154"/>
              </a:solidFill>
              <a:prstDash val="solid"/>
            </a:ln>
          </p:spPr>
        </p:sp>
        <p:sp>
          <p:nvSpPr>
            <p:cNvPr id="18" name="node02.steps.slot-003.title"/>
            <p:cNvSpPr/>
            <p:nvPr/>
          </p:nvSpPr>
          <p:spPr>
            <a:xfrm>
              <a:off x="8496300" y="2171700"/>
              <a:ext cx="15938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3 · Front line</a:t>
              </a:r>
              <a:endParaRPr lang="en-US" sz="1400" spc="0" kern="0" b="0" i="0" dirty="0">
                <a:solidFill>
                  <a:srgbClr val="070154"/>
                </a:solidFill>
                <a:latin typeface="IBM Plex Sans SemiBold"/>
                <a:ea typeface="IBM Plex Sans SemiBold"/>
                <a:cs typeface="IBM Plex Sans SemiBold"/>
              </a:endParaRPr>
            </a:p>
          </p:txBody>
        </p:sp>
        <p:sp>
          <p:nvSpPr>
            <p:cNvPr id="19" name="node02.steps.slot-003.label"/>
            <p:cNvSpPr/>
            <p:nvPr/>
          </p:nvSpPr>
          <p:spPr>
            <a:xfrm>
              <a:off x="10242550" y="2260854"/>
              <a:ext cx="926852"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OCT 24 TO 30</a:t>
              </a:r>
              <a:endParaRPr lang="en-US" sz="900" spc="54" kern="0" b="0" i="0" dirty="0">
                <a:solidFill>
                  <a:srgbClr val="0047FF"/>
                </a:solidFill>
                <a:latin typeface="IBM Plex Mono Medium"/>
                <a:ea typeface="IBM Plex Mono Medium"/>
                <a:cs typeface="IBM Plex Mono Medium"/>
              </a:endParaRPr>
            </a:p>
          </p:txBody>
        </p:sp>
        <p:sp>
          <p:nvSpPr>
            <p:cNvPr id="20" name="node02.steps.slot-003.description.part-0"/>
            <p:cNvSpPr/>
            <p:nvPr/>
          </p:nvSpPr>
          <p:spPr>
            <a:xfrm>
              <a:off x="8496300" y="2476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Fifteen people in six group sessions.</a:t>
              </a:r>
              <a:endParaRPr lang="en-US" sz="1200" spc="0" kern="0" b="0" i="0" dirty="0">
                <a:solidFill>
                  <a:srgbClr val="50658E"/>
                </a:solidFill>
                <a:latin typeface="IBM Plex Sans"/>
                <a:ea typeface="IBM Plex Sans"/>
                <a:cs typeface="IBM Plex Sans"/>
              </a:endParaRPr>
            </a:p>
          </p:txBody>
        </p:sp>
        <p:sp>
          <p:nvSpPr>
            <p:cNvPr id="21" name="node02.steps.slot-004.marker"/>
            <p:cNvSpPr/>
            <p:nvPr/>
          </p:nvSpPr>
          <p:spPr>
            <a:xfrm>
              <a:off x="8077200" y="3048000"/>
              <a:ext cx="152400" cy="152400"/>
            </a:xfrm>
            <a:prstGeom prst="rect">
              <a:avLst/>
            </a:prstGeom>
            <a:solidFill>
              <a:srgbClr val="FFFFFF"/>
            </a:solidFill>
            <a:ln w="12700">
              <a:solidFill>
                <a:srgbClr val="070154"/>
              </a:solidFill>
              <a:prstDash val="solid"/>
            </a:ln>
          </p:spPr>
        </p:sp>
        <p:sp>
          <p:nvSpPr>
            <p:cNvPr id="22" name="node02.steps.slot-004.title"/>
            <p:cNvSpPr/>
            <p:nvPr/>
          </p:nvSpPr>
          <p:spPr>
            <a:xfrm>
              <a:off x="8496300" y="3009900"/>
              <a:ext cx="74453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Readout</a:t>
              </a:r>
              <a:endParaRPr lang="en-US" sz="1400" spc="0" kern="0" b="0" i="0" dirty="0">
                <a:solidFill>
                  <a:srgbClr val="070154"/>
                </a:solidFill>
                <a:latin typeface="IBM Plex Sans SemiBold"/>
                <a:ea typeface="IBM Plex Sans SemiBold"/>
                <a:cs typeface="IBM Plex Sans SemiBold"/>
              </a:endParaRPr>
            </a:p>
          </p:txBody>
        </p:sp>
        <p:sp>
          <p:nvSpPr>
            <p:cNvPr id="23" name="node02.steps.slot-004.label"/>
            <p:cNvSpPr/>
            <p:nvPr/>
          </p:nvSpPr>
          <p:spPr>
            <a:xfrm>
              <a:off x="9393238" y="3099054"/>
              <a:ext cx="40100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NOV 3</a:t>
              </a:r>
              <a:endParaRPr lang="en-US" sz="900" spc="54" kern="0" b="0" i="0" dirty="0">
                <a:solidFill>
                  <a:srgbClr val="0047FF"/>
                </a:solidFill>
                <a:latin typeface="IBM Plex Mono Medium"/>
                <a:ea typeface="IBM Plex Mono Medium"/>
                <a:cs typeface="IBM Plex Mono Medium"/>
              </a:endParaRPr>
            </a:p>
          </p:txBody>
        </p:sp>
        <p:sp>
          <p:nvSpPr>
            <p:cNvPr id="24" name="node02.steps.slot-004.description.part-0"/>
            <p:cNvSpPr/>
            <p:nvPr/>
          </p:nvSpPr>
          <p:spPr>
            <a:xfrm>
              <a:off x="8496300" y="3314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Findings to the steering committee.</a:t>
              </a:r>
              <a:endParaRPr lang="en-US" sz="1200" spc="0" kern="0" b="0" i="0" dirty="0">
                <a:solidFill>
                  <a:srgbClr val="50658E"/>
                </a:solidFill>
                <a:latin typeface="IBM Plex Sans"/>
                <a:ea typeface="IBM Plex Sans"/>
                <a:cs typeface="IBM Plex Sans"/>
              </a:endParaRPr>
            </a:p>
          </p:txBody>
        </p:sp>
      </p:grpSp>
      <p:grpSp>
        <p:nvGrpSpPr>
          <p:cNvPr id="31" name="node03"/>
          <p:cNvGrpSpPr/>
          <p:nvPr/>
        </p:nvGrpSpPr>
        <p:grpSpPr>
          <a:xfrm>
            <a:off x="8039100" y="4038600"/>
            <a:ext cx="3429000" cy="1640650"/>
            <a:chOff x="8039100" y="4038600"/>
            <a:chExt cx="3429000" cy="1640650"/>
          </a:xfrm>
        </p:grpSpPr>
        <p:sp>
          <p:nvSpPr>
            <p:cNvPr id="25" name="node03.container"/>
            <p:cNvSpPr/>
            <p:nvPr/>
          </p:nvSpPr>
          <p:spPr>
            <a:xfrm>
              <a:off x="8039100" y="4038600"/>
              <a:ext cx="3429000" cy="1640650"/>
            </a:xfrm>
            <a:prstGeom prst="rect">
              <a:avLst/>
            </a:prstGeom>
            <a:solidFill>
              <a:srgbClr val="F900D3"/>
            </a:solidFill>
            <a:ln>
              <a:noFill/>
            </a:ln>
          </p:spPr>
        </p:sp>
        <p:sp>
          <p:nvSpPr>
            <p:cNvPr id="26" name="node03.eyebrow"/>
            <p:cNvSpPr/>
            <p:nvPr/>
          </p:nvSpPr>
          <p:spPr>
            <a:xfrm>
              <a:off x="8267700" y="4267200"/>
              <a:ext cx="2971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70154"/>
                  </a:solidFill>
                  <a:latin typeface="IBM Plex Mono SemiBold"/>
                  <a:ea typeface="IBM Plex Mono SemiBold"/>
                  <a:cs typeface="IBM Plex Mono SemiBold"/>
                </a:rPr>
                <a:t>STILL TO SCHEDULE</a:t>
              </a:r>
              <a:endParaRPr lang="en-US" sz="1000" spc="80" kern="0" b="0" i="0" dirty="0">
                <a:solidFill>
                  <a:srgbClr val="070154"/>
                </a:solidFill>
                <a:latin typeface="IBM Plex Mono SemiBold"/>
                <a:ea typeface="IBM Plex Mono SemiBold"/>
                <a:cs typeface="IBM Plex Mono SemiBold"/>
              </a:endParaRPr>
            </a:p>
          </p:txBody>
        </p:sp>
        <p:sp>
          <p:nvSpPr>
            <p:cNvPr id="27" name="node03.metric.value"/>
            <p:cNvSpPr/>
            <p:nvPr/>
          </p:nvSpPr>
          <p:spPr>
            <a:xfrm>
              <a:off x="8267700" y="44958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10</a:t>
              </a:r>
              <a:endParaRPr lang="en-US" sz="4800" spc="-96" kern="0" b="0" i="0" dirty="0">
                <a:solidFill>
                  <a:srgbClr val="FFFFFF"/>
                </a:solidFill>
                <a:latin typeface="IBM Plex Mono SemiBold"/>
                <a:ea typeface="IBM Plex Mono SemiBold"/>
                <a:cs typeface="IBM Plex Mono SemiBold"/>
              </a:endParaRPr>
            </a:p>
          </p:txBody>
        </p:sp>
        <p:sp>
          <p:nvSpPr>
            <p:cNvPr id="28" name="node03.metric.label"/>
            <p:cNvSpPr/>
            <p:nvPr/>
          </p:nvSpPr>
          <p:spPr>
            <a:xfrm>
              <a:off x="8267700" y="518395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of 15 interviews have no date yet.</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ource-62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If this happens, do this: contingencies for workshop 2</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89</a:t>
            </a:fld>
            <a:endParaRPr lang="en-US" sz="700" spc="0" kern="0" b="0" i="0" dirty="0">
              <a:solidFill>
                <a:srgbClr val="070154"/>
              </a:solidFill>
              <a:latin typeface="IBM Plex Mono SemiBold"/>
              <a:ea typeface="IBM Plex Mono SemiBold"/>
              <a:cs typeface="IBM Plex Mono SemiBold"/>
            </a:endParaRPr>
          </a:p>
        </p:txBody>
      </p:sp>
      <p:grpSp>
        <p:nvGrpSpPr>
          <p:cNvPr id="19" name="node01"/>
          <p:cNvGrpSpPr/>
          <p:nvPr/>
        </p:nvGrpSpPr>
        <p:grpSpPr>
          <a:xfrm>
            <a:off x="723900" y="1600200"/>
            <a:ext cx="10744200" cy="4127500"/>
            <a:chOff x="723900" y="1600200"/>
            <a:chExt cx="10744200" cy="41275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127500"/>
          </p:xfrm>
          <a:graphic>
            <a:graphicData uri="http://schemas.openxmlformats.org/drawingml/2006/table">
              <a:tbl>
                <a:tblPr/>
                <a:tblGrid>
                  <a:gridCol w="914400"/>
                  <a:gridCol w="1981200"/>
                  <a:gridCol w="2438400"/>
                  <a:gridCol w="4343400"/>
                  <a:gridCol w="1066800"/>
                </a:tblGrid>
                <a:tr h="355600">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SEVERITY</a:t>
                        </a:r>
                        <a:endParaRPr lang="en-US" sz="900" spc="54" kern="0" b="0" i="0" dirty="0">
                          <a:solidFill>
                            <a:srgbClr val="FFFFFF"/>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IF THIS HAPPENS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EARLY SIGN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DO THIS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715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Decision-makers missing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Sponsor or area lead absent at 9:15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Mark decisions as recommendations; log an owner and a date; confirm by email within 24 hours.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Video fails for remote table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audio or picture for two minutes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Producer moves them to the phone bridge and shares a photo of the canvas; the scribe pastes notes live.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Running long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Ten minutes behind at the break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Cut in this order: 1 playback to three minutes a table; 2 recap dot vote; 3 gap discussion, moved to follow-up. Never cut decisions.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Dominant voice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person holds over 40% of airtime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Round-robin on index cards; “Let us hear from tables not yet in”; side-chat at the break.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Area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Off-topic deep dive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Five minutes on one system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Park it with an owner, offer a follow-up session, and return to the canvas.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Area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Low energy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Quiet tables after the break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Stand-up pair share, switch to sticky notes, shorten the next timebox.</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7" name="node01.row.item-001.p.priority.fill"/>
            <p:cNvSpPr/>
            <p:nvPr/>
          </p:nvSpPr>
          <p:spPr>
            <a:xfrm>
              <a:off x="927100" y="2139950"/>
              <a:ext cx="508000" cy="203200"/>
            </a:xfrm>
            <a:prstGeom prst="rect">
              <a:avLst/>
            </a:prstGeom>
            <a:solidFill>
              <a:srgbClr val="070154"/>
            </a:solidFill>
            <a:ln w="9525">
              <a:solidFill>
                <a:srgbClr val="070154"/>
              </a:solidFill>
              <a:prstDash val="solid"/>
            </a:ln>
          </p:spPr>
        </p:sp>
        <p:sp>
          <p:nvSpPr>
            <p:cNvPr id="8" name="node01.row.item-001.p.priority"/>
            <p:cNvSpPr/>
            <p:nvPr/>
          </p:nvSpPr>
          <p:spPr>
            <a:xfrm>
              <a:off x="1028700" y="216535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P1</a:t>
              </a:r>
              <a:endParaRPr lang="en-US" sz="900" spc="54" kern="0" b="0" i="0" dirty="0">
                <a:solidFill>
                  <a:srgbClr val="FFFFFF"/>
                </a:solidFill>
                <a:latin typeface="IBM Plex Mono SemiBold"/>
                <a:ea typeface="IBM Plex Mono SemiBold"/>
                <a:cs typeface="IBM Plex Mono SemiBold"/>
              </a:endParaRPr>
            </a:p>
          </p:txBody>
        </p:sp>
        <p:sp>
          <p:nvSpPr>
            <p:cNvPr id="9" name="node01.row.item-002.p.priority.fill"/>
            <p:cNvSpPr/>
            <p:nvPr/>
          </p:nvSpPr>
          <p:spPr>
            <a:xfrm>
              <a:off x="927100" y="2711450"/>
              <a:ext cx="508000" cy="203200"/>
            </a:xfrm>
            <a:prstGeom prst="rect">
              <a:avLst/>
            </a:prstGeom>
            <a:solidFill>
              <a:srgbClr val="070154"/>
            </a:solidFill>
            <a:ln w="9525">
              <a:solidFill>
                <a:srgbClr val="070154"/>
              </a:solidFill>
              <a:prstDash val="solid"/>
            </a:ln>
          </p:spPr>
        </p:sp>
        <p:sp>
          <p:nvSpPr>
            <p:cNvPr id="10" name="node01.row.item-002.p.priority"/>
            <p:cNvSpPr/>
            <p:nvPr/>
          </p:nvSpPr>
          <p:spPr>
            <a:xfrm>
              <a:off x="1028700" y="273685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P1</a:t>
              </a:r>
              <a:endParaRPr lang="en-US" sz="900" spc="54" kern="0" b="0" i="0" dirty="0">
                <a:solidFill>
                  <a:srgbClr val="FFFFFF"/>
                </a:solidFill>
                <a:latin typeface="IBM Plex Mono SemiBold"/>
                <a:ea typeface="IBM Plex Mono SemiBold"/>
                <a:cs typeface="IBM Plex Mono SemiBold"/>
              </a:endParaRPr>
            </a:p>
          </p:txBody>
        </p:sp>
        <p:sp>
          <p:nvSpPr>
            <p:cNvPr id="11" name="node01.row.item-003.p.priority.fill"/>
            <p:cNvSpPr/>
            <p:nvPr/>
          </p:nvSpPr>
          <p:spPr>
            <a:xfrm>
              <a:off x="927100" y="3454400"/>
              <a:ext cx="508000" cy="203200"/>
            </a:xfrm>
            <a:prstGeom prst="rect">
              <a:avLst/>
            </a:prstGeom>
            <a:solidFill>
              <a:srgbClr val="32477B"/>
            </a:solidFill>
            <a:ln w="9525">
              <a:solidFill>
                <a:srgbClr val="070154"/>
              </a:solidFill>
              <a:prstDash val="solid"/>
            </a:ln>
          </p:spPr>
        </p:sp>
        <p:sp>
          <p:nvSpPr>
            <p:cNvPr id="12" name="node01.row.item-003.p.priority"/>
            <p:cNvSpPr/>
            <p:nvPr/>
          </p:nvSpPr>
          <p:spPr>
            <a:xfrm>
              <a:off x="1028700" y="34798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P2</a:t>
              </a:r>
              <a:endParaRPr lang="en-US" sz="900" spc="54" kern="0" b="0" i="0" dirty="0">
                <a:solidFill>
                  <a:srgbClr val="FFFFFF"/>
                </a:solidFill>
                <a:latin typeface="IBM Plex Mono SemiBold"/>
                <a:ea typeface="IBM Plex Mono SemiBold"/>
                <a:cs typeface="IBM Plex Mono SemiBold"/>
              </a:endParaRPr>
            </a:p>
          </p:txBody>
        </p:sp>
        <p:sp>
          <p:nvSpPr>
            <p:cNvPr id="13" name="node01.row.item-004.p.priority.fill"/>
            <p:cNvSpPr/>
            <p:nvPr/>
          </p:nvSpPr>
          <p:spPr>
            <a:xfrm>
              <a:off x="927100" y="4197350"/>
              <a:ext cx="508000" cy="203200"/>
            </a:xfrm>
            <a:prstGeom prst="rect">
              <a:avLst/>
            </a:prstGeom>
            <a:solidFill>
              <a:srgbClr val="32477B"/>
            </a:solidFill>
            <a:ln w="9525">
              <a:solidFill>
                <a:srgbClr val="070154"/>
              </a:solidFill>
              <a:prstDash val="solid"/>
            </a:ln>
          </p:spPr>
        </p:sp>
        <p:sp>
          <p:nvSpPr>
            <p:cNvPr id="14" name="node01.row.item-004.p.priority"/>
            <p:cNvSpPr/>
            <p:nvPr/>
          </p:nvSpPr>
          <p:spPr>
            <a:xfrm>
              <a:off x="1028700" y="422275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P2</a:t>
              </a:r>
              <a:endParaRPr lang="en-US" sz="900" spc="54" kern="0" b="0" i="0" dirty="0">
                <a:solidFill>
                  <a:srgbClr val="FFFFFF"/>
                </a:solidFill>
                <a:latin typeface="IBM Plex Mono SemiBold"/>
                <a:ea typeface="IBM Plex Mono SemiBold"/>
                <a:cs typeface="IBM Plex Mono SemiBold"/>
              </a:endParaRPr>
            </a:p>
          </p:txBody>
        </p:sp>
        <p:sp>
          <p:nvSpPr>
            <p:cNvPr id="15" name="node01.row.item-005.p.priority.fill"/>
            <p:cNvSpPr/>
            <p:nvPr/>
          </p:nvSpPr>
          <p:spPr>
            <a:xfrm>
              <a:off x="927100" y="4768850"/>
              <a:ext cx="508000" cy="203200"/>
            </a:xfrm>
            <a:prstGeom prst="rect">
              <a:avLst/>
            </a:prstGeom>
            <a:solidFill>
              <a:srgbClr val="CED7E6"/>
            </a:solidFill>
            <a:ln w="9525">
              <a:solidFill>
                <a:srgbClr val="070154"/>
              </a:solidFill>
              <a:prstDash val="solid"/>
            </a:ln>
          </p:spPr>
        </p:sp>
        <p:sp>
          <p:nvSpPr>
            <p:cNvPr id="16" name="node01.row.item-005.p.priority"/>
            <p:cNvSpPr/>
            <p:nvPr/>
          </p:nvSpPr>
          <p:spPr>
            <a:xfrm>
              <a:off x="1028700" y="479425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P3</a:t>
              </a:r>
              <a:endParaRPr lang="en-US" sz="900" spc="54" kern="0" b="0" i="0" dirty="0">
                <a:solidFill>
                  <a:srgbClr val="070154"/>
                </a:solidFill>
                <a:latin typeface="IBM Plex Mono SemiBold"/>
                <a:ea typeface="IBM Plex Mono SemiBold"/>
                <a:cs typeface="IBM Plex Mono SemiBold"/>
              </a:endParaRPr>
            </a:p>
          </p:txBody>
        </p:sp>
        <p:sp>
          <p:nvSpPr>
            <p:cNvPr id="17" name="node01.row.item-006.p.priority.fill"/>
            <p:cNvSpPr/>
            <p:nvPr/>
          </p:nvSpPr>
          <p:spPr>
            <a:xfrm>
              <a:off x="927100" y="5340350"/>
              <a:ext cx="508000" cy="203200"/>
            </a:xfrm>
            <a:prstGeom prst="rect">
              <a:avLst/>
            </a:prstGeom>
            <a:solidFill>
              <a:srgbClr val="CED7E6"/>
            </a:solidFill>
            <a:ln w="9525">
              <a:solidFill>
                <a:srgbClr val="070154"/>
              </a:solidFill>
              <a:prstDash val="solid"/>
            </a:ln>
          </p:spPr>
        </p:sp>
        <p:sp>
          <p:nvSpPr>
            <p:cNvPr id="18" name="node01.row.item-006.p.priority"/>
            <p:cNvSpPr/>
            <p:nvPr/>
          </p:nvSpPr>
          <p:spPr>
            <a:xfrm>
              <a:off x="1028700" y="536575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P3</a:t>
              </a:r>
              <a:endParaRPr lang="en-US" sz="900" spc="5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ource-63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days to design how patients get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90</a:t>
            </a:fld>
            <a:endParaRPr lang="en-US" sz="700" spc="0" kern="0" b="0" i="0" dirty="0">
              <a:solidFill>
                <a:srgbClr val="070154"/>
              </a:solidFill>
              <a:latin typeface="IBM Plex Mono SemiBold"/>
              <a:ea typeface="IBM Plex Mono SemiBold"/>
              <a:cs typeface="IBM Plex Mono SemiBold"/>
            </a:endParaRPr>
          </a:p>
        </p:txBody>
      </p:sp>
      <p:grpSp>
        <p:nvGrpSpPr>
          <p:cNvPr id="44" name="node01"/>
          <p:cNvGrpSpPr/>
          <p:nvPr/>
        </p:nvGrpSpPr>
        <p:grpSpPr>
          <a:xfrm>
            <a:off x="723900" y="1600200"/>
            <a:ext cx="10744200" cy="228600"/>
            <a:chOff x="723900" y="1600200"/>
            <a:chExt cx="10744200" cy="228600"/>
          </a:xfrm>
        </p:grpSpPr>
        <p:sp>
          <p:nvSpPr>
            <p:cNvPr id="6" name="node01.label"/>
            <p:cNvSpPr/>
            <p:nvPr/>
          </p:nvSpPr>
          <p:spPr>
            <a:xfrm>
              <a:off x="723900" y="16002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OVERALL GOAL</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1777752" y="1709738"/>
              <a:ext cx="9690348" cy="9525"/>
            </a:xfrm>
            <a:prstGeom prst="rect">
              <a:avLst/>
            </a:prstGeom>
            <a:solidFill>
              <a:srgbClr val="CED7E6"/>
            </a:solidFill>
            <a:ln>
              <a:noFill/>
            </a:ln>
          </p:spPr>
        </p:sp>
      </p:grpSp>
      <p:sp>
        <p:nvSpPr>
          <p:cNvPr id="8" name="node02"/>
          <p:cNvSpPr/>
          <p:nvPr/>
        </p:nvSpPr>
        <p:spPr>
          <a:xfrm>
            <a:off x="723900" y="1828800"/>
            <a:ext cx="10744200" cy="9525"/>
          </a:xfrm>
          <a:prstGeom prst="rect">
            <a:avLst/>
          </a:prstGeom>
          <a:solidFill>
            <a:srgbClr val="CED7E6"/>
          </a:solidFill>
          <a:ln>
            <a:noFill/>
          </a:ln>
        </p:spPr>
      </p:sp>
      <p:grpSp>
        <p:nvGrpSpPr>
          <p:cNvPr id="45" name="node03"/>
          <p:cNvGrpSpPr/>
          <p:nvPr/>
        </p:nvGrpSpPr>
        <p:grpSpPr>
          <a:xfrm>
            <a:off x="723900" y="1905000"/>
            <a:ext cx="10744200" cy="266700"/>
            <a:chOff x="723900" y="1905000"/>
            <a:chExt cx="10744200" cy="266700"/>
          </a:xfrm>
        </p:grpSpPr>
        <p:sp>
          <p:nvSpPr>
            <p:cNvPr id="9" name="node03.text"/>
            <p:cNvSpPr/>
            <p:nvPr/>
          </p:nvSpPr>
          <p:spPr>
            <a:xfrm>
              <a:off x="723900" y="1905000"/>
              <a:ext cx="1074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Agree, test and commit to one future-state design for how patients schedule, register, get estimates and avoid denials.</a:t>
              </a:r>
              <a:endParaRPr lang="en-US" sz="1400" spc="0" kern="0" b="0" i="0" dirty="0">
                <a:solidFill>
                  <a:srgbClr val="070154"/>
                </a:solidFill>
                <a:latin typeface="IBM Plex Sans"/>
                <a:ea typeface="IBM Plex Sans"/>
                <a:cs typeface="IBM Plex Sans"/>
              </a:endParaRPr>
            </a:p>
          </p:txBody>
        </p:sp>
      </p:grpSp>
      <p:grpSp>
        <p:nvGrpSpPr>
          <p:cNvPr id="46" name="node04"/>
          <p:cNvGrpSpPr/>
          <p:nvPr/>
        </p:nvGrpSpPr>
        <p:grpSpPr>
          <a:xfrm>
            <a:off x="723900" y="2514600"/>
            <a:ext cx="5257800" cy="609600"/>
            <a:chOff x="723900" y="2514600"/>
            <a:chExt cx="5257800" cy="609600"/>
          </a:xfrm>
        </p:grpSpPr>
        <p:sp>
          <p:nvSpPr>
            <p:cNvPr id="10" name="node04.rule"/>
            <p:cNvSpPr/>
            <p:nvPr/>
          </p:nvSpPr>
          <p:spPr>
            <a:xfrm>
              <a:off x="723900" y="2514600"/>
              <a:ext cx="5257800" cy="38100"/>
            </a:xfrm>
            <a:prstGeom prst="rect">
              <a:avLst/>
            </a:prstGeom>
            <a:solidFill>
              <a:srgbClr val="070154"/>
            </a:solidFill>
            <a:ln>
              <a:noFill/>
            </a:ln>
          </p:spPr>
        </p:sp>
        <p:sp>
          <p:nvSpPr>
            <p:cNvPr id="11" name="node04.label"/>
            <p:cNvSpPr/>
            <p:nvPr/>
          </p:nvSpPr>
          <p:spPr>
            <a:xfrm>
              <a:off x="723900" y="26670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1 · TUE NOV 4 · 9:00 TO 17:00</a:t>
              </a:r>
              <a:endParaRPr lang="en-US" sz="900" spc="54" kern="0" b="0" i="0" dirty="0">
                <a:solidFill>
                  <a:srgbClr val="0047FF"/>
                </a:solidFill>
                <a:latin typeface="IBM Plex Mono Medium"/>
                <a:ea typeface="IBM Plex Mono Medium"/>
                <a:cs typeface="IBM Plex Mono Medium"/>
              </a:endParaRPr>
            </a:p>
          </p:txBody>
        </p:sp>
        <p:sp>
          <p:nvSpPr>
            <p:cNvPr id="12" name="node04.title"/>
            <p:cNvSpPr/>
            <p:nvPr/>
          </p:nvSpPr>
          <p:spPr>
            <a:xfrm>
              <a:off x="723900" y="28194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Discover the current state</a:t>
              </a:r>
              <a:endParaRPr lang="en-US" sz="1800" spc="-18" kern="0" b="0" i="0" dirty="0">
                <a:solidFill>
                  <a:srgbClr val="070154"/>
                </a:solidFill>
                <a:latin typeface="IBM Plex Sans SemiBold"/>
                <a:ea typeface="IBM Plex Sans SemiBold"/>
                <a:cs typeface="IBM Plex Sans SemiBold"/>
              </a:endParaRPr>
            </a:p>
          </p:txBody>
        </p:sp>
      </p:grpSp>
      <p:grpSp>
        <p:nvGrpSpPr>
          <p:cNvPr id="47" name="node05"/>
          <p:cNvGrpSpPr/>
          <p:nvPr/>
        </p:nvGrpSpPr>
        <p:grpSpPr>
          <a:xfrm>
            <a:off x="723900" y="3200400"/>
            <a:ext cx="5257800" cy="1524000"/>
            <a:chOff x="723900" y="3200400"/>
            <a:chExt cx="5257800" cy="1524000"/>
          </a:xfrm>
        </p:grpSpPr>
        <p:sp>
          <p:nvSpPr>
            <p:cNvPr id="13" name="node05.source-001.key"/>
            <p:cNvSpPr/>
            <p:nvPr/>
          </p:nvSpPr>
          <p:spPr>
            <a:xfrm>
              <a:off x="723900" y="32004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14" name="node05.source-001.text"/>
            <p:cNvSpPr/>
            <p:nvPr/>
          </p:nvSpPr>
          <p:spPr>
            <a:xfrm>
              <a:off x="1714500" y="32026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goals and ground rules</a:t>
              </a:r>
              <a:endParaRPr lang="en-US" sz="1400" spc="0" kern="0" b="0" i="0" dirty="0">
                <a:solidFill>
                  <a:srgbClr val="070154"/>
                </a:solidFill>
                <a:latin typeface="IBM Plex Sans SemiBold"/>
                <a:ea typeface="IBM Plex Sans SemiBold"/>
                <a:cs typeface="IBM Plex Sans SemiBold"/>
              </a:endParaRPr>
            </a:p>
          </p:txBody>
        </p:sp>
        <p:sp>
          <p:nvSpPr>
            <p:cNvPr id="15" name="node05.source-002.key"/>
            <p:cNvSpPr/>
            <p:nvPr/>
          </p:nvSpPr>
          <p:spPr>
            <a:xfrm>
              <a:off x="723900" y="35052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16" name="node05.source-002.text"/>
            <p:cNvSpPr/>
            <p:nvPr/>
          </p:nvSpPr>
          <p:spPr>
            <a:xfrm>
              <a:off x="1714500" y="35074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Current-state walk-through</a:t>
              </a:r>
              <a:endParaRPr lang="en-US" sz="1400" spc="0" kern="0" b="0" i="0" dirty="0">
                <a:solidFill>
                  <a:srgbClr val="070154"/>
                </a:solidFill>
                <a:latin typeface="IBM Plex Sans SemiBold"/>
                <a:ea typeface="IBM Plex Sans SemiBold"/>
                <a:cs typeface="IBM Plex Sans SemiBold"/>
              </a:endParaRPr>
            </a:p>
          </p:txBody>
        </p:sp>
        <p:sp>
          <p:nvSpPr>
            <p:cNvPr id="17" name="node05.source-003.key"/>
            <p:cNvSpPr/>
            <p:nvPr/>
          </p:nvSpPr>
          <p:spPr>
            <a:xfrm>
              <a:off x="723900" y="38100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11:15</a:t>
              </a:r>
              <a:endParaRPr lang="en-US" sz="1400" spc="0" kern="0" b="1" i="0" dirty="0">
                <a:solidFill>
                  <a:srgbClr val="0047FF"/>
                </a:solidFill>
                <a:latin typeface="IBM Plex Sans"/>
                <a:ea typeface="IBM Plex Sans"/>
                <a:cs typeface="IBM Plex Sans"/>
              </a:endParaRPr>
            </a:p>
          </p:txBody>
        </p:sp>
        <p:sp>
          <p:nvSpPr>
            <p:cNvPr id="18" name="node05.source-003.text"/>
            <p:cNvSpPr/>
            <p:nvPr/>
          </p:nvSpPr>
          <p:spPr>
            <a:xfrm>
              <a:off x="1714500" y="38122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Patient journey mapping</a:t>
              </a:r>
              <a:endParaRPr lang="en-US" sz="1400" spc="0" kern="0" b="0" i="0" dirty="0">
                <a:solidFill>
                  <a:srgbClr val="070154"/>
                </a:solidFill>
                <a:latin typeface="IBM Plex Sans SemiBold"/>
                <a:ea typeface="IBM Plex Sans SemiBold"/>
                <a:cs typeface="IBM Plex Sans SemiBold"/>
              </a:endParaRPr>
            </a:p>
          </p:txBody>
        </p:sp>
        <p:sp>
          <p:nvSpPr>
            <p:cNvPr id="19" name="node05.source-004.key"/>
            <p:cNvSpPr/>
            <p:nvPr/>
          </p:nvSpPr>
          <p:spPr>
            <a:xfrm>
              <a:off x="723900" y="41148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13:00</a:t>
              </a:r>
              <a:endParaRPr lang="en-US" sz="1400" spc="0" kern="0" b="1" i="0" dirty="0">
                <a:solidFill>
                  <a:srgbClr val="0047FF"/>
                </a:solidFill>
                <a:latin typeface="IBM Plex Sans"/>
                <a:ea typeface="IBM Plex Sans"/>
                <a:cs typeface="IBM Plex Sans"/>
              </a:endParaRPr>
            </a:p>
          </p:txBody>
        </p:sp>
        <p:sp>
          <p:nvSpPr>
            <p:cNvPr id="20" name="node05.source-004.text"/>
            <p:cNvSpPr/>
            <p:nvPr/>
          </p:nvSpPr>
          <p:spPr>
            <a:xfrm>
              <a:off x="1714500" y="41170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Pain points and root causes</a:t>
              </a:r>
              <a:endParaRPr lang="en-US" sz="1400" spc="0" kern="0" b="0" i="0" dirty="0">
                <a:solidFill>
                  <a:srgbClr val="070154"/>
                </a:solidFill>
                <a:latin typeface="IBM Plex Sans SemiBold"/>
                <a:ea typeface="IBM Plex Sans SemiBold"/>
                <a:cs typeface="IBM Plex Sans SemiBold"/>
              </a:endParaRPr>
            </a:p>
          </p:txBody>
        </p:sp>
        <p:sp>
          <p:nvSpPr>
            <p:cNvPr id="21" name="node05.source-005.key"/>
            <p:cNvSpPr/>
            <p:nvPr/>
          </p:nvSpPr>
          <p:spPr>
            <a:xfrm>
              <a:off x="723900" y="44196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16:30</a:t>
              </a:r>
              <a:endParaRPr lang="en-US" sz="1400" spc="0" kern="0" b="1" i="0" dirty="0">
                <a:solidFill>
                  <a:srgbClr val="0047FF"/>
                </a:solidFill>
                <a:latin typeface="IBM Plex Sans"/>
                <a:ea typeface="IBM Plex Sans"/>
                <a:cs typeface="IBM Plex Sans"/>
              </a:endParaRPr>
            </a:p>
          </p:txBody>
        </p:sp>
        <p:sp>
          <p:nvSpPr>
            <p:cNvPr id="22" name="node05.source-005.text"/>
            <p:cNvSpPr/>
            <p:nvPr/>
          </p:nvSpPr>
          <p:spPr>
            <a:xfrm>
              <a:off x="1714500" y="44218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Day 1 playback</a:t>
              </a:r>
              <a:endParaRPr lang="en-US" sz="1400" spc="0" kern="0" b="0" i="0" dirty="0">
                <a:solidFill>
                  <a:srgbClr val="070154"/>
                </a:solidFill>
                <a:latin typeface="IBM Plex Sans SemiBold"/>
                <a:ea typeface="IBM Plex Sans SemiBold"/>
                <a:cs typeface="IBM Plex Sans SemiBold"/>
              </a:endParaRPr>
            </a:p>
          </p:txBody>
        </p:sp>
      </p:grpSp>
      <p:grpSp>
        <p:nvGrpSpPr>
          <p:cNvPr id="48" name="node06"/>
          <p:cNvGrpSpPr/>
          <p:nvPr/>
        </p:nvGrpSpPr>
        <p:grpSpPr>
          <a:xfrm>
            <a:off x="723900" y="4876800"/>
            <a:ext cx="5257800" cy="228600"/>
            <a:chOff x="723900" y="4876800"/>
            <a:chExt cx="5257800" cy="228600"/>
          </a:xfrm>
        </p:grpSpPr>
        <p:sp>
          <p:nvSpPr>
            <p:cNvPr id="23" name="node06.label"/>
            <p:cNvSpPr/>
            <p:nvPr/>
          </p:nvSpPr>
          <p:spPr>
            <a:xfrm>
              <a:off x="723900" y="4876800"/>
              <a:ext cx="152782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 BY END OF DAY</a:t>
              </a:r>
              <a:endParaRPr lang="en-US" sz="900" spc="54" kern="0" b="0" i="0" dirty="0">
                <a:solidFill>
                  <a:srgbClr val="50658E"/>
                </a:solidFill>
                <a:latin typeface="IBM Plex Mono Medium"/>
                <a:ea typeface="IBM Plex Mono Medium"/>
                <a:cs typeface="IBM Plex Mono Medium"/>
              </a:endParaRPr>
            </a:p>
          </p:txBody>
        </p:sp>
        <p:sp>
          <p:nvSpPr>
            <p:cNvPr id="24" name="node06.rule"/>
            <p:cNvSpPr/>
            <p:nvPr/>
          </p:nvSpPr>
          <p:spPr>
            <a:xfrm>
              <a:off x="2378720" y="4986338"/>
              <a:ext cx="3602980" cy="9525"/>
            </a:xfrm>
            <a:prstGeom prst="rect">
              <a:avLst/>
            </a:prstGeom>
            <a:solidFill>
              <a:srgbClr val="CED7E6"/>
            </a:solidFill>
            <a:ln>
              <a:noFill/>
            </a:ln>
          </p:spPr>
        </p:sp>
      </p:grpSp>
      <p:sp>
        <p:nvSpPr>
          <p:cNvPr id="25" name="node07"/>
          <p:cNvSpPr/>
          <p:nvPr/>
        </p:nvSpPr>
        <p:spPr>
          <a:xfrm>
            <a:off x="723900" y="5105400"/>
            <a:ext cx="5257800" cy="9525"/>
          </a:xfrm>
          <a:prstGeom prst="rect">
            <a:avLst/>
          </a:prstGeom>
          <a:solidFill>
            <a:srgbClr val="CED7E6"/>
          </a:solidFill>
          <a:ln>
            <a:noFill/>
          </a:ln>
        </p:spPr>
      </p:sp>
      <p:grpSp>
        <p:nvGrpSpPr>
          <p:cNvPr id="49" name="node08"/>
          <p:cNvGrpSpPr/>
          <p:nvPr/>
        </p:nvGrpSpPr>
        <p:grpSpPr>
          <a:xfrm>
            <a:off x="723900" y="5181600"/>
            <a:ext cx="5257800" cy="457200"/>
            <a:chOff x="723900" y="5181600"/>
            <a:chExt cx="5257800" cy="457200"/>
          </a:xfrm>
        </p:grpSpPr>
        <p:sp>
          <p:nvSpPr>
            <p:cNvPr id="26" name="node08.text"/>
            <p:cNvSpPr/>
            <p:nvPr/>
          </p:nvSpPr>
          <p:spPr>
            <a:xfrm>
              <a:off x="723900" y="5181600"/>
              <a:ext cx="5257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validated current-state map and the top ten pain points, ranked by the room.</a:t>
              </a:r>
              <a:endParaRPr lang="en-US" sz="1200" spc="0" kern="0" b="0" i="0" dirty="0">
                <a:solidFill>
                  <a:srgbClr val="070154"/>
                </a:solidFill>
                <a:latin typeface="IBM Plex Sans"/>
                <a:ea typeface="IBM Plex Sans"/>
                <a:cs typeface="IBM Plex Sans"/>
              </a:endParaRPr>
            </a:p>
          </p:txBody>
        </p:sp>
      </p:grpSp>
      <p:grpSp>
        <p:nvGrpSpPr>
          <p:cNvPr id="50" name="node09"/>
          <p:cNvGrpSpPr/>
          <p:nvPr/>
        </p:nvGrpSpPr>
        <p:grpSpPr>
          <a:xfrm>
            <a:off x="6210300" y="2514600"/>
            <a:ext cx="5257800" cy="609600"/>
            <a:chOff x="6210300" y="2514600"/>
            <a:chExt cx="5257800" cy="609600"/>
          </a:xfrm>
        </p:grpSpPr>
        <p:sp>
          <p:nvSpPr>
            <p:cNvPr id="27" name="node09.rule"/>
            <p:cNvSpPr/>
            <p:nvPr/>
          </p:nvSpPr>
          <p:spPr>
            <a:xfrm>
              <a:off x="6210300" y="2514600"/>
              <a:ext cx="5257800" cy="38100"/>
            </a:xfrm>
            <a:prstGeom prst="rect">
              <a:avLst/>
            </a:prstGeom>
            <a:solidFill>
              <a:srgbClr val="070154"/>
            </a:solidFill>
            <a:ln>
              <a:noFill/>
            </a:ln>
          </p:spPr>
        </p:sp>
        <p:sp>
          <p:nvSpPr>
            <p:cNvPr id="28" name="node09.label"/>
            <p:cNvSpPr/>
            <p:nvPr/>
          </p:nvSpPr>
          <p:spPr>
            <a:xfrm>
              <a:off x="6210300" y="26670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2 · WED NOV 5 · 9:00 TO 16:30</a:t>
              </a:r>
              <a:endParaRPr lang="en-US" sz="900" spc="54" kern="0" b="0" i="0" dirty="0">
                <a:solidFill>
                  <a:srgbClr val="0047FF"/>
                </a:solidFill>
                <a:latin typeface="IBM Plex Mono Medium"/>
                <a:ea typeface="IBM Plex Mono Medium"/>
                <a:cs typeface="IBM Plex Mono Medium"/>
              </a:endParaRPr>
            </a:p>
          </p:txBody>
        </p:sp>
        <p:sp>
          <p:nvSpPr>
            <p:cNvPr id="29" name="node09.title"/>
            <p:cNvSpPr/>
            <p:nvPr/>
          </p:nvSpPr>
          <p:spPr>
            <a:xfrm>
              <a:off x="6210300" y="28194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Design the future state</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10"/>
          <p:cNvGrpSpPr/>
          <p:nvPr/>
        </p:nvGrpSpPr>
        <p:grpSpPr>
          <a:xfrm>
            <a:off x="6210300" y="3200400"/>
            <a:ext cx="5257800" cy="1524000"/>
            <a:chOff x="6210300" y="3200400"/>
            <a:chExt cx="5257800" cy="1524000"/>
          </a:xfrm>
        </p:grpSpPr>
        <p:sp>
          <p:nvSpPr>
            <p:cNvPr id="30" name="node10.source-001.key"/>
            <p:cNvSpPr/>
            <p:nvPr/>
          </p:nvSpPr>
          <p:spPr>
            <a:xfrm>
              <a:off x="6210300" y="32004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31" name="node10.source-001.text"/>
            <p:cNvSpPr/>
            <p:nvPr/>
          </p:nvSpPr>
          <p:spPr>
            <a:xfrm>
              <a:off x="7200900" y="32026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Recap and design principles</a:t>
              </a:r>
              <a:endParaRPr lang="en-US" sz="1400" spc="0" kern="0" b="0" i="0" dirty="0">
                <a:solidFill>
                  <a:srgbClr val="070154"/>
                </a:solidFill>
                <a:latin typeface="IBM Plex Sans SemiBold"/>
                <a:ea typeface="IBM Plex Sans SemiBold"/>
                <a:cs typeface="IBM Plex Sans SemiBold"/>
              </a:endParaRPr>
            </a:p>
          </p:txBody>
        </p:sp>
        <p:sp>
          <p:nvSpPr>
            <p:cNvPr id="32" name="node10.source-002.key"/>
            <p:cNvSpPr/>
            <p:nvPr/>
          </p:nvSpPr>
          <p:spPr>
            <a:xfrm>
              <a:off x="6210300" y="35052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33" name="node10.source-002.text"/>
            <p:cNvSpPr/>
            <p:nvPr/>
          </p:nvSpPr>
          <p:spPr>
            <a:xfrm>
              <a:off x="7200900" y="35074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Future-state design by area</a:t>
              </a:r>
              <a:endParaRPr lang="en-US" sz="1400" spc="0" kern="0" b="0" i="0" dirty="0">
                <a:solidFill>
                  <a:srgbClr val="070154"/>
                </a:solidFill>
                <a:latin typeface="IBM Plex Sans SemiBold"/>
                <a:ea typeface="IBM Plex Sans SemiBold"/>
                <a:cs typeface="IBM Plex Sans SemiBold"/>
              </a:endParaRPr>
            </a:p>
          </p:txBody>
        </p:sp>
        <p:sp>
          <p:nvSpPr>
            <p:cNvPr id="34" name="node10.source-003.key"/>
            <p:cNvSpPr/>
            <p:nvPr/>
          </p:nvSpPr>
          <p:spPr>
            <a:xfrm>
              <a:off x="6210300" y="38100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13:00</a:t>
              </a:r>
              <a:endParaRPr lang="en-US" sz="1400" spc="0" kern="0" b="1" i="0" dirty="0">
                <a:solidFill>
                  <a:srgbClr val="0047FF"/>
                </a:solidFill>
                <a:latin typeface="IBM Plex Sans"/>
                <a:ea typeface="IBM Plex Sans"/>
                <a:cs typeface="IBM Plex Sans"/>
              </a:endParaRPr>
            </a:p>
          </p:txBody>
        </p:sp>
        <p:sp>
          <p:nvSpPr>
            <p:cNvPr id="35" name="node10.source-003.text"/>
            <p:cNvSpPr/>
            <p:nvPr/>
          </p:nvSpPr>
          <p:spPr>
            <a:xfrm>
              <a:off x="7200900" y="38122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Cross-area hand-offs</a:t>
              </a:r>
              <a:endParaRPr lang="en-US" sz="1400" spc="0" kern="0" b="0" i="0" dirty="0">
                <a:solidFill>
                  <a:srgbClr val="070154"/>
                </a:solidFill>
                <a:latin typeface="IBM Plex Sans SemiBold"/>
                <a:ea typeface="IBM Plex Sans SemiBold"/>
                <a:cs typeface="IBM Plex Sans SemiBold"/>
              </a:endParaRPr>
            </a:p>
          </p:txBody>
        </p:sp>
        <p:sp>
          <p:nvSpPr>
            <p:cNvPr id="36" name="node10.source-004.key"/>
            <p:cNvSpPr/>
            <p:nvPr/>
          </p:nvSpPr>
          <p:spPr>
            <a:xfrm>
              <a:off x="6210300" y="41148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14:45</a:t>
              </a:r>
              <a:endParaRPr lang="en-US" sz="1400" spc="0" kern="0" b="1" i="0" dirty="0">
                <a:solidFill>
                  <a:srgbClr val="0047FF"/>
                </a:solidFill>
                <a:latin typeface="IBM Plex Sans"/>
                <a:ea typeface="IBM Plex Sans"/>
                <a:cs typeface="IBM Plex Sans"/>
              </a:endParaRPr>
            </a:p>
          </p:txBody>
        </p:sp>
        <p:sp>
          <p:nvSpPr>
            <p:cNvPr id="37" name="node10.source-004.text"/>
            <p:cNvSpPr/>
            <p:nvPr/>
          </p:nvSpPr>
          <p:spPr>
            <a:xfrm>
              <a:off x="7200900" y="41170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owners</a:t>
              </a:r>
              <a:endParaRPr lang="en-US" sz="1400" spc="0" kern="0" b="0" i="0" dirty="0">
                <a:solidFill>
                  <a:srgbClr val="070154"/>
                </a:solidFill>
                <a:latin typeface="IBM Plex Sans SemiBold"/>
                <a:ea typeface="IBM Plex Sans SemiBold"/>
                <a:cs typeface="IBM Plex Sans SemiBold"/>
              </a:endParaRPr>
            </a:p>
          </p:txBody>
        </p:sp>
        <p:sp>
          <p:nvSpPr>
            <p:cNvPr id="38" name="node10.source-005.key"/>
            <p:cNvSpPr/>
            <p:nvPr/>
          </p:nvSpPr>
          <p:spPr>
            <a:xfrm>
              <a:off x="6210300" y="4419600"/>
              <a:ext cx="7620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16:00</a:t>
              </a:r>
              <a:endParaRPr lang="en-US" sz="1400" spc="0" kern="0" b="1" i="0" dirty="0">
                <a:solidFill>
                  <a:srgbClr val="0047FF"/>
                </a:solidFill>
                <a:latin typeface="IBM Plex Sans"/>
                <a:ea typeface="IBM Plex Sans"/>
                <a:cs typeface="IBM Plex Sans"/>
              </a:endParaRPr>
            </a:p>
          </p:txBody>
        </p:sp>
        <p:sp>
          <p:nvSpPr>
            <p:cNvPr id="39" name="node10.source-005.text"/>
            <p:cNvSpPr/>
            <p:nvPr/>
          </p:nvSpPr>
          <p:spPr>
            <a:xfrm>
              <a:off x="7200900" y="4421886"/>
              <a:ext cx="4267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Readout to sponsors</a:t>
              </a:r>
              <a:endParaRPr lang="en-US" sz="1400" spc="0" kern="0" b="0" i="0" dirty="0">
                <a:solidFill>
                  <a:srgbClr val="070154"/>
                </a:solidFill>
                <a:latin typeface="IBM Plex Sans SemiBold"/>
                <a:ea typeface="IBM Plex Sans SemiBold"/>
                <a:cs typeface="IBM Plex Sans SemiBold"/>
              </a:endParaRPr>
            </a:p>
          </p:txBody>
        </p:sp>
      </p:grpSp>
      <p:grpSp>
        <p:nvGrpSpPr>
          <p:cNvPr id="52" name="node11"/>
          <p:cNvGrpSpPr/>
          <p:nvPr/>
        </p:nvGrpSpPr>
        <p:grpSpPr>
          <a:xfrm>
            <a:off x="6210300" y="4876800"/>
            <a:ext cx="5257800" cy="228600"/>
            <a:chOff x="6210300" y="4876800"/>
            <a:chExt cx="5257800" cy="228600"/>
          </a:xfrm>
        </p:grpSpPr>
        <p:sp>
          <p:nvSpPr>
            <p:cNvPr id="40" name="node11.label"/>
            <p:cNvSpPr/>
            <p:nvPr/>
          </p:nvSpPr>
          <p:spPr>
            <a:xfrm>
              <a:off x="6210300" y="4876800"/>
              <a:ext cx="152782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 BY END OF DAY</a:t>
              </a:r>
              <a:endParaRPr lang="en-US" sz="900" spc="54" kern="0" b="0" i="0" dirty="0">
                <a:solidFill>
                  <a:srgbClr val="50658E"/>
                </a:solidFill>
                <a:latin typeface="IBM Plex Mono Medium"/>
                <a:ea typeface="IBM Plex Mono Medium"/>
                <a:cs typeface="IBM Plex Mono Medium"/>
              </a:endParaRPr>
            </a:p>
          </p:txBody>
        </p:sp>
        <p:sp>
          <p:nvSpPr>
            <p:cNvPr id="41" name="node11.rule"/>
            <p:cNvSpPr/>
            <p:nvPr/>
          </p:nvSpPr>
          <p:spPr>
            <a:xfrm>
              <a:off x="7865120" y="4986338"/>
              <a:ext cx="3602980" cy="9525"/>
            </a:xfrm>
            <a:prstGeom prst="rect">
              <a:avLst/>
            </a:prstGeom>
            <a:solidFill>
              <a:srgbClr val="CED7E6"/>
            </a:solidFill>
            <a:ln>
              <a:noFill/>
            </a:ln>
          </p:spPr>
        </p:sp>
      </p:grpSp>
      <p:sp>
        <p:nvSpPr>
          <p:cNvPr id="42" name="node12"/>
          <p:cNvSpPr/>
          <p:nvPr/>
        </p:nvSpPr>
        <p:spPr>
          <a:xfrm>
            <a:off x="6210300" y="5105400"/>
            <a:ext cx="5257800" cy="9525"/>
          </a:xfrm>
          <a:prstGeom prst="rect">
            <a:avLst/>
          </a:prstGeom>
          <a:solidFill>
            <a:srgbClr val="CED7E6"/>
          </a:solidFill>
          <a:ln>
            <a:noFill/>
          </a:ln>
        </p:spPr>
      </p:sp>
      <p:grpSp>
        <p:nvGrpSpPr>
          <p:cNvPr id="53" name="node13"/>
          <p:cNvGrpSpPr/>
          <p:nvPr/>
        </p:nvGrpSpPr>
        <p:grpSpPr>
          <a:xfrm>
            <a:off x="6210300" y="5181600"/>
            <a:ext cx="5257800" cy="457200"/>
            <a:chOff x="6210300" y="5181600"/>
            <a:chExt cx="5257800" cy="457200"/>
          </a:xfrm>
        </p:grpSpPr>
        <p:sp>
          <p:nvSpPr>
            <p:cNvPr id="43" name="node13.text"/>
            <p:cNvSpPr/>
            <p:nvPr/>
          </p:nvSpPr>
          <p:spPr>
            <a:xfrm>
              <a:off x="6210300" y="5181600"/>
              <a:ext cx="5257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future-state design for each of the four areas, with a named owner and a decisions log.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ource-47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7015528" y="733532"/>
            <a:ext cx="2333133"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Every cutover step has exactly one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accountable</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role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91</a:t>
            </a:fld>
            <a:endParaRPr lang="en-US" sz="700" spc="0" kern="0" b="0" i="0" dirty="0">
              <a:solidFill>
                <a:srgbClr val="070154"/>
              </a:solidFill>
              <a:latin typeface="IBM Plex Mono SemiBold"/>
              <a:ea typeface="IBM Plex Mono SemiBold"/>
              <a:cs typeface="IBM Plex Mono SemiBold"/>
            </a:endParaRPr>
          </a:p>
        </p:txBody>
      </p:sp>
      <p:grpSp>
        <p:nvGrpSpPr>
          <p:cNvPr id="108" name="node01"/>
          <p:cNvGrpSpPr/>
          <p:nvPr/>
        </p:nvGrpSpPr>
        <p:grpSpPr>
          <a:xfrm>
            <a:off x="723900" y="1600200"/>
            <a:ext cx="10744200" cy="3581400"/>
            <a:chOff x="723900" y="1600200"/>
            <a:chExt cx="10744200" cy="35814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200400"/>
          </p:xfrm>
          <a:graphic>
            <a:graphicData uri="http://schemas.openxmlformats.org/drawingml/2006/table">
              <a:tbl>
                <a:tblPr/>
                <a:tblGrid>
                  <a:gridCol w="3429000"/>
                  <a:gridCol w="1219200"/>
                  <a:gridCol w="1219200"/>
                  <a:gridCol w="1219200"/>
                  <a:gridCol w="1219200"/>
                  <a:gridCol w="1219200"/>
                  <a:gridCol w="12192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CUTOVER STEP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CUTOVER LEAD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LEDGER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TECHNICAL LEAD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INTEGRATION LEAD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DATA LEAD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SUPPORT LEAD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Freeze legacy postings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Extract and reconcile balances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Load balances to the new ledger</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Switch interfaces to the new ledger</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Hold the go or no-go decision</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Notify users and open hypercare</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c.role-1.square"/>
            <p:cNvSpPr/>
            <p:nvPr/>
          </p:nvSpPr>
          <p:spPr>
            <a:xfrm>
              <a:off x="4648200" y="2171700"/>
              <a:ext cx="228600" cy="228600"/>
            </a:xfrm>
            <a:prstGeom prst="rect">
              <a:avLst/>
            </a:prstGeom>
            <a:solidFill>
              <a:srgbClr val="F900D3"/>
            </a:solidFill>
            <a:ln>
              <a:noFill/>
            </a:ln>
          </p:spPr>
        </p:sp>
        <p:sp>
          <p:nvSpPr>
            <p:cNvPr id="9" name="node01.row.item-001.c.role-1.text"/>
            <p:cNvSpPr/>
            <p:nvPr/>
          </p:nvSpPr>
          <p:spPr>
            <a:xfrm>
              <a:off x="4660900" y="2209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a:t>
              </a:r>
              <a:endParaRPr lang="en-US" sz="900" spc="54" kern="0" b="0" i="0" dirty="0">
                <a:solidFill>
                  <a:srgbClr val="070154"/>
                </a:solidFill>
                <a:latin typeface="IBM Plex Mono SemiBold"/>
                <a:ea typeface="IBM Plex Mono SemiBold"/>
                <a:cs typeface="IBM Plex Mono SemiBold"/>
              </a:endParaRPr>
            </a:p>
          </p:txBody>
        </p:sp>
        <p:sp>
          <p:nvSpPr>
            <p:cNvPr id="10" name="node01.row.item-001.l.role-1.square"/>
            <p:cNvSpPr/>
            <p:nvPr/>
          </p:nvSpPr>
          <p:spPr>
            <a:xfrm>
              <a:off x="5867400" y="2171700"/>
              <a:ext cx="228600" cy="228600"/>
            </a:xfrm>
            <a:prstGeom prst="rect">
              <a:avLst/>
            </a:prstGeom>
            <a:solidFill>
              <a:srgbClr val="FFFFFF"/>
            </a:solidFill>
            <a:ln>
              <a:noFill/>
            </a:ln>
          </p:spPr>
        </p:sp>
        <p:sp>
          <p:nvSpPr>
            <p:cNvPr id="11" name="node01.row.item-001.l.role-1.outline"/>
            <p:cNvSpPr/>
            <p:nvPr/>
          </p:nvSpPr>
          <p:spPr>
            <a:xfrm>
              <a:off x="5867400" y="2171700"/>
              <a:ext cx="228600" cy="228600"/>
            </a:xfrm>
            <a:prstGeom prst="rect">
              <a:avLst/>
            </a:prstGeom>
            <a:solidFill>
              <a:srgbClr val="FFFFFF"/>
            </a:solidFill>
            <a:ln w="9525">
              <a:solidFill>
                <a:srgbClr val="070154"/>
              </a:solidFill>
              <a:prstDash val="solid"/>
            </a:ln>
          </p:spPr>
        </p:sp>
        <p:sp>
          <p:nvSpPr>
            <p:cNvPr id="12" name="node01.row.item-001.l.role-1.text"/>
            <p:cNvSpPr/>
            <p:nvPr/>
          </p:nvSpPr>
          <p:spPr>
            <a:xfrm>
              <a:off x="5880100" y="2209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13" name="node01.row.item-001.t.role-1.square"/>
            <p:cNvSpPr/>
            <p:nvPr/>
          </p:nvSpPr>
          <p:spPr>
            <a:xfrm>
              <a:off x="7086600" y="2171700"/>
              <a:ext cx="228600" cy="228600"/>
            </a:xfrm>
            <a:prstGeom prst="rect">
              <a:avLst/>
            </a:prstGeom>
            <a:solidFill>
              <a:srgbClr val="070154"/>
            </a:solidFill>
            <a:ln>
              <a:noFill/>
            </a:ln>
          </p:spPr>
        </p:sp>
        <p:sp>
          <p:nvSpPr>
            <p:cNvPr id="14" name="node01.row.item-001.t.role-1.text"/>
            <p:cNvSpPr/>
            <p:nvPr/>
          </p:nvSpPr>
          <p:spPr>
            <a:xfrm>
              <a:off x="7099300" y="2209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R</a:t>
              </a:r>
              <a:endParaRPr lang="en-US" sz="900" spc="54" kern="0" b="0" i="0" dirty="0">
                <a:solidFill>
                  <a:srgbClr val="FFFFFF"/>
                </a:solidFill>
                <a:latin typeface="IBM Plex Mono SemiBold"/>
                <a:ea typeface="IBM Plex Mono SemiBold"/>
                <a:cs typeface="IBM Plex Mono SemiBold"/>
              </a:endParaRPr>
            </a:p>
          </p:txBody>
        </p:sp>
        <p:sp>
          <p:nvSpPr>
            <p:cNvPr id="15" name="node01.row.item-001.i.role-1.square"/>
            <p:cNvSpPr/>
            <p:nvPr/>
          </p:nvSpPr>
          <p:spPr>
            <a:xfrm>
              <a:off x="8305800" y="2171700"/>
              <a:ext cx="228600" cy="228600"/>
            </a:xfrm>
            <a:prstGeom prst="rect">
              <a:avLst/>
            </a:prstGeom>
            <a:solidFill>
              <a:srgbClr val="E8EEF8"/>
            </a:solidFill>
            <a:ln>
              <a:noFill/>
            </a:ln>
          </p:spPr>
        </p:sp>
        <p:sp>
          <p:nvSpPr>
            <p:cNvPr id="16" name="node01.row.item-001.i.role-1.text"/>
            <p:cNvSpPr/>
            <p:nvPr/>
          </p:nvSpPr>
          <p:spPr>
            <a:xfrm>
              <a:off x="8318500" y="2209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17" name="node01.row.item-001.d.role-1.square"/>
            <p:cNvSpPr/>
            <p:nvPr/>
          </p:nvSpPr>
          <p:spPr>
            <a:xfrm>
              <a:off x="9525000" y="2171700"/>
              <a:ext cx="228600" cy="228600"/>
            </a:xfrm>
            <a:prstGeom prst="rect">
              <a:avLst/>
            </a:prstGeom>
            <a:solidFill>
              <a:srgbClr val="E8EEF8"/>
            </a:solidFill>
            <a:ln>
              <a:noFill/>
            </a:ln>
          </p:spPr>
        </p:sp>
        <p:sp>
          <p:nvSpPr>
            <p:cNvPr id="18" name="node01.row.item-001.d.role-1.text"/>
            <p:cNvSpPr/>
            <p:nvPr/>
          </p:nvSpPr>
          <p:spPr>
            <a:xfrm>
              <a:off x="9537700" y="2209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19" name="node01.row.item-001.s.role-1.square"/>
            <p:cNvSpPr/>
            <p:nvPr/>
          </p:nvSpPr>
          <p:spPr>
            <a:xfrm>
              <a:off x="10744200" y="2171700"/>
              <a:ext cx="228600" cy="228600"/>
            </a:xfrm>
            <a:prstGeom prst="rect">
              <a:avLst/>
            </a:prstGeom>
            <a:solidFill>
              <a:srgbClr val="E8EEF8"/>
            </a:solidFill>
            <a:ln>
              <a:noFill/>
            </a:ln>
          </p:spPr>
        </p:sp>
        <p:sp>
          <p:nvSpPr>
            <p:cNvPr id="20" name="node01.row.item-001.s.role-1.text"/>
            <p:cNvSpPr/>
            <p:nvPr/>
          </p:nvSpPr>
          <p:spPr>
            <a:xfrm>
              <a:off x="10756900" y="2209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21" name="node01.row.item-002.c.role-1.square"/>
            <p:cNvSpPr/>
            <p:nvPr/>
          </p:nvSpPr>
          <p:spPr>
            <a:xfrm>
              <a:off x="4648200" y="2628900"/>
              <a:ext cx="228600" cy="228600"/>
            </a:xfrm>
            <a:prstGeom prst="rect">
              <a:avLst/>
            </a:prstGeom>
            <a:solidFill>
              <a:srgbClr val="E8EEF8"/>
            </a:solidFill>
            <a:ln>
              <a:noFill/>
            </a:ln>
          </p:spPr>
        </p:sp>
        <p:sp>
          <p:nvSpPr>
            <p:cNvPr id="22" name="node01.row.item-002.c.role-1.text"/>
            <p:cNvSpPr/>
            <p:nvPr/>
          </p:nvSpPr>
          <p:spPr>
            <a:xfrm>
              <a:off x="4660900" y="26670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23" name="node01.row.item-002.l.role-1.square"/>
            <p:cNvSpPr/>
            <p:nvPr/>
          </p:nvSpPr>
          <p:spPr>
            <a:xfrm>
              <a:off x="5867400" y="2628900"/>
              <a:ext cx="228600" cy="228600"/>
            </a:xfrm>
            <a:prstGeom prst="rect">
              <a:avLst/>
            </a:prstGeom>
            <a:solidFill>
              <a:srgbClr val="F900D3"/>
            </a:solidFill>
            <a:ln>
              <a:noFill/>
            </a:ln>
          </p:spPr>
        </p:sp>
        <p:sp>
          <p:nvSpPr>
            <p:cNvPr id="24" name="node01.row.item-002.l.role-1.text"/>
            <p:cNvSpPr/>
            <p:nvPr/>
          </p:nvSpPr>
          <p:spPr>
            <a:xfrm>
              <a:off x="5880100" y="26670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a:t>
              </a:r>
              <a:endParaRPr lang="en-US" sz="900" spc="54" kern="0" b="0" i="0" dirty="0">
                <a:solidFill>
                  <a:srgbClr val="070154"/>
                </a:solidFill>
                <a:latin typeface="IBM Plex Mono SemiBold"/>
                <a:ea typeface="IBM Plex Mono SemiBold"/>
                <a:cs typeface="IBM Plex Mono SemiBold"/>
              </a:endParaRPr>
            </a:p>
          </p:txBody>
        </p:sp>
        <p:sp>
          <p:nvSpPr>
            <p:cNvPr id="25" name="node01.row.item-002.t.role-1.square"/>
            <p:cNvSpPr/>
            <p:nvPr/>
          </p:nvSpPr>
          <p:spPr>
            <a:xfrm>
              <a:off x="7086600" y="2628900"/>
              <a:ext cx="228600" cy="228600"/>
            </a:xfrm>
            <a:prstGeom prst="rect">
              <a:avLst/>
            </a:prstGeom>
            <a:solidFill>
              <a:srgbClr val="FFFFFF"/>
            </a:solidFill>
            <a:ln>
              <a:noFill/>
            </a:ln>
          </p:spPr>
        </p:sp>
        <p:sp>
          <p:nvSpPr>
            <p:cNvPr id="26" name="node01.row.item-002.t.role-1.outline"/>
            <p:cNvSpPr/>
            <p:nvPr/>
          </p:nvSpPr>
          <p:spPr>
            <a:xfrm>
              <a:off x="7086600" y="2628900"/>
              <a:ext cx="228600" cy="228600"/>
            </a:xfrm>
            <a:prstGeom prst="rect">
              <a:avLst/>
            </a:prstGeom>
            <a:solidFill>
              <a:srgbClr val="FFFFFF"/>
            </a:solidFill>
            <a:ln w="9525">
              <a:solidFill>
                <a:srgbClr val="070154"/>
              </a:solidFill>
              <a:prstDash val="solid"/>
            </a:ln>
          </p:spPr>
        </p:sp>
        <p:sp>
          <p:nvSpPr>
            <p:cNvPr id="27" name="node01.row.item-002.t.role-1.text"/>
            <p:cNvSpPr/>
            <p:nvPr/>
          </p:nvSpPr>
          <p:spPr>
            <a:xfrm>
              <a:off x="7099300" y="26670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28" name="node01.row.item-002.i.role-1.square"/>
            <p:cNvSpPr/>
            <p:nvPr/>
          </p:nvSpPr>
          <p:spPr>
            <a:xfrm>
              <a:off x="8305800" y="2628900"/>
              <a:ext cx="228600" cy="228600"/>
            </a:xfrm>
            <a:prstGeom prst="rect">
              <a:avLst/>
            </a:prstGeom>
            <a:solidFill>
              <a:srgbClr val="E8EEF8"/>
            </a:solidFill>
            <a:ln>
              <a:noFill/>
            </a:ln>
          </p:spPr>
        </p:sp>
        <p:sp>
          <p:nvSpPr>
            <p:cNvPr id="29" name="node01.row.item-002.i.role-1.text"/>
            <p:cNvSpPr/>
            <p:nvPr/>
          </p:nvSpPr>
          <p:spPr>
            <a:xfrm>
              <a:off x="8318500" y="26670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30" name="node01.row.item-002.d.role-1.square"/>
            <p:cNvSpPr/>
            <p:nvPr/>
          </p:nvSpPr>
          <p:spPr>
            <a:xfrm>
              <a:off x="9525000" y="2628900"/>
              <a:ext cx="228600" cy="228600"/>
            </a:xfrm>
            <a:prstGeom prst="rect">
              <a:avLst/>
            </a:prstGeom>
            <a:solidFill>
              <a:srgbClr val="070154"/>
            </a:solidFill>
            <a:ln>
              <a:noFill/>
            </a:ln>
          </p:spPr>
        </p:sp>
        <p:sp>
          <p:nvSpPr>
            <p:cNvPr id="31" name="node01.row.item-002.d.role-1.text"/>
            <p:cNvSpPr/>
            <p:nvPr/>
          </p:nvSpPr>
          <p:spPr>
            <a:xfrm>
              <a:off x="9537700" y="26670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R</a:t>
              </a:r>
              <a:endParaRPr lang="en-US" sz="900" spc="54" kern="0" b="0" i="0" dirty="0">
                <a:solidFill>
                  <a:srgbClr val="FFFFFF"/>
                </a:solidFill>
                <a:latin typeface="IBM Plex Mono SemiBold"/>
                <a:ea typeface="IBM Plex Mono SemiBold"/>
                <a:cs typeface="IBM Plex Mono SemiBold"/>
              </a:endParaRPr>
            </a:p>
          </p:txBody>
        </p:sp>
        <p:sp>
          <p:nvSpPr>
            <p:cNvPr id="32" name="node01.row.item-002.s.role-1.square"/>
            <p:cNvSpPr/>
            <p:nvPr/>
          </p:nvSpPr>
          <p:spPr>
            <a:xfrm>
              <a:off x="10744200" y="2628900"/>
              <a:ext cx="228600" cy="228600"/>
            </a:xfrm>
            <a:prstGeom prst="rect">
              <a:avLst/>
            </a:prstGeom>
            <a:solidFill>
              <a:srgbClr val="E8EEF8"/>
            </a:solidFill>
            <a:ln>
              <a:noFill/>
            </a:ln>
          </p:spPr>
        </p:sp>
        <p:sp>
          <p:nvSpPr>
            <p:cNvPr id="33" name="node01.row.item-002.s.role-1.text"/>
            <p:cNvSpPr/>
            <p:nvPr/>
          </p:nvSpPr>
          <p:spPr>
            <a:xfrm>
              <a:off x="10756900" y="26670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34" name="node01.row.item-003.c.role-1.square"/>
            <p:cNvSpPr/>
            <p:nvPr/>
          </p:nvSpPr>
          <p:spPr>
            <a:xfrm>
              <a:off x="4648200" y="3086100"/>
              <a:ext cx="228600" cy="228600"/>
            </a:xfrm>
            <a:prstGeom prst="rect">
              <a:avLst/>
            </a:prstGeom>
            <a:solidFill>
              <a:srgbClr val="E8EEF8"/>
            </a:solidFill>
            <a:ln>
              <a:noFill/>
            </a:ln>
          </p:spPr>
        </p:sp>
        <p:sp>
          <p:nvSpPr>
            <p:cNvPr id="35" name="node01.row.item-003.c.role-1.text"/>
            <p:cNvSpPr/>
            <p:nvPr/>
          </p:nvSpPr>
          <p:spPr>
            <a:xfrm>
              <a:off x="4660900" y="31242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36" name="node01.row.item-003.l.role-1.square"/>
            <p:cNvSpPr/>
            <p:nvPr/>
          </p:nvSpPr>
          <p:spPr>
            <a:xfrm>
              <a:off x="5867400" y="3086100"/>
              <a:ext cx="228600" cy="228600"/>
            </a:xfrm>
            <a:prstGeom prst="rect">
              <a:avLst/>
            </a:prstGeom>
            <a:solidFill>
              <a:srgbClr val="F900D3"/>
            </a:solidFill>
            <a:ln>
              <a:noFill/>
            </a:ln>
          </p:spPr>
        </p:sp>
        <p:sp>
          <p:nvSpPr>
            <p:cNvPr id="37" name="node01.row.item-003.l.role-1.text"/>
            <p:cNvSpPr/>
            <p:nvPr/>
          </p:nvSpPr>
          <p:spPr>
            <a:xfrm>
              <a:off x="5880100" y="31242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a:t>
              </a:r>
              <a:endParaRPr lang="en-US" sz="900" spc="54" kern="0" b="0" i="0" dirty="0">
                <a:solidFill>
                  <a:srgbClr val="070154"/>
                </a:solidFill>
                <a:latin typeface="IBM Plex Mono SemiBold"/>
                <a:ea typeface="IBM Plex Mono SemiBold"/>
                <a:cs typeface="IBM Plex Mono SemiBold"/>
              </a:endParaRPr>
            </a:p>
          </p:txBody>
        </p:sp>
        <p:sp>
          <p:nvSpPr>
            <p:cNvPr id="38" name="node01.row.item-003.t.role-1.square"/>
            <p:cNvSpPr/>
            <p:nvPr/>
          </p:nvSpPr>
          <p:spPr>
            <a:xfrm>
              <a:off x="7086600" y="3086100"/>
              <a:ext cx="228600" cy="228600"/>
            </a:xfrm>
            <a:prstGeom prst="rect">
              <a:avLst/>
            </a:prstGeom>
            <a:solidFill>
              <a:srgbClr val="070154"/>
            </a:solidFill>
            <a:ln>
              <a:noFill/>
            </a:ln>
          </p:spPr>
        </p:sp>
        <p:sp>
          <p:nvSpPr>
            <p:cNvPr id="39" name="node01.row.item-003.t.role-1.text"/>
            <p:cNvSpPr/>
            <p:nvPr/>
          </p:nvSpPr>
          <p:spPr>
            <a:xfrm>
              <a:off x="7099300" y="31242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R</a:t>
              </a:r>
              <a:endParaRPr lang="en-US" sz="900" spc="54" kern="0" b="0" i="0" dirty="0">
                <a:solidFill>
                  <a:srgbClr val="FFFFFF"/>
                </a:solidFill>
                <a:latin typeface="IBM Plex Mono SemiBold"/>
                <a:ea typeface="IBM Plex Mono SemiBold"/>
                <a:cs typeface="IBM Plex Mono SemiBold"/>
              </a:endParaRPr>
            </a:p>
          </p:txBody>
        </p:sp>
        <p:sp>
          <p:nvSpPr>
            <p:cNvPr id="40" name="node01.row.item-003.i.role-1.square"/>
            <p:cNvSpPr/>
            <p:nvPr/>
          </p:nvSpPr>
          <p:spPr>
            <a:xfrm>
              <a:off x="8305800" y="3086100"/>
              <a:ext cx="228600" cy="228600"/>
            </a:xfrm>
            <a:prstGeom prst="rect">
              <a:avLst/>
            </a:prstGeom>
            <a:solidFill>
              <a:srgbClr val="E8EEF8"/>
            </a:solidFill>
            <a:ln>
              <a:noFill/>
            </a:ln>
          </p:spPr>
        </p:sp>
        <p:sp>
          <p:nvSpPr>
            <p:cNvPr id="41" name="node01.row.item-003.i.role-1.text"/>
            <p:cNvSpPr/>
            <p:nvPr/>
          </p:nvSpPr>
          <p:spPr>
            <a:xfrm>
              <a:off x="8318500" y="31242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42" name="node01.row.item-003.d.role-1.square"/>
            <p:cNvSpPr/>
            <p:nvPr/>
          </p:nvSpPr>
          <p:spPr>
            <a:xfrm>
              <a:off x="9525000" y="3086100"/>
              <a:ext cx="228600" cy="228600"/>
            </a:xfrm>
            <a:prstGeom prst="rect">
              <a:avLst/>
            </a:prstGeom>
            <a:solidFill>
              <a:srgbClr val="FFFFFF"/>
            </a:solidFill>
            <a:ln>
              <a:noFill/>
            </a:ln>
          </p:spPr>
        </p:sp>
        <p:sp>
          <p:nvSpPr>
            <p:cNvPr id="43" name="node01.row.item-003.d.role-1.outline"/>
            <p:cNvSpPr/>
            <p:nvPr/>
          </p:nvSpPr>
          <p:spPr>
            <a:xfrm>
              <a:off x="9525000" y="3086100"/>
              <a:ext cx="228600" cy="228600"/>
            </a:xfrm>
            <a:prstGeom prst="rect">
              <a:avLst/>
            </a:prstGeom>
            <a:solidFill>
              <a:srgbClr val="FFFFFF"/>
            </a:solidFill>
            <a:ln w="9525">
              <a:solidFill>
                <a:srgbClr val="070154"/>
              </a:solidFill>
              <a:prstDash val="solid"/>
            </a:ln>
          </p:spPr>
        </p:sp>
        <p:sp>
          <p:nvSpPr>
            <p:cNvPr id="44" name="node01.row.item-003.d.role-1.text"/>
            <p:cNvSpPr/>
            <p:nvPr/>
          </p:nvSpPr>
          <p:spPr>
            <a:xfrm>
              <a:off x="9537700" y="31242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45" name="node01.row.item-003.s.role-1.square"/>
            <p:cNvSpPr/>
            <p:nvPr/>
          </p:nvSpPr>
          <p:spPr>
            <a:xfrm>
              <a:off x="10744200" y="3086100"/>
              <a:ext cx="228600" cy="228600"/>
            </a:xfrm>
            <a:prstGeom prst="rect">
              <a:avLst/>
            </a:prstGeom>
            <a:solidFill>
              <a:srgbClr val="E8EEF8"/>
            </a:solidFill>
            <a:ln>
              <a:noFill/>
            </a:ln>
          </p:spPr>
        </p:sp>
        <p:sp>
          <p:nvSpPr>
            <p:cNvPr id="46" name="node01.row.item-003.s.role-1.text"/>
            <p:cNvSpPr/>
            <p:nvPr/>
          </p:nvSpPr>
          <p:spPr>
            <a:xfrm>
              <a:off x="10756900" y="31242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47" name="node01.row.item-004.c.role-1.square"/>
            <p:cNvSpPr/>
            <p:nvPr/>
          </p:nvSpPr>
          <p:spPr>
            <a:xfrm>
              <a:off x="4648200" y="3543300"/>
              <a:ext cx="228600" cy="228600"/>
            </a:xfrm>
            <a:prstGeom prst="rect">
              <a:avLst/>
            </a:prstGeom>
            <a:solidFill>
              <a:srgbClr val="E8EEF8"/>
            </a:solidFill>
            <a:ln>
              <a:noFill/>
            </a:ln>
          </p:spPr>
        </p:sp>
        <p:sp>
          <p:nvSpPr>
            <p:cNvPr id="48" name="node01.row.item-004.c.role-1.text"/>
            <p:cNvSpPr/>
            <p:nvPr/>
          </p:nvSpPr>
          <p:spPr>
            <a:xfrm>
              <a:off x="4660900" y="35814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49" name="node01.row.item-004.l.role-1.square"/>
            <p:cNvSpPr/>
            <p:nvPr/>
          </p:nvSpPr>
          <p:spPr>
            <a:xfrm>
              <a:off x="5867400" y="3543300"/>
              <a:ext cx="228600" cy="228600"/>
            </a:xfrm>
            <a:prstGeom prst="rect">
              <a:avLst/>
            </a:prstGeom>
            <a:solidFill>
              <a:srgbClr val="E8EEF8"/>
            </a:solidFill>
            <a:ln>
              <a:noFill/>
            </a:ln>
          </p:spPr>
        </p:sp>
        <p:sp>
          <p:nvSpPr>
            <p:cNvPr id="50" name="node01.row.item-004.l.role-1.text"/>
            <p:cNvSpPr/>
            <p:nvPr/>
          </p:nvSpPr>
          <p:spPr>
            <a:xfrm>
              <a:off x="5880100" y="35814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51" name="node01.row.item-004.t.role-1.square"/>
            <p:cNvSpPr/>
            <p:nvPr/>
          </p:nvSpPr>
          <p:spPr>
            <a:xfrm>
              <a:off x="7086600" y="3543300"/>
              <a:ext cx="228600" cy="228600"/>
            </a:xfrm>
            <a:prstGeom prst="rect">
              <a:avLst/>
            </a:prstGeom>
            <a:solidFill>
              <a:srgbClr val="FFFFFF"/>
            </a:solidFill>
            <a:ln>
              <a:noFill/>
            </a:ln>
          </p:spPr>
        </p:sp>
        <p:sp>
          <p:nvSpPr>
            <p:cNvPr id="52" name="node01.row.item-004.t.role-1.outline"/>
            <p:cNvSpPr/>
            <p:nvPr/>
          </p:nvSpPr>
          <p:spPr>
            <a:xfrm>
              <a:off x="7086600" y="3543300"/>
              <a:ext cx="228600" cy="228600"/>
            </a:xfrm>
            <a:prstGeom prst="rect">
              <a:avLst/>
            </a:prstGeom>
            <a:solidFill>
              <a:srgbClr val="FFFFFF"/>
            </a:solidFill>
            <a:ln w="9525">
              <a:solidFill>
                <a:srgbClr val="070154"/>
              </a:solidFill>
              <a:prstDash val="solid"/>
            </a:ln>
          </p:spPr>
        </p:sp>
        <p:sp>
          <p:nvSpPr>
            <p:cNvPr id="53" name="node01.row.item-004.t.role-1.text"/>
            <p:cNvSpPr/>
            <p:nvPr/>
          </p:nvSpPr>
          <p:spPr>
            <a:xfrm>
              <a:off x="7099300" y="35814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54" name="node01.row.item-004.i.role-1.square"/>
            <p:cNvSpPr/>
            <p:nvPr/>
          </p:nvSpPr>
          <p:spPr>
            <a:xfrm>
              <a:off x="8153400" y="3543300"/>
              <a:ext cx="228600" cy="228600"/>
            </a:xfrm>
            <a:prstGeom prst="rect">
              <a:avLst/>
            </a:prstGeom>
            <a:solidFill>
              <a:srgbClr val="F900D3"/>
            </a:solidFill>
            <a:ln>
              <a:noFill/>
            </a:ln>
          </p:spPr>
        </p:sp>
        <p:sp>
          <p:nvSpPr>
            <p:cNvPr id="55" name="node01.row.item-004.i.role-1.text"/>
            <p:cNvSpPr/>
            <p:nvPr/>
          </p:nvSpPr>
          <p:spPr>
            <a:xfrm>
              <a:off x="8166100" y="35814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a:t>
              </a:r>
              <a:endParaRPr lang="en-US" sz="900" spc="54" kern="0" b="0" i="0" dirty="0">
                <a:solidFill>
                  <a:srgbClr val="070154"/>
                </a:solidFill>
                <a:latin typeface="IBM Plex Mono SemiBold"/>
                <a:ea typeface="IBM Plex Mono SemiBold"/>
                <a:cs typeface="IBM Plex Mono SemiBold"/>
              </a:endParaRPr>
            </a:p>
          </p:txBody>
        </p:sp>
        <p:sp>
          <p:nvSpPr>
            <p:cNvPr id="56" name="node01.row.item-004.i.role-2.square"/>
            <p:cNvSpPr/>
            <p:nvPr/>
          </p:nvSpPr>
          <p:spPr>
            <a:xfrm>
              <a:off x="8458200" y="3543300"/>
              <a:ext cx="228600" cy="228600"/>
            </a:xfrm>
            <a:prstGeom prst="rect">
              <a:avLst/>
            </a:prstGeom>
            <a:solidFill>
              <a:srgbClr val="070154"/>
            </a:solidFill>
            <a:ln>
              <a:noFill/>
            </a:ln>
          </p:spPr>
        </p:sp>
        <p:sp>
          <p:nvSpPr>
            <p:cNvPr id="57" name="node01.row.item-004.i.role-2.text"/>
            <p:cNvSpPr/>
            <p:nvPr/>
          </p:nvSpPr>
          <p:spPr>
            <a:xfrm>
              <a:off x="8470900" y="35814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R</a:t>
              </a:r>
              <a:endParaRPr lang="en-US" sz="900" spc="54" kern="0" b="0" i="0" dirty="0">
                <a:solidFill>
                  <a:srgbClr val="FFFFFF"/>
                </a:solidFill>
                <a:latin typeface="IBM Plex Mono SemiBold"/>
                <a:ea typeface="IBM Plex Mono SemiBold"/>
                <a:cs typeface="IBM Plex Mono SemiBold"/>
              </a:endParaRPr>
            </a:p>
          </p:txBody>
        </p:sp>
        <p:sp>
          <p:nvSpPr>
            <p:cNvPr id="58" name="node01.row.item-004.d.role-1.square"/>
            <p:cNvSpPr/>
            <p:nvPr/>
          </p:nvSpPr>
          <p:spPr>
            <a:xfrm>
              <a:off x="9525000" y="3543300"/>
              <a:ext cx="228600" cy="228600"/>
            </a:xfrm>
            <a:prstGeom prst="rect">
              <a:avLst/>
            </a:prstGeom>
            <a:solidFill>
              <a:srgbClr val="FFFFFF"/>
            </a:solidFill>
            <a:ln>
              <a:noFill/>
            </a:ln>
          </p:spPr>
        </p:sp>
        <p:sp>
          <p:nvSpPr>
            <p:cNvPr id="59" name="node01.row.item-004.d.role-1.outline"/>
            <p:cNvSpPr/>
            <p:nvPr/>
          </p:nvSpPr>
          <p:spPr>
            <a:xfrm>
              <a:off x="9525000" y="3543300"/>
              <a:ext cx="228600" cy="228600"/>
            </a:xfrm>
            <a:prstGeom prst="rect">
              <a:avLst/>
            </a:prstGeom>
            <a:solidFill>
              <a:srgbClr val="FFFFFF"/>
            </a:solidFill>
            <a:ln w="9525">
              <a:solidFill>
                <a:srgbClr val="070154"/>
              </a:solidFill>
              <a:prstDash val="solid"/>
            </a:ln>
          </p:spPr>
        </p:sp>
        <p:sp>
          <p:nvSpPr>
            <p:cNvPr id="60" name="node01.row.item-004.d.role-1.text"/>
            <p:cNvSpPr/>
            <p:nvPr/>
          </p:nvSpPr>
          <p:spPr>
            <a:xfrm>
              <a:off x="9537700" y="35814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61" name="node01.row.item-004.s.role-1.square"/>
            <p:cNvSpPr/>
            <p:nvPr/>
          </p:nvSpPr>
          <p:spPr>
            <a:xfrm>
              <a:off x="10744200" y="3543300"/>
              <a:ext cx="228600" cy="228600"/>
            </a:xfrm>
            <a:prstGeom prst="rect">
              <a:avLst/>
            </a:prstGeom>
            <a:solidFill>
              <a:srgbClr val="E8EEF8"/>
            </a:solidFill>
            <a:ln>
              <a:noFill/>
            </a:ln>
          </p:spPr>
        </p:sp>
        <p:sp>
          <p:nvSpPr>
            <p:cNvPr id="62" name="node01.row.item-004.s.role-1.text"/>
            <p:cNvSpPr/>
            <p:nvPr/>
          </p:nvSpPr>
          <p:spPr>
            <a:xfrm>
              <a:off x="10756900" y="35814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63" name="node01.row.item-005.c.role-1.square"/>
            <p:cNvSpPr/>
            <p:nvPr/>
          </p:nvSpPr>
          <p:spPr>
            <a:xfrm>
              <a:off x="4495800" y="4000500"/>
              <a:ext cx="228600" cy="228600"/>
            </a:xfrm>
            <a:prstGeom prst="rect">
              <a:avLst/>
            </a:prstGeom>
            <a:solidFill>
              <a:srgbClr val="F900D3"/>
            </a:solidFill>
            <a:ln>
              <a:noFill/>
            </a:ln>
          </p:spPr>
        </p:sp>
        <p:sp>
          <p:nvSpPr>
            <p:cNvPr id="64" name="node01.row.item-005.c.role-1.text"/>
            <p:cNvSpPr/>
            <p:nvPr/>
          </p:nvSpPr>
          <p:spPr>
            <a:xfrm>
              <a:off x="4508500" y="40386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a:t>
              </a:r>
              <a:endParaRPr lang="en-US" sz="900" spc="54" kern="0" b="0" i="0" dirty="0">
                <a:solidFill>
                  <a:srgbClr val="070154"/>
                </a:solidFill>
                <a:latin typeface="IBM Plex Mono SemiBold"/>
                <a:ea typeface="IBM Plex Mono SemiBold"/>
                <a:cs typeface="IBM Plex Mono SemiBold"/>
              </a:endParaRPr>
            </a:p>
          </p:txBody>
        </p:sp>
        <p:sp>
          <p:nvSpPr>
            <p:cNvPr id="65" name="node01.row.item-005.c.role-2.square"/>
            <p:cNvSpPr/>
            <p:nvPr/>
          </p:nvSpPr>
          <p:spPr>
            <a:xfrm>
              <a:off x="4800600" y="4000500"/>
              <a:ext cx="228600" cy="228600"/>
            </a:xfrm>
            <a:prstGeom prst="rect">
              <a:avLst/>
            </a:prstGeom>
            <a:solidFill>
              <a:srgbClr val="070154"/>
            </a:solidFill>
            <a:ln>
              <a:noFill/>
            </a:ln>
          </p:spPr>
        </p:sp>
        <p:sp>
          <p:nvSpPr>
            <p:cNvPr id="66" name="node01.row.item-005.c.role-2.text"/>
            <p:cNvSpPr/>
            <p:nvPr/>
          </p:nvSpPr>
          <p:spPr>
            <a:xfrm>
              <a:off x="4813300" y="40386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R</a:t>
              </a:r>
              <a:endParaRPr lang="en-US" sz="900" spc="54" kern="0" b="0" i="0" dirty="0">
                <a:solidFill>
                  <a:srgbClr val="FFFFFF"/>
                </a:solidFill>
                <a:latin typeface="IBM Plex Mono SemiBold"/>
                <a:ea typeface="IBM Plex Mono SemiBold"/>
                <a:cs typeface="IBM Plex Mono SemiBold"/>
              </a:endParaRPr>
            </a:p>
          </p:txBody>
        </p:sp>
        <p:sp>
          <p:nvSpPr>
            <p:cNvPr id="67" name="node01.row.item-005.l.role-1.square"/>
            <p:cNvSpPr/>
            <p:nvPr/>
          </p:nvSpPr>
          <p:spPr>
            <a:xfrm>
              <a:off x="5867400" y="4000500"/>
              <a:ext cx="228600" cy="228600"/>
            </a:xfrm>
            <a:prstGeom prst="rect">
              <a:avLst/>
            </a:prstGeom>
            <a:solidFill>
              <a:srgbClr val="FFFFFF"/>
            </a:solidFill>
            <a:ln>
              <a:noFill/>
            </a:ln>
          </p:spPr>
        </p:sp>
        <p:sp>
          <p:nvSpPr>
            <p:cNvPr id="68" name="node01.row.item-005.l.role-1.outline"/>
            <p:cNvSpPr/>
            <p:nvPr/>
          </p:nvSpPr>
          <p:spPr>
            <a:xfrm>
              <a:off x="5867400" y="4000500"/>
              <a:ext cx="228600" cy="228600"/>
            </a:xfrm>
            <a:prstGeom prst="rect">
              <a:avLst/>
            </a:prstGeom>
            <a:solidFill>
              <a:srgbClr val="FFFFFF"/>
            </a:solidFill>
            <a:ln w="9525">
              <a:solidFill>
                <a:srgbClr val="070154"/>
              </a:solidFill>
              <a:prstDash val="solid"/>
            </a:ln>
          </p:spPr>
        </p:sp>
        <p:sp>
          <p:nvSpPr>
            <p:cNvPr id="69" name="node01.row.item-005.l.role-1.text"/>
            <p:cNvSpPr/>
            <p:nvPr/>
          </p:nvSpPr>
          <p:spPr>
            <a:xfrm>
              <a:off x="5880100" y="40386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70" name="node01.row.item-005.t.role-1.square"/>
            <p:cNvSpPr/>
            <p:nvPr/>
          </p:nvSpPr>
          <p:spPr>
            <a:xfrm>
              <a:off x="7086600" y="4000500"/>
              <a:ext cx="228600" cy="228600"/>
            </a:xfrm>
            <a:prstGeom prst="rect">
              <a:avLst/>
            </a:prstGeom>
            <a:solidFill>
              <a:srgbClr val="FFFFFF"/>
            </a:solidFill>
            <a:ln>
              <a:noFill/>
            </a:ln>
          </p:spPr>
        </p:sp>
        <p:sp>
          <p:nvSpPr>
            <p:cNvPr id="71" name="node01.row.item-005.t.role-1.outline"/>
            <p:cNvSpPr/>
            <p:nvPr/>
          </p:nvSpPr>
          <p:spPr>
            <a:xfrm>
              <a:off x="7086600" y="4000500"/>
              <a:ext cx="228600" cy="228600"/>
            </a:xfrm>
            <a:prstGeom prst="rect">
              <a:avLst/>
            </a:prstGeom>
            <a:solidFill>
              <a:srgbClr val="FFFFFF"/>
            </a:solidFill>
            <a:ln w="9525">
              <a:solidFill>
                <a:srgbClr val="070154"/>
              </a:solidFill>
              <a:prstDash val="solid"/>
            </a:ln>
          </p:spPr>
        </p:sp>
        <p:sp>
          <p:nvSpPr>
            <p:cNvPr id="72" name="node01.row.item-005.t.role-1.text"/>
            <p:cNvSpPr/>
            <p:nvPr/>
          </p:nvSpPr>
          <p:spPr>
            <a:xfrm>
              <a:off x="7099300" y="40386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73" name="node01.row.item-005.i.role-1.square"/>
            <p:cNvSpPr/>
            <p:nvPr/>
          </p:nvSpPr>
          <p:spPr>
            <a:xfrm>
              <a:off x="8305800" y="4000500"/>
              <a:ext cx="228600" cy="228600"/>
            </a:xfrm>
            <a:prstGeom prst="rect">
              <a:avLst/>
            </a:prstGeom>
            <a:solidFill>
              <a:srgbClr val="FFFFFF"/>
            </a:solidFill>
            <a:ln>
              <a:noFill/>
            </a:ln>
          </p:spPr>
        </p:sp>
        <p:sp>
          <p:nvSpPr>
            <p:cNvPr id="74" name="node01.row.item-005.i.role-1.outline"/>
            <p:cNvSpPr/>
            <p:nvPr/>
          </p:nvSpPr>
          <p:spPr>
            <a:xfrm>
              <a:off x="8305800" y="4000500"/>
              <a:ext cx="228600" cy="228600"/>
            </a:xfrm>
            <a:prstGeom prst="rect">
              <a:avLst/>
            </a:prstGeom>
            <a:solidFill>
              <a:srgbClr val="FFFFFF"/>
            </a:solidFill>
            <a:ln w="9525">
              <a:solidFill>
                <a:srgbClr val="070154"/>
              </a:solidFill>
              <a:prstDash val="solid"/>
            </a:ln>
          </p:spPr>
        </p:sp>
        <p:sp>
          <p:nvSpPr>
            <p:cNvPr id="75" name="node01.row.item-005.i.role-1.text"/>
            <p:cNvSpPr/>
            <p:nvPr/>
          </p:nvSpPr>
          <p:spPr>
            <a:xfrm>
              <a:off x="8318500" y="40386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76" name="node01.row.item-005.d.role-1.square"/>
            <p:cNvSpPr/>
            <p:nvPr/>
          </p:nvSpPr>
          <p:spPr>
            <a:xfrm>
              <a:off x="9525000" y="4000500"/>
              <a:ext cx="228600" cy="228600"/>
            </a:xfrm>
            <a:prstGeom prst="rect">
              <a:avLst/>
            </a:prstGeom>
            <a:solidFill>
              <a:srgbClr val="FFFFFF"/>
            </a:solidFill>
            <a:ln>
              <a:noFill/>
            </a:ln>
          </p:spPr>
        </p:sp>
        <p:sp>
          <p:nvSpPr>
            <p:cNvPr id="77" name="node01.row.item-005.d.role-1.outline"/>
            <p:cNvSpPr/>
            <p:nvPr/>
          </p:nvSpPr>
          <p:spPr>
            <a:xfrm>
              <a:off x="9525000" y="4000500"/>
              <a:ext cx="228600" cy="228600"/>
            </a:xfrm>
            <a:prstGeom prst="rect">
              <a:avLst/>
            </a:prstGeom>
            <a:solidFill>
              <a:srgbClr val="FFFFFF"/>
            </a:solidFill>
            <a:ln w="9525">
              <a:solidFill>
                <a:srgbClr val="070154"/>
              </a:solidFill>
              <a:prstDash val="solid"/>
            </a:ln>
          </p:spPr>
        </p:sp>
        <p:sp>
          <p:nvSpPr>
            <p:cNvPr id="78" name="node01.row.item-005.d.role-1.text"/>
            <p:cNvSpPr/>
            <p:nvPr/>
          </p:nvSpPr>
          <p:spPr>
            <a:xfrm>
              <a:off x="9537700" y="40386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79" name="node01.row.item-005.s.role-1.square"/>
            <p:cNvSpPr/>
            <p:nvPr/>
          </p:nvSpPr>
          <p:spPr>
            <a:xfrm>
              <a:off x="10744200" y="4000500"/>
              <a:ext cx="228600" cy="228600"/>
            </a:xfrm>
            <a:prstGeom prst="rect">
              <a:avLst/>
            </a:prstGeom>
            <a:solidFill>
              <a:srgbClr val="E8EEF8"/>
            </a:solidFill>
            <a:ln>
              <a:noFill/>
            </a:ln>
          </p:spPr>
        </p:sp>
        <p:sp>
          <p:nvSpPr>
            <p:cNvPr id="80" name="node01.row.item-005.s.role-1.text"/>
            <p:cNvSpPr/>
            <p:nvPr/>
          </p:nvSpPr>
          <p:spPr>
            <a:xfrm>
              <a:off x="10756900" y="40386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81" name="node01.row.item-006.c.role-1.square"/>
            <p:cNvSpPr/>
            <p:nvPr/>
          </p:nvSpPr>
          <p:spPr>
            <a:xfrm>
              <a:off x="4648200" y="4457700"/>
              <a:ext cx="228600" cy="228600"/>
            </a:xfrm>
            <a:prstGeom prst="rect">
              <a:avLst/>
            </a:prstGeom>
            <a:solidFill>
              <a:srgbClr val="F900D3"/>
            </a:solidFill>
            <a:ln>
              <a:noFill/>
            </a:ln>
          </p:spPr>
        </p:sp>
        <p:sp>
          <p:nvSpPr>
            <p:cNvPr id="82" name="node01.row.item-006.c.role-1.text"/>
            <p:cNvSpPr/>
            <p:nvPr/>
          </p:nvSpPr>
          <p:spPr>
            <a:xfrm>
              <a:off x="4660900" y="4495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a:t>
              </a:r>
              <a:endParaRPr lang="en-US" sz="900" spc="54" kern="0" b="0" i="0" dirty="0">
                <a:solidFill>
                  <a:srgbClr val="070154"/>
                </a:solidFill>
                <a:latin typeface="IBM Plex Mono SemiBold"/>
                <a:ea typeface="IBM Plex Mono SemiBold"/>
                <a:cs typeface="IBM Plex Mono SemiBold"/>
              </a:endParaRPr>
            </a:p>
          </p:txBody>
        </p:sp>
        <p:sp>
          <p:nvSpPr>
            <p:cNvPr id="83" name="node01.row.item-006.l.role-1.square"/>
            <p:cNvSpPr/>
            <p:nvPr/>
          </p:nvSpPr>
          <p:spPr>
            <a:xfrm>
              <a:off x="5867400" y="4457700"/>
              <a:ext cx="228600" cy="228600"/>
            </a:xfrm>
            <a:prstGeom prst="rect">
              <a:avLst/>
            </a:prstGeom>
            <a:solidFill>
              <a:srgbClr val="E8EEF8"/>
            </a:solidFill>
            <a:ln>
              <a:noFill/>
            </a:ln>
          </p:spPr>
        </p:sp>
        <p:sp>
          <p:nvSpPr>
            <p:cNvPr id="84" name="node01.row.item-006.l.role-1.text"/>
            <p:cNvSpPr/>
            <p:nvPr/>
          </p:nvSpPr>
          <p:spPr>
            <a:xfrm>
              <a:off x="5880100" y="4495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85" name="node01.row.item-006.t.role-1.square"/>
            <p:cNvSpPr/>
            <p:nvPr/>
          </p:nvSpPr>
          <p:spPr>
            <a:xfrm>
              <a:off x="7086600" y="4457700"/>
              <a:ext cx="228600" cy="228600"/>
            </a:xfrm>
            <a:prstGeom prst="rect">
              <a:avLst/>
            </a:prstGeom>
            <a:solidFill>
              <a:srgbClr val="E8EEF8"/>
            </a:solidFill>
            <a:ln>
              <a:noFill/>
            </a:ln>
          </p:spPr>
        </p:sp>
        <p:sp>
          <p:nvSpPr>
            <p:cNvPr id="86" name="node01.row.item-006.t.role-1.text"/>
            <p:cNvSpPr/>
            <p:nvPr/>
          </p:nvSpPr>
          <p:spPr>
            <a:xfrm>
              <a:off x="7099300" y="4495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87" name="node01.row.item-006.i.role-1.square"/>
            <p:cNvSpPr/>
            <p:nvPr/>
          </p:nvSpPr>
          <p:spPr>
            <a:xfrm>
              <a:off x="8305800" y="4457700"/>
              <a:ext cx="228600" cy="228600"/>
            </a:xfrm>
            <a:prstGeom prst="rect">
              <a:avLst/>
            </a:prstGeom>
            <a:solidFill>
              <a:srgbClr val="E8EEF8"/>
            </a:solidFill>
            <a:ln>
              <a:noFill/>
            </a:ln>
          </p:spPr>
        </p:sp>
        <p:sp>
          <p:nvSpPr>
            <p:cNvPr id="88" name="node01.row.item-006.i.role-1.text"/>
            <p:cNvSpPr/>
            <p:nvPr/>
          </p:nvSpPr>
          <p:spPr>
            <a:xfrm>
              <a:off x="8318500" y="4495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89" name="node01.row.item-006.d.role-1.square"/>
            <p:cNvSpPr/>
            <p:nvPr/>
          </p:nvSpPr>
          <p:spPr>
            <a:xfrm>
              <a:off x="9525000" y="4457700"/>
              <a:ext cx="228600" cy="228600"/>
            </a:xfrm>
            <a:prstGeom prst="rect">
              <a:avLst/>
            </a:prstGeom>
            <a:solidFill>
              <a:srgbClr val="E8EEF8"/>
            </a:solidFill>
            <a:ln>
              <a:noFill/>
            </a:ln>
          </p:spPr>
        </p:sp>
        <p:sp>
          <p:nvSpPr>
            <p:cNvPr id="90" name="node01.row.item-006.d.role-1.text"/>
            <p:cNvSpPr/>
            <p:nvPr/>
          </p:nvSpPr>
          <p:spPr>
            <a:xfrm>
              <a:off x="9537700" y="4495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91" name="node01.row.item-006.s.role-1.square"/>
            <p:cNvSpPr/>
            <p:nvPr/>
          </p:nvSpPr>
          <p:spPr>
            <a:xfrm>
              <a:off x="10744200" y="4457700"/>
              <a:ext cx="228600" cy="228600"/>
            </a:xfrm>
            <a:prstGeom prst="rect">
              <a:avLst/>
            </a:prstGeom>
            <a:solidFill>
              <a:srgbClr val="070154"/>
            </a:solidFill>
            <a:ln>
              <a:noFill/>
            </a:ln>
          </p:spPr>
        </p:sp>
        <p:sp>
          <p:nvSpPr>
            <p:cNvPr id="92" name="node01.row.item-006.s.role-1.text"/>
            <p:cNvSpPr/>
            <p:nvPr/>
          </p:nvSpPr>
          <p:spPr>
            <a:xfrm>
              <a:off x="10756900" y="44958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R</a:t>
              </a:r>
              <a:endParaRPr lang="en-US" sz="900" spc="54" kern="0" b="0" i="0" dirty="0">
                <a:solidFill>
                  <a:srgbClr val="FFFFFF"/>
                </a:solidFill>
                <a:latin typeface="IBM Plex Mono SemiBold"/>
                <a:ea typeface="IBM Plex Mono SemiBold"/>
                <a:cs typeface="IBM Plex Mono SemiBold"/>
              </a:endParaRPr>
            </a:p>
          </p:txBody>
        </p:sp>
        <p:sp>
          <p:nvSpPr>
            <p:cNvPr id="93" name="node01.legend.R.square"/>
            <p:cNvSpPr/>
            <p:nvPr/>
          </p:nvSpPr>
          <p:spPr>
            <a:xfrm>
              <a:off x="723900" y="4953000"/>
              <a:ext cx="228600" cy="228600"/>
            </a:xfrm>
            <a:prstGeom prst="rect">
              <a:avLst/>
            </a:prstGeom>
            <a:solidFill>
              <a:srgbClr val="070154"/>
            </a:solidFill>
            <a:ln>
              <a:noFill/>
            </a:ln>
          </p:spPr>
        </p:sp>
        <p:sp>
          <p:nvSpPr>
            <p:cNvPr id="94" name="node01.legend.R.text"/>
            <p:cNvSpPr/>
            <p:nvPr/>
          </p:nvSpPr>
          <p:spPr>
            <a:xfrm>
              <a:off x="736600" y="49911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R</a:t>
              </a:r>
              <a:endParaRPr lang="en-US" sz="900" spc="54" kern="0" b="0" i="0" dirty="0">
                <a:solidFill>
                  <a:srgbClr val="FFFFFF"/>
                </a:solidFill>
                <a:latin typeface="IBM Plex Mono SemiBold"/>
                <a:ea typeface="IBM Plex Mono SemiBold"/>
                <a:cs typeface="IBM Plex Mono SemiBold"/>
              </a:endParaRPr>
            </a:p>
          </p:txBody>
        </p:sp>
        <p:sp>
          <p:nvSpPr>
            <p:cNvPr id="95" name="node01.legend.R.label"/>
            <p:cNvSpPr/>
            <p:nvPr/>
          </p:nvSpPr>
          <p:spPr>
            <a:xfrm>
              <a:off x="1028700" y="4953000"/>
              <a:ext cx="8572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Responsible</a:t>
              </a:r>
              <a:endParaRPr lang="en-US" sz="1200" spc="0" kern="0" b="0" i="0" dirty="0">
                <a:solidFill>
                  <a:srgbClr val="070154"/>
                </a:solidFill>
                <a:latin typeface="IBM Plex Sans"/>
                <a:ea typeface="IBM Plex Sans"/>
                <a:cs typeface="IBM Plex Sans"/>
              </a:endParaRPr>
            </a:p>
          </p:txBody>
        </p:sp>
        <p:sp>
          <p:nvSpPr>
            <p:cNvPr id="96" name="node01.legend.A.square"/>
            <p:cNvSpPr/>
            <p:nvPr/>
          </p:nvSpPr>
          <p:spPr>
            <a:xfrm>
              <a:off x="2114550" y="4953000"/>
              <a:ext cx="228600" cy="228600"/>
            </a:xfrm>
            <a:prstGeom prst="rect">
              <a:avLst/>
            </a:prstGeom>
            <a:solidFill>
              <a:srgbClr val="F900D3"/>
            </a:solidFill>
            <a:ln>
              <a:noFill/>
            </a:ln>
          </p:spPr>
        </p:sp>
        <p:sp>
          <p:nvSpPr>
            <p:cNvPr id="97" name="node01.legend.A.text"/>
            <p:cNvSpPr/>
            <p:nvPr/>
          </p:nvSpPr>
          <p:spPr>
            <a:xfrm>
              <a:off x="2127250" y="49911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a:t>
              </a:r>
              <a:endParaRPr lang="en-US" sz="900" spc="54" kern="0" b="0" i="0" dirty="0">
                <a:solidFill>
                  <a:srgbClr val="070154"/>
                </a:solidFill>
                <a:latin typeface="IBM Plex Mono SemiBold"/>
                <a:ea typeface="IBM Plex Mono SemiBold"/>
                <a:cs typeface="IBM Plex Mono SemiBold"/>
              </a:endParaRPr>
            </a:p>
          </p:txBody>
        </p:sp>
        <p:sp>
          <p:nvSpPr>
            <p:cNvPr id="98" name="node01.legend.A.label"/>
            <p:cNvSpPr/>
            <p:nvPr/>
          </p:nvSpPr>
          <p:spPr>
            <a:xfrm>
              <a:off x="2419350" y="4953000"/>
              <a:ext cx="8731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Accountable</a:t>
              </a:r>
              <a:endParaRPr lang="en-US" sz="1200" spc="0" kern="0" b="0" i="0" dirty="0">
                <a:solidFill>
                  <a:srgbClr val="070154"/>
                </a:solidFill>
                <a:latin typeface="IBM Plex Sans"/>
                <a:ea typeface="IBM Plex Sans"/>
                <a:cs typeface="IBM Plex Sans"/>
              </a:endParaRPr>
            </a:p>
          </p:txBody>
        </p:sp>
        <p:sp>
          <p:nvSpPr>
            <p:cNvPr id="99" name="node01.legend.C.square"/>
            <p:cNvSpPr/>
            <p:nvPr/>
          </p:nvSpPr>
          <p:spPr>
            <a:xfrm>
              <a:off x="3521075" y="4953000"/>
              <a:ext cx="228600" cy="228600"/>
            </a:xfrm>
            <a:prstGeom prst="rect">
              <a:avLst/>
            </a:prstGeom>
            <a:solidFill>
              <a:srgbClr val="FFFFFF"/>
            </a:solidFill>
            <a:ln>
              <a:noFill/>
            </a:ln>
          </p:spPr>
        </p:sp>
        <p:sp>
          <p:nvSpPr>
            <p:cNvPr id="100" name="node01.legend.C.outline"/>
            <p:cNvSpPr/>
            <p:nvPr/>
          </p:nvSpPr>
          <p:spPr>
            <a:xfrm>
              <a:off x="3521075" y="4953000"/>
              <a:ext cx="228600" cy="228600"/>
            </a:xfrm>
            <a:prstGeom prst="rect">
              <a:avLst/>
            </a:prstGeom>
            <a:solidFill>
              <a:srgbClr val="FFFFFF"/>
            </a:solidFill>
            <a:ln w="9525">
              <a:solidFill>
                <a:srgbClr val="070154"/>
              </a:solidFill>
              <a:prstDash val="solid"/>
            </a:ln>
          </p:spPr>
        </p:sp>
        <p:sp>
          <p:nvSpPr>
            <p:cNvPr id="101" name="node01.legend.C.text"/>
            <p:cNvSpPr/>
            <p:nvPr/>
          </p:nvSpPr>
          <p:spPr>
            <a:xfrm>
              <a:off x="3533775" y="49911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a:t>
              </a:r>
              <a:endParaRPr lang="en-US" sz="900" spc="54" kern="0" b="0" i="0" dirty="0">
                <a:solidFill>
                  <a:srgbClr val="070154"/>
                </a:solidFill>
                <a:latin typeface="IBM Plex Mono SemiBold"/>
                <a:ea typeface="IBM Plex Mono SemiBold"/>
                <a:cs typeface="IBM Plex Mono SemiBold"/>
              </a:endParaRPr>
            </a:p>
          </p:txBody>
        </p:sp>
        <p:sp>
          <p:nvSpPr>
            <p:cNvPr id="102" name="node01.legend.C.label"/>
            <p:cNvSpPr/>
            <p:nvPr/>
          </p:nvSpPr>
          <p:spPr>
            <a:xfrm>
              <a:off x="3825875" y="49530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Consulted</a:t>
              </a:r>
              <a:endParaRPr lang="en-US" sz="1200" spc="0" kern="0" b="0" i="0" dirty="0">
                <a:solidFill>
                  <a:srgbClr val="070154"/>
                </a:solidFill>
                <a:latin typeface="IBM Plex Sans"/>
                <a:ea typeface="IBM Plex Sans"/>
                <a:cs typeface="IBM Plex Sans"/>
              </a:endParaRPr>
            </a:p>
          </p:txBody>
        </p:sp>
        <p:sp>
          <p:nvSpPr>
            <p:cNvPr id="103" name="node01.legend.I.square"/>
            <p:cNvSpPr/>
            <p:nvPr/>
          </p:nvSpPr>
          <p:spPr>
            <a:xfrm>
              <a:off x="4765675" y="4953000"/>
              <a:ext cx="228600" cy="228600"/>
            </a:xfrm>
            <a:prstGeom prst="rect">
              <a:avLst/>
            </a:prstGeom>
            <a:solidFill>
              <a:srgbClr val="E8EEF8"/>
            </a:solidFill>
            <a:ln>
              <a:noFill/>
            </a:ln>
          </p:spPr>
        </p:sp>
        <p:sp>
          <p:nvSpPr>
            <p:cNvPr id="104" name="node01.legend.I.text"/>
            <p:cNvSpPr/>
            <p:nvPr/>
          </p:nvSpPr>
          <p:spPr>
            <a:xfrm>
              <a:off x="4778375" y="4991100"/>
              <a:ext cx="203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a:t>
              </a:r>
              <a:endParaRPr lang="en-US" sz="900" spc="54" kern="0" b="0" i="0" dirty="0">
                <a:solidFill>
                  <a:srgbClr val="070154"/>
                </a:solidFill>
                <a:latin typeface="IBM Plex Mono SemiBold"/>
                <a:ea typeface="IBM Plex Mono SemiBold"/>
                <a:cs typeface="IBM Plex Mono SemiBold"/>
              </a:endParaRPr>
            </a:p>
          </p:txBody>
        </p:sp>
        <p:sp>
          <p:nvSpPr>
            <p:cNvPr id="105" name="node01.legend.I.label"/>
            <p:cNvSpPr/>
            <p:nvPr/>
          </p:nvSpPr>
          <p:spPr>
            <a:xfrm>
              <a:off x="5070475" y="4953000"/>
              <a:ext cx="6572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Informed</a:t>
              </a:r>
              <a:endParaRPr lang="en-US" sz="1200" spc="0" kern="0" b="0" i="0" dirty="0">
                <a:solidFill>
                  <a:srgbClr val="070154"/>
                </a:solidFill>
                <a:latin typeface="IBM Plex Sans"/>
                <a:ea typeface="IBM Plex Sans"/>
                <a:cs typeface="IBM Plex Sans"/>
              </a:endParaRPr>
            </a:p>
          </p:txBody>
        </p:sp>
      </p:grpSp>
      <p:grpSp>
        <p:nvGrpSpPr>
          <p:cNvPr id="109" name="node02"/>
          <p:cNvGrpSpPr/>
          <p:nvPr/>
        </p:nvGrpSpPr>
        <p:grpSpPr>
          <a:xfrm>
            <a:off x="723900" y="5257800"/>
            <a:ext cx="10744200" cy="457200"/>
            <a:chOff x="723900" y="5257800"/>
            <a:chExt cx="10744200" cy="457200"/>
          </a:xfrm>
        </p:grpSpPr>
        <p:sp>
          <p:nvSpPr>
            <p:cNvPr id="106" name="node02.surface"/>
            <p:cNvSpPr/>
            <p:nvPr/>
          </p:nvSpPr>
          <p:spPr>
            <a:xfrm>
              <a:off x="723900" y="5257800"/>
              <a:ext cx="10744200" cy="457200"/>
            </a:xfrm>
            <a:prstGeom prst="rect">
              <a:avLst/>
            </a:prstGeom>
            <a:solidFill>
              <a:srgbClr val="E8EEF8"/>
            </a:solidFill>
            <a:ln>
              <a:noFill/>
            </a:ln>
          </p:spPr>
        </p:sp>
        <p:sp>
          <p:nvSpPr>
            <p:cNvPr id="107" name="node02.text"/>
            <p:cNvSpPr/>
            <p:nvPr/>
          </p:nvSpPr>
          <p:spPr>
            <a:xfrm>
              <a:off x="876300" y="53721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Authority: only the accountable role signs a step off. The cutover lead's go or no-go call overrides any other sign-off.</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ource-505">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Engage the top-right quadrant first</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stakeholder interviews,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92</a:t>
            </a:fld>
            <a:endParaRPr lang="en-US" sz="700" spc="0" kern="0" b="0" i="0" dirty="0">
              <a:solidFill>
                <a:srgbClr val="070154"/>
              </a:solidFill>
              <a:latin typeface="IBM Plex Mono SemiBold"/>
              <a:ea typeface="IBM Plex Mono SemiBold"/>
              <a:cs typeface="IBM Plex Mono SemiBold"/>
            </a:endParaRPr>
          </a:p>
        </p:txBody>
      </p:sp>
      <p:grpSp>
        <p:nvGrpSpPr>
          <p:cNvPr id="68" name="node01"/>
          <p:cNvGrpSpPr/>
          <p:nvPr/>
        </p:nvGrpSpPr>
        <p:grpSpPr>
          <a:xfrm>
            <a:off x="723900" y="2286000"/>
            <a:ext cx="3429000" cy="2717800"/>
            <a:chOff x="723900" y="2286000"/>
            <a:chExt cx="3429000" cy="2717800"/>
          </a:xfrm>
        </p:grpSpPr>
        <p:sp>
          <p:nvSpPr>
            <p:cNvPr id="7" name="node01.source-001.key"/>
            <p:cNvSpPr/>
            <p:nvPr/>
          </p:nvSpPr>
          <p:spPr>
            <a:xfrm>
              <a:off x="723900" y="228600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a:t>
              </a:r>
              <a:endParaRPr lang="en-US" sz="1400" spc="0" kern="0" b="1" i="0" dirty="0">
                <a:solidFill>
                  <a:srgbClr val="0047FF"/>
                </a:solidFill>
                <a:latin typeface="IBM Plex Sans"/>
                <a:ea typeface="IBM Plex Sans"/>
                <a:cs typeface="IBM Plex Sans"/>
              </a:endParaRPr>
            </a:p>
          </p:txBody>
        </p:sp>
        <p:sp>
          <p:nvSpPr>
            <p:cNvPr id="8" name="node01.source-001.text"/>
            <p:cNvSpPr/>
            <p:nvPr/>
          </p:nvSpPr>
          <p:spPr>
            <a:xfrm>
              <a:off x="1409700" y="228828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Chief medical officer</a:t>
              </a:r>
              <a:endParaRPr lang="en-US" sz="1400" spc="0" kern="0" b="0" i="0" dirty="0">
                <a:solidFill>
                  <a:srgbClr val="070154"/>
                </a:solidFill>
                <a:latin typeface="IBM Plex Sans SemiBold"/>
                <a:ea typeface="IBM Plex Sans SemiBold"/>
                <a:cs typeface="IBM Plex Sans SemiBold"/>
              </a:endParaRPr>
            </a:p>
          </p:txBody>
        </p:sp>
        <p:sp>
          <p:nvSpPr>
            <p:cNvPr id="9" name="node01.source-002.key"/>
            <p:cNvSpPr/>
            <p:nvPr/>
          </p:nvSpPr>
          <p:spPr>
            <a:xfrm>
              <a:off x="723900" y="255778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2</a:t>
              </a:r>
              <a:endParaRPr lang="en-US" sz="1400" spc="0" kern="0" b="1" i="0" dirty="0">
                <a:solidFill>
                  <a:srgbClr val="0047FF"/>
                </a:solidFill>
                <a:latin typeface="IBM Plex Sans"/>
                <a:ea typeface="IBM Plex Sans"/>
                <a:cs typeface="IBM Plex Sans"/>
              </a:endParaRPr>
            </a:p>
          </p:txBody>
        </p:sp>
        <p:sp>
          <p:nvSpPr>
            <p:cNvPr id="10" name="node01.source-002.text"/>
            <p:cNvSpPr/>
            <p:nvPr/>
          </p:nvSpPr>
          <p:spPr>
            <a:xfrm>
              <a:off x="1409700" y="256006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Clinic nurse leads</a:t>
              </a:r>
              <a:endParaRPr lang="en-US" sz="1400" spc="0" kern="0" b="0" i="0" dirty="0">
                <a:solidFill>
                  <a:srgbClr val="070154"/>
                </a:solidFill>
                <a:latin typeface="IBM Plex Sans SemiBold"/>
                <a:ea typeface="IBM Plex Sans SemiBold"/>
                <a:cs typeface="IBM Plex Sans SemiBold"/>
              </a:endParaRPr>
            </a:p>
          </p:txBody>
        </p:sp>
        <p:sp>
          <p:nvSpPr>
            <p:cNvPr id="11" name="node01.source-003.key"/>
            <p:cNvSpPr/>
            <p:nvPr/>
          </p:nvSpPr>
          <p:spPr>
            <a:xfrm>
              <a:off x="723900" y="282956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3</a:t>
              </a:r>
              <a:endParaRPr lang="en-US" sz="1400" spc="0" kern="0" b="1" i="0" dirty="0">
                <a:solidFill>
                  <a:srgbClr val="0047FF"/>
                </a:solidFill>
                <a:latin typeface="IBM Plex Sans"/>
                <a:ea typeface="IBM Plex Sans"/>
                <a:cs typeface="IBM Plex Sans"/>
              </a:endParaRPr>
            </a:p>
          </p:txBody>
        </p:sp>
        <p:sp>
          <p:nvSpPr>
            <p:cNvPr id="12" name="node01.source-003.text"/>
            <p:cNvSpPr/>
            <p:nvPr/>
          </p:nvSpPr>
          <p:spPr>
            <a:xfrm>
              <a:off x="1409700" y="283184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Practice managers</a:t>
              </a:r>
              <a:endParaRPr lang="en-US" sz="1400" spc="0" kern="0" b="0" i="0" dirty="0">
                <a:solidFill>
                  <a:srgbClr val="070154"/>
                </a:solidFill>
                <a:latin typeface="IBM Plex Sans SemiBold"/>
                <a:ea typeface="IBM Plex Sans SemiBold"/>
                <a:cs typeface="IBM Plex Sans SemiBold"/>
              </a:endParaRPr>
            </a:p>
          </p:txBody>
        </p:sp>
        <p:sp>
          <p:nvSpPr>
            <p:cNvPr id="13" name="node01.source-004.key"/>
            <p:cNvSpPr/>
            <p:nvPr/>
          </p:nvSpPr>
          <p:spPr>
            <a:xfrm>
              <a:off x="723900" y="310134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4</a:t>
              </a:r>
              <a:endParaRPr lang="en-US" sz="1400" spc="0" kern="0" b="1" i="0" dirty="0">
                <a:solidFill>
                  <a:srgbClr val="0047FF"/>
                </a:solidFill>
                <a:latin typeface="IBM Plex Sans"/>
                <a:ea typeface="IBM Plex Sans"/>
                <a:cs typeface="IBM Plex Sans"/>
              </a:endParaRPr>
            </a:p>
          </p:txBody>
        </p:sp>
        <p:sp>
          <p:nvSpPr>
            <p:cNvPr id="14" name="node01.source-004.text"/>
            <p:cNvSpPr/>
            <p:nvPr/>
          </p:nvSpPr>
          <p:spPr>
            <a:xfrm>
              <a:off x="1409700" y="310362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Call-center agents</a:t>
              </a:r>
              <a:endParaRPr lang="en-US" sz="1400" spc="0" kern="0" b="0" i="0" dirty="0">
                <a:solidFill>
                  <a:srgbClr val="070154"/>
                </a:solidFill>
                <a:latin typeface="IBM Plex Sans SemiBold"/>
                <a:ea typeface="IBM Plex Sans SemiBold"/>
                <a:cs typeface="IBM Plex Sans SemiBold"/>
              </a:endParaRPr>
            </a:p>
          </p:txBody>
        </p:sp>
        <p:sp>
          <p:nvSpPr>
            <p:cNvPr id="15" name="node01.source-005.key"/>
            <p:cNvSpPr/>
            <p:nvPr/>
          </p:nvSpPr>
          <p:spPr>
            <a:xfrm>
              <a:off x="723900" y="337312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5</a:t>
              </a:r>
              <a:endParaRPr lang="en-US" sz="1400" spc="0" kern="0" b="1" i="0" dirty="0">
                <a:solidFill>
                  <a:srgbClr val="0047FF"/>
                </a:solidFill>
                <a:latin typeface="IBM Plex Sans"/>
                <a:ea typeface="IBM Plex Sans"/>
                <a:cs typeface="IBM Plex Sans"/>
              </a:endParaRPr>
            </a:p>
          </p:txBody>
        </p:sp>
        <p:sp>
          <p:nvSpPr>
            <p:cNvPr id="16" name="node01.source-005.text"/>
            <p:cNvSpPr/>
            <p:nvPr/>
          </p:nvSpPr>
          <p:spPr>
            <a:xfrm>
              <a:off x="1409700" y="337540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Front-desk schedulers</a:t>
              </a:r>
              <a:endParaRPr lang="en-US" sz="1400" spc="0" kern="0" b="0" i="0" dirty="0">
                <a:solidFill>
                  <a:srgbClr val="070154"/>
                </a:solidFill>
                <a:latin typeface="IBM Plex Sans SemiBold"/>
                <a:ea typeface="IBM Plex Sans SemiBold"/>
                <a:cs typeface="IBM Plex Sans SemiBold"/>
              </a:endParaRPr>
            </a:p>
          </p:txBody>
        </p:sp>
        <p:sp>
          <p:nvSpPr>
            <p:cNvPr id="17" name="node01.source-006.key"/>
            <p:cNvSpPr/>
            <p:nvPr/>
          </p:nvSpPr>
          <p:spPr>
            <a:xfrm>
              <a:off x="723900" y="364490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6</a:t>
              </a:r>
              <a:endParaRPr lang="en-US" sz="1400" spc="0" kern="0" b="1" i="0" dirty="0">
                <a:solidFill>
                  <a:srgbClr val="0047FF"/>
                </a:solidFill>
                <a:latin typeface="IBM Plex Sans"/>
                <a:ea typeface="IBM Plex Sans"/>
                <a:cs typeface="IBM Plex Sans"/>
              </a:endParaRPr>
            </a:p>
          </p:txBody>
        </p:sp>
        <p:sp>
          <p:nvSpPr>
            <p:cNvPr id="18" name="node01.source-006.text"/>
            <p:cNvSpPr/>
            <p:nvPr/>
          </p:nvSpPr>
          <p:spPr>
            <a:xfrm>
              <a:off x="1409700" y="364718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Physician group</a:t>
              </a:r>
              <a:endParaRPr lang="en-US" sz="1400" spc="0" kern="0" b="0" i="0" dirty="0">
                <a:solidFill>
                  <a:srgbClr val="070154"/>
                </a:solidFill>
                <a:latin typeface="IBM Plex Sans SemiBold"/>
                <a:ea typeface="IBM Plex Sans SemiBold"/>
                <a:cs typeface="IBM Plex Sans SemiBold"/>
              </a:endParaRPr>
            </a:p>
          </p:txBody>
        </p:sp>
        <p:sp>
          <p:nvSpPr>
            <p:cNvPr id="19" name="node01.source-007.key"/>
            <p:cNvSpPr/>
            <p:nvPr/>
          </p:nvSpPr>
          <p:spPr>
            <a:xfrm>
              <a:off x="723900" y="391668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7</a:t>
              </a:r>
              <a:endParaRPr lang="en-US" sz="1400" spc="0" kern="0" b="1" i="0" dirty="0">
                <a:solidFill>
                  <a:srgbClr val="0047FF"/>
                </a:solidFill>
                <a:latin typeface="IBM Plex Sans"/>
                <a:ea typeface="IBM Plex Sans"/>
                <a:cs typeface="IBM Plex Sans"/>
              </a:endParaRPr>
            </a:p>
          </p:txBody>
        </p:sp>
        <p:sp>
          <p:nvSpPr>
            <p:cNvPr id="20" name="node01.source-007.text"/>
            <p:cNvSpPr/>
            <p:nvPr/>
          </p:nvSpPr>
          <p:spPr>
            <a:xfrm>
              <a:off x="1409700" y="391896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IT service desk</a:t>
              </a:r>
              <a:endParaRPr lang="en-US" sz="1400" spc="0" kern="0" b="0" i="0" dirty="0">
                <a:solidFill>
                  <a:srgbClr val="070154"/>
                </a:solidFill>
                <a:latin typeface="IBM Plex Sans SemiBold"/>
                <a:ea typeface="IBM Plex Sans SemiBold"/>
                <a:cs typeface="IBM Plex Sans SemiBold"/>
              </a:endParaRPr>
            </a:p>
          </p:txBody>
        </p:sp>
        <p:sp>
          <p:nvSpPr>
            <p:cNvPr id="21" name="node01.source-008.key"/>
            <p:cNvSpPr/>
            <p:nvPr/>
          </p:nvSpPr>
          <p:spPr>
            <a:xfrm>
              <a:off x="723900" y="418846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8</a:t>
              </a:r>
              <a:endParaRPr lang="en-US" sz="1400" spc="0" kern="0" b="1" i="0" dirty="0">
                <a:solidFill>
                  <a:srgbClr val="0047FF"/>
                </a:solidFill>
                <a:latin typeface="IBM Plex Sans"/>
                <a:ea typeface="IBM Plex Sans"/>
                <a:cs typeface="IBM Plex Sans"/>
              </a:endParaRPr>
            </a:p>
          </p:txBody>
        </p:sp>
        <p:sp>
          <p:nvSpPr>
            <p:cNvPr id="22" name="node01.source-008.text"/>
            <p:cNvSpPr/>
            <p:nvPr/>
          </p:nvSpPr>
          <p:spPr>
            <a:xfrm>
              <a:off x="1409700" y="419074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Union representatives</a:t>
              </a:r>
              <a:endParaRPr lang="en-US" sz="1400" spc="0" kern="0" b="0" i="0" dirty="0">
                <a:solidFill>
                  <a:srgbClr val="070154"/>
                </a:solidFill>
                <a:latin typeface="IBM Plex Sans SemiBold"/>
                <a:ea typeface="IBM Plex Sans SemiBold"/>
                <a:cs typeface="IBM Plex Sans SemiBold"/>
              </a:endParaRPr>
            </a:p>
          </p:txBody>
        </p:sp>
        <p:sp>
          <p:nvSpPr>
            <p:cNvPr id="23" name="node01.source-009.key"/>
            <p:cNvSpPr/>
            <p:nvPr/>
          </p:nvSpPr>
          <p:spPr>
            <a:xfrm>
              <a:off x="723900" y="446024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a:t>
              </a:r>
              <a:endParaRPr lang="en-US" sz="1400" spc="0" kern="0" b="1" i="0" dirty="0">
                <a:solidFill>
                  <a:srgbClr val="0047FF"/>
                </a:solidFill>
                <a:latin typeface="IBM Plex Sans"/>
                <a:ea typeface="IBM Plex Sans"/>
                <a:cs typeface="IBM Plex Sans"/>
              </a:endParaRPr>
            </a:p>
          </p:txBody>
        </p:sp>
        <p:sp>
          <p:nvSpPr>
            <p:cNvPr id="24" name="node01.source-009.text"/>
            <p:cNvSpPr/>
            <p:nvPr/>
          </p:nvSpPr>
          <p:spPr>
            <a:xfrm>
              <a:off x="1409700" y="446252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Patient advisory council</a:t>
              </a:r>
              <a:endParaRPr lang="en-US" sz="1400" spc="0" kern="0" b="0" i="0" dirty="0">
                <a:solidFill>
                  <a:srgbClr val="070154"/>
                </a:solidFill>
                <a:latin typeface="IBM Plex Sans SemiBold"/>
                <a:ea typeface="IBM Plex Sans SemiBold"/>
                <a:cs typeface="IBM Plex Sans SemiBold"/>
              </a:endParaRPr>
            </a:p>
          </p:txBody>
        </p:sp>
        <p:sp>
          <p:nvSpPr>
            <p:cNvPr id="25" name="node01.source-010.key"/>
            <p:cNvSpPr/>
            <p:nvPr/>
          </p:nvSpPr>
          <p:spPr>
            <a:xfrm>
              <a:off x="723900" y="4732020"/>
              <a:ext cx="4572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10</a:t>
              </a:r>
              <a:endParaRPr lang="en-US" sz="1400" spc="0" kern="0" b="1" i="0" dirty="0">
                <a:solidFill>
                  <a:srgbClr val="0047FF"/>
                </a:solidFill>
                <a:latin typeface="IBM Plex Sans"/>
                <a:ea typeface="IBM Plex Sans"/>
                <a:cs typeface="IBM Plex Sans"/>
              </a:endParaRPr>
            </a:p>
          </p:txBody>
        </p:sp>
        <p:sp>
          <p:nvSpPr>
            <p:cNvPr id="26" name="node01.source-010.text"/>
            <p:cNvSpPr/>
            <p:nvPr/>
          </p:nvSpPr>
          <p:spPr>
            <a:xfrm>
              <a:off x="1409700" y="4734306"/>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Payer relations</a:t>
              </a:r>
              <a:endParaRPr lang="en-US" sz="1400" spc="0" kern="0" b="0" i="0" dirty="0">
                <a:solidFill>
                  <a:srgbClr val="070154"/>
                </a:solidFill>
                <a:latin typeface="IBM Plex Sans SemiBold"/>
                <a:ea typeface="IBM Plex Sans SemiBold"/>
                <a:cs typeface="IBM Plex Sans SemiBold"/>
              </a:endParaRPr>
            </a:p>
          </p:txBody>
        </p:sp>
      </p:grpSp>
      <p:grpSp>
        <p:nvGrpSpPr>
          <p:cNvPr id="69" name="node02"/>
          <p:cNvGrpSpPr/>
          <p:nvPr/>
        </p:nvGrpSpPr>
        <p:grpSpPr>
          <a:xfrm>
            <a:off x="723900" y="5029200"/>
            <a:ext cx="3429000" cy="457200"/>
            <a:chOff x="723900" y="5029200"/>
            <a:chExt cx="3429000" cy="457200"/>
          </a:xfrm>
        </p:grpSpPr>
        <p:sp>
          <p:nvSpPr>
            <p:cNvPr id="27" name="node02.text"/>
            <p:cNvSpPr/>
            <p:nvPr/>
          </p:nvSpPr>
          <p:spPr>
            <a:xfrm>
              <a:off x="723900" y="5029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Partner with 1, 2, 3 and 6; support 4, 5 and 7; inform 8 to 10 monthly.</a:t>
              </a:r>
              <a:endParaRPr lang="en-US" sz="1200" spc="0" kern="0" b="0" i="0" dirty="0">
                <a:solidFill>
                  <a:srgbClr val="50658E"/>
                </a:solidFill>
                <a:latin typeface="IBM Plex Sans"/>
                <a:ea typeface="IBM Plex Sans"/>
                <a:cs typeface="IBM Plex Sans"/>
              </a:endParaRPr>
            </a:p>
          </p:txBody>
        </p:sp>
      </p:grpSp>
      <p:grpSp>
        <p:nvGrpSpPr>
          <p:cNvPr id="70" name="node03"/>
          <p:cNvGrpSpPr/>
          <p:nvPr/>
        </p:nvGrpSpPr>
        <p:grpSpPr>
          <a:xfrm>
            <a:off x="4381500" y="457200"/>
            <a:ext cx="7086600" cy="5003800"/>
            <a:chOff x="4381500" y="457200"/>
            <a:chExt cx="7086600" cy="5003800"/>
          </a:xfrm>
        </p:grpSpPr>
        <p:sp>
          <p:nvSpPr>
            <p:cNvPr id="28" name="node03.title"/>
            <p:cNvSpPr/>
            <p:nvPr/>
          </p:nvSpPr>
          <p:spPr>
            <a:xfrm>
              <a:off x="4381500" y="457200"/>
              <a:ext cx="7086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Influence over adoption and degree of impact</a:t>
              </a:r>
              <a:endParaRPr lang="en-US" sz="1800" spc="-18" kern="0" b="0" i="0" dirty="0">
                <a:solidFill>
                  <a:srgbClr val="070154"/>
                </a:solidFill>
                <a:latin typeface="IBM Plex Sans SemiBold"/>
                <a:ea typeface="IBM Plex Sans SemiBold"/>
                <a:cs typeface="IBM Plex Sans SemiBold"/>
              </a:endParaRPr>
            </a:p>
          </p:txBody>
        </p:sp>
        <p:sp>
          <p:nvSpPr>
            <p:cNvPr id="29" name="node03.quadrant.tl"/>
            <p:cNvSpPr/>
            <p:nvPr/>
          </p:nvSpPr>
          <p:spPr>
            <a:xfrm>
              <a:off x="4686300" y="762000"/>
              <a:ext cx="2247900" cy="2247900"/>
            </a:xfrm>
            <a:prstGeom prst="rect">
              <a:avLst/>
            </a:prstGeom>
            <a:solidFill>
              <a:srgbClr val="FFFFFF"/>
            </a:solidFill>
            <a:ln>
              <a:noFill/>
            </a:ln>
          </p:spPr>
        </p:sp>
        <p:sp>
          <p:nvSpPr>
            <p:cNvPr id="30" name="node03.name.tl"/>
            <p:cNvSpPr/>
            <p:nvPr/>
          </p:nvSpPr>
          <p:spPr>
            <a:xfrm>
              <a:off x="4800600" y="838200"/>
              <a:ext cx="2019300" cy="1524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SUPPORT CLOSELY</a:t>
              </a:r>
              <a:endParaRPr lang="en-US" sz="900" spc="60" kern="0" b="0" i="0" dirty="0">
                <a:solidFill>
                  <a:srgbClr val="070154"/>
                </a:solidFill>
                <a:latin typeface="IBM Plex Mono SemiBold"/>
                <a:ea typeface="IBM Plex Mono SemiBold"/>
                <a:cs typeface="IBM Plex Mono SemiBold"/>
              </a:endParaRPr>
            </a:p>
          </p:txBody>
        </p:sp>
        <p:sp>
          <p:nvSpPr>
            <p:cNvPr id="31" name="node03.quadrant.tr"/>
            <p:cNvSpPr/>
            <p:nvPr/>
          </p:nvSpPr>
          <p:spPr>
            <a:xfrm>
              <a:off x="6934200" y="762000"/>
              <a:ext cx="2247900" cy="2247900"/>
            </a:xfrm>
            <a:prstGeom prst="rect">
              <a:avLst/>
            </a:prstGeom>
            <a:solidFill>
              <a:srgbClr val="E8EEF8"/>
            </a:solidFill>
            <a:ln>
              <a:noFill/>
            </a:ln>
          </p:spPr>
        </p:sp>
        <p:sp>
          <p:nvSpPr>
            <p:cNvPr id="32" name="node03.name.tr"/>
            <p:cNvSpPr/>
            <p:nvPr/>
          </p:nvSpPr>
          <p:spPr>
            <a:xfrm>
              <a:off x="7048500" y="838200"/>
              <a:ext cx="2019300" cy="1524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PARTNER AND CO-DESIGN</a:t>
              </a:r>
              <a:endParaRPr lang="en-US" sz="900" spc="60" kern="0" b="0" i="0" dirty="0">
                <a:solidFill>
                  <a:srgbClr val="070154"/>
                </a:solidFill>
                <a:latin typeface="IBM Plex Mono SemiBold"/>
                <a:ea typeface="IBM Plex Mono SemiBold"/>
                <a:cs typeface="IBM Plex Mono SemiBold"/>
              </a:endParaRPr>
            </a:p>
          </p:txBody>
        </p:sp>
        <p:sp>
          <p:nvSpPr>
            <p:cNvPr id="33" name="node03.tag-bg.tr"/>
            <p:cNvSpPr/>
            <p:nvPr/>
          </p:nvSpPr>
          <p:spPr>
            <a:xfrm>
              <a:off x="8308330" y="1066800"/>
              <a:ext cx="759470" cy="203200"/>
            </a:xfrm>
            <a:prstGeom prst="rect">
              <a:avLst/>
            </a:prstGeom>
            <a:solidFill>
              <a:srgbClr val="05013F"/>
            </a:solidFill>
            <a:ln>
              <a:noFill/>
            </a:ln>
          </p:spPr>
        </p:sp>
        <p:sp>
          <p:nvSpPr>
            <p:cNvPr id="34" name="node03.tag.tr"/>
            <p:cNvSpPr/>
            <p:nvPr/>
          </p:nvSpPr>
          <p:spPr>
            <a:xfrm>
              <a:off x="8384530" y="1079500"/>
              <a:ext cx="607070"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PRIORITY</a:t>
              </a:r>
              <a:endParaRPr lang="en-US" sz="850" spc="60" kern="0" b="0" i="0" dirty="0">
                <a:solidFill>
                  <a:srgbClr val="FFFFFF"/>
                </a:solidFill>
                <a:latin typeface="IBM Plex Mono SemiBold"/>
                <a:ea typeface="IBM Plex Mono SemiBold"/>
                <a:cs typeface="IBM Plex Mono SemiBold"/>
              </a:endParaRPr>
            </a:p>
          </p:txBody>
        </p:sp>
        <p:sp>
          <p:nvSpPr>
            <p:cNvPr id="35" name="node03.quadrant.bl"/>
            <p:cNvSpPr/>
            <p:nvPr/>
          </p:nvSpPr>
          <p:spPr>
            <a:xfrm>
              <a:off x="4686300" y="3009900"/>
              <a:ext cx="2247900" cy="2247900"/>
            </a:xfrm>
            <a:prstGeom prst="rect">
              <a:avLst/>
            </a:prstGeom>
            <a:solidFill>
              <a:srgbClr val="FFFFFF"/>
            </a:solidFill>
            <a:ln>
              <a:noFill/>
            </a:ln>
          </p:spPr>
        </p:sp>
        <p:sp>
          <p:nvSpPr>
            <p:cNvPr id="36" name="node03.name.bl"/>
            <p:cNvSpPr/>
            <p:nvPr/>
          </p:nvSpPr>
          <p:spPr>
            <a:xfrm>
              <a:off x="4800600" y="4953000"/>
              <a:ext cx="2019300" cy="1524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INFORM</a:t>
              </a:r>
              <a:endParaRPr lang="en-US" sz="900" spc="60" kern="0" b="0" i="0" dirty="0">
                <a:solidFill>
                  <a:srgbClr val="070154"/>
                </a:solidFill>
                <a:latin typeface="IBM Plex Mono SemiBold"/>
                <a:ea typeface="IBM Plex Mono SemiBold"/>
                <a:cs typeface="IBM Plex Mono SemiBold"/>
              </a:endParaRPr>
            </a:p>
          </p:txBody>
        </p:sp>
        <p:sp>
          <p:nvSpPr>
            <p:cNvPr id="37" name="node03.quadrant.br"/>
            <p:cNvSpPr/>
            <p:nvPr/>
          </p:nvSpPr>
          <p:spPr>
            <a:xfrm>
              <a:off x="6934200" y="3009900"/>
              <a:ext cx="2247900" cy="2247900"/>
            </a:xfrm>
            <a:prstGeom prst="rect">
              <a:avLst/>
            </a:prstGeom>
            <a:solidFill>
              <a:srgbClr val="FFFFFF"/>
            </a:solidFill>
            <a:ln>
              <a:noFill/>
            </a:ln>
          </p:spPr>
        </p:sp>
        <p:sp>
          <p:nvSpPr>
            <p:cNvPr id="38" name="node03.name.br"/>
            <p:cNvSpPr/>
            <p:nvPr/>
          </p:nvSpPr>
          <p:spPr>
            <a:xfrm>
              <a:off x="7048500" y="4953000"/>
              <a:ext cx="2019300" cy="1524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KEEP SATISFIED</a:t>
              </a:r>
              <a:endParaRPr lang="en-US" sz="900" spc="60" kern="0" b="0" i="0" dirty="0">
                <a:solidFill>
                  <a:srgbClr val="070154"/>
                </a:solidFill>
                <a:latin typeface="IBM Plex Mono SemiBold"/>
                <a:ea typeface="IBM Plex Mono SemiBold"/>
                <a:cs typeface="IBM Plex Mono SemiBold"/>
              </a:endParaRPr>
            </a:p>
          </p:txBody>
        </p:sp>
        <p:sp>
          <p:nvSpPr>
            <p:cNvPr id="39" name="node03.axis-1"/>
            <p:cNvSpPr/>
            <p:nvPr/>
          </p:nvSpPr>
          <p:spPr>
            <a:xfrm>
              <a:off x="4686300" y="762000"/>
              <a:ext cx="4495800" cy="4495800"/>
            </a:xfrm>
            <a:custGeom>
              <a:avLst/>
              <a:gdLst/>
              <a:ahLst/>
              <a:cxnLst/>
              <a:rect l="l" t="t" r="r" b="b"/>
              <a:pathLst>
                <a:path w="4495800" h="4495800">
                  <a:moveTo>
                    <a:pt x="0" y="0"/>
                  </a:moveTo>
                  <a:lnTo>
                    <a:pt x="4495800" y="0"/>
                  </a:lnTo>
                  <a:lnTo>
                    <a:pt x="4495800" y="4495800"/>
                  </a:lnTo>
                  <a:lnTo>
                    <a:pt x="0" y="4495800"/>
                  </a:lnTo>
                  <a:lnTo>
                    <a:pt x="0" y="0"/>
                  </a:lnTo>
                </a:path>
              </a:pathLst>
            </a:custGeom>
            <a:ln w="12700">
              <a:solidFill>
                <a:srgbClr val="070154"/>
              </a:solidFill>
              <a:prstDash val="solid"/>
            </a:ln>
          </p:spPr>
        </p:sp>
        <p:sp>
          <p:nvSpPr>
            <p:cNvPr id="40" name="node03.axis-2"/>
            <p:cNvSpPr/>
            <p:nvPr/>
          </p:nvSpPr>
          <p:spPr>
            <a:xfrm>
              <a:off x="6934200" y="762000"/>
              <a:ext cx="127" cy="4495800"/>
            </a:xfrm>
            <a:custGeom>
              <a:avLst/>
              <a:gdLst/>
              <a:ahLst/>
              <a:cxnLst/>
              <a:rect l="l" t="t" r="r" b="b"/>
              <a:pathLst>
                <a:path w="127" h="4495800">
                  <a:moveTo>
                    <a:pt x="0" y="0"/>
                  </a:moveTo>
                  <a:lnTo>
                    <a:pt x="0" y="4495800"/>
                  </a:lnTo>
                </a:path>
              </a:pathLst>
            </a:custGeom>
            <a:ln w="9525">
              <a:solidFill>
                <a:srgbClr val="070154"/>
              </a:solidFill>
              <a:prstDash val="solid"/>
            </a:ln>
          </p:spPr>
        </p:sp>
        <p:sp>
          <p:nvSpPr>
            <p:cNvPr id="41" name="node03.axis-3"/>
            <p:cNvSpPr/>
            <p:nvPr/>
          </p:nvSpPr>
          <p:spPr>
            <a:xfrm>
              <a:off x="4686300" y="3009900"/>
              <a:ext cx="4495800" cy="127"/>
            </a:xfrm>
            <a:custGeom>
              <a:avLst/>
              <a:gdLst/>
              <a:ahLst/>
              <a:cxnLst/>
              <a:rect l="l" t="t" r="r" b="b"/>
              <a:pathLst>
                <a:path w="4495800" h="127">
                  <a:moveTo>
                    <a:pt x="0" y="0"/>
                  </a:moveTo>
                  <a:lnTo>
                    <a:pt x="4495800" y="0"/>
                  </a:lnTo>
                </a:path>
              </a:pathLst>
            </a:custGeom>
            <a:ln w="9525">
              <a:solidFill>
                <a:srgbClr val="070154"/>
              </a:solidFill>
              <a:prstDash val="solid"/>
            </a:ln>
          </p:spPr>
        </p:sp>
        <p:sp>
          <p:nvSpPr>
            <p:cNvPr id="42" name="node03.x.low"/>
            <p:cNvSpPr/>
            <p:nvPr/>
          </p:nvSpPr>
          <p:spPr>
            <a:xfrm>
              <a:off x="4686300" y="5283200"/>
              <a:ext cx="457200" cy="1778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LOW</a:t>
              </a:r>
              <a:endParaRPr lang="en-US" sz="900" spc="60" kern="0" b="0" i="0" dirty="0">
                <a:solidFill>
                  <a:srgbClr val="070154"/>
                </a:solidFill>
                <a:latin typeface="IBM Plex Mono SemiBold"/>
                <a:ea typeface="IBM Plex Mono SemiBold"/>
                <a:cs typeface="IBM Plex Mono SemiBold"/>
              </a:endParaRPr>
            </a:p>
          </p:txBody>
        </p:sp>
        <p:sp>
          <p:nvSpPr>
            <p:cNvPr id="43" name="node03.x.high"/>
            <p:cNvSpPr/>
            <p:nvPr/>
          </p:nvSpPr>
          <p:spPr>
            <a:xfrm>
              <a:off x="8724900" y="5283200"/>
              <a:ext cx="457200" cy="1778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HIGH</a:t>
              </a:r>
              <a:endParaRPr lang="en-US" sz="900" spc="60" kern="0" b="0" i="0" dirty="0">
                <a:solidFill>
                  <a:srgbClr val="070154"/>
                </a:solidFill>
                <a:latin typeface="IBM Plex Mono SemiBold"/>
                <a:ea typeface="IBM Plex Mono SemiBold"/>
                <a:cs typeface="IBM Plex Mono SemiBold"/>
              </a:endParaRPr>
            </a:p>
          </p:txBody>
        </p:sp>
        <p:sp>
          <p:nvSpPr>
            <p:cNvPr id="44" name="node03.x.title"/>
            <p:cNvSpPr/>
            <p:nvPr/>
          </p:nvSpPr>
          <p:spPr>
            <a:xfrm>
              <a:off x="5143500" y="5283200"/>
              <a:ext cx="3581400" cy="177800"/>
            </a:xfrm>
            <a:prstGeom prst="rect">
              <a:avLst/>
            </a:prstGeom>
            <a:noFill/>
            <a:ln/>
          </p:spPr>
          <p:txBody>
            <a:bodyPr wrap="square" lIns="0" tIns="0" rIns="0" bIns="0" rtlCol="0" anchor="t"/>
            <a:lstStyle/>
            <a:p>
              <a:pPr algn="ctr" indent="0" marL="0">
                <a:lnSpc>
                  <a:spcPts val="1200"/>
                </a:lnSpc>
                <a:buNone/>
              </a:pPr>
              <a:r>
                <a:rPr lang="en-US" sz="900" spc="60" kern="0" b="0" i="0" dirty="0">
                  <a:solidFill>
                    <a:srgbClr val="070154"/>
                  </a:solidFill>
                  <a:latin typeface="IBM Plex Mono SemiBold"/>
                  <a:ea typeface="IBM Plex Mono SemiBold"/>
                  <a:cs typeface="IBM Plex Mono SemiBold"/>
                </a:rPr>
                <a:t>INFLUENCE OVER ADOPTION →</a:t>
              </a:r>
              <a:endParaRPr lang="en-US" sz="900" spc="60" kern="0" b="0" i="0" dirty="0">
                <a:solidFill>
                  <a:srgbClr val="070154"/>
                </a:solidFill>
                <a:latin typeface="IBM Plex Mono SemiBold"/>
                <a:ea typeface="IBM Plex Mono SemiBold"/>
                <a:cs typeface="IBM Plex Mono SemiBold"/>
              </a:endParaRPr>
            </a:p>
          </p:txBody>
        </p:sp>
        <p:sp>
          <p:nvSpPr>
            <p:cNvPr id="45" name="node03.y-0"/>
            <p:cNvSpPr/>
            <p:nvPr/>
          </p:nvSpPr>
          <p:spPr>
            <a:xfrm rot="-5400000">
              <a:off x="4402708" y="901700"/>
              <a:ext cx="313184"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HIGH</a:t>
              </a:r>
              <a:endParaRPr lang="en-US" sz="900" spc="54" kern="0" b="0" i="0" dirty="0">
                <a:solidFill>
                  <a:srgbClr val="50658E"/>
                </a:solidFill>
                <a:latin typeface="IBM Plex Mono Medium"/>
                <a:ea typeface="IBM Plex Mono Medium"/>
                <a:cs typeface="IBM Plex Mono Medium"/>
              </a:endParaRPr>
            </a:p>
          </p:txBody>
        </p:sp>
        <p:sp>
          <p:nvSpPr>
            <p:cNvPr id="46" name="node03.y-1"/>
            <p:cNvSpPr/>
            <p:nvPr/>
          </p:nvSpPr>
          <p:spPr>
            <a:xfrm rot="-5400000">
              <a:off x="4440269" y="4940300"/>
              <a:ext cx="238063"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LOW</a:t>
              </a:r>
              <a:endParaRPr lang="en-US" sz="900" spc="54" kern="0" b="0" i="0" dirty="0">
                <a:solidFill>
                  <a:srgbClr val="50658E"/>
                </a:solidFill>
                <a:latin typeface="IBM Plex Mono Medium"/>
                <a:ea typeface="IBM Plex Mono Medium"/>
                <a:cs typeface="IBM Plex Mono Medium"/>
              </a:endParaRPr>
            </a:p>
          </p:txBody>
        </p:sp>
        <p:sp>
          <p:nvSpPr>
            <p:cNvPr id="47" name="node03.y-2"/>
            <p:cNvSpPr/>
            <p:nvPr/>
          </p:nvSpPr>
          <p:spPr>
            <a:xfrm rot="-5400000">
              <a:off x="3876861" y="2921000"/>
              <a:ext cx="1364878"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DEGREE OF IMPACT →</a:t>
              </a:r>
              <a:endParaRPr lang="en-US" sz="900" spc="54" kern="0" b="0" i="0" dirty="0">
                <a:solidFill>
                  <a:srgbClr val="50658E"/>
                </a:solidFill>
                <a:latin typeface="IBM Plex Mono Medium"/>
                <a:ea typeface="IBM Plex Mono Medium"/>
                <a:cs typeface="IBM Plex Mono Medium"/>
              </a:endParaRPr>
            </a:p>
          </p:txBody>
        </p:sp>
        <p:sp>
          <p:nvSpPr>
            <p:cNvPr id="48" name="node03.item.item-001.point"/>
            <p:cNvSpPr/>
            <p:nvPr/>
          </p:nvSpPr>
          <p:spPr>
            <a:xfrm>
              <a:off x="8630920" y="2009140"/>
              <a:ext cx="203200" cy="203200"/>
            </a:xfrm>
            <a:prstGeom prst="ellipse">
              <a:avLst/>
            </a:prstGeom>
            <a:solidFill>
              <a:srgbClr val="070154"/>
            </a:solidFill>
            <a:ln>
              <a:noFill/>
            </a:ln>
          </p:spPr>
        </p:sp>
        <p:sp>
          <p:nvSpPr>
            <p:cNvPr id="49" name="node03.item.item-001.number"/>
            <p:cNvSpPr/>
            <p:nvPr/>
          </p:nvSpPr>
          <p:spPr>
            <a:xfrm>
              <a:off x="8643620" y="202184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1</a:t>
              </a:r>
              <a:endParaRPr lang="en-US" sz="900" spc="54" kern="0" b="0" i="0" dirty="0">
                <a:solidFill>
                  <a:srgbClr val="FFFFFF"/>
                </a:solidFill>
                <a:latin typeface="IBM Plex Mono SemiBold"/>
                <a:ea typeface="IBM Plex Mono SemiBold"/>
                <a:cs typeface="IBM Plex Mono SemiBold"/>
              </a:endParaRPr>
            </a:p>
          </p:txBody>
        </p:sp>
        <p:sp>
          <p:nvSpPr>
            <p:cNvPr id="50" name="node03.item.item-002.point"/>
            <p:cNvSpPr/>
            <p:nvPr/>
          </p:nvSpPr>
          <p:spPr>
            <a:xfrm>
              <a:off x="7372096" y="1559560"/>
              <a:ext cx="203200" cy="203200"/>
            </a:xfrm>
            <a:prstGeom prst="ellipse">
              <a:avLst/>
            </a:prstGeom>
            <a:solidFill>
              <a:srgbClr val="070154"/>
            </a:solidFill>
            <a:ln>
              <a:noFill/>
            </a:ln>
          </p:spPr>
        </p:sp>
        <p:sp>
          <p:nvSpPr>
            <p:cNvPr id="51" name="node03.item.item-002.number"/>
            <p:cNvSpPr/>
            <p:nvPr/>
          </p:nvSpPr>
          <p:spPr>
            <a:xfrm>
              <a:off x="7384796" y="157226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2</a:t>
              </a:r>
              <a:endParaRPr lang="en-US" sz="900" spc="54" kern="0" b="0" i="0" dirty="0">
                <a:solidFill>
                  <a:srgbClr val="FFFFFF"/>
                </a:solidFill>
                <a:latin typeface="IBM Plex Mono SemiBold"/>
                <a:ea typeface="IBM Plex Mono SemiBold"/>
                <a:cs typeface="IBM Plex Mono SemiBold"/>
              </a:endParaRPr>
            </a:p>
          </p:txBody>
        </p:sp>
        <p:sp>
          <p:nvSpPr>
            <p:cNvPr id="52" name="node03.item.item-003.point"/>
            <p:cNvSpPr/>
            <p:nvPr/>
          </p:nvSpPr>
          <p:spPr>
            <a:xfrm>
              <a:off x="7731760" y="1559560"/>
              <a:ext cx="203200" cy="203200"/>
            </a:xfrm>
            <a:prstGeom prst="ellipse">
              <a:avLst/>
            </a:prstGeom>
            <a:solidFill>
              <a:srgbClr val="070154"/>
            </a:solidFill>
            <a:ln>
              <a:noFill/>
            </a:ln>
          </p:spPr>
        </p:sp>
        <p:sp>
          <p:nvSpPr>
            <p:cNvPr id="53" name="node03.item.item-003.number"/>
            <p:cNvSpPr/>
            <p:nvPr/>
          </p:nvSpPr>
          <p:spPr>
            <a:xfrm>
              <a:off x="7744460" y="157226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3</a:t>
              </a:r>
              <a:endParaRPr lang="en-US" sz="900" spc="54" kern="0" b="0" i="0" dirty="0">
                <a:solidFill>
                  <a:srgbClr val="FFFFFF"/>
                </a:solidFill>
                <a:latin typeface="IBM Plex Mono SemiBold"/>
                <a:ea typeface="IBM Plex Mono SemiBold"/>
                <a:cs typeface="IBM Plex Mono SemiBold"/>
              </a:endParaRPr>
            </a:p>
          </p:txBody>
        </p:sp>
        <p:sp>
          <p:nvSpPr>
            <p:cNvPr id="54" name="node03.item.item-004.point"/>
            <p:cNvSpPr/>
            <p:nvPr/>
          </p:nvSpPr>
          <p:spPr>
            <a:xfrm>
              <a:off x="5933440" y="1559560"/>
              <a:ext cx="203200" cy="203200"/>
            </a:xfrm>
            <a:prstGeom prst="ellipse">
              <a:avLst/>
            </a:prstGeom>
            <a:solidFill>
              <a:srgbClr val="070154"/>
            </a:solidFill>
            <a:ln>
              <a:noFill/>
            </a:ln>
          </p:spPr>
        </p:sp>
        <p:sp>
          <p:nvSpPr>
            <p:cNvPr id="55" name="node03.item.item-004.number"/>
            <p:cNvSpPr/>
            <p:nvPr/>
          </p:nvSpPr>
          <p:spPr>
            <a:xfrm>
              <a:off x="5946140" y="157226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4</a:t>
              </a:r>
              <a:endParaRPr lang="en-US" sz="900" spc="54" kern="0" b="0" i="0" dirty="0">
                <a:solidFill>
                  <a:srgbClr val="FFFFFF"/>
                </a:solidFill>
                <a:latin typeface="IBM Plex Mono SemiBold"/>
                <a:ea typeface="IBM Plex Mono SemiBold"/>
                <a:cs typeface="IBM Plex Mono SemiBold"/>
              </a:endParaRPr>
            </a:p>
          </p:txBody>
        </p:sp>
        <p:sp>
          <p:nvSpPr>
            <p:cNvPr id="56" name="node03.item.item-005.point"/>
            <p:cNvSpPr/>
            <p:nvPr/>
          </p:nvSpPr>
          <p:spPr>
            <a:xfrm>
              <a:off x="5214112" y="1379728"/>
              <a:ext cx="203200" cy="203200"/>
            </a:xfrm>
            <a:prstGeom prst="ellipse">
              <a:avLst/>
            </a:prstGeom>
            <a:solidFill>
              <a:srgbClr val="070154"/>
            </a:solidFill>
            <a:ln>
              <a:noFill/>
            </a:ln>
          </p:spPr>
        </p:sp>
        <p:sp>
          <p:nvSpPr>
            <p:cNvPr id="57" name="node03.item.item-005.number"/>
            <p:cNvSpPr/>
            <p:nvPr/>
          </p:nvSpPr>
          <p:spPr>
            <a:xfrm>
              <a:off x="5226812" y="1392428"/>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5</a:t>
              </a:r>
              <a:endParaRPr lang="en-US" sz="900" spc="54" kern="0" b="0" i="0" dirty="0">
                <a:solidFill>
                  <a:srgbClr val="FFFFFF"/>
                </a:solidFill>
                <a:latin typeface="IBM Plex Mono SemiBold"/>
                <a:ea typeface="IBM Plex Mono SemiBold"/>
                <a:cs typeface="IBM Plex Mono SemiBold"/>
              </a:endParaRPr>
            </a:p>
          </p:txBody>
        </p:sp>
        <p:sp>
          <p:nvSpPr>
            <p:cNvPr id="58" name="node03.item.item-006.point"/>
            <p:cNvSpPr/>
            <p:nvPr/>
          </p:nvSpPr>
          <p:spPr>
            <a:xfrm>
              <a:off x="8541004" y="2368804"/>
              <a:ext cx="203200" cy="203200"/>
            </a:xfrm>
            <a:prstGeom prst="ellipse">
              <a:avLst/>
            </a:prstGeom>
            <a:solidFill>
              <a:srgbClr val="070154"/>
            </a:solidFill>
            <a:ln>
              <a:noFill/>
            </a:ln>
          </p:spPr>
        </p:sp>
        <p:sp>
          <p:nvSpPr>
            <p:cNvPr id="59" name="node03.item.item-006.number"/>
            <p:cNvSpPr/>
            <p:nvPr/>
          </p:nvSpPr>
          <p:spPr>
            <a:xfrm>
              <a:off x="8553704" y="2381504"/>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6</a:t>
              </a:r>
              <a:endParaRPr lang="en-US" sz="900" spc="54" kern="0" b="0" i="0" dirty="0">
                <a:solidFill>
                  <a:srgbClr val="FFFFFF"/>
                </a:solidFill>
                <a:latin typeface="IBM Plex Mono SemiBold"/>
                <a:ea typeface="IBM Plex Mono SemiBold"/>
                <a:cs typeface="IBM Plex Mono SemiBold"/>
              </a:endParaRPr>
            </a:p>
          </p:txBody>
        </p:sp>
        <p:sp>
          <p:nvSpPr>
            <p:cNvPr id="60" name="node03.item.item-007.point"/>
            <p:cNvSpPr/>
            <p:nvPr/>
          </p:nvSpPr>
          <p:spPr>
            <a:xfrm>
              <a:off x="6023356" y="2368804"/>
              <a:ext cx="203200" cy="203200"/>
            </a:xfrm>
            <a:prstGeom prst="ellipse">
              <a:avLst/>
            </a:prstGeom>
            <a:solidFill>
              <a:srgbClr val="070154"/>
            </a:solidFill>
            <a:ln>
              <a:noFill/>
            </a:ln>
          </p:spPr>
        </p:sp>
        <p:sp>
          <p:nvSpPr>
            <p:cNvPr id="61" name="node03.item.item-007.number"/>
            <p:cNvSpPr/>
            <p:nvPr/>
          </p:nvSpPr>
          <p:spPr>
            <a:xfrm>
              <a:off x="6036056" y="2381504"/>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7</a:t>
              </a:r>
              <a:endParaRPr lang="en-US" sz="900" spc="54" kern="0" b="0" i="0" dirty="0">
                <a:solidFill>
                  <a:srgbClr val="FFFFFF"/>
                </a:solidFill>
                <a:latin typeface="IBM Plex Mono SemiBold"/>
                <a:ea typeface="IBM Plex Mono SemiBold"/>
                <a:cs typeface="IBM Plex Mono SemiBold"/>
              </a:endParaRPr>
            </a:p>
          </p:txBody>
        </p:sp>
        <p:sp>
          <p:nvSpPr>
            <p:cNvPr id="62" name="node03.item.item-008.point"/>
            <p:cNvSpPr/>
            <p:nvPr/>
          </p:nvSpPr>
          <p:spPr>
            <a:xfrm>
              <a:off x="8091424" y="3627628"/>
              <a:ext cx="203200" cy="203200"/>
            </a:xfrm>
            <a:prstGeom prst="ellipse">
              <a:avLst/>
            </a:prstGeom>
            <a:solidFill>
              <a:srgbClr val="070154"/>
            </a:solidFill>
            <a:ln>
              <a:noFill/>
            </a:ln>
          </p:spPr>
        </p:sp>
        <p:sp>
          <p:nvSpPr>
            <p:cNvPr id="63" name="node03.item.item-008.number"/>
            <p:cNvSpPr/>
            <p:nvPr/>
          </p:nvSpPr>
          <p:spPr>
            <a:xfrm>
              <a:off x="8104124" y="3640328"/>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8</a:t>
              </a:r>
              <a:endParaRPr lang="en-US" sz="900" spc="54" kern="0" b="0" i="0" dirty="0">
                <a:solidFill>
                  <a:srgbClr val="FFFFFF"/>
                </a:solidFill>
                <a:latin typeface="IBM Plex Mono SemiBold"/>
                <a:ea typeface="IBM Plex Mono SemiBold"/>
                <a:cs typeface="IBM Plex Mono SemiBold"/>
              </a:endParaRPr>
            </a:p>
          </p:txBody>
        </p:sp>
        <p:sp>
          <p:nvSpPr>
            <p:cNvPr id="64" name="node03.item.item-009.point"/>
            <p:cNvSpPr/>
            <p:nvPr/>
          </p:nvSpPr>
          <p:spPr>
            <a:xfrm>
              <a:off x="6472936" y="3897376"/>
              <a:ext cx="203200" cy="203200"/>
            </a:xfrm>
            <a:prstGeom prst="ellipse">
              <a:avLst/>
            </a:prstGeom>
            <a:solidFill>
              <a:srgbClr val="070154"/>
            </a:solidFill>
            <a:ln>
              <a:noFill/>
            </a:ln>
          </p:spPr>
        </p:sp>
        <p:sp>
          <p:nvSpPr>
            <p:cNvPr id="65" name="node03.item.item-009.number"/>
            <p:cNvSpPr/>
            <p:nvPr/>
          </p:nvSpPr>
          <p:spPr>
            <a:xfrm>
              <a:off x="6485636" y="3910076"/>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9</a:t>
              </a:r>
              <a:endParaRPr lang="en-US" sz="900" spc="54" kern="0" b="0" i="0" dirty="0">
                <a:solidFill>
                  <a:srgbClr val="FFFFFF"/>
                </a:solidFill>
                <a:latin typeface="IBM Plex Mono SemiBold"/>
                <a:ea typeface="IBM Plex Mono SemiBold"/>
                <a:cs typeface="IBM Plex Mono SemiBold"/>
              </a:endParaRPr>
            </a:p>
          </p:txBody>
        </p:sp>
        <p:sp>
          <p:nvSpPr>
            <p:cNvPr id="66" name="node03.item.item-010.point"/>
            <p:cNvSpPr/>
            <p:nvPr/>
          </p:nvSpPr>
          <p:spPr>
            <a:xfrm>
              <a:off x="5214112" y="4346956"/>
              <a:ext cx="203200" cy="203200"/>
            </a:xfrm>
            <a:prstGeom prst="ellipse">
              <a:avLst/>
            </a:prstGeom>
            <a:solidFill>
              <a:srgbClr val="070154"/>
            </a:solidFill>
            <a:ln>
              <a:noFill/>
            </a:ln>
          </p:spPr>
        </p:sp>
        <p:sp>
          <p:nvSpPr>
            <p:cNvPr id="67" name="node03.item.item-010.number"/>
            <p:cNvSpPr/>
            <p:nvPr/>
          </p:nvSpPr>
          <p:spPr>
            <a:xfrm>
              <a:off x="5226812" y="4359656"/>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10</a:t>
              </a:r>
              <a:endParaRPr lang="en-US" sz="900" spc="54" kern="0" b="0" i="0" dirty="0">
                <a:solidFill>
                  <a:srgbClr val="FFFFFF"/>
                </a:solidFill>
                <a:latin typeface="IBM Plex Mono SemiBold"/>
                <a:ea typeface="IBM Plex Mono SemiBold"/>
                <a:cs typeface="IBM Plex Mono SemiBold"/>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ource-38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ways to engage, one we recommend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93</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1600200"/>
            <a:ext cx="3429000" cy="3657600"/>
            <a:chOff x="723900" y="1600200"/>
            <a:chExt cx="3429000" cy="3657600"/>
          </a:xfrm>
        </p:grpSpPr>
        <p:sp>
          <p:nvSpPr>
            <p:cNvPr id="6" name="node01.container"/>
            <p:cNvSpPr/>
            <p:nvPr/>
          </p:nvSpPr>
          <p:spPr>
            <a:xfrm>
              <a:off x="730250" y="1606550"/>
              <a:ext cx="3416300" cy="3644900"/>
            </a:xfrm>
            <a:prstGeom prst="rect">
              <a:avLst/>
            </a:prstGeom>
            <a:solidFill>
              <a:srgbClr val="FFFFFF"/>
            </a:solidFill>
            <a:ln w="12700">
              <a:solidFill>
                <a:srgbClr val="CED7E6"/>
              </a:solidFill>
              <a:prstDash val="solid"/>
            </a:ln>
          </p:spPr>
        </p:sp>
        <p:sp>
          <p:nvSpPr>
            <p:cNvPr id="7" name="node01.label"/>
            <p:cNvSpPr/>
            <p:nvPr/>
          </p:nvSpPr>
          <p:spPr>
            <a:xfrm>
              <a:off x="9525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A · FIXED FEE</a:t>
              </a:r>
              <a:endParaRPr lang="en-US" sz="900" spc="54" kern="0" b="0" i="0" dirty="0">
                <a:solidFill>
                  <a:srgbClr val="0047FF"/>
                </a:solidFill>
                <a:latin typeface="IBM Plex Mono Medium"/>
                <a:ea typeface="IBM Plex Mono Medium"/>
                <a:cs typeface="IBM Plex Mono Medium"/>
              </a:endParaRPr>
            </a:p>
          </p:txBody>
        </p:sp>
        <p:sp>
          <p:nvSpPr>
            <p:cNvPr id="8" name="node01.title"/>
            <p:cNvSpPr/>
            <p:nvPr/>
          </p:nvSpPr>
          <p:spPr>
            <a:xfrm>
              <a:off x="9525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 only</a:t>
              </a:r>
              <a:endParaRPr lang="en-US" sz="1800" spc="-18" kern="0" b="0" i="0" dirty="0">
                <a:solidFill>
                  <a:srgbClr val="070154"/>
                </a:solidFill>
                <a:latin typeface="IBM Plex Sans SemiBold"/>
                <a:ea typeface="IBM Plex Sans SemiBold"/>
                <a:cs typeface="IBM Plex Sans SemiBold"/>
              </a:endParaRPr>
            </a:p>
          </p:txBody>
        </p:sp>
        <p:sp>
          <p:nvSpPr>
            <p:cNvPr id="9" name="node01.body.item-001.checklist.item-001.marker"/>
            <p:cNvSpPr/>
            <p:nvPr/>
          </p:nvSpPr>
          <p:spPr>
            <a:xfrm>
              <a:off x="952500" y="2527300"/>
              <a:ext cx="152400" cy="152400"/>
            </a:xfrm>
            <a:prstGeom prst="rect">
              <a:avLst/>
            </a:prstGeom>
            <a:solidFill>
              <a:srgbClr val="070154"/>
            </a:solidFill>
            <a:ln>
              <a:noFill/>
            </a:ln>
          </p:spPr>
        </p:sp>
        <p:sp>
          <p:nvSpPr>
            <p:cNvPr id="10" name="node01.body.item-001.checklist.item-001.check"/>
            <p:cNvSpPr/>
            <p:nvPr/>
          </p:nvSpPr>
          <p:spPr>
            <a:xfrm>
              <a:off x="952500" y="25273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11" name="node01.body.item-001.checklist.item-001.text"/>
            <p:cNvSpPr/>
            <p:nvPr/>
          </p:nvSpPr>
          <p:spPr>
            <a:xfrm>
              <a:off x="1219200" y="2476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12" name="node01.body.item-001.checklist.item-002.marker"/>
            <p:cNvSpPr/>
            <p:nvPr/>
          </p:nvSpPr>
          <p:spPr>
            <a:xfrm>
              <a:off x="952500" y="2870200"/>
              <a:ext cx="152400" cy="152400"/>
            </a:xfrm>
            <a:prstGeom prst="rect">
              <a:avLst/>
            </a:prstGeom>
            <a:solidFill>
              <a:srgbClr val="50658E"/>
            </a:solidFill>
            <a:ln>
              <a:noFill/>
            </a:ln>
          </p:spPr>
        </p:sp>
        <p:sp>
          <p:nvSpPr>
            <p:cNvPr id="13" name="node01.body.item-001.checklist.item-002.empty"/>
            <p:cNvSpPr/>
            <p:nvPr/>
          </p:nvSpPr>
          <p:spPr>
            <a:xfrm>
              <a:off x="965200" y="2882900"/>
              <a:ext cx="127000" cy="127000"/>
            </a:xfrm>
            <a:prstGeom prst="rect">
              <a:avLst/>
            </a:prstGeom>
            <a:solidFill>
              <a:srgbClr val="FFFFFF"/>
            </a:solidFill>
            <a:ln>
              <a:noFill/>
            </a:ln>
          </p:spPr>
        </p:sp>
        <p:sp>
          <p:nvSpPr>
            <p:cNvPr id="14" name="node01.body.item-001.checklist.item-002.dash"/>
            <p:cNvSpPr/>
            <p:nvPr/>
          </p:nvSpPr>
          <p:spPr>
            <a:xfrm>
              <a:off x="996950" y="2938780"/>
              <a:ext cx="63500" cy="15240"/>
            </a:xfrm>
            <a:prstGeom prst="rect">
              <a:avLst/>
            </a:prstGeom>
            <a:solidFill>
              <a:srgbClr val="50658E"/>
            </a:solidFill>
            <a:ln>
              <a:noFill/>
            </a:ln>
          </p:spPr>
        </p:sp>
        <p:sp>
          <p:nvSpPr>
            <p:cNvPr id="15" name="node01.body.item-001.checklist.item-002.text"/>
            <p:cNvSpPr/>
            <p:nvPr/>
          </p:nvSpPr>
          <p:spPr>
            <a:xfrm>
              <a:off x="1219200" y="2819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Target design and roadmap</a:t>
              </a:r>
              <a:endParaRPr lang="en-US" sz="1400" spc="0" kern="0" b="0" i="0" dirty="0">
                <a:solidFill>
                  <a:srgbClr val="50658E"/>
                </a:solidFill>
                <a:latin typeface="IBM Plex Sans"/>
                <a:ea typeface="IBM Plex Sans"/>
                <a:cs typeface="IBM Plex Sans"/>
              </a:endParaRPr>
            </a:p>
          </p:txBody>
        </p:sp>
        <p:sp>
          <p:nvSpPr>
            <p:cNvPr id="16" name="node01.body.item-001.checklist.item-003.marker"/>
            <p:cNvSpPr/>
            <p:nvPr/>
          </p:nvSpPr>
          <p:spPr>
            <a:xfrm>
              <a:off x="952500" y="3213100"/>
              <a:ext cx="152400" cy="152400"/>
            </a:xfrm>
            <a:prstGeom prst="rect">
              <a:avLst/>
            </a:prstGeom>
            <a:solidFill>
              <a:srgbClr val="50658E"/>
            </a:solidFill>
            <a:ln>
              <a:noFill/>
            </a:ln>
          </p:spPr>
        </p:sp>
        <p:sp>
          <p:nvSpPr>
            <p:cNvPr id="17" name="node01.body.item-001.checklist.item-003.empty"/>
            <p:cNvSpPr/>
            <p:nvPr/>
          </p:nvSpPr>
          <p:spPr>
            <a:xfrm>
              <a:off x="965200" y="3225800"/>
              <a:ext cx="127000" cy="127000"/>
            </a:xfrm>
            <a:prstGeom prst="rect">
              <a:avLst/>
            </a:prstGeom>
            <a:solidFill>
              <a:srgbClr val="FFFFFF"/>
            </a:solidFill>
            <a:ln>
              <a:noFill/>
            </a:ln>
          </p:spPr>
        </p:sp>
        <p:sp>
          <p:nvSpPr>
            <p:cNvPr id="18" name="node01.body.item-001.checklist.item-003.dash"/>
            <p:cNvSpPr/>
            <p:nvPr/>
          </p:nvSpPr>
          <p:spPr>
            <a:xfrm>
              <a:off x="996950" y="3281680"/>
              <a:ext cx="63500" cy="15240"/>
            </a:xfrm>
            <a:prstGeom prst="rect">
              <a:avLst/>
            </a:prstGeom>
            <a:solidFill>
              <a:srgbClr val="50658E"/>
            </a:solidFill>
            <a:ln>
              <a:noFill/>
            </a:ln>
          </p:spPr>
        </p:sp>
        <p:sp>
          <p:nvSpPr>
            <p:cNvPr id="19" name="node01.body.item-001.checklist.item-003.text"/>
            <p:cNvSpPr/>
            <p:nvPr/>
          </p:nvSpPr>
          <p:spPr>
            <a:xfrm>
              <a:off x="1219200" y="31623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Wave 1 build</a:t>
              </a:r>
              <a:endParaRPr lang="en-US" sz="1400" spc="0" kern="0" b="0" i="0" dirty="0">
                <a:solidFill>
                  <a:srgbClr val="50658E"/>
                </a:solidFill>
                <a:latin typeface="IBM Plex Sans"/>
                <a:ea typeface="IBM Plex Sans"/>
                <a:cs typeface="IBM Plex Sans"/>
              </a:endParaRPr>
            </a:p>
          </p:txBody>
        </p:sp>
        <p:sp>
          <p:nvSpPr>
            <p:cNvPr id="20" name="node01.body.item-002.label"/>
            <p:cNvSpPr/>
            <p:nvPr/>
          </p:nvSpPr>
          <p:spPr>
            <a:xfrm>
              <a:off x="952500" y="34671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DURATION</a:t>
              </a:r>
              <a:endParaRPr lang="en-US" sz="900" spc="54" kern="0" b="0" i="0" dirty="0">
                <a:solidFill>
                  <a:srgbClr val="0047FF"/>
                </a:solidFill>
                <a:latin typeface="IBM Plex Mono Medium"/>
                <a:ea typeface="IBM Plex Mono Medium"/>
                <a:cs typeface="IBM Plex Mono Medium"/>
              </a:endParaRPr>
            </a:p>
          </p:txBody>
        </p:sp>
        <p:sp>
          <p:nvSpPr>
            <p:cNvPr id="21" name="node01.body.item-003.paragraph"/>
            <p:cNvSpPr/>
            <p:nvPr/>
          </p:nvSpPr>
          <p:spPr>
            <a:xfrm>
              <a:off x="952500" y="36576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 weeks</a:t>
              </a:r>
              <a:endParaRPr lang="en-US" sz="1400" spc="0" kern="0" b="0" i="0" dirty="0">
                <a:solidFill>
                  <a:srgbClr val="50658E"/>
                </a:solidFill>
                <a:latin typeface="IBM Plex Sans"/>
                <a:ea typeface="IBM Plex Sans"/>
                <a:cs typeface="IBM Plex Sans"/>
              </a:endParaRPr>
            </a:p>
          </p:txBody>
        </p:sp>
        <p:sp>
          <p:nvSpPr>
            <p:cNvPr id="22" name="node01.fee.divider"/>
            <p:cNvSpPr/>
            <p:nvPr/>
          </p:nvSpPr>
          <p:spPr>
            <a:xfrm>
              <a:off x="952500" y="4346575"/>
              <a:ext cx="2971800" cy="9525"/>
            </a:xfrm>
            <a:prstGeom prst="rect">
              <a:avLst/>
            </a:prstGeom>
            <a:solidFill>
              <a:srgbClr val="CED7E6"/>
            </a:solidFill>
            <a:ln>
              <a:noFill/>
            </a:ln>
          </p:spPr>
        </p:sp>
        <p:sp>
          <p:nvSpPr>
            <p:cNvPr id="23" name="node01.fee.value"/>
            <p:cNvSpPr/>
            <p:nvPr/>
          </p:nvSpPr>
          <p:spPr>
            <a:xfrm>
              <a:off x="952500" y="44704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$288K</a:t>
              </a:r>
              <a:endParaRPr lang="en-US" sz="1800" spc="0" kern="0" b="0" i="0" dirty="0">
                <a:solidFill>
                  <a:srgbClr val="070154"/>
                </a:solidFill>
                <a:latin typeface="IBM Plex Mono SemiBold"/>
                <a:ea typeface="IBM Plex Mono SemiBold"/>
                <a:cs typeface="IBM Plex Mono SemiBold"/>
              </a:endParaRPr>
            </a:p>
          </p:txBody>
        </p:sp>
        <p:sp>
          <p:nvSpPr>
            <p:cNvPr id="24" name="node01.fee.label"/>
            <p:cNvSpPr/>
            <p:nvPr/>
          </p:nvSpPr>
          <p:spPr>
            <a:xfrm>
              <a:off x="952500" y="4800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a:t>
              </a:r>
              <a:endParaRPr lang="en-US" sz="1200" spc="0" kern="0" b="0" i="0" dirty="0">
                <a:solidFill>
                  <a:srgbClr val="50658E"/>
                </a:solidFill>
                <a:latin typeface="IBM Plex Sans"/>
                <a:ea typeface="IBM Plex Sans"/>
                <a:cs typeface="IBM Plex Sans"/>
              </a:endParaRPr>
            </a:p>
          </p:txBody>
        </p:sp>
      </p:grpSp>
      <p:grpSp>
        <p:nvGrpSpPr>
          <p:cNvPr id="63" name="node02"/>
          <p:cNvGrpSpPr/>
          <p:nvPr/>
        </p:nvGrpSpPr>
        <p:grpSpPr>
          <a:xfrm>
            <a:off x="4381500" y="1600200"/>
            <a:ext cx="3429000" cy="3657600"/>
            <a:chOff x="4381500" y="1600200"/>
            <a:chExt cx="3429000" cy="3657600"/>
          </a:xfrm>
        </p:grpSpPr>
        <p:sp>
          <p:nvSpPr>
            <p:cNvPr id="25" name="node02.container"/>
            <p:cNvSpPr/>
            <p:nvPr/>
          </p:nvSpPr>
          <p:spPr>
            <a:xfrm>
              <a:off x="4381500" y="1600200"/>
              <a:ext cx="3429000" cy="3657600"/>
            </a:xfrm>
            <a:prstGeom prst="rect">
              <a:avLst/>
            </a:prstGeom>
            <a:solidFill>
              <a:srgbClr val="E8EEF8"/>
            </a:solidFill>
            <a:ln>
              <a:noFill/>
            </a:ln>
          </p:spPr>
        </p:sp>
        <p:sp>
          <p:nvSpPr>
            <p:cNvPr id="26" name="node02.edge"/>
            <p:cNvSpPr/>
            <p:nvPr/>
          </p:nvSpPr>
          <p:spPr>
            <a:xfrm>
              <a:off x="4381500" y="1600200"/>
              <a:ext cx="3429000" cy="38100"/>
            </a:xfrm>
            <a:prstGeom prst="rect">
              <a:avLst/>
            </a:prstGeom>
            <a:solidFill>
              <a:srgbClr val="0047FF"/>
            </a:solidFill>
            <a:ln>
              <a:noFill/>
            </a:ln>
          </p:spPr>
        </p:sp>
        <p:sp>
          <p:nvSpPr>
            <p:cNvPr id="27" name="node02.label"/>
            <p:cNvSpPr/>
            <p:nvPr/>
          </p:nvSpPr>
          <p:spPr>
            <a:xfrm>
              <a:off x="4610100" y="18669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B · HYBRID</a:t>
              </a:r>
              <a:endParaRPr lang="en-US" sz="900" spc="54" kern="0" b="0" i="0" dirty="0">
                <a:solidFill>
                  <a:srgbClr val="0047FF"/>
                </a:solidFill>
                <a:latin typeface="IBM Plex Mono Medium"/>
                <a:ea typeface="IBM Plex Mono Medium"/>
                <a:cs typeface="IBM Plex Mono Medium"/>
              </a:endParaRPr>
            </a:p>
          </p:txBody>
        </p:sp>
        <p:sp>
          <p:nvSpPr>
            <p:cNvPr id="28" name="node02.title"/>
            <p:cNvSpPr/>
            <p:nvPr/>
          </p:nvSpPr>
          <p:spPr>
            <a:xfrm>
              <a:off x="46101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 and build</a:t>
              </a:r>
              <a:endParaRPr lang="en-US" sz="1800" spc="-18" kern="0" b="0" i="0" dirty="0">
                <a:solidFill>
                  <a:srgbClr val="070154"/>
                </a:solidFill>
                <a:latin typeface="IBM Plex Sans SemiBold"/>
                <a:ea typeface="IBM Plex Sans SemiBold"/>
                <a:cs typeface="IBM Plex Sans SemiBold"/>
              </a:endParaRPr>
            </a:p>
          </p:txBody>
        </p:sp>
        <p:sp>
          <p:nvSpPr>
            <p:cNvPr id="29" name="node02.body.item-001.checklist.item-001.marker"/>
            <p:cNvSpPr/>
            <p:nvPr/>
          </p:nvSpPr>
          <p:spPr>
            <a:xfrm>
              <a:off x="4610100" y="2565400"/>
              <a:ext cx="152400" cy="152400"/>
            </a:xfrm>
            <a:prstGeom prst="rect">
              <a:avLst/>
            </a:prstGeom>
            <a:solidFill>
              <a:srgbClr val="070154"/>
            </a:solidFill>
            <a:ln>
              <a:noFill/>
            </a:ln>
          </p:spPr>
        </p:sp>
        <p:sp>
          <p:nvSpPr>
            <p:cNvPr id="30" name="node02.body.item-001.checklist.item-001.check"/>
            <p:cNvSpPr/>
            <p:nvPr/>
          </p:nvSpPr>
          <p:spPr>
            <a:xfrm>
              <a:off x="4610100" y="25654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1" name="node02.body.item-001.checklist.item-001.text"/>
            <p:cNvSpPr/>
            <p:nvPr/>
          </p:nvSpPr>
          <p:spPr>
            <a:xfrm>
              <a:off x="4876800" y="25146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32" name="node02.body.item-001.checklist.item-002.marker"/>
            <p:cNvSpPr/>
            <p:nvPr/>
          </p:nvSpPr>
          <p:spPr>
            <a:xfrm>
              <a:off x="4610100" y="2908300"/>
              <a:ext cx="152400" cy="152400"/>
            </a:xfrm>
            <a:prstGeom prst="rect">
              <a:avLst/>
            </a:prstGeom>
            <a:solidFill>
              <a:srgbClr val="070154"/>
            </a:solidFill>
            <a:ln>
              <a:noFill/>
            </a:ln>
          </p:spPr>
        </p:sp>
        <p:sp>
          <p:nvSpPr>
            <p:cNvPr id="33" name="node02.body.item-001.checklist.item-002.check"/>
            <p:cNvSpPr/>
            <p:nvPr/>
          </p:nvSpPr>
          <p:spPr>
            <a:xfrm>
              <a:off x="4610100" y="29083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4" name="node02.body.item-001.checklist.item-002.text"/>
            <p:cNvSpPr/>
            <p:nvPr/>
          </p:nvSpPr>
          <p:spPr>
            <a:xfrm>
              <a:off x="4876800" y="2857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design and roadmap</a:t>
              </a:r>
              <a:endParaRPr lang="en-US" sz="1400" spc="0" kern="0" b="0" i="0" dirty="0">
                <a:solidFill>
                  <a:srgbClr val="070154"/>
                </a:solidFill>
                <a:latin typeface="IBM Plex Sans"/>
                <a:ea typeface="IBM Plex Sans"/>
                <a:cs typeface="IBM Plex Sans"/>
              </a:endParaRPr>
            </a:p>
          </p:txBody>
        </p:sp>
        <p:sp>
          <p:nvSpPr>
            <p:cNvPr id="35" name="node02.body.item-001.checklist.item-003.marker"/>
            <p:cNvSpPr/>
            <p:nvPr/>
          </p:nvSpPr>
          <p:spPr>
            <a:xfrm>
              <a:off x="4610100" y="3251200"/>
              <a:ext cx="152400" cy="152400"/>
            </a:xfrm>
            <a:prstGeom prst="rect">
              <a:avLst/>
            </a:prstGeom>
            <a:solidFill>
              <a:srgbClr val="070154"/>
            </a:solidFill>
            <a:ln>
              <a:noFill/>
            </a:ln>
          </p:spPr>
        </p:sp>
        <p:sp>
          <p:nvSpPr>
            <p:cNvPr id="36" name="node02.body.item-001.checklist.item-003.check"/>
            <p:cNvSpPr/>
            <p:nvPr/>
          </p:nvSpPr>
          <p:spPr>
            <a:xfrm>
              <a:off x="4610100" y="32512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7" name="node02.body.item-001.checklist.item-003.text"/>
            <p:cNvSpPr/>
            <p:nvPr/>
          </p:nvSpPr>
          <p:spPr>
            <a:xfrm>
              <a:off x="4876800" y="3200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1 build</a:t>
              </a:r>
              <a:endParaRPr lang="en-US" sz="1400" spc="0" kern="0" b="0" i="0" dirty="0">
                <a:solidFill>
                  <a:srgbClr val="070154"/>
                </a:solidFill>
                <a:latin typeface="IBM Plex Sans"/>
                <a:ea typeface="IBM Plex Sans"/>
                <a:cs typeface="IBM Plex Sans"/>
              </a:endParaRPr>
            </a:p>
          </p:txBody>
        </p:sp>
        <p:sp>
          <p:nvSpPr>
            <p:cNvPr id="38" name="node02.body.item-002.label"/>
            <p:cNvSpPr/>
            <p:nvPr/>
          </p:nvSpPr>
          <p:spPr>
            <a:xfrm>
              <a:off x="4610100" y="3505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DURATION</a:t>
              </a:r>
              <a:endParaRPr lang="en-US" sz="900" spc="54" kern="0" b="0" i="0" dirty="0">
                <a:solidFill>
                  <a:srgbClr val="0047FF"/>
                </a:solidFill>
                <a:latin typeface="IBM Plex Mono Medium"/>
                <a:ea typeface="IBM Plex Mono Medium"/>
                <a:cs typeface="IBM Plex Mono Medium"/>
              </a:endParaRPr>
            </a:p>
          </p:txBody>
        </p:sp>
        <p:sp>
          <p:nvSpPr>
            <p:cNvPr id="39" name="node02.body.item-003.paragraph"/>
            <p:cNvSpPr/>
            <p:nvPr/>
          </p:nvSpPr>
          <p:spPr>
            <a:xfrm>
              <a:off x="4610100" y="36957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8 weeks fixed, then 16 weeks capacity</a:t>
              </a:r>
              <a:endParaRPr lang="en-US" sz="1400" spc="0" kern="0" b="0" i="0" dirty="0">
                <a:solidFill>
                  <a:srgbClr val="50658E"/>
                </a:solidFill>
                <a:latin typeface="IBM Plex Sans"/>
                <a:ea typeface="IBM Plex Sans"/>
                <a:cs typeface="IBM Plex Sans"/>
              </a:endParaRPr>
            </a:p>
          </p:txBody>
        </p:sp>
        <p:sp>
          <p:nvSpPr>
            <p:cNvPr id="40" name="node02.fee.divider"/>
            <p:cNvSpPr/>
            <p:nvPr/>
          </p:nvSpPr>
          <p:spPr>
            <a:xfrm>
              <a:off x="4610100" y="4346575"/>
              <a:ext cx="2971800" cy="9525"/>
            </a:xfrm>
            <a:prstGeom prst="rect">
              <a:avLst/>
            </a:prstGeom>
            <a:solidFill>
              <a:srgbClr val="CED7E6"/>
            </a:solidFill>
            <a:ln>
              <a:noFill/>
            </a:ln>
          </p:spPr>
        </p:sp>
        <p:sp>
          <p:nvSpPr>
            <p:cNvPr id="41" name="node02.fee.value"/>
            <p:cNvSpPr/>
            <p:nvPr/>
          </p:nvSpPr>
          <p:spPr>
            <a:xfrm>
              <a:off x="4610100" y="44704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$720K + $210K/mo</a:t>
              </a:r>
              <a:endParaRPr lang="en-US" sz="1800" spc="0" kern="0" b="0" i="0" dirty="0">
                <a:solidFill>
                  <a:srgbClr val="070154"/>
                </a:solidFill>
                <a:latin typeface="IBM Plex Mono SemiBold"/>
                <a:ea typeface="IBM Plex Mono SemiBold"/>
                <a:cs typeface="IBM Plex Mono SemiBold"/>
              </a:endParaRPr>
            </a:p>
          </p:txBody>
        </p:sp>
        <p:sp>
          <p:nvSpPr>
            <p:cNvPr id="42" name="node02.fee.label"/>
            <p:cNvSpPr/>
            <p:nvPr/>
          </p:nvSpPr>
          <p:spPr>
            <a:xfrm>
              <a:off x="4610100" y="4800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then run-rate</a:t>
              </a:r>
              <a:endParaRPr lang="en-US" sz="1200" spc="0" kern="0" b="0" i="0" dirty="0">
                <a:solidFill>
                  <a:srgbClr val="50658E"/>
                </a:solidFill>
                <a:latin typeface="IBM Plex Sans"/>
                <a:ea typeface="IBM Plex Sans"/>
                <a:cs typeface="IBM Plex Sans"/>
              </a:endParaRPr>
            </a:p>
          </p:txBody>
        </p:sp>
        <p:sp>
          <p:nvSpPr>
            <p:cNvPr id="43" name="node02.tag-bg"/>
            <p:cNvSpPr/>
            <p:nvPr/>
          </p:nvSpPr>
          <p:spPr>
            <a:xfrm>
              <a:off x="6806369" y="1600200"/>
              <a:ext cx="1004131" cy="228600"/>
            </a:xfrm>
            <a:prstGeom prst="rect">
              <a:avLst/>
            </a:prstGeom>
            <a:solidFill>
              <a:srgbClr val="0047FF"/>
            </a:solidFill>
            <a:ln>
              <a:noFill/>
            </a:ln>
          </p:spPr>
        </p:sp>
        <p:sp>
          <p:nvSpPr>
            <p:cNvPr id="44" name="node02.tag"/>
            <p:cNvSpPr/>
            <p:nvPr/>
          </p:nvSpPr>
          <p:spPr>
            <a:xfrm>
              <a:off x="6882569" y="1638300"/>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RECOMMENDED</a:t>
              </a:r>
              <a:endParaRPr lang="en-US" sz="900" spc="54" kern="0" b="0" i="0" dirty="0">
                <a:solidFill>
                  <a:srgbClr val="FFFFFF"/>
                </a:solidFill>
                <a:latin typeface="IBM Plex Mono SemiBold"/>
                <a:ea typeface="IBM Plex Mono SemiBold"/>
                <a:cs typeface="IBM Plex Mono SemiBold"/>
              </a:endParaRPr>
            </a:p>
          </p:txBody>
        </p:sp>
      </p:grpSp>
      <p:grpSp>
        <p:nvGrpSpPr>
          <p:cNvPr id="64" name="node03"/>
          <p:cNvGrpSpPr/>
          <p:nvPr/>
        </p:nvGrpSpPr>
        <p:grpSpPr>
          <a:xfrm>
            <a:off x="8039100" y="1600200"/>
            <a:ext cx="3429000" cy="3657600"/>
            <a:chOff x="8039100" y="1600200"/>
            <a:chExt cx="3429000" cy="3657600"/>
          </a:xfrm>
        </p:grpSpPr>
        <p:sp>
          <p:nvSpPr>
            <p:cNvPr id="45" name="node03.container"/>
            <p:cNvSpPr/>
            <p:nvPr/>
          </p:nvSpPr>
          <p:spPr>
            <a:xfrm>
              <a:off x="8045450" y="1606550"/>
              <a:ext cx="3416300" cy="3644900"/>
            </a:xfrm>
            <a:prstGeom prst="rect">
              <a:avLst/>
            </a:prstGeom>
            <a:solidFill>
              <a:srgbClr val="FFFFFF"/>
            </a:solidFill>
            <a:ln w="12700">
              <a:solidFill>
                <a:srgbClr val="CED7E6"/>
              </a:solidFill>
              <a:prstDash val="solid"/>
            </a:ln>
          </p:spPr>
        </p:sp>
        <p:sp>
          <p:nvSpPr>
            <p:cNvPr id="46" name="node03.label"/>
            <p:cNvSpPr/>
            <p:nvPr/>
          </p:nvSpPr>
          <p:spPr>
            <a:xfrm>
              <a:off x="82677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C · CAPACITY</a:t>
              </a:r>
              <a:endParaRPr lang="en-US" sz="900" spc="54" kern="0" b="0" i="0" dirty="0">
                <a:solidFill>
                  <a:srgbClr val="0047FF"/>
                </a:solidFill>
                <a:latin typeface="IBM Plex Mono Medium"/>
                <a:ea typeface="IBM Plex Mono Medium"/>
                <a:cs typeface="IBM Plex Mono Medium"/>
              </a:endParaRPr>
            </a:p>
          </p:txBody>
        </p:sp>
        <p:sp>
          <p:nvSpPr>
            <p:cNvPr id="47" name="node03.title"/>
            <p:cNvSpPr/>
            <p:nvPr/>
          </p:nvSpPr>
          <p:spPr>
            <a:xfrm>
              <a:off x="82677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Embedded pod</a:t>
              </a:r>
              <a:endParaRPr lang="en-US" sz="1800" spc="-18" kern="0" b="0" i="0" dirty="0">
                <a:solidFill>
                  <a:srgbClr val="070154"/>
                </a:solidFill>
                <a:latin typeface="IBM Plex Sans SemiBold"/>
                <a:ea typeface="IBM Plex Sans SemiBold"/>
                <a:cs typeface="IBM Plex Sans SemiBold"/>
              </a:endParaRPr>
            </a:p>
          </p:txBody>
        </p:sp>
        <p:sp>
          <p:nvSpPr>
            <p:cNvPr id="48" name="node03.body.item-001.checklist.item-001.marker"/>
            <p:cNvSpPr/>
            <p:nvPr/>
          </p:nvSpPr>
          <p:spPr>
            <a:xfrm>
              <a:off x="8267700" y="2527300"/>
              <a:ext cx="152400" cy="152400"/>
            </a:xfrm>
            <a:prstGeom prst="rect">
              <a:avLst/>
            </a:prstGeom>
            <a:solidFill>
              <a:srgbClr val="070154"/>
            </a:solidFill>
            <a:ln>
              <a:noFill/>
            </a:ln>
          </p:spPr>
        </p:sp>
        <p:sp>
          <p:nvSpPr>
            <p:cNvPr id="49" name="node03.body.item-001.checklist.item-001.check"/>
            <p:cNvSpPr/>
            <p:nvPr/>
          </p:nvSpPr>
          <p:spPr>
            <a:xfrm>
              <a:off x="8267700" y="25273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0" name="node03.body.item-001.checklist.item-001.text"/>
            <p:cNvSpPr/>
            <p:nvPr/>
          </p:nvSpPr>
          <p:spPr>
            <a:xfrm>
              <a:off x="8534400" y="2476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51" name="node03.body.item-001.checklist.item-002.marker"/>
            <p:cNvSpPr/>
            <p:nvPr/>
          </p:nvSpPr>
          <p:spPr>
            <a:xfrm>
              <a:off x="8267700" y="2870200"/>
              <a:ext cx="152400" cy="152400"/>
            </a:xfrm>
            <a:prstGeom prst="rect">
              <a:avLst/>
            </a:prstGeom>
            <a:solidFill>
              <a:srgbClr val="070154"/>
            </a:solidFill>
            <a:ln>
              <a:noFill/>
            </a:ln>
          </p:spPr>
        </p:sp>
        <p:sp>
          <p:nvSpPr>
            <p:cNvPr id="52" name="node03.body.item-001.checklist.item-002.check"/>
            <p:cNvSpPr/>
            <p:nvPr/>
          </p:nvSpPr>
          <p:spPr>
            <a:xfrm>
              <a:off x="8267700" y="28702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3" name="node03.body.item-001.checklist.item-002.text"/>
            <p:cNvSpPr/>
            <p:nvPr/>
          </p:nvSpPr>
          <p:spPr>
            <a:xfrm>
              <a:off x="8534400" y="2819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design and roadmap</a:t>
              </a:r>
              <a:endParaRPr lang="en-US" sz="1400" spc="0" kern="0" b="0" i="0" dirty="0">
                <a:solidFill>
                  <a:srgbClr val="070154"/>
                </a:solidFill>
                <a:latin typeface="IBM Plex Sans"/>
                <a:ea typeface="IBM Plex Sans"/>
                <a:cs typeface="IBM Plex Sans"/>
              </a:endParaRPr>
            </a:p>
          </p:txBody>
        </p:sp>
        <p:sp>
          <p:nvSpPr>
            <p:cNvPr id="54" name="node03.body.item-001.checklist.item-003.marker"/>
            <p:cNvSpPr/>
            <p:nvPr/>
          </p:nvSpPr>
          <p:spPr>
            <a:xfrm>
              <a:off x="8267700" y="3213100"/>
              <a:ext cx="152400" cy="152400"/>
            </a:xfrm>
            <a:prstGeom prst="rect">
              <a:avLst/>
            </a:prstGeom>
            <a:solidFill>
              <a:srgbClr val="070154"/>
            </a:solidFill>
            <a:ln>
              <a:noFill/>
            </a:ln>
          </p:spPr>
        </p:sp>
        <p:sp>
          <p:nvSpPr>
            <p:cNvPr id="55" name="node03.body.item-001.checklist.item-003.check"/>
            <p:cNvSpPr/>
            <p:nvPr/>
          </p:nvSpPr>
          <p:spPr>
            <a:xfrm>
              <a:off x="8267700" y="3213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6" name="node03.body.item-001.checklist.item-003.text"/>
            <p:cNvSpPr/>
            <p:nvPr/>
          </p:nvSpPr>
          <p:spPr>
            <a:xfrm>
              <a:off x="8534400" y="31623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1 build</a:t>
              </a:r>
              <a:endParaRPr lang="en-US" sz="1400" spc="0" kern="0" b="0" i="0" dirty="0">
                <a:solidFill>
                  <a:srgbClr val="070154"/>
                </a:solidFill>
                <a:latin typeface="IBM Plex Sans"/>
                <a:ea typeface="IBM Plex Sans"/>
                <a:cs typeface="IBM Plex Sans"/>
              </a:endParaRPr>
            </a:p>
          </p:txBody>
        </p:sp>
        <p:sp>
          <p:nvSpPr>
            <p:cNvPr id="57" name="node03.body.item-002.label"/>
            <p:cNvSpPr/>
            <p:nvPr/>
          </p:nvSpPr>
          <p:spPr>
            <a:xfrm>
              <a:off x="8267700" y="34671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DURATION</a:t>
              </a:r>
              <a:endParaRPr lang="en-US" sz="900" spc="54" kern="0" b="0" i="0" dirty="0">
                <a:solidFill>
                  <a:srgbClr val="0047FF"/>
                </a:solidFill>
                <a:latin typeface="IBM Plex Mono Medium"/>
                <a:ea typeface="IBM Plex Mono Medium"/>
                <a:cs typeface="IBM Plex Mono Medium"/>
              </a:endParaRPr>
            </a:p>
          </p:txBody>
        </p:sp>
        <p:sp>
          <p:nvSpPr>
            <p:cNvPr id="58" name="node03.body.item-003.paragraph"/>
            <p:cNvSpPr/>
            <p:nvPr/>
          </p:nvSpPr>
          <p:spPr>
            <a:xfrm>
              <a:off x="8267700" y="36576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Rolling, 3-month minimum</a:t>
              </a:r>
              <a:endParaRPr lang="en-US" sz="1400" spc="0" kern="0" b="0" i="0" dirty="0">
                <a:solidFill>
                  <a:srgbClr val="50658E"/>
                </a:solidFill>
                <a:latin typeface="IBM Plex Sans"/>
                <a:ea typeface="IBM Plex Sans"/>
                <a:cs typeface="IBM Plex Sans"/>
              </a:endParaRPr>
            </a:p>
          </p:txBody>
        </p:sp>
        <p:sp>
          <p:nvSpPr>
            <p:cNvPr id="59" name="node03.fee.divider"/>
            <p:cNvSpPr/>
            <p:nvPr/>
          </p:nvSpPr>
          <p:spPr>
            <a:xfrm>
              <a:off x="8267700" y="4346575"/>
              <a:ext cx="2971800" cy="9525"/>
            </a:xfrm>
            <a:prstGeom prst="rect">
              <a:avLst/>
            </a:prstGeom>
            <a:solidFill>
              <a:srgbClr val="CED7E6"/>
            </a:solidFill>
            <a:ln>
              <a:noFill/>
            </a:ln>
          </p:spPr>
        </p:sp>
        <p:sp>
          <p:nvSpPr>
            <p:cNvPr id="60" name="node03.fee.value"/>
            <p:cNvSpPr/>
            <p:nvPr/>
          </p:nvSpPr>
          <p:spPr>
            <a:xfrm>
              <a:off x="8267700" y="44704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$240K/mo</a:t>
              </a:r>
              <a:endParaRPr lang="en-US" sz="1800" spc="0" kern="0" b="0" i="0" dirty="0">
                <a:solidFill>
                  <a:srgbClr val="070154"/>
                </a:solidFill>
                <a:latin typeface="IBM Plex Mono SemiBold"/>
                <a:ea typeface="IBM Plex Mono SemiBold"/>
                <a:cs typeface="IBM Plex Mono SemiBold"/>
              </a:endParaRPr>
            </a:p>
          </p:txBody>
        </p:sp>
        <p:sp>
          <p:nvSpPr>
            <p:cNvPr id="61" name="node03.fee.label"/>
            <p:cNvSpPr/>
            <p:nvPr/>
          </p:nvSpPr>
          <p:spPr>
            <a:xfrm>
              <a:off x="8267700" y="4800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pod run-rate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ource-38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fixed fee of $720K, paid as milestones are accepted</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estimate. Fees exclude expenses.</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94</a:t>
            </a:fld>
            <a:endParaRPr lang="en-US" sz="700" spc="0" kern="0" b="0" i="0" dirty="0">
              <a:solidFill>
                <a:srgbClr val="070154"/>
              </a:solidFill>
              <a:latin typeface="IBM Plex Mono SemiBold"/>
              <a:ea typeface="IBM Plex Mono SemiBold"/>
              <a:cs typeface="IBM Plex Mono SemiBold"/>
            </a:endParaRPr>
          </a:p>
        </p:txBody>
      </p:sp>
      <p:grpSp>
        <p:nvGrpSpPr>
          <p:cNvPr id="23" name="node01"/>
          <p:cNvGrpSpPr/>
          <p:nvPr/>
        </p:nvGrpSpPr>
        <p:grpSpPr>
          <a:xfrm>
            <a:off x="723900" y="1600200"/>
            <a:ext cx="7086600" cy="2743200"/>
            <a:chOff x="723900" y="1600200"/>
            <a:chExt cx="7086600" cy="274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086600" cy="2743200"/>
          </p:xfrm>
          <a:graphic>
            <a:graphicData uri="http://schemas.openxmlformats.org/drawingml/2006/table">
              <a:tbl>
                <a:tblPr/>
                <a:tblGrid>
                  <a:gridCol w="2514600"/>
                  <a:gridCol w="1143000"/>
                  <a:gridCol w="1143000"/>
                  <a:gridCol w="1143000"/>
                  <a:gridCol w="11430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MILESTONE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TIMING</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 OF FEE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AMOUNT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CUMULATIVE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Mobilization complete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Week 1</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$72K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$72K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Diagnostic readout</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Week 4</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$216K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$288K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Design sign-off</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Week 7</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$288K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$576K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Final readout accepted</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Week 8</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$144K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$720K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Total fixed fee</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100%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$720K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r>
              </a:tbl>
            </a:graphicData>
          </a:graphic>
        </p:graphicFrame>
      </p:grpSp>
      <p:grpSp>
        <p:nvGrpSpPr>
          <p:cNvPr id="24" name="node02"/>
          <p:cNvGrpSpPr/>
          <p:nvPr/>
        </p:nvGrpSpPr>
        <p:grpSpPr>
          <a:xfrm>
            <a:off x="8039100" y="1600200"/>
            <a:ext cx="3429000" cy="3415475"/>
            <a:chOff x="8039100" y="1600200"/>
            <a:chExt cx="3429000" cy="3415475"/>
          </a:xfrm>
        </p:grpSpPr>
        <p:sp>
          <p:nvSpPr>
            <p:cNvPr id="8" name="node02.container"/>
            <p:cNvSpPr/>
            <p:nvPr/>
          </p:nvSpPr>
          <p:spPr>
            <a:xfrm>
              <a:off x="8039100" y="1600200"/>
              <a:ext cx="3429000" cy="3415475"/>
            </a:xfrm>
            <a:prstGeom prst="rect">
              <a:avLst/>
            </a:prstGeom>
            <a:solidFill>
              <a:srgbClr val="070154"/>
            </a:solidFill>
            <a:ln>
              <a:noFill/>
            </a:ln>
          </p:spPr>
        </p:sp>
        <p:sp>
          <p:nvSpPr>
            <p:cNvPr id="9" name="node02.model-bg"/>
            <p:cNvSpPr/>
            <p:nvPr/>
          </p:nvSpPr>
          <p:spPr>
            <a:xfrm>
              <a:off x="8267700" y="1828800"/>
              <a:ext cx="853889" cy="203200"/>
            </a:xfrm>
            <a:prstGeom prst="rect">
              <a:avLst/>
            </a:prstGeom>
            <a:solidFill>
              <a:srgbClr val="FFFFFF"/>
            </a:solidFill>
            <a:ln>
              <a:noFill/>
            </a:ln>
          </p:spPr>
        </p:sp>
        <p:sp>
          <p:nvSpPr>
            <p:cNvPr id="10" name="node02.model"/>
            <p:cNvSpPr/>
            <p:nvPr/>
          </p:nvSpPr>
          <p:spPr>
            <a:xfrm>
              <a:off x="8343900" y="1854200"/>
              <a:ext cx="701489"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FIXED FEE</a:t>
              </a:r>
              <a:endParaRPr lang="en-US" sz="900" spc="54" kern="0" b="0" i="0" dirty="0">
                <a:solidFill>
                  <a:srgbClr val="070154"/>
                </a:solidFill>
                <a:latin typeface="IBM Plex Mono SemiBold"/>
                <a:ea typeface="IBM Plex Mono SemiBold"/>
                <a:cs typeface="IBM Plex Mono SemiBold"/>
              </a:endParaRPr>
            </a:p>
          </p:txBody>
        </p:sp>
        <p:sp>
          <p:nvSpPr>
            <p:cNvPr id="11" name="node02.total"/>
            <p:cNvSpPr/>
            <p:nvPr/>
          </p:nvSpPr>
          <p:spPr>
            <a:xfrm>
              <a:off x="8267700" y="21082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$720K</a:t>
              </a:r>
              <a:endParaRPr lang="en-US" sz="4800" spc="-96" kern="0" b="0" i="0" dirty="0">
                <a:solidFill>
                  <a:srgbClr val="FFFFFF"/>
                </a:solidFill>
                <a:latin typeface="IBM Plex Mono SemiBold"/>
                <a:ea typeface="IBM Plex Mono SemiBold"/>
                <a:cs typeface="IBM Plex Mono SemiBold"/>
              </a:endParaRPr>
            </a:p>
          </p:txBody>
        </p:sp>
        <p:sp>
          <p:nvSpPr>
            <p:cNvPr id="12" name="node02.total-label"/>
            <p:cNvSpPr/>
            <p:nvPr/>
          </p:nvSpPr>
          <p:spPr>
            <a:xfrm>
              <a:off x="8267700" y="279635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total fixed fee</a:t>
              </a:r>
              <a:endParaRPr lang="en-US" sz="1200" spc="0" kern="0" b="0" i="0" dirty="0">
                <a:solidFill>
                  <a:srgbClr val="CED7E6"/>
                </a:solidFill>
                <a:latin typeface="IBM Plex Sans"/>
                <a:ea typeface="IBM Plex Sans"/>
                <a:cs typeface="IBM Plex Sans"/>
              </a:endParaRPr>
            </a:p>
          </p:txBody>
        </p:sp>
        <p:sp>
          <p:nvSpPr>
            <p:cNvPr id="13" name="node02.divider"/>
            <p:cNvSpPr/>
            <p:nvPr/>
          </p:nvSpPr>
          <p:spPr>
            <a:xfrm>
              <a:off x="8267700" y="3215450"/>
              <a:ext cx="2971800" cy="9525"/>
            </a:xfrm>
            <a:prstGeom prst="rect">
              <a:avLst/>
            </a:prstGeom>
            <a:solidFill>
              <a:srgbClr val="50658E"/>
            </a:solidFill>
            <a:ln>
              <a:noFill/>
            </a:ln>
          </p:spPr>
        </p:sp>
        <p:sp>
          <p:nvSpPr>
            <p:cNvPr id="14" name="node02.line.item-001.label"/>
            <p:cNvSpPr/>
            <p:nvPr/>
          </p:nvSpPr>
          <p:spPr>
            <a:xfrm>
              <a:off x="8267700" y="3339275"/>
              <a:ext cx="23844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Diagnose · weeks 1–4</a:t>
              </a:r>
              <a:endParaRPr lang="en-US" sz="1200" spc="0" kern="0" b="0" i="0" dirty="0">
                <a:solidFill>
                  <a:srgbClr val="FFFFFF"/>
                </a:solidFill>
                <a:latin typeface="IBM Plex Sans"/>
                <a:ea typeface="IBM Plex Sans"/>
                <a:cs typeface="IBM Plex Sans"/>
              </a:endParaRPr>
            </a:p>
          </p:txBody>
        </p:sp>
        <p:sp>
          <p:nvSpPr>
            <p:cNvPr id="15" name="node02.line.item-001.value"/>
            <p:cNvSpPr/>
            <p:nvPr/>
          </p:nvSpPr>
          <p:spPr>
            <a:xfrm>
              <a:off x="10766425" y="3339275"/>
              <a:ext cx="473075"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FFFFFF"/>
                  </a:solidFill>
                  <a:latin typeface="IBM Plex Mono SemiBold"/>
                  <a:ea typeface="IBM Plex Mono SemiBold"/>
                  <a:cs typeface="IBM Plex Mono SemiBold"/>
                </a:rPr>
                <a:t>$288K</a:t>
              </a:r>
              <a:endParaRPr lang="en-US" sz="1200" spc="0" kern="0" b="0" i="0" dirty="0">
                <a:solidFill>
                  <a:srgbClr val="FFFFFF"/>
                </a:solidFill>
                <a:latin typeface="IBM Plex Mono SemiBold"/>
                <a:ea typeface="IBM Plex Mono SemiBold"/>
                <a:cs typeface="IBM Plex Mono SemiBold"/>
              </a:endParaRPr>
            </a:p>
          </p:txBody>
        </p:sp>
        <p:sp>
          <p:nvSpPr>
            <p:cNvPr id="16" name="node02.line.item-002.label"/>
            <p:cNvSpPr/>
            <p:nvPr/>
          </p:nvSpPr>
          <p:spPr>
            <a:xfrm>
              <a:off x="8267700" y="3644075"/>
              <a:ext cx="23844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Design and roadmap · weeks 5–8</a:t>
              </a:r>
              <a:endParaRPr lang="en-US" sz="1200" spc="0" kern="0" b="0" i="0" dirty="0">
                <a:solidFill>
                  <a:srgbClr val="FFFFFF"/>
                </a:solidFill>
                <a:latin typeface="IBM Plex Sans"/>
                <a:ea typeface="IBM Plex Sans"/>
                <a:cs typeface="IBM Plex Sans"/>
              </a:endParaRPr>
            </a:p>
          </p:txBody>
        </p:sp>
        <p:sp>
          <p:nvSpPr>
            <p:cNvPr id="17" name="node02.line.item-002.value"/>
            <p:cNvSpPr/>
            <p:nvPr/>
          </p:nvSpPr>
          <p:spPr>
            <a:xfrm>
              <a:off x="10766425" y="3644075"/>
              <a:ext cx="473075"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FFFFFF"/>
                  </a:solidFill>
                  <a:latin typeface="IBM Plex Mono SemiBold"/>
                  <a:ea typeface="IBM Plex Mono SemiBold"/>
                  <a:cs typeface="IBM Plex Mono SemiBold"/>
                </a:rPr>
                <a:t>$432K</a:t>
              </a:r>
              <a:endParaRPr lang="en-US" sz="1200" spc="0" kern="0" b="0" i="0" dirty="0">
                <a:solidFill>
                  <a:srgbClr val="FFFFFF"/>
                </a:solidFill>
                <a:latin typeface="IBM Plex Mono SemiBold"/>
                <a:ea typeface="IBM Plex Mono SemiBold"/>
                <a:cs typeface="IBM Plex Mono SemiBold"/>
              </a:endParaRPr>
            </a:p>
          </p:txBody>
        </p:sp>
        <p:sp>
          <p:nvSpPr>
            <p:cNvPr id="18" name="node02.terms-label"/>
            <p:cNvSpPr/>
            <p:nvPr/>
          </p:nvSpPr>
          <p:spPr>
            <a:xfrm>
              <a:off x="8267700" y="4063175"/>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SemiBold"/>
                  <a:ea typeface="IBM Plex Mono SemiBold"/>
                  <a:cs typeface="IBM Plex Mono SemiBold"/>
                </a:rPr>
                <a:t>TERMS</a:t>
              </a:r>
              <a:endParaRPr lang="en-US" sz="900" spc="54" kern="0" b="0" i="0" dirty="0">
                <a:solidFill>
                  <a:srgbClr val="F900D3"/>
                </a:solidFill>
                <a:latin typeface="IBM Plex Mono SemiBold"/>
                <a:ea typeface="IBM Plex Mono SemiBold"/>
                <a:cs typeface="IBM Plex Mono SemiBold"/>
              </a:endParaRPr>
            </a:p>
          </p:txBody>
        </p:sp>
        <p:sp>
          <p:nvSpPr>
            <p:cNvPr id="19" name="node02.terms.item-001.marker"/>
            <p:cNvSpPr/>
            <p:nvPr/>
          </p:nvSpPr>
          <p:spPr>
            <a:xfrm>
              <a:off x="8267700" y="4380675"/>
              <a:ext cx="38100" cy="38100"/>
            </a:xfrm>
            <a:prstGeom prst="rect">
              <a:avLst/>
            </a:prstGeom>
            <a:solidFill>
              <a:srgbClr val="FFFFFF"/>
            </a:solidFill>
            <a:ln>
              <a:noFill/>
            </a:ln>
          </p:spPr>
        </p:sp>
        <p:sp>
          <p:nvSpPr>
            <p:cNvPr id="20" name="node02.terms.item-001.text"/>
            <p:cNvSpPr/>
            <p:nvPr/>
          </p:nvSpPr>
          <p:spPr>
            <a:xfrm>
              <a:off x="8420100" y="42917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Invoiced on milestone acceptance</a:t>
              </a:r>
              <a:endParaRPr lang="en-US" sz="1200" spc="0" kern="0" b="0" i="0" dirty="0">
                <a:solidFill>
                  <a:srgbClr val="FFFFFF"/>
                </a:solidFill>
                <a:latin typeface="IBM Plex Sans"/>
                <a:ea typeface="IBM Plex Sans"/>
                <a:cs typeface="IBM Plex Sans"/>
              </a:endParaRPr>
            </a:p>
          </p:txBody>
        </p:sp>
        <p:sp>
          <p:nvSpPr>
            <p:cNvPr id="21" name="node02.terms.item-002.marker"/>
            <p:cNvSpPr/>
            <p:nvPr/>
          </p:nvSpPr>
          <p:spPr>
            <a:xfrm>
              <a:off x="8267700" y="4647375"/>
              <a:ext cx="38100" cy="38100"/>
            </a:xfrm>
            <a:prstGeom prst="rect">
              <a:avLst/>
            </a:prstGeom>
            <a:solidFill>
              <a:srgbClr val="FFFFFF"/>
            </a:solidFill>
            <a:ln>
              <a:noFill/>
            </a:ln>
          </p:spPr>
        </p:sp>
        <p:sp>
          <p:nvSpPr>
            <p:cNvPr id="22" name="node02.terms.item-002.text"/>
            <p:cNvSpPr/>
            <p:nvPr/>
          </p:nvSpPr>
          <p:spPr>
            <a:xfrm>
              <a:off x="8420100" y="45584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Expenses capped at 8% of fees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ource-38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team, one monthly run-rate of $210K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95</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23900" y="1600200"/>
            <a:ext cx="3429000" cy="3682175"/>
            <a:chOff x="723900" y="1600200"/>
            <a:chExt cx="3429000" cy="3682175"/>
          </a:xfrm>
        </p:grpSpPr>
        <p:sp>
          <p:nvSpPr>
            <p:cNvPr id="6" name="node01.container"/>
            <p:cNvSpPr/>
            <p:nvPr/>
          </p:nvSpPr>
          <p:spPr>
            <a:xfrm>
              <a:off x="723900" y="1600200"/>
              <a:ext cx="3429000" cy="3682175"/>
            </a:xfrm>
            <a:prstGeom prst="rect">
              <a:avLst/>
            </a:prstGeom>
            <a:solidFill>
              <a:srgbClr val="070154"/>
            </a:solidFill>
            <a:ln>
              <a:noFill/>
            </a:ln>
          </p:spPr>
        </p:sp>
        <p:sp>
          <p:nvSpPr>
            <p:cNvPr id="7" name="node01.model-bg"/>
            <p:cNvSpPr/>
            <p:nvPr/>
          </p:nvSpPr>
          <p:spPr>
            <a:xfrm>
              <a:off x="952500" y="1828800"/>
              <a:ext cx="778768" cy="203200"/>
            </a:xfrm>
            <a:prstGeom prst="rect">
              <a:avLst/>
            </a:prstGeom>
            <a:solidFill>
              <a:srgbClr val="FFFFFF"/>
            </a:solidFill>
            <a:ln>
              <a:noFill/>
            </a:ln>
          </p:spPr>
        </p:sp>
        <p:sp>
          <p:nvSpPr>
            <p:cNvPr id="8" name="node01.model"/>
            <p:cNvSpPr/>
            <p:nvPr/>
          </p:nvSpPr>
          <p:spPr>
            <a:xfrm>
              <a:off x="1028700" y="1854200"/>
              <a:ext cx="62636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CAPACITY</a:t>
              </a:r>
              <a:endParaRPr lang="en-US" sz="900" spc="54" kern="0" b="0" i="0" dirty="0">
                <a:solidFill>
                  <a:srgbClr val="070154"/>
                </a:solidFill>
                <a:latin typeface="IBM Plex Mono SemiBold"/>
                <a:ea typeface="IBM Plex Mono SemiBold"/>
                <a:cs typeface="IBM Plex Mono SemiBold"/>
              </a:endParaRPr>
            </a:p>
          </p:txBody>
        </p:sp>
        <p:sp>
          <p:nvSpPr>
            <p:cNvPr id="9" name="node01.total"/>
            <p:cNvSpPr/>
            <p:nvPr/>
          </p:nvSpPr>
          <p:spPr>
            <a:xfrm>
              <a:off x="952500" y="21082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$840K</a:t>
              </a:r>
              <a:endParaRPr lang="en-US" sz="4800" spc="-96" kern="0" b="0" i="0" dirty="0">
                <a:solidFill>
                  <a:srgbClr val="FFFFFF"/>
                </a:solidFill>
                <a:latin typeface="IBM Plex Mono SemiBold"/>
                <a:ea typeface="IBM Plex Mono SemiBold"/>
                <a:cs typeface="IBM Plex Mono SemiBold"/>
              </a:endParaRPr>
            </a:p>
          </p:txBody>
        </p:sp>
        <p:sp>
          <p:nvSpPr>
            <p:cNvPr id="10" name="node01.total-label"/>
            <p:cNvSpPr/>
            <p:nvPr/>
          </p:nvSpPr>
          <p:spPr>
            <a:xfrm>
              <a:off x="952500" y="279635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estimated, four months</a:t>
              </a:r>
              <a:endParaRPr lang="en-US" sz="1200" spc="0" kern="0" b="0" i="0" dirty="0">
                <a:solidFill>
                  <a:srgbClr val="CED7E6"/>
                </a:solidFill>
                <a:latin typeface="IBM Plex Sans"/>
                <a:ea typeface="IBM Plex Sans"/>
                <a:cs typeface="IBM Plex Sans"/>
              </a:endParaRPr>
            </a:p>
          </p:txBody>
        </p:sp>
        <p:sp>
          <p:nvSpPr>
            <p:cNvPr id="11" name="node01.divider"/>
            <p:cNvSpPr/>
            <p:nvPr/>
          </p:nvSpPr>
          <p:spPr>
            <a:xfrm>
              <a:off x="952500" y="3215450"/>
              <a:ext cx="2971800" cy="9525"/>
            </a:xfrm>
            <a:prstGeom prst="rect">
              <a:avLst/>
            </a:prstGeom>
            <a:solidFill>
              <a:srgbClr val="50658E"/>
            </a:solidFill>
            <a:ln>
              <a:noFill/>
            </a:ln>
          </p:spPr>
        </p:sp>
        <p:sp>
          <p:nvSpPr>
            <p:cNvPr id="12" name="node01.line.item-001.label"/>
            <p:cNvSpPr/>
            <p:nvPr/>
          </p:nvSpPr>
          <p:spPr>
            <a:xfrm>
              <a:off x="952500" y="3339275"/>
              <a:ext cx="19240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Team run-rate</a:t>
              </a:r>
              <a:endParaRPr lang="en-US" sz="1200" spc="0" kern="0" b="0" i="0" dirty="0">
                <a:solidFill>
                  <a:srgbClr val="FFFFFF"/>
                </a:solidFill>
                <a:latin typeface="IBM Plex Sans"/>
                <a:ea typeface="IBM Plex Sans"/>
                <a:cs typeface="IBM Plex Sans"/>
              </a:endParaRPr>
            </a:p>
          </p:txBody>
        </p:sp>
        <p:sp>
          <p:nvSpPr>
            <p:cNvPr id="13" name="node01.line.item-001.value"/>
            <p:cNvSpPr/>
            <p:nvPr/>
          </p:nvSpPr>
          <p:spPr>
            <a:xfrm>
              <a:off x="2990850" y="3339275"/>
              <a:ext cx="93345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FFFFFF"/>
                  </a:solidFill>
                  <a:latin typeface="IBM Plex Mono SemiBold"/>
                  <a:ea typeface="IBM Plex Mono SemiBold"/>
                  <a:cs typeface="IBM Plex Mono SemiBold"/>
                </a:rPr>
                <a:t>$210K / mo</a:t>
              </a:r>
              <a:endParaRPr lang="en-US" sz="1200" spc="0" kern="0" b="0" i="0" dirty="0">
                <a:solidFill>
                  <a:srgbClr val="FFFFFF"/>
                </a:solidFill>
                <a:latin typeface="IBM Plex Mono SemiBold"/>
                <a:ea typeface="IBM Plex Mono SemiBold"/>
                <a:cs typeface="IBM Plex Mono SemiBold"/>
              </a:endParaRPr>
            </a:p>
          </p:txBody>
        </p:sp>
        <p:sp>
          <p:nvSpPr>
            <p:cNvPr id="14" name="node01.line.item-002.label"/>
            <p:cNvSpPr/>
            <p:nvPr/>
          </p:nvSpPr>
          <p:spPr>
            <a:xfrm>
              <a:off x="952500" y="3644075"/>
              <a:ext cx="210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Duration</a:t>
              </a:r>
              <a:endParaRPr lang="en-US" sz="1200" spc="0" kern="0" b="0" i="0" dirty="0">
                <a:solidFill>
                  <a:srgbClr val="FFFFFF"/>
                </a:solidFill>
                <a:latin typeface="IBM Plex Sans"/>
                <a:ea typeface="IBM Plex Sans"/>
                <a:cs typeface="IBM Plex Sans"/>
              </a:endParaRPr>
            </a:p>
          </p:txBody>
        </p:sp>
        <p:sp>
          <p:nvSpPr>
            <p:cNvPr id="15" name="node01.line.item-002.value"/>
            <p:cNvSpPr/>
            <p:nvPr/>
          </p:nvSpPr>
          <p:spPr>
            <a:xfrm>
              <a:off x="3175000" y="3644075"/>
              <a:ext cx="74930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FFFFFF"/>
                  </a:solidFill>
                  <a:latin typeface="IBM Plex Mono SemiBold"/>
                  <a:ea typeface="IBM Plex Mono SemiBold"/>
                  <a:cs typeface="IBM Plex Mono SemiBold"/>
                </a:rPr>
                <a:t>4 months</a:t>
              </a:r>
              <a:endParaRPr lang="en-US" sz="1200" spc="0" kern="0" b="0" i="0" dirty="0">
                <a:solidFill>
                  <a:srgbClr val="FFFFFF"/>
                </a:solidFill>
                <a:latin typeface="IBM Plex Mono SemiBold"/>
                <a:ea typeface="IBM Plex Mono SemiBold"/>
                <a:cs typeface="IBM Plex Mono SemiBold"/>
              </a:endParaRPr>
            </a:p>
          </p:txBody>
        </p:sp>
        <p:sp>
          <p:nvSpPr>
            <p:cNvPr id="16" name="node01.terms-label"/>
            <p:cNvSpPr/>
            <p:nvPr/>
          </p:nvSpPr>
          <p:spPr>
            <a:xfrm>
              <a:off x="952500" y="4063175"/>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SemiBold"/>
                  <a:ea typeface="IBM Plex Mono SemiBold"/>
                  <a:cs typeface="IBM Plex Mono SemiBold"/>
                </a:rPr>
                <a:t>TERMS</a:t>
              </a:r>
              <a:endParaRPr lang="en-US" sz="900" spc="54" kern="0" b="0" i="0" dirty="0">
                <a:solidFill>
                  <a:srgbClr val="F900D3"/>
                </a:solidFill>
                <a:latin typeface="IBM Plex Mono SemiBold"/>
                <a:ea typeface="IBM Plex Mono SemiBold"/>
                <a:cs typeface="IBM Plex Mono SemiBold"/>
              </a:endParaRPr>
            </a:p>
          </p:txBody>
        </p:sp>
        <p:sp>
          <p:nvSpPr>
            <p:cNvPr id="17" name="node01.terms.item-001.marker"/>
            <p:cNvSpPr/>
            <p:nvPr/>
          </p:nvSpPr>
          <p:spPr>
            <a:xfrm>
              <a:off x="952500" y="4380675"/>
              <a:ext cx="38100" cy="38100"/>
            </a:xfrm>
            <a:prstGeom prst="rect">
              <a:avLst/>
            </a:prstGeom>
            <a:solidFill>
              <a:srgbClr val="FFFFFF"/>
            </a:solidFill>
            <a:ln>
              <a:noFill/>
            </a:ln>
          </p:spPr>
        </p:sp>
        <p:sp>
          <p:nvSpPr>
            <p:cNvPr id="18" name="node01.terms.item-001.text"/>
            <p:cNvSpPr/>
            <p:nvPr/>
          </p:nvSpPr>
          <p:spPr>
            <a:xfrm>
              <a:off x="1104900" y="42917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Invoiced monthly in arrears</a:t>
              </a:r>
              <a:endParaRPr lang="en-US" sz="1200" spc="0" kern="0" b="0" i="0" dirty="0">
                <a:solidFill>
                  <a:srgbClr val="FFFFFF"/>
                </a:solidFill>
                <a:latin typeface="IBM Plex Sans"/>
                <a:ea typeface="IBM Plex Sans"/>
                <a:cs typeface="IBM Plex Sans"/>
              </a:endParaRPr>
            </a:p>
          </p:txBody>
        </p:sp>
        <p:sp>
          <p:nvSpPr>
            <p:cNvPr id="19" name="node01.terms.item-002.marker"/>
            <p:cNvSpPr/>
            <p:nvPr/>
          </p:nvSpPr>
          <p:spPr>
            <a:xfrm>
              <a:off x="952500" y="4647375"/>
              <a:ext cx="38100" cy="38100"/>
            </a:xfrm>
            <a:prstGeom prst="rect">
              <a:avLst/>
            </a:prstGeom>
            <a:solidFill>
              <a:srgbClr val="FFFFFF"/>
            </a:solidFill>
            <a:ln>
              <a:noFill/>
            </a:ln>
          </p:spPr>
        </p:sp>
        <p:sp>
          <p:nvSpPr>
            <p:cNvPr id="20" name="node01.terms.item-002.text"/>
            <p:cNvSpPr/>
            <p:nvPr/>
          </p:nvSpPr>
          <p:spPr>
            <a:xfrm>
              <a:off x="1104900" y="45584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30 days' notice to change the team</a:t>
              </a:r>
              <a:endParaRPr lang="en-US" sz="1200" spc="0" kern="0" b="0" i="0" dirty="0">
                <a:solidFill>
                  <a:srgbClr val="FFFFFF"/>
                </a:solidFill>
                <a:latin typeface="IBM Plex Sans"/>
                <a:ea typeface="IBM Plex Sans"/>
                <a:cs typeface="IBM Plex Sans"/>
              </a:endParaRPr>
            </a:p>
          </p:txBody>
        </p:sp>
        <p:sp>
          <p:nvSpPr>
            <p:cNvPr id="21" name="node01.terms.item-003.marker"/>
            <p:cNvSpPr/>
            <p:nvPr/>
          </p:nvSpPr>
          <p:spPr>
            <a:xfrm>
              <a:off x="952500" y="4914075"/>
              <a:ext cx="38100" cy="38100"/>
            </a:xfrm>
            <a:prstGeom prst="rect">
              <a:avLst/>
            </a:prstGeom>
            <a:solidFill>
              <a:srgbClr val="FFFFFF"/>
            </a:solidFill>
            <a:ln>
              <a:noFill/>
            </a:ln>
          </p:spPr>
        </p:sp>
        <p:sp>
          <p:nvSpPr>
            <p:cNvPr id="22" name="node01.terms.item-003.text"/>
            <p:cNvSpPr/>
            <p:nvPr/>
          </p:nvSpPr>
          <p:spPr>
            <a:xfrm>
              <a:off x="1104900" y="48251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Expenses capped at 8% of fees</a:t>
              </a:r>
              <a:endParaRPr lang="en-US" sz="1200" spc="0" kern="0" b="0" i="0" dirty="0">
                <a:solidFill>
                  <a:srgbClr val="FFFFFF"/>
                </a:solidFill>
                <a:latin typeface="IBM Plex Sans"/>
                <a:ea typeface="IBM Plex Sans"/>
                <a:cs typeface="IBM Plex Sans"/>
              </a:endParaRPr>
            </a:p>
          </p:txBody>
        </p:sp>
      </p:grpSp>
      <p:grpSp>
        <p:nvGrpSpPr>
          <p:cNvPr id="37" name="node02"/>
          <p:cNvGrpSpPr/>
          <p:nvPr/>
        </p:nvGrpSpPr>
        <p:grpSpPr>
          <a:xfrm>
            <a:off x="4381500" y="1600200"/>
            <a:ext cx="7086600" cy="2743200"/>
            <a:chOff x="4381500" y="1600200"/>
            <a:chExt cx="7086600" cy="2743200"/>
          </a:xfrm>
        </p:grpSpPr>
        <p:graphicFrame>
          <p:nvGraphicFramePr>
            <p:cNvPr id="23" name="node02.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2743200"/>
          </p:xfrm>
          <a:graphic>
            <a:graphicData uri="http://schemas.openxmlformats.org/drawingml/2006/table">
              <a:tbl>
                <a:tblPr/>
                <a:tblGrid>
                  <a:gridCol w="2514600"/>
                  <a:gridCol w="2286000"/>
                  <a:gridCol w="22860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ROLE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LEVEL</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ALLOCATION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Engagement lead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Managing Director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25%</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Process lead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Senior Manager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100%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Data architect</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Manager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100%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Accountants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Consultant × 2</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100%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gridSpan="2">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FFFFFF"/>
                            </a:solidFill>
                            <a:latin typeface="IBM Plex Sans SemiBold"/>
                            <a:ea typeface="IBM Plex Sans SemiBold"/>
                            <a:cs typeface="IBM Plex Sans SemiBold"/>
                          </a:defRPr>
                        </a:pPr>
                        <a:r>
                          <a:rPr lang="en-US" sz="1400" spc="0" kern="0" b="0" i="0" dirty="0">
                            <a:solidFill>
                              <a:srgbClr val="FFFFFF"/>
                            </a:solidFill>
                            <a:latin typeface="IBM Plex Sans SemiBold"/>
                            <a:ea typeface="IBM Plex Sans SemiBold"/>
                            <a:cs typeface="IBM Plex Sans SemiBold"/>
                          </a:rPr>
                          <a:t xml:space="preserve">Team monthly run-rate</a:t>
                        </a:r>
                        <a:endParaRPr lang="en-US" sz="1400" spc="0" kern="0" b="0" i="0" dirty="0">
                          <a:solidFill>
                            <a:srgbClr val="FFFFFF"/>
                          </a:solidFill>
                          <a:latin typeface="IBM Plex Sans SemiBold"/>
                          <a:ea typeface="IBM Plex Sans SemiBold"/>
                          <a:cs typeface="IBM Plex Sans SemiBold"/>
                        </a:endParaRPr>
                      </a:p>
                    </a:txBody>
                    <a:tcPr marL="152400" marR="0" marT="0" marB="0" anchor="ctr">
                      <a:lnL w="0" cap="flat" cmpd="sng" algn="ctr">
                        <a:noFill/>
                      </a:lnL>
                      <a:lnR w="0" cap="flat" cmpd="sng" algn="ctr">
                        <a:noFill/>
                      </a:lnR>
                      <a:lnT w="0" cap="flat" cmpd="sng" algn="ctr">
                        <a:noFill/>
                      </a:lnT>
                      <a:lnB w="0" cap="flat" cmpd="sng" algn="ctr">
                        <a:noFill/>
                      </a:lnB>
                      <a:solidFill>
                        <a:srgbClr val="070154"/>
                      </a:solidFill>
                    </a:tcPr>
                  </a:tc>
                  <a:tc hMerge="1">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FFFFFF"/>
                            </a:solidFill>
                            <a:latin typeface="IBM Plex Sans SemiBold"/>
                            <a:ea typeface="IBM Plex Sans SemiBold"/>
                            <a:cs typeface="IBM Plex Sans SemiBold"/>
                          </a:defRPr>
                        </a:pPr>
                        <a:endParaRPr lang="en-US" sz="1400" spc="0" kern="0" b="0" i="0" dirty="0">
                          <a:solidFill>
                            <a:srgbClr val="FFFFFF"/>
                          </a:solidFill>
                          <a:latin typeface="IBM Plex Sans SemiBold"/>
                          <a:ea typeface="IBM Plex Sans SemiBold"/>
                          <a:cs typeface="IBM Plex Sans SemiBold"/>
                        </a:endParaRPr>
                      </a:p>
                    </a:txBody>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FFFFFF"/>
                            </a:solidFill>
                            <a:latin typeface="IBM Plex Mono SemiBold"/>
                            <a:ea typeface="IBM Plex Mono SemiBold"/>
                            <a:cs typeface="IBM Plex Mono SemiBold"/>
                          </a:defRPr>
                        </a:pPr>
                        <a:r>
                          <a:rPr lang="en-US" sz="1400" spc="0" kern="0" b="0" i="0" dirty="0">
                            <a:solidFill>
                              <a:srgbClr val="FFFFFF"/>
                            </a:solidFill>
                            <a:latin typeface="IBM Plex Mono SemiBold"/>
                            <a:ea typeface="IBM Plex Mono SemiBold"/>
                            <a:cs typeface="IBM Plex Mono SemiBold"/>
                          </a:rPr>
                          <a:t xml:space="preserve">$210K</a:t>
                        </a:r>
                        <a:endParaRPr lang="en-US" sz="1400" spc="0" kern="0" b="0" i="0" dirty="0">
                          <a:solidFill>
                            <a:srgbClr val="FFFFFF"/>
                          </a:solidFill>
                          <a:latin typeface="IBM Plex Mono SemiBold"/>
                          <a:ea typeface="IBM Plex Mono SemiBold"/>
                          <a:cs typeface="IBM Plex Mono SemiBold"/>
                        </a:endParaRPr>
                      </a:p>
                    </a:txBody>
                    <a:tcPr marL="0" marR="152400" marT="0" marB="0" anchor="ctr">
                      <a:lnL w="0" cap="flat" cmpd="sng" algn="ctr">
                        <a:noFill/>
                      </a:lnL>
                      <a:lnR w="0" cap="flat" cmpd="sng" algn="ctr">
                        <a:noFill/>
                      </a:lnR>
                      <a:lnT w="0" cap="flat" cmpd="sng" algn="ctr">
                        <a:noFill/>
                      </a:lnT>
                      <a:lnB w="0" cap="flat" cmpd="sng" algn="ctr">
                        <a:noFill/>
                      </a:lnB>
                      <a:solidFill>
                        <a:srgbClr val="070154"/>
                      </a:solidFill>
                    </a:tcPr>
                  </a:tc>
                </a:tr>
              </a:tbl>
            </a:graphicData>
          </a:graphic>
        </p:graphicFrame>
        <p:sp>
          <p:nvSpPr>
            <p:cNvPr id="24" name="node02.row.item-001.alloc.bar"/>
            <p:cNvSpPr/>
            <p:nvPr/>
          </p:nvSpPr>
          <p:spPr>
            <a:xfrm>
              <a:off x="9334500" y="2235200"/>
              <a:ext cx="762000" cy="101600"/>
            </a:xfrm>
            <a:prstGeom prst="rect">
              <a:avLst/>
            </a:prstGeom>
            <a:solidFill>
              <a:srgbClr val="FFFFFF"/>
            </a:solidFill>
            <a:ln>
              <a:noFill/>
            </a:ln>
          </p:spPr>
        </p:sp>
        <p:sp>
          <p:nvSpPr>
            <p:cNvPr id="25" name="node02.row.item-001.alloc.allocation"/>
            <p:cNvSpPr/>
            <p:nvPr/>
          </p:nvSpPr>
          <p:spPr>
            <a:xfrm>
              <a:off x="9334500" y="2235200"/>
              <a:ext cx="190500" cy="101600"/>
            </a:xfrm>
            <a:prstGeom prst="rect">
              <a:avLst/>
            </a:prstGeom>
            <a:solidFill>
              <a:srgbClr val="070154"/>
            </a:solidFill>
            <a:ln>
              <a:noFill/>
            </a:ln>
          </p:spPr>
        </p:sp>
        <p:sp>
          <p:nvSpPr>
            <p:cNvPr id="26" name="node02.row.item-001.alloc.bar-outline"/>
            <p:cNvSpPr/>
            <p:nvPr/>
          </p:nvSpPr>
          <p:spPr>
            <a:xfrm>
              <a:off x="9334500" y="2235200"/>
              <a:ext cx="762000" cy="101600"/>
            </a:xfrm>
            <a:prstGeom prst="rect">
              <a:avLst/>
            </a:prstGeom>
            <a:ln w="9525">
              <a:solidFill>
                <a:srgbClr val="070154"/>
              </a:solidFill>
              <a:prstDash val="solid"/>
            </a:ln>
          </p:spPr>
        </p:sp>
        <p:sp>
          <p:nvSpPr>
            <p:cNvPr id="27" name="node02.row.item-002.alloc.bar"/>
            <p:cNvSpPr/>
            <p:nvPr/>
          </p:nvSpPr>
          <p:spPr>
            <a:xfrm>
              <a:off x="9334500" y="2692400"/>
              <a:ext cx="762000" cy="101600"/>
            </a:xfrm>
            <a:prstGeom prst="rect">
              <a:avLst/>
            </a:prstGeom>
            <a:solidFill>
              <a:srgbClr val="FFFFFF"/>
            </a:solidFill>
            <a:ln>
              <a:noFill/>
            </a:ln>
          </p:spPr>
        </p:sp>
        <p:sp>
          <p:nvSpPr>
            <p:cNvPr id="28" name="node02.row.item-002.alloc.allocation"/>
            <p:cNvSpPr/>
            <p:nvPr/>
          </p:nvSpPr>
          <p:spPr>
            <a:xfrm>
              <a:off x="9334500" y="2692400"/>
              <a:ext cx="762000" cy="101600"/>
            </a:xfrm>
            <a:prstGeom prst="rect">
              <a:avLst/>
            </a:prstGeom>
            <a:solidFill>
              <a:srgbClr val="070154"/>
            </a:solidFill>
            <a:ln>
              <a:noFill/>
            </a:ln>
          </p:spPr>
        </p:sp>
        <p:sp>
          <p:nvSpPr>
            <p:cNvPr id="29" name="node02.row.item-002.alloc.bar-outline"/>
            <p:cNvSpPr/>
            <p:nvPr/>
          </p:nvSpPr>
          <p:spPr>
            <a:xfrm>
              <a:off x="9334500" y="2692400"/>
              <a:ext cx="762000" cy="101600"/>
            </a:xfrm>
            <a:prstGeom prst="rect">
              <a:avLst/>
            </a:prstGeom>
            <a:ln w="9525">
              <a:solidFill>
                <a:srgbClr val="070154"/>
              </a:solidFill>
              <a:prstDash val="solid"/>
            </a:ln>
          </p:spPr>
        </p:sp>
        <p:sp>
          <p:nvSpPr>
            <p:cNvPr id="30" name="node02.row.item-003.alloc.bar"/>
            <p:cNvSpPr/>
            <p:nvPr/>
          </p:nvSpPr>
          <p:spPr>
            <a:xfrm>
              <a:off x="9334500" y="3149600"/>
              <a:ext cx="762000" cy="101600"/>
            </a:xfrm>
            <a:prstGeom prst="rect">
              <a:avLst/>
            </a:prstGeom>
            <a:solidFill>
              <a:srgbClr val="FFFFFF"/>
            </a:solidFill>
            <a:ln>
              <a:noFill/>
            </a:ln>
          </p:spPr>
        </p:sp>
        <p:sp>
          <p:nvSpPr>
            <p:cNvPr id="31" name="node02.row.item-003.alloc.allocation"/>
            <p:cNvSpPr/>
            <p:nvPr/>
          </p:nvSpPr>
          <p:spPr>
            <a:xfrm>
              <a:off x="9334500" y="3149600"/>
              <a:ext cx="762000" cy="101600"/>
            </a:xfrm>
            <a:prstGeom prst="rect">
              <a:avLst/>
            </a:prstGeom>
            <a:solidFill>
              <a:srgbClr val="070154"/>
            </a:solidFill>
            <a:ln>
              <a:noFill/>
            </a:ln>
          </p:spPr>
        </p:sp>
        <p:sp>
          <p:nvSpPr>
            <p:cNvPr id="32" name="node02.row.item-003.alloc.bar-outline"/>
            <p:cNvSpPr/>
            <p:nvPr/>
          </p:nvSpPr>
          <p:spPr>
            <a:xfrm>
              <a:off x="9334500" y="3149600"/>
              <a:ext cx="762000" cy="101600"/>
            </a:xfrm>
            <a:prstGeom prst="rect">
              <a:avLst/>
            </a:prstGeom>
            <a:ln w="9525">
              <a:solidFill>
                <a:srgbClr val="070154"/>
              </a:solidFill>
              <a:prstDash val="solid"/>
            </a:ln>
          </p:spPr>
        </p:sp>
        <p:sp>
          <p:nvSpPr>
            <p:cNvPr id="33" name="node02.row.item-004.alloc.bar"/>
            <p:cNvSpPr/>
            <p:nvPr/>
          </p:nvSpPr>
          <p:spPr>
            <a:xfrm>
              <a:off x="9334500" y="3606800"/>
              <a:ext cx="762000" cy="101600"/>
            </a:xfrm>
            <a:prstGeom prst="rect">
              <a:avLst/>
            </a:prstGeom>
            <a:solidFill>
              <a:srgbClr val="FFFFFF"/>
            </a:solidFill>
            <a:ln>
              <a:noFill/>
            </a:ln>
          </p:spPr>
        </p:sp>
        <p:sp>
          <p:nvSpPr>
            <p:cNvPr id="34" name="node02.row.item-004.alloc.allocation"/>
            <p:cNvSpPr/>
            <p:nvPr/>
          </p:nvSpPr>
          <p:spPr>
            <a:xfrm>
              <a:off x="9334500" y="3606800"/>
              <a:ext cx="762000" cy="101600"/>
            </a:xfrm>
            <a:prstGeom prst="rect">
              <a:avLst/>
            </a:prstGeom>
            <a:solidFill>
              <a:srgbClr val="070154"/>
            </a:solidFill>
            <a:ln>
              <a:noFill/>
            </a:ln>
          </p:spPr>
        </p:sp>
        <p:sp>
          <p:nvSpPr>
            <p:cNvPr id="35" name="node02.row.item-004.alloc.bar-outline"/>
            <p:cNvSpPr/>
            <p:nvPr/>
          </p:nvSpPr>
          <p:spPr>
            <a:xfrm>
              <a:off x="9334500" y="3606800"/>
              <a:ext cx="762000" cy="101600"/>
            </a:xfrm>
            <a:prstGeom prst="rect">
              <a:avLst/>
            </a:prstGeom>
            <a:ln w="9525">
              <a:solidFill>
                <a:srgbClr val="070154"/>
              </a:solidFill>
              <a:prstDash val="solid"/>
            </a:ln>
          </p:spPr>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ource-38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One team, one monthly run-rate of $210K</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96</a:t>
            </a:fld>
            <a:endParaRPr lang="en-US" sz="700" spc="0" kern="0" b="0" i="0" dirty="0">
              <a:solidFill>
                <a:srgbClr val="070154"/>
              </a:solidFill>
              <a:latin typeface="IBM Plex Mono SemiBold"/>
              <a:ea typeface="IBM Plex Mono SemiBold"/>
              <a:cs typeface="IBM Plex Mono SemiBold"/>
            </a:endParaRPr>
          </a:p>
        </p:txBody>
      </p:sp>
      <p:grpSp>
        <p:nvGrpSpPr>
          <p:cNvPr id="45" name="node01"/>
          <p:cNvGrpSpPr/>
          <p:nvPr/>
        </p:nvGrpSpPr>
        <p:grpSpPr>
          <a:xfrm>
            <a:off x="723900" y="1828800"/>
            <a:ext cx="3429000" cy="3682175"/>
            <a:chOff x="723900" y="1828800"/>
            <a:chExt cx="3429000" cy="3682175"/>
          </a:xfrm>
        </p:grpSpPr>
        <p:sp>
          <p:nvSpPr>
            <p:cNvPr id="6" name="node01.container"/>
            <p:cNvSpPr/>
            <p:nvPr/>
          </p:nvSpPr>
          <p:spPr>
            <a:xfrm>
              <a:off x="723900" y="1828800"/>
              <a:ext cx="3429000" cy="3682175"/>
            </a:xfrm>
            <a:prstGeom prst="rect">
              <a:avLst/>
            </a:prstGeom>
            <a:solidFill>
              <a:srgbClr val="070154"/>
            </a:solidFill>
            <a:ln>
              <a:noFill/>
            </a:ln>
          </p:spPr>
        </p:sp>
        <p:sp>
          <p:nvSpPr>
            <p:cNvPr id="7" name="node01.model-bg"/>
            <p:cNvSpPr/>
            <p:nvPr/>
          </p:nvSpPr>
          <p:spPr>
            <a:xfrm>
              <a:off x="952500" y="2057400"/>
              <a:ext cx="778768" cy="203200"/>
            </a:xfrm>
            <a:prstGeom prst="rect">
              <a:avLst/>
            </a:prstGeom>
            <a:solidFill>
              <a:srgbClr val="FFFFFF"/>
            </a:solidFill>
            <a:ln>
              <a:noFill/>
            </a:ln>
          </p:spPr>
        </p:sp>
        <p:sp>
          <p:nvSpPr>
            <p:cNvPr id="8" name="node01.model"/>
            <p:cNvSpPr/>
            <p:nvPr/>
          </p:nvSpPr>
          <p:spPr>
            <a:xfrm>
              <a:off x="1028700" y="2082800"/>
              <a:ext cx="62636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CAPACITY</a:t>
              </a:r>
              <a:endParaRPr lang="en-US" sz="900" spc="54" kern="0" b="0" i="0" dirty="0">
                <a:solidFill>
                  <a:srgbClr val="070154"/>
                </a:solidFill>
                <a:latin typeface="IBM Plex Mono SemiBold"/>
                <a:ea typeface="IBM Plex Mono SemiBold"/>
                <a:cs typeface="IBM Plex Mono SemiBold"/>
              </a:endParaRPr>
            </a:p>
          </p:txBody>
        </p:sp>
        <p:sp>
          <p:nvSpPr>
            <p:cNvPr id="9" name="node01.total"/>
            <p:cNvSpPr/>
            <p:nvPr/>
          </p:nvSpPr>
          <p:spPr>
            <a:xfrm>
              <a:off x="952500" y="23368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$840K</a:t>
              </a:r>
              <a:endParaRPr lang="en-US" sz="4800" spc="-96" kern="0" b="0" i="0" dirty="0">
                <a:solidFill>
                  <a:srgbClr val="FFFFFF"/>
                </a:solidFill>
                <a:latin typeface="IBM Plex Mono SemiBold"/>
                <a:ea typeface="IBM Plex Mono SemiBold"/>
                <a:cs typeface="IBM Plex Mono SemiBold"/>
              </a:endParaRPr>
            </a:p>
          </p:txBody>
        </p:sp>
        <p:sp>
          <p:nvSpPr>
            <p:cNvPr id="10" name="node01.total-label"/>
            <p:cNvSpPr/>
            <p:nvPr/>
          </p:nvSpPr>
          <p:spPr>
            <a:xfrm>
              <a:off x="952500" y="302495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estimated, four months</a:t>
              </a:r>
              <a:endParaRPr lang="en-US" sz="1200" spc="0" kern="0" b="0" i="0" dirty="0">
                <a:solidFill>
                  <a:srgbClr val="CED7E6"/>
                </a:solidFill>
                <a:latin typeface="IBM Plex Sans"/>
                <a:ea typeface="IBM Plex Sans"/>
                <a:cs typeface="IBM Plex Sans"/>
              </a:endParaRPr>
            </a:p>
          </p:txBody>
        </p:sp>
        <p:sp>
          <p:nvSpPr>
            <p:cNvPr id="11" name="node01.divider"/>
            <p:cNvSpPr/>
            <p:nvPr/>
          </p:nvSpPr>
          <p:spPr>
            <a:xfrm>
              <a:off x="952500" y="3444050"/>
              <a:ext cx="2971800" cy="9525"/>
            </a:xfrm>
            <a:prstGeom prst="rect">
              <a:avLst/>
            </a:prstGeom>
            <a:solidFill>
              <a:srgbClr val="50658E"/>
            </a:solidFill>
            <a:ln>
              <a:noFill/>
            </a:ln>
          </p:spPr>
        </p:sp>
        <p:sp>
          <p:nvSpPr>
            <p:cNvPr id="12" name="node01.line.item-001.label"/>
            <p:cNvSpPr/>
            <p:nvPr/>
          </p:nvSpPr>
          <p:spPr>
            <a:xfrm>
              <a:off x="952500" y="3567875"/>
              <a:ext cx="19240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Team run-rate</a:t>
              </a:r>
              <a:endParaRPr lang="en-US" sz="1200" spc="0" kern="0" b="0" i="0" dirty="0">
                <a:solidFill>
                  <a:srgbClr val="FFFFFF"/>
                </a:solidFill>
                <a:latin typeface="IBM Plex Sans"/>
                <a:ea typeface="IBM Plex Sans"/>
                <a:cs typeface="IBM Plex Sans"/>
              </a:endParaRPr>
            </a:p>
          </p:txBody>
        </p:sp>
        <p:sp>
          <p:nvSpPr>
            <p:cNvPr id="13" name="node01.line.item-001.value"/>
            <p:cNvSpPr/>
            <p:nvPr/>
          </p:nvSpPr>
          <p:spPr>
            <a:xfrm>
              <a:off x="2990850" y="3567875"/>
              <a:ext cx="93345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FFFFFF"/>
                  </a:solidFill>
                  <a:latin typeface="IBM Plex Mono SemiBold"/>
                  <a:ea typeface="IBM Plex Mono SemiBold"/>
                  <a:cs typeface="IBM Plex Mono SemiBold"/>
                </a:rPr>
                <a:t>$210K / mo</a:t>
              </a:r>
              <a:endParaRPr lang="en-US" sz="1200" spc="0" kern="0" b="0" i="0" dirty="0">
                <a:solidFill>
                  <a:srgbClr val="FFFFFF"/>
                </a:solidFill>
                <a:latin typeface="IBM Plex Mono SemiBold"/>
                <a:ea typeface="IBM Plex Mono SemiBold"/>
                <a:cs typeface="IBM Plex Mono SemiBold"/>
              </a:endParaRPr>
            </a:p>
          </p:txBody>
        </p:sp>
        <p:sp>
          <p:nvSpPr>
            <p:cNvPr id="14" name="node01.line.item-002.label"/>
            <p:cNvSpPr/>
            <p:nvPr/>
          </p:nvSpPr>
          <p:spPr>
            <a:xfrm>
              <a:off x="952500" y="3872675"/>
              <a:ext cx="210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Duration</a:t>
              </a:r>
              <a:endParaRPr lang="en-US" sz="1200" spc="0" kern="0" b="0" i="0" dirty="0">
                <a:solidFill>
                  <a:srgbClr val="FFFFFF"/>
                </a:solidFill>
                <a:latin typeface="IBM Plex Sans"/>
                <a:ea typeface="IBM Plex Sans"/>
                <a:cs typeface="IBM Plex Sans"/>
              </a:endParaRPr>
            </a:p>
          </p:txBody>
        </p:sp>
        <p:sp>
          <p:nvSpPr>
            <p:cNvPr id="15" name="node01.line.item-002.value"/>
            <p:cNvSpPr/>
            <p:nvPr/>
          </p:nvSpPr>
          <p:spPr>
            <a:xfrm>
              <a:off x="3175000" y="3872675"/>
              <a:ext cx="74930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FFFFFF"/>
                  </a:solidFill>
                  <a:latin typeface="IBM Plex Mono SemiBold"/>
                  <a:ea typeface="IBM Plex Mono SemiBold"/>
                  <a:cs typeface="IBM Plex Mono SemiBold"/>
                </a:rPr>
                <a:t>4 months</a:t>
              </a:r>
              <a:endParaRPr lang="en-US" sz="1200" spc="0" kern="0" b="0" i="0" dirty="0">
                <a:solidFill>
                  <a:srgbClr val="FFFFFF"/>
                </a:solidFill>
                <a:latin typeface="IBM Plex Mono SemiBold"/>
                <a:ea typeface="IBM Plex Mono SemiBold"/>
                <a:cs typeface="IBM Plex Mono SemiBold"/>
              </a:endParaRPr>
            </a:p>
          </p:txBody>
        </p:sp>
        <p:sp>
          <p:nvSpPr>
            <p:cNvPr id="16" name="node01.terms-label"/>
            <p:cNvSpPr/>
            <p:nvPr/>
          </p:nvSpPr>
          <p:spPr>
            <a:xfrm>
              <a:off x="952500" y="4291775"/>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SemiBold"/>
                  <a:ea typeface="IBM Plex Mono SemiBold"/>
                  <a:cs typeface="IBM Plex Mono SemiBold"/>
                </a:rPr>
                <a:t>TERMS</a:t>
              </a:r>
              <a:endParaRPr lang="en-US" sz="900" spc="54" kern="0" b="0" i="0" dirty="0">
                <a:solidFill>
                  <a:srgbClr val="F900D3"/>
                </a:solidFill>
                <a:latin typeface="IBM Plex Mono SemiBold"/>
                <a:ea typeface="IBM Plex Mono SemiBold"/>
                <a:cs typeface="IBM Plex Mono SemiBold"/>
              </a:endParaRPr>
            </a:p>
          </p:txBody>
        </p:sp>
        <p:sp>
          <p:nvSpPr>
            <p:cNvPr id="17" name="node01.terms.item-001.marker"/>
            <p:cNvSpPr/>
            <p:nvPr/>
          </p:nvSpPr>
          <p:spPr>
            <a:xfrm>
              <a:off x="952500" y="4609275"/>
              <a:ext cx="38100" cy="38100"/>
            </a:xfrm>
            <a:prstGeom prst="rect">
              <a:avLst/>
            </a:prstGeom>
            <a:solidFill>
              <a:srgbClr val="FFFFFF"/>
            </a:solidFill>
            <a:ln>
              <a:noFill/>
            </a:ln>
          </p:spPr>
        </p:sp>
        <p:sp>
          <p:nvSpPr>
            <p:cNvPr id="18" name="node01.terms.item-001.text"/>
            <p:cNvSpPr/>
            <p:nvPr/>
          </p:nvSpPr>
          <p:spPr>
            <a:xfrm>
              <a:off x="1104900" y="45203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Invoiced monthly in arrears</a:t>
              </a:r>
              <a:endParaRPr lang="en-US" sz="1200" spc="0" kern="0" b="0" i="0" dirty="0">
                <a:solidFill>
                  <a:srgbClr val="FFFFFF"/>
                </a:solidFill>
                <a:latin typeface="IBM Plex Sans"/>
                <a:ea typeface="IBM Plex Sans"/>
                <a:cs typeface="IBM Plex Sans"/>
              </a:endParaRPr>
            </a:p>
          </p:txBody>
        </p:sp>
        <p:sp>
          <p:nvSpPr>
            <p:cNvPr id="19" name="node01.terms.item-002.marker"/>
            <p:cNvSpPr/>
            <p:nvPr/>
          </p:nvSpPr>
          <p:spPr>
            <a:xfrm>
              <a:off x="952500" y="4875975"/>
              <a:ext cx="38100" cy="38100"/>
            </a:xfrm>
            <a:prstGeom prst="rect">
              <a:avLst/>
            </a:prstGeom>
            <a:solidFill>
              <a:srgbClr val="FFFFFF"/>
            </a:solidFill>
            <a:ln>
              <a:noFill/>
            </a:ln>
          </p:spPr>
        </p:sp>
        <p:sp>
          <p:nvSpPr>
            <p:cNvPr id="20" name="node01.terms.item-002.text"/>
            <p:cNvSpPr/>
            <p:nvPr/>
          </p:nvSpPr>
          <p:spPr>
            <a:xfrm>
              <a:off x="1104900" y="47870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30 days' notice to change the team</a:t>
              </a:r>
              <a:endParaRPr lang="en-US" sz="1200" spc="0" kern="0" b="0" i="0" dirty="0">
                <a:solidFill>
                  <a:srgbClr val="FFFFFF"/>
                </a:solidFill>
                <a:latin typeface="IBM Plex Sans"/>
                <a:ea typeface="IBM Plex Sans"/>
                <a:cs typeface="IBM Plex Sans"/>
              </a:endParaRPr>
            </a:p>
          </p:txBody>
        </p:sp>
        <p:sp>
          <p:nvSpPr>
            <p:cNvPr id="21" name="node01.terms.item-003.marker"/>
            <p:cNvSpPr/>
            <p:nvPr/>
          </p:nvSpPr>
          <p:spPr>
            <a:xfrm>
              <a:off x="952500" y="5142675"/>
              <a:ext cx="38100" cy="38100"/>
            </a:xfrm>
            <a:prstGeom prst="rect">
              <a:avLst/>
            </a:prstGeom>
            <a:solidFill>
              <a:srgbClr val="FFFFFF"/>
            </a:solidFill>
            <a:ln>
              <a:noFill/>
            </a:ln>
          </p:spPr>
        </p:sp>
        <p:sp>
          <p:nvSpPr>
            <p:cNvPr id="22" name="node01.terms.item-003.text"/>
            <p:cNvSpPr/>
            <p:nvPr/>
          </p:nvSpPr>
          <p:spPr>
            <a:xfrm>
              <a:off x="1104900" y="50537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Expenses capped at 8% of fees</a:t>
              </a:r>
              <a:endParaRPr lang="en-US" sz="1200" spc="0" kern="0" b="0" i="0" dirty="0">
                <a:solidFill>
                  <a:srgbClr val="FFFFFF"/>
                </a:solidFill>
                <a:latin typeface="IBM Plex Sans"/>
                <a:ea typeface="IBM Plex Sans"/>
                <a:cs typeface="IBM Plex Sans"/>
              </a:endParaRPr>
            </a:p>
          </p:txBody>
        </p:sp>
      </p:grpSp>
      <p:grpSp>
        <p:nvGrpSpPr>
          <p:cNvPr id="46" name="node02"/>
          <p:cNvGrpSpPr/>
          <p:nvPr/>
        </p:nvGrpSpPr>
        <p:grpSpPr>
          <a:xfrm>
            <a:off x="4381500" y="457200"/>
            <a:ext cx="7086600" cy="5130800"/>
            <a:chOff x="4381500" y="457200"/>
            <a:chExt cx="7086600" cy="5130800"/>
          </a:xfrm>
        </p:grpSpPr>
        <p:graphicFrame>
          <p:nvGraphicFramePr>
            <p:cNvPr id="23" name="node02.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5130800"/>
          </p:xfrm>
          <a:graphic>
            <a:graphicData uri="http://schemas.openxmlformats.org/drawingml/2006/table">
              <a:tbl>
                <a:tblPr/>
                <a:tblGrid>
                  <a:gridCol w="2514600"/>
                  <a:gridCol w="2286000"/>
                  <a:gridCol w="22860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ROLE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LEVEL</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ALLOCATION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84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Engagement lead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Managing Director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25%</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84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Process lead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Senior Manager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100%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84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Data architect</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Manager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100%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84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Integration lead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Manager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50%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84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Accountants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Consultant × 2</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100%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84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Analysts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Analyst × 2</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100%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84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Change lead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Senior Consultant</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50%</a:t>
                        </a:r>
                        <a:endParaRPr lang="en-US" sz="900" spc="54" kern="0" b="0" i="0" dirty="0">
                          <a:solidFill>
                            <a:srgbClr val="070154"/>
                          </a:solidFill>
                          <a:latin typeface="IBM Plex Mono SemiBold"/>
                          <a:ea typeface="IBM Plex Mono SemiBold"/>
                          <a:cs typeface="IBM Plex Mono SemiBold"/>
                        </a:endParaRPr>
                      </a:p>
                    </a:txBody>
                    <a:tcPr marL="9906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84200">
                  <a:tc gridSpan="2">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FFFFFF"/>
                            </a:solidFill>
                            <a:latin typeface="IBM Plex Sans SemiBold"/>
                            <a:ea typeface="IBM Plex Sans SemiBold"/>
                            <a:cs typeface="IBM Plex Sans SemiBold"/>
                          </a:defRPr>
                        </a:pPr>
                        <a:r>
                          <a:rPr lang="en-US" sz="1400" spc="0" kern="0" b="0" i="0" dirty="0">
                            <a:solidFill>
                              <a:srgbClr val="FFFFFF"/>
                            </a:solidFill>
                            <a:latin typeface="IBM Plex Sans SemiBold"/>
                            <a:ea typeface="IBM Plex Sans SemiBold"/>
                            <a:cs typeface="IBM Plex Sans SemiBold"/>
                          </a:rPr>
                          <a:t xml:space="preserve">Team monthly run-rate</a:t>
                        </a:r>
                        <a:endParaRPr lang="en-US" sz="1400" spc="0" kern="0" b="0" i="0" dirty="0">
                          <a:solidFill>
                            <a:srgbClr val="FFFFFF"/>
                          </a:solidFill>
                          <a:latin typeface="IBM Plex Sans SemiBold"/>
                          <a:ea typeface="IBM Plex Sans SemiBold"/>
                          <a:cs typeface="IBM Plex Sans SemiBold"/>
                        </a:endParaRPr>
                      </a:p>
                    </a:txBody>
                    <a:tcPr marL="152400" marR="0" marT="0" marB="0" anchor="ctr">
                      <a:lnL w="0" cap="flat" cmpd="sng" algn="ctr">
                        <a:noFill/>
                      </a:lnL>
                      <a:lnR w="0" cap="flat" cmpd="sng" algn="ctr">
                        <a:noFill/>
                      </a:lnR>
                      <a:lnT w="0" cap="flat" cmpd="sng" algn="ctr">
                        <a:noFill/>
                      </a:lnT>
                      <a:lnB w="0" cap="flat" cmpd="sng" algn="ctr">
                        <a:noFill/>
                      </a:lnB>
                      <a:solidFill>
                        <a:srgbClr val="070154"/>
                      </a:solidFill>
                    </a:tcPr>
                  </a:tc>
                  <a:tc hMerge="1">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FFFFFF"/>
                            </a:solidFill>
                            <a:latin typeface="IBM Plex Sans SemiBold"/>
                            <a:ea typeface="IBM Plex Sans SemiBold"/>
                            <a:cs typeface="IBM Plex Sans SemiBold"/>
                          </a:defRPr>
                        </a:pPr>
                        <a:endParaRPr lang="en-US" sz="1400" spc="0" kern="0" b="0" i="0" dirty="0">
                          <a:solidFill>
                            <a:srgbClr val="FFFFFF"/>
                          </a:solidFill>
                          <a:latin typeface="IBM Plex Sans SemiBold"/>
                          <a:ea typeface="IBM Plex Sans SemiBold"/>
                          <a:cs typeface="IBM Plex Sans SemiBold"/>
                        </a:endParaRPr>
                      </a:p>
                    </a:txBody>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FFFFFF"/>
                            </a:solidFill>
                            <a:latin typeface="IBM Plex Mono SemiBold"/>
                            <a:ea typeface="IBM Plex Mono SemiBold"/>
                            <a:cs typeface="IBM Plex Mono SemiBold"/>
                          </a:defRPr>
                        </a:pPr>
                        <a:r>
                          <a:rPr lang="en-US" sz="1400" spc="0" kern="0" b="0" i="0" dirty="0">
                            <a:solidFill>
                              <a:srgbClr val="FFFFFF"/>
                            </a:solidFill>
                            <a:latin typeface="IBM Plex Mono SemiBold"/>
                            <a:ea typeface="IBM Plex Mono SemiBold"/>
                            <a:cs typeface="IBM Plex Mono SemiBold"/>
                          </a:rPr>
                          <a:t xml:space="preserve">$210K</a:t>
                        </a:r>
                        <a:endParaRPr lang="en-US" sz="1400" spc="0" kern="0" b="0" i="0" dirty="0">
                          <a:solidFill>
                            <a:srgbClr val="FFFFFF"/>
                          </a:solidFill>
                          <a:latin typeface="IBM Plex Mono SemiBold"/>
                          <a:ea typeface="IBM Plex Mono SemiBold"/>
                          <a:cs typeface="IBM Plex Mono SemiBold"/>
                        </a:endParaRPr>
                      </a:p>
                    </a:txBody>
                    <a:tcPr marL="0" marR="152400" marT="0" marB="0" anchor="ctr">
                      <a:lnL w="0" cap="flat" cmpd="sng" algn="ctr">
                        <a:noFill/>
                      </a:lnL>
                      <a:lnR w="0" cap="flat" cmpd="sng" algn="ctr">
                        <a:noFill/>
                      </a:lnR>
                      <a:lnT w="0" cap="flat" cmpd="sng" algn="ctr">
                        <a:noFill/>
                      </a:lnT>
                      <a:lnB w="0" cap="flat" cmpd="sng" algn="ctr">
                        <a:noFill/>
                      </a:lnB>
                      <a:solidFill>
                        <a:srgbClr val="070154"/>
                      </a:solidFill>
                    </a:tcPr>
                  </a:tc>
                </a:tr>
              </a:tbl>
            </a:graphicData>
          </a:graphic>
        </p:graphicFrame>
        <p:sp>
          <p:nvSpPr>
            <p:cNvPr id="24" name="node02.row.item-001.alloc.bar"/>
            <p:cNvSpPr/>
            <p:nvPr/>
          </p:nvSpPr>
          <p:spPr>
            <a:xfrm>
              <a:off x="9334500" y="1155700"/>
              <a:ext cx="762000" cy="101600"/>
            </a:xfrm>
            <a:prstGeom prst="rect">
              <a:avLst/>
            </a:prstGeom>
            <a:solidFill>
              <a:srgbClr val="FFFFFF"/>
            </a:solidFill>
            <a:ln>
              <a:noFill/>
            </a:ln>
          </p:spPr>
        </p:sp>
        <p:sp>
          <p:nvSpPr>
            <p:cNvPr id="25" name="node02.row.item-001.alloc.allocation"/>
            <p:cNvSpPr/>
            <p:nvPr/>
          </p:nvSpPr>
          <p:spPr>
            <a:xfrm>
              <a:off x="9334500" y="1155700"/>
              <a:ext cx="190500" cy="101600"/>
            </a:xfrm>
            <a:prstGeom prst="rect">
              <a:avLst/>
            </a:prstGeom>
            <a:solidFill>
              <a:srgbClr val="070154"/>
            </a:solidFill>
            <a:ln>
              <a:noFill/>
            </a:ln>
          </p:spPr>
        </p:sp>
        <p:sp>
          <p:nvSpPr>
            <p:cNvPr id="26" name="node02.row.item-001.alloc.bar-outline"/>
            <p:cNvSpPr/>
            <p:nvPr/>
          </p:nvSpPr>
          <p:spPr>
            <a:xfrm>
              <a:off x="9334500" y="1155700"/>
              <a:ext cx="762000" cy="101600"/>
            </a:xfrm>
            <a:prstGeom prst="rect">
              <a:avLst/>
            </a:prstGeom>
            <a:ln w="9525">
              <a:solidFill>
                <a:srgbClr val="070154"/>
              </a:solidFill>
              <a:prstDash val="solid"/>
            </a:ln>
          </p:spPr>
        </p:sp>
        <p:sp>
          <p:nvSpPr>
            <p:cNvPr id="27" name="node02.row.item-002.alloc.bar"/>
            <p:cNvSpPr/>
            <p:nvPr/>
          </p:nvSpPr>
          <p:spPr>
            <a:xfrm>
              <a:off x="9334500" y="1739900"/>
              <a:ext cx="762000" cy="101600"/>
            </a:xfrm>
            <a:prstGeom prst="rect">
              <a:avLst/>
            </a:prstGeom>
            <a:solidFill>
              <a:srgbClr val="FFFFFF"/>
            </a:solidFill>
            <a:ln>
              <a:noFill/>
            </a:ln>
          </p:spPr>
        </p:sp>
        <p:sp>
          <p:nvSpPr>
            <p:cNvPr id="28" name="node02.row.item-002.alloc.allocation"/>
            <p:cNvSpPr/>
            <p:nvPr/>
          </p:nvSpPr>
          <p:spPr>
            <a:xfrm>
              <a:off x="9334500" y="1739900"/>
              <a:ext cx="762000" cy="101600"/>
            </a:xfrm>
            <a:prstGeom prst="rect">
              <a:avLst/>
            </a:prstGeom>
            <a:solidFill>
              <a:srgbClr val="070154"/>
            </a:solidFill>
            <a:ln>
              <a:noFill/>
            </a:ln>
          </p:spPr>
        </p:sp>
        <p:sp>
          <p:nvSpPr>
            <p:cNvPr id="29" name="node02.row.item-002.alloc.bar-outline"/>
            <p:cNvSpPr/>
            <p:nvPr/>
          </p:nvSpPr>
          <p:spPr>
            <a:xfrm>
              <a:off x="9334500" y="1739900"/>
              <a:ext cx="762000" cy="101600"/>
            </a:xfrm>
            <a:prstGeom prst="rect">
              <a:avLst/>
            </a:prstGeom>
            <a:ln w="9525">
              <a:solidFill>
                <a:srgbClr val="070154"/>
              </a:solidFill>
              <a:prstDash val="solid"/>
            </a:ln>
          </p:spPr>
        </p:sp>
        <p:sp>
          <p:nvSpPr>
            <p:cNvPr id="30" name="node02.row.item-003.alloc.bar"/>
            <p:cNvSpPr/>
            <p:nvPr/>
          </p:nvSpPr>
          <p:spPr>
            <a:xfrm>
              <a:off x="9334500" y="2324100"/>
              <a:ext cx="762000" cy="101600"/>
            </a:xfrm>
            <a:prstGeom prst="rect">
              <a:avLst/>
            </a:prstGeom>
            <a:solidFill>
              <a:srgbClr val="FFFFFF"/>
            </a:solidFill>
            <a:ln>
              <a:noFill/>
            </a:ln>
          </p:spPr>
        </p:sp>
        <p:sp>
          <p:nvSpPr>
            <p:cNvPr id="31" name="node02.row.item-003.alloc.allocation"/>
            <p:cNvSpPr/>
            <p:nvPr/>
          </p:nvSpPr>
          <p:spPr>
            <a:xfrm>
              <a:off x="9334500" y="2324100"/>
              <a:ext cx="762000" cy="101600"/>
            </a:xfrm>
            <a:prstGeom prst="rect">
              <a:avLst/>
            </a:prstGeom>
            <a:solidFill>
              <a:srgbClr val="070154"/>
            </a:solidFill>
            <a:ln>
              <a:noFill/>
            </a:ln>
          </p:spPr>
        </p:sp>
        <p:sp>
          <p:nvSpPr>
            <p:cNvPr id="32" name="node02.row.item-003.alloc.bar-outline"/>
            <p:cNvSpPr/>
            <p:nvPr/>
          </p:nvSpPr>
          <p:spPr>
            <a:xfrm>
              <a:off x="9334500" y="2324100"/>
              <a:ext cx="762000" cy="101600"/>
            </a:xfrm>
            <a:prstGeom prst="rect">
              <a:avLst/>
            </a:prstGeom>
            <a:ln w="9525">
              <a:solidFill>
                <a:srgbClr val="070154"/>
              </a:solidFill>
              <a:prstDash val="solid"/>
            </a:ln>
          </p:spPr>
        </p:sp>
        <p:sp>
          <p:nvSpPr>
            <p:cNvPr id="33" name="node02.row.item-004.alloc.bar"/>
            <p:cNvSpPr/>
            <p:nvPr/>
          </p:nvSpPr>
          <p:spPr>
            <a:xfrm>
              <a:off x="9334500" y="2908300"/>
              <a:ext cx="762000" cy="101600"/>
            </a:xfrm>
            <a:prstGeom prst="rect">
              <a:avLst/>
            </a:prstGeom>
            <a:solidFill>
              <a:srgbClr val="FFFFFF"/>
            </a:solidFill>
            <a:ln>
              <a:noFill/>
            </a:ln>
          </p:spPr>
        </p:sp>
        <p:sp>
          <p:nvSpPr>
            <p:cNvPr id="34" name="node02.row.item-004.alloc.allocation"/>
            <p:cNvSpPr/>
            <p:nvPr/>
          </p:nvSpPr>
          <p:spPr>
            <a:xfrm>
              <a:off x="9334500" y="2908300"/>
              <a:ext cx="381000" cy="101600"/>
            </a:xfrm>
            <a:prstGeom prst="rect">
              <a:avLst/>
            </a:prstGeom>
            <a:solidFill>
              <a:srgbClr val="070154"/>
            </a:solidFill>
            <a:ln>
              <a:noFill/>
            </a:ln>
          </p:spPr>
        </p:sp>
        <p:sp>
          <p:nvSpPr>
            <p:cNvPr id="35" name="node02.row.item-004.alloc.bar-outline"/>
            <p:cNvSpPr/>
            <p:nvPr/>
          </p:nvSpPr>
          <p:spPr>
            <a:xfrm>
              <a:off x="9334500" y="2908300"/>
              <a:ext cx="762000" cy="101600"/>
            </a:xfrm>
            <a:prstGeom prst="rect">
              <a:avLst/>
            </a:prstGeom>
            <a:ln w="9525">
              <a:solidFill>
                <a:srgbClr val="070154"/>
              </a:solidFill>
              <a:prstDash val="solid"/>
            </a:ln>
          </p:spPr>
        </p:sp>
        <p:sp>
          <p:nvSpPr>
            <p:cNvPr id="36" name="node02.row.item-005.alloc.bar"/>
            <p:cNvSpPr/>
            <p:nvPr/>
          </p:nvSpPr>
          <p:spPr>
            <a:xfrm>
              <a:off x="9334500" y="3492500"/>
              <a:ext cx="762000" cy="101600"/>
            </a:xfrm>
            <a:prstGeom prst="rect">
              <a:avLst/>
            </a:prstGeom>
            <a:solidFill>
              <a:srgbClr val="FFFFFF"/>
            </a:solidFill>
            <a:ln>
              <a:noFill/>
            </a:ln>
          </p:spPr>
        </p:sp>
        <p:sp>
          <p:nvSpPr>
            <p:cNvPr id="37" name="node02.row.item-005.alloc.allocation"/>
            <p:cNvSpPr/>
            <p:nvPr/>
          </p:nvSpPr>
          <p:spPr>
            <a:xfrm>
              <a:off x="9334500" y="3492500"/>
              <a:ext cx="762000" cy="101600"/>
            </a:xfrm>
            <a:prstGeom prst="rect">
              <a:avLst/>
            </a:prstGeom>
            <a:solidFill>
              <a:srgbClr val="070154"/>
            </a:solidFill>
            <a:ln>
              <a:noFill/>
            </a:ln>
          </p:spPr>
        </p:sp>
        <p:sp>
          <p:nvSpPr>
            <p:cNvPr id="38" name="node02.row.item-005.alloc.bar-outline"/>
            <p:cNvSpPr/>
            <p:nvPr/>
          </p:nvSpPr>
          <p:spPr>
            <a:xfrm>
              <a:off x="9334500" y="3492500"/>
              <a:ext cx="762000" cy="101600"/>
            </a:xfrm>
            <a:prstGeom prst="rect">
              <a:avLst/>
            </a:prstGeom>
            <a:ln w="9525">
              <a:solidFill>
                <a:srgbClr val="070154"/>
              </a:solidFill>
              <a:prstDash val="solid"/>
            </a:ln>
          </p:spPr>
        </p:sp>
        <p:sp>
          <p:nvSpPr>
            <p:cNvPr id="39" name="node02.row.item-006.alloc.bar"/>
            <p:cNvSpPr/>
            <p:nvPr/>
          </p:nvSpPr>
          <p:spPr>
            <a:xfrm>
              <a:off x="9334500" y="4076700"/>
              <a:ext cx="762000" cy="101600"/>
            </a:xfrm>
            <a:prstGeom prst="rect">
              <a:avLst/>
            </a:prstGeom>
            <a:solidFill>
              <a:srgbClr val="FFFFFF"/>
            </a:solidFill>
            <a:ln>
              <a:noFill/>
            </a:ln>
          </p:spPr>
        </p:sp>
        <p:sp>
          <p:nvSpPr>
            <p:cNvPr id="40" name="node02.row.item-006.alloc.allocation"/>
            <p:cNvSpPr/>
            <p:nvPr/>
          </p:nvSpPr>
          <p:spPr>
            <a:xfrm>
              <a:off x="9334500" y="4076700"/>
              <a:ext cx="762000" cy="101600"/>
            </a:xfrm>
            <a:prstGeom prst="rect">
              <a:avLst/>
            </a:prstGeom>
            <a:solidFill>
              <a:srgbClr val="070154"/>
            </a:solidFill>
            <a:ln>
              <a:noFill/>
            </a:ln>
          </p:spPr>
        </p:sp>
        <p:sp>
          <p:nvSpPr>
            <p:cNvPr id="41" name="node02.row.item-006.alloc.bar-outline"/>
            <p:cNvSpPr/>
            <p:nvPr/>
          </p:nvSpPr>
          <p:spPr>
            <a:xfrm>
              <a:off x="9334500" y="4076700"/>
              <a:ext cx="762000" cy="101600"/>
            </a:xfrm>
            <a:prstGeom prst="rect">
              <a:avLst/>
            </a:prstGeom>
            <a:ln w="9525">
              <a:solidFill>
                <a:srgbClr val="070154"/>
              </a:solidFill>
              <a:prstDash val="solid"/>
            </a:ln>
          </p:spPr>
        </p:sp>
        <p:sp>
          <p:nvSpPr>
            <p:cNvPr id="42" name="node02.row.item-007.alloc.bar"/>
            <p:cNvSpPr/>
            <p:nvPr/>
          </p:nvSpPr>
          <p:spPr>
            <a:xfrm>
              <a:off x="9334500" y="4660900"/>
              <a:ext cx="762000" cy="101600"/>
            </a:xfrm>
            <a:prstGeom prst="rect">
              <a:avLst/>
            </a:prstGeom>
            <a:solidFill>
              <a:srgbClr val="FFFFFF"/>
            </a:solidFill>
            <a:ln>
              <a:noFill/>
            </a:ln>
          </p:spPr>
        </p:sp>
        <p:sp>
          <p:nvSpPr>
            <p:cNvPr id="43" name="node02.row.item-007.alloc.allocation"/>
            <p:cNvSpPr/>
            <p:nvPr/>
          </p:nvSpPr>
          <p:spPr>
            <a:xfrm>
              <a:off x="9334500" y="4660900"/>
              <a:ext cx="381000" cy="101600"/>
            </a:xfrm>
            <a:prstGeom prst="rect">
              <a:avLst/>
            </a:prstGeom>
            <a:solidFill>
              <a:srgbClr val="070154"/>
            </a:solidFill>
            <a:ln>
              <a:noFill/>
            </a:ln>
          </p:spPr>
        </p:sp>
        <p:sp>
          <p:nvSpPr>
            <p:cNvPr id="44" name="node02.row.item-007.alloc.bar-outline"/>
            <p:cNvSpPr/>
            <p:nvPr/>
          </p:nvSpPr>
          <p:spPr>
            <a:xfrm>
              <a:off x="9334500" y="4660900"/>
              <a:ext cx="762000" cy="101600"/>
            </a:xfrm>
            <a:prstGeom prst="rect">
              <a:avLst/>
            </a:prstGeom>
            <a:ln w="9525">
              <a:solidFill>
                <a:srgbClr val="070154"/>
              </a:solidFill>
              <a:prstDash val="solid"/>
            </a:ln>
          </p:spPr>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ource-38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ways to engage, one we recommend</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990600"/>
          </a:xfrm>
          <a:prstGeom prst="rect">
            <a:avLst/>
          </a:prstGeom>
          <a:solidFill>
            <a:srgbClr val="E8EEF8"/>
          </a:solidFill>
          <a:ln>
            <a:noFill/>
          </a:ln>
        </p:spPr>
      </p:sp>
      <p:sp>
        <p:nvSpPr>
          <p:cNvPr id="6" name="nav.label.section-01"/>
          <p:cNvSpPr/>
          <p:nvPr/>
        </p:nvSpPr>
        <p:spPr>
          <a:xfrm>
            <a:off x="266700" y="4572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24000"/>
            <a:ext cx="228600" cy="990600"/>
          </a:xfrm>
          <a:prstGeom prst="rect">
            <a:avLst/>
          </a:prstGeom>
          <a:solidFill>
            <a:srgbClr val="E8EEF8"/>
          </a:solidFill>
          <a:ln>
            <a:noFill/>
          </a:ln>
        </p:spPr>
      </p:sp>
      <p:sp>
        <p:nvSpPr>
          <p:cNvPr id="8" name="nav.label.section-02"/>
          <p:cNvSpPr/>
          <p:nvPr/>
        </p:nvSpPr>
        <p:spPr>
          <a:xfrm>
            <a:off x="266700" y="15240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590800"/>
            <a:ext cx="228600" cy="990600"/>
          </a:xfrm>
          <a:prstGeom prst="rect">
            <a:avLst/>
          </a:prstGeom>
          <a:solidFill>
            <a:srgbClr val="E8EEF8"/>
          </a:solidFill>
          <a:ln>
            <a:noFill/>
          </a:ln>
        </p:spPr>
      </p:sp>
      <p:sp>
        <p:nvSpPr>
          <p:cNvPr id="10" name="nav.label.section-03"/>
          <p:cNvSpPr/>
          <p:nvPr/>
        </p:nvSpPr>
        <p:spPr>
          <a:xfrm>
            <a:off x="266700" y="25908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3657600"/>
            <a:ext cx="228600" cy="990600"/>
          </a:xfrm>
          <a:prstGeom prst="rect">
            <a:avLst/>
          </a:prstGeom>
          <a:solidFill>
            <a:srgbClr val="070154"/>
          </a:solidFill>
          <a:ln>
            <a:noFill/>
          </a:ln>
        </p:spPr>
      </p:sp>
      <p:sp>
        <p:nvSpPr>
          <p:cNvPr id="12" name="nav.label.section-04"/>
          <p:cNvSpPr/>
          <p:nvPr/>
        </p:nvSpPr>
        <p:spPr>
          <a:xfrm>
            <a:off x="266700" y="36576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COMMERCIALS</a:t>
            </a:r>
            <a:endParaRPr lang="en-US" sz="800" spc="80" kern="0" b="0" i="0" dirty="0">
              <a:solidFill>
                <a:srgbClr val="FFFFFF"/>
              </a:solidFill>
              <a:latin typeface="IBM Plex Mono SemiBold"/>
              <a:ea typeface="IBM Plex Mono SemiBold"/>
              <a:cs typeface="IBM Plex Mono SemiBold"/>
            </a:endParaRPr>
          </a:p>
        </p:txBody>
      </p:sp>
      <p:sp>
        <p:nvSpPr>
          <p:cNvPr id="13" name="nav.section-05"/>
          <p:cNvSpPr/>
          <p:nvPr/>
        </p:nvSpPr>
        <p:spPr>
          <a:xfrm>
            <a:off x="266700" y="4724400"/>
            <a:ext cx="228600" cy="990600"/>
          </a:xfrm>
          <a:prstGeom prst="rect">
            <a:avLst/>
          </a:prstGeom>
          <a:solidFill>
            <a:srgbClr val="E8EEF8"/>
          </a:solidFill>
          <a:ln>
            <a:noFill/>
          </a:ln>
        </p:spPr>
      </p:sp>
      <p:sp>
        <p:nvSpPr>
          <p:cNvPr id="14" name="nav.label.section-05"/>
          <p:cNvSpPr/>
          <p:nvPr/>
        </p:nvSpPr>
        <p:spPr>
          <a:xfrm>
            <a:off x="266700" y="47244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97</a:t>
            </a:fld>
            <a:endParaRPr lang="en-US" sz="700" spc="0" kern="0" b="0" i="0" dirty="0">
              <a:solidFill>
                <a:srgbClr val="070154"/>
              </a:solidFill>
              <a:latin typeface="IBM Plex Mono SemiBold"/>
              <a:ea typeface="IBM Plex Mono SemiBold"/>
              <a:cs typeface="IBM Plex Mono SemiBold"/>
            </a:endParaRPr>
          </a:p>
        </p:txBody>
      </p:sp>
      <p:grpSp>
        <p:nvGrpSpPr>
          <p:cNvPr id="72" name="node01"/>
          <p:cNvGrpSpPr/>
          <p:nvPr/>
        </p:nvGrpSpPr>
        <p:grpSpPr>
          <a:xfrm>
            <a:off x="723900" y="1600200"/>
            <a:ext cx="3429000" cy="3657600"/>
            <a:chOff x="723900" y="1600200"/>
            <a:chExt cx="3429000" cy="3657600"/>
          </a:xfrm>
        </p:grpSpPr>
        <p:sp>
          <p:nvSpPr>
            <p:cNvPr id="16" name="node01.container"/>
            <p:cNvSpPr/>
            <p:nvPr/>
          </p:nvSpPr>
          <p:spPr>
            <a:xfrm>
              <a:off x="730250" y="1606550"/>
              <a:ext cx="3416300" cy="3644900"/>
            </a:xfrm>
            <a:prstGeom prst="rect">
              <a:avLst/>
            </a:prstGeom>
            <a:solidFill>
              <a:srgbClr val="FFFFFF"/>
            </a:solidFill>
            <a:ln w="12700">
              <a:solidFill>
                <a:srgbClr val="CED7E6"/>
              </a:solidFill>
              <a:prstDash val="solid"/>
            </a:ln>
          </p:spPr>
        </p:sp>
        <p:sp>
          <p:nvSpPr>
            <p:cNvPr id="17" name="node01.label"/>
            <p:cNvSpPr/>
            <p:nvPr/>
          </p:nvSpPr>
          <p:spPr>
            <a:xfrm>
              <a:off x="9525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A · FIXED FEE</a:t>
              </a:r>
              <a:endParaRPr lang="en-US" sz="900" spc="54" kern="0" b="0" i="0" dirty="0">
                <a:solidFill>
                  <a:srgbClr val="0047FF"/>
                </a:solidFill>
                <a:latin typeface="IBM Plex Mono Medium"/>
                <a:ea typeface="IBM Plex Mono Medium"/>
                <a:cs typeface="IBM Plex Mono Medium"/>
              </a:endParaRPr>
            </a:p>
          </p:txBody>
        </p:sp>
        <p:sp>
          <p:nvSpPr>
            <p:cNvPr id="18" name="node01.title"/>
            <p:cNvSpPr/>
            <p:nvPr/>
          </p:nvSpPr>
          <p:spPr>
            <a:xfrm>
              <a:off x="9525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 only</a:t>
              </a:r>
              <a:endParaRPr lang="en-US" sz="1800" spc="-18" kern="0" b="0" i="0" dirty="0">
                <a:solidFill>
                  <a:srgbClr val="070154"/>
                </a:solidFill>
                <a:latin typeface="IBM Plex Sans SemiBold"/>
                <a:ea typeface="IBM Plex Sans SemiBold"/>
                <a:cs typeface="IBM Plex Sans SemiBold"/>
              </a:endParaRPr>
            </a:p>
          </p:txBody>
        </p:sp>
        <p:sp>
          <p:nvSpPr>
            <p:cNvPr id="19" name="node01.body.item-001.checklist.item-001.marker"/>
            <p:cNvSpPr/>
            <p:nvPr/>
          </p:nvSpPr>
          <p:spPr>
            <a:xfrm>
              <a:off x="952500" y="2527300"/>
              <a:ext cx="152400" cy="152400"/>
            </a:xfrm>
            <a:prstGeom prst="rect">
              <a:avLst/>
            </a:prstGeom>
            <a:solidFill>
              <a:srgbClr val="070154"/>
            </a:solidFill>
            <a:ln>
              <a:noFill/>
            </a:ln>
          </p:spPr>
        </p:sp>
        <p:sp>
          <p:nvSpPr>
            <p:cNvPr id="20" name="node01.body.item-001.checklist.item-001.check"/>
            <p:cNvSpPr/>
            <p:nvPr/>
          </p:nvSpPr>
          <p:spPr>
            <a:xfrm>
              <a:off x="952500" y="25273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21" name="node01.body.item-001.checklist.item-001.text"/>
            <p:cNvSpPr/>
            <p:nvPr/>
          </p:nvSpPr>
          <p:spPr>
            <a:xfrm>
              <a:off x="1219200" y="2476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22" name="node01.body.item-001.checklist.item-002.marker"/>
            <p:cNvSpPr/>
            <p:nvPr/>
          </p:nvSpPr>
          <p:spPr>
            <a:xfrm>
              <a:off x="952500" y="2870200"/>
              <a:ext cx="152400" cy="152400"/>
            </a:xfrm>
            <a:prstGeom prst="rect">
              <a:avLst/>
            </a:prstGeom>
            <a:solidFill>
              <a:srgbClr val="50658E"/>
            </a:solidFill>
            <a:ln>
              <a:noFill/>
            </a:ln>
          </p:spPr>
        </p:sp>
        <p:sp>
          <p:nvSpPr>
            <p:cNvPr id="23" name="node01.body.item-001.checklist.item-002.empty"/>
            <p:cNvSpPr/>
            <p:nvPr/>
          </p:nvSpPr>
          <p:spPr>
            <a:xfrm>
              <a:off x="965200" y="2882900"/>
              <a:ext cx="127000" cy="127000"/>
            </a:xfrm>
            <a:prstGeom prst="rect">
              <a:avLst/>
            </a:prstGeom>
            <a:solidFill>
              <a:srgbClr val="FFFFFF"/>
            </a:solidFill>
            <a:ln>
              <a:noFill/>
            </a:ln>
          </p:spPr>
        </p:sp>
        <p:sp>
          <p:nvSpPr>
            <p:cNvPr id="24" name="node01.body.item-001.checklist.item-002.dash"/>
            <p:cNvSpPr/>
            <p:nvPr/>
          </p:nvSpPr>
          <p:spPr>
            <a:xfrm>
              <a:off x="996950" y="2938780"/>
              <a:ext cx="63500" cy="15240"/>
            </a:xfrm>
            <a:prstGeom prst="rect">
              <a:avLst/>
            </a:prstGeom>
            <a:solidFill>
              <a:srgbClr val="50658E"/>
            </a:solidFill>
            <a:ln>
              <a:noFill/>
            </a:ln>
          </p:spPr>
        </p:sp>
        <p:sp>
          <p:nvSpPr>
            <p:cNvPr id="25" name="node01.body.item-001.checklist.item-002.text"/>
            <p:cNvSpPr/>
            <p:nvPr/>
          </p:nvSpPr>
          <p:spPr>
            <a:xfrm>
              <a:off x="1219200" y="2819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Target design and roadmap</a:t>
              </a:r>
              <a:endParaRPr lang="en-US" sz="1400" spc="0" kern="0" b="0" i="0" dirty="0">
                <a:solidFill>
                  <a:srgbClr val="50658E"/>
                </a:solidFill>
                <a:latin typeface="IBM Plex Sans"/>
                <a:ea typeface="IBM Plex Sans"/>
                <a:cs typeface="IBM Plex Sans"/>
              </a:endParaRPr>
            </a:p>
          </p:txBody>
        </p:sp>
        <p:sp>
          <p:nvSpPr>
            <p:cNvPr id="26" name="node01.body.item-001.checklist.item-003.marker"/>
            <p:cNvSpPr/>
            <p:nvPr/>
          </p:nvSpPr>
          <p:spPr>
            <a:xfrm>
              <a:off x="952500" y="3213100"/>
              <a:ext cx="152400" cy="152400"/>
            </a:xfrm>
            <a:prstGeom prst="rect">
              <a:avLst/>
            </a:prstGeom>
            <a:solidFill>
              <a:srgbClr val="50658E"/>
            </a:solidFill>
            <a:ln>
              <a:noFill/>
            </a:ln>
          </p:spPr>
        </p:sp>
        <p:sp>
          <p:nvSpPr>
            <p:cNvPr id="27" name="node01.body.item-001.checklist.item-003.empty"/>
            <p:cNvSpPr/>
            <p:nvPr/>
          </p:nvSpPr>
          <p:spPr>
            <a:xfrm>
              <a:off x="965200" y="3225800"/>
              <a:ext cx="127000" cy="127000"/>
            </a:xfrm>
            <a:prstGeom prst="rect">
              <a:avLst/>
            </a:prstGeom>
            <a:solidFill>
              <a:srgbClr val="FFFFFF"/>
            </a:solidFill>
            <a:ln>
              <a:noFill/>
            </a:ln>
          </p:spPr>
        </p:sp>
        <p:sp>
          <p:nvSpPr>
            <p:cNvPr id="28" name="node01.body.item-001.checklist.item-003.dash"/>
            <p:cNvSpPr/>
            <p:nvPr/>
          </p:nvSpPr>
          <p:spPr>
            <a:xfrm>
              <a:off x="996950" y="3281680"/>
              <a:ext cx="63500" cy="15240"/>
            </a:xfrm>
            <a:prstGeom prst="rect">
              <a:avLst/>
            </a:prstGeom>
            <a:solidFill>
              <a:srgbClr val="50658E"/>
            </a:solidFill>
            <a:ln>
              <a:noFill/>
            </a:ln>
          </p:spPr>
        </p:sp>
        <p:sp>
          <p:nvSpPr>
            <p:cNvPr id="29" name="node01.body.item-001.checklist.item-003.text"/>
            <p:cNvSpPr/>
            <p:nvPr/>
          </p:nvSpPr>
          <p:spPr>
            <a:xfrm>
              <a:off x="1219200" y="31623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Wave 1 build</a:t>
              </a:r>
              <a:endParaRPr lang="en-US" sz="1400" spc="0" kern="0" b="0" i="0" dirty="0">
                <a:solidFill>
                  <a:srgbClr val="50658E"/>
                </a:solidFill>
                <a:latin typeface="IBM Plex Sans"/>
                <a:ea typeface="IBM Plex Sans"/>
                <a:cs typeface="IBM Plex Sans"/>
              </a:endParaRPr>
            </a:p>
          </p:txBody>
        </p:sp>
        <p:sp>
          <p:nvSpPr>
            <p:cNvPr id="30" name="node01.body.item-002.label"/>
            <p:cNvSpPr/>
            <p:nvPr/>
          </p:nvSpPr>
          <p:spPr>
            <a:xfrm>
              <a:off x="952500" y="34671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DURATION</a:t>
              </a:r>
              <a:endParaRPr lang="en-US" sz="900" spc="54" kern="0" b="0" i="0" dirty="0">
                <a:solidFill>
                  <a:srgbClr val="0047FF"/>
                </a:solidFill>
                <a:latin typeface="IBM Plex Mono Medium"/>
                <a:ea typeface="IBM Plex Mono Medium"/>
                <a:cs typeface="IBM Plex Mono Medium"/>
              </a:endParaRPr>
            </a:p>
          </p:txBody>
        </p:sp>
        <p:sp>
          <p:nvSpPr>
            <p:cNvPr id="31" name="node01.body.item-003.paragraph"/>
            <p:cNvSpPr/>
            <p:nvPr/>
          </p:nvSpPr>
          <p:spPr>
            <a:xfrm>
              <a:off x="952500" y="36576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 weeks</a:t>
              </a:r>
              <a:endParaRPr lang="en-US" sz="1400" spc="0" kern="0" b="0" i="0" dirty="0">
                <a:solidFill>
                  <a:srgbClr val="50658E"/>
                </a:solidFill>
                <a:latin typeface="IBM Plex Sans"/>
                <a:ea typeface="IBM Plex Sans"/>
                <a:cs typeface="IBM Plex Sans"/>
              </a:endParaRPr>
            </a:p>
          </p:txBody>
        </p:sp>
        <p:sp>
          <p:nvSpPr>
            <p:cNvPr id="32" name="node01.fee.divider"/>
            <p:cNvSpPr/>
            <p:nvPr/>
          </p:nvSpPr>
          <p:spPr>
            <a:xfrm>
              <a:off x="952500" y="4346575"/>
              <a:ext cx="2971800" cy="9525"/>
            </a:xfrm>
            <a:prstGeom prst="rect">
              <a:avLst/>
            </a:prstGeom>
            <a:solidFill>
              <a:srgbClr val="CED7E6"/>
            </a:solidFill>
            <a:ln>
              <a:noFill/>
            </a:ln>
          </p:spPr>
        </p:sp>
        <p:sp>
          <p:nvSpPr>
            <p:cNvPr id="33" name="node01.fee.value"/>
            <p:cNvSpPr/>
            <p:nvPr/>
          </p:nvSpPr>
          <p:spPr>
            <a:xfrm>
              <a:off x="952500" y="44704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$288K</a:t>
              </a:r>
              <a:endParaRPr lang="en-US" sz="1800" spc="0" kern="0" b="0" i="0" dirty="0">
                <a:solidFill>
                  <a:srgbClr val="070154"/>
                </a:solidFill>
                <a:latin typeface="IBM Plex Mono SemiBold"/>
                <a:ea typeface="IBM Plex Mono SemiBold"/>
                <a:cs typeface="IBM Plex Mono SemiBold"/>
              </a:endParaRPr>
            </a:p>
          </p:txBody>
        </p:sp>
        <p:sp>
          <p:nvSpPr>
            <p:cNvPr id="34" name="node01.fee.label"/>
            <p:cNvSpPr/>
            <p:nvPr/>
          </p:nvSpPr>
          <p:spPr>
            <a:xfrm>
              <a:off x="952500" y="4800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a:t>
              </a:r>
              <a:endParaRPr lang="en-US" sz="1200" spc="0" kern="0" b="0" i="0" dirty="0">
                <a:solidFill>
                  <a:srgbClr val="50658E"/>
                </a:solidFill>
                <a:latin typeface="IBM Plex Sans"/>
                <a:ea typeface="IBM Plex Sans"/>
                <a:cs typeface="IBM Plex Sans"/>
              </a:endParaRPr>
            </a:p>
          </p:txBody>
        </p:sp>
      </p:grpSp>
      <p:grpSp>
        <p:nvGrpSpPr>
          <p:cNvPr id="73" name="node02"/>
          <p:cNvGrpSpPr/>
          <p:nvPr/>
        </p:nvGrpSpPr>
        <p:grpSpPr>
          <a:xfrm>
            <a:off x="4381500" y="1600200"/>
            <a:ext cx="3429000" cy="3657600"/>
            <a:chOff x="4381500" y="1600200"/>
            <a:chExt cx="3429000" cy="3657600"/>
          </a:xfrm>
        </p:grpSpPr>
        <p:sp>
          <p:nvSpPr>
            <p:cNvPr id="35" name="node02.container"/>
            <p:cNvSpPr/>
            <p:nvPr/>
          </p:nvSpPr>
          <p:spPr>
            <a:xfrm>
              <a:off x="4381500" y="1600200"/>
              <a:ext cx="3429000" cy="3657600"/>
            </a:xfrm>
            <a:prstGeom prst="rect">
              <a:avLst/>
            </a:prstGeom>
            <a:solidFill>
              <a:srgbClr val="E8EEF8"/>
            </a:solidFill>
            <a:ln>
              <a:noFill/>
            </a:ln>
          </p:spPr>
        </p:sp>
        <p:sp>
          <p:nvSpPr>
            <p:cNvPr id="36" name="node02.edge"/>
            <p:cNvSpPr/>
            <p:nvPr/>
          </p:nvSpPr>
          <p:spPr>
            <a:xfrm>
              <a:off x="4381500" y="1600200"/>
              <a:ext cx="3429000" cy="38100"/>
            </a:xfrm>
            <a:prstGeom prst="rect">
              <a:avLst/>
            </a:prstGeom>
            <a:solidFill>
              <a:srgbClr val="0047FF"/>
            </a:solidFill>
            <a:ln>
              <a:noFill/>
            </a:ln>
          </p:spPr>
        </p:sp>
        <p:sp>
          <p:nvSpPr>
            <p:cNvPr id="37" name="node02.label"/>
            <p:cNvSpPr/>
            <p:nvPr/>
          </p:nvSpPr>
          <p:spPr>
            <a:xfrm>
              <a:off x="4610100" y="18669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B · HYBRID</a:t>
              </a:r>
              <a:endParaRPr lang="en-US" sz="900" spc="54" kern="0" b="0" i="0" dirty="0">
                <a:solidFill>
                  <a:srgbClr val="0047FF"/>
                </a:solidFill>
                <a:latin typeface="IBM Plex Mono Medium"/>
                <a:ea typeface="IBM Plex Mono Medium"/>
                <a:cs typeface="IBM Plex Mono Medium"/>
              </a:endParaRPr>
            </a:p>
          </p:txBody>
        </p:sp>
        <p:sp>
          <p:nvSpPr>
            <p:cNvPr id="38" name="node02.title"/>
            <p:cNvSpPr/>
            <p:nvPr/>
          </p:nvSpPr>
          <p:spPr>
            <a:xfrm>
              <a:off x="46101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 and build</a:t>
              </a:r>
              <a:endParaRPr lang="en-US" sz="1800" spc="-18" kern="0" b="0" i="0" dirty="0">
                <a:solidFill>
                  <a:srgbClr val="070154"/>
                </a:solidFill>
                <a:latin typeface="IBM Plex Sans SemiBold"/>
                <a:ea typeface="IBM Plex Sans SemiBold"/>
                <a:cs typeface="IBM Plex Sans SemiBold"/>
              </a:endParaRPr>
            </a:p>
          </p:txBody>
        </p:sp>
        <p:sp>
          <p:nvSpPr>
            <p:cNvPr id="39" name="node02.body.item-001.checklist.item-001.marker"/>
            <p:cNvSpPr/>
            <p:nvPr/>
          </p:nvSpPr>
          <p:spPr>
            <a:xfrm>
              <a:off x="4610100" y="2565400"/>
              <a:ext cx="152400" cy="152400"/>
            </a:xfrm>
            <a:prstGeom prst="rect">
              <a:avLst/>
            </a:prstGeom>
            <a:solidFill>
              <a:srgbClr val="070154"/>
            </a:solidFill>
            <a:ln>
              <a:noFill/>
            </a:ln>
          </p:spPr>
        </p:sp>
        <p:sp>
          <p:nvSpPr>
            <p:cNvPr id="40" name="node02.body.item-001.checklist.item-001.check"/>
            <p:cNvSpPr/>
            <p:nvPr/>
          </p:nvSpPr>
          <p:spPr>
            <a:xfrm>
              <a:off x="4610100" y="25654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41" name="node02.body.item-001.checklist.item-001.text"/>
            <p:cNvSpPr/>
            <p:nvPr/>
          </p:nvSpPr>
          <p:spPr>
            <a:xfrm>
              <a:off x="4876800" y="25146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42" name="node02.body.item-001.checklist.item-002.marker"/>
            <p:cNvSpPr/>
            <p:nvPr/>
          </p:nvSpPr>
          <p:spPr>
            <a:xfrm>
              <a:off x="4610100" y="2908300"/>
              <a:ext cx="152400" cy="152400"/>
            </a:xfrm>
            <a:prstGeom prst="rect">
              <a:avLst/>
            </a:prstGeom>
            <a:solidFill>
              <a:srgbClr val="070154"/>
            </a:solidFill>
            <a:ln>
              <a:noFill/>
            </a:ln>
          </p:spPr>
        </p:sp>
        <p:sp>
          <p:nvSpPr>
            <p:cNvPr id="43" name="node02.body.item-001.checklist.item-002.check"/>
            <p:cNvSpPr/>
            <p:nvPr/>
          </p:nvSpPr>
          <p:spPr>
            <a:xfrm>
              <a:off x="4610100" y="29083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44" name="node02.body.item-001.checklist.item-002.text"/>
            <p:cNvSpPr/>
            <p:nvPr/>
          </p:nvSpPr>
          <p:spPr>
            <a:xfrm>
              <a:off x="4876800" y="2857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design and roadmap</a:t>
              </a:r>
              <a:endParaRPr lang="en-US" sz="1400" spc="0" kern="0" b="0" i="0" dirty="0">
                <a:solidFill>
                  <a:srgbClr val="070154"/>
                </a:solidFill>
                <a:latin typeface="IBM Plex Sans"/>
                <a:ea typeface="IBM Plex Sans"/>
                <a:cs typeface="IBM Plex Sans"/>
              </a:endParaRPr>
            </a:p>
          </p:txBody>
        </p:sp>
        <p:sp>
          <p:nvSpPr>
            <p:cNvPr id="45" name="node02.body.item-001.checklist.item-003.marker"/>
            <p:cNvSpPr/>
            <p:nvPr/>
          </p:nvSpPr>
          <p:spPr>
            <a:xfrm>
              <a:off x="4610100" y="3251200"/>
              <a:ext cx="152400" cy="152400"/>
            </a:xfrm>
            <a:prstGeom prst="rect">
              <a:avLst/>
            </a:prstGeom>
            <a:solidFill>
              <a:srgbClr val="070154"/>
            </a:solidFill>
            <a:ln>
              <a:noFill/>
            </a:ln>
          </p:spPr>
        </p:sp>
        <p:sp>
          <p:nvSpPr>
            <p:cNvPr id="46" name="node02.body.item-001.checklist.item-003.check"/>
            <p:cNvSpPr/>
            <p:nvPr/>
          </p:nvSpPr>
          <p:spPr>
            <a:xfrm>
              <a:off x="4610100" y="32512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47" name="node02.body.item-001.checklist.item-003.text"/>
            <p:cNvSpPr/>
            <p:nvPr/>
          </p:nvSpPr>
          <p:spPr>
            <a:xfrm>
              <a:off x="4876800" y="3200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1 build</a:t>
              </a:r>
              <a:endParaRPr lang="en-US" sz="1400" spc="0" kern="0" b="0" i="0" dirty="0">
                <a:solidFill>
                  <a:srgbClr val="070154"/>
                </a:solidFill>
                <a:latin typeface="IBM Plex Sans"/>
                <a:ea typeface="IBM Plex Sans"/>
                <a:cs typeface="IBM Plex Sans"/>
              </a:endParaRPr>
            </a:p>
          </p:txBody>
        </p:sp>
        <p:sp>
          <p:nvSpPr>
            <p:cNvPr id="48" name="node02.body.item-002.label"/>
            <p:cNvSpPr/>
            <p:nvPr/>
          </p:nvSpPr>
          <p:spPr>
            <a:xfrm>
              <a:off x="4610100" y="3505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DURATION</a:t>
              </a:r>
              <a:endParaRPr lang="en-US" sz="900" spc="54" kern="0" b="0" i="0" dirty="0">
                <a:solidFill>
                  <a:srgbClr val="0047FF"/>
                </a:solidFill>
                <a:latin typeface="IBM Plex Mono Medium"/>
                <a:ea typeface="IBM Plex Mono Medium"/>
                <a:cs typeface="IBM Plex Mono Medium"/>
              </a:endParaRPr>
            </a:p>
          </p:txBody>
        </p:sp>
        <p:sp>
          <p:nvSpPr>
            <p:cNvPr id="49" name="node02.body.item-003.paragraph"/>
            <p:cNvSpPr/>
            <p:nvPr/>
          </p:nvSpPr>
          <p:spPr>
            <a:xfrm>
              <a:off x="4610100" y="36957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8 weeks fixed, then 16 weeks capacity</a:t>
              </a:r>
              <a:endParaRPr lang="en-US" sz="1400" spc="0" kern="0" b="0" i="0" dirty="0">
                <a:solidFill>
                  <a:srgbClr val="50658E"/>
                </a:solidFill>
                <a:latin typeface="IBM Plex Sans"/>
                <a:ea typeface="IBM Plex Sans"/>
                <a:cs typeface="IBM Plex Sans"/>
              </a:endParaRPr>
            </a:p>
          </p:txBody>
        </p:sp>
        <p:sp>
          <p:nvSpPr>
            <p:cNvPr id="50" name="node02.fee.divider"/>
            <p:cNvSpPr/>
            <p:nvPr/>
          </p:nvSpPr>
          <p:spPr>
            <a:xfrm>
              <a:off x="4610100" y="4346575"/>
              <a:ext cx="2971800" cy="9525"/>
            </a:xfrm>
            <a:prstGeom prst="rect">
              <a:avLst/>
            </a:prstGeom>
            <a:solidFill>
              <a:srgbClr val="CED7E6"/>
            </a:solidFill>
            <a:ln>
              <a:noFill/>
            </a:ln>
          </p:spPr>
        </p:sp>
        <p:sp>
          <p:nvSpPr>
            <p:cNvPr id="51" name="node02.fee.value"/>
            <p:cNvSpPr/>
            <p:nvPr/>
          </p:nvSpPr>
          <p:spPr>
            <a:xfrm>
              <a:off x="4610100" y="44704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$720K + $210K/mo</a:t>
              </a:r>
              <a:endParaRPr lang="en-US" sz="1800" spc="0" kern="0" b="0" i="0" dirty="0">
                <a:solidFill>
                  <a:srgbClr val="070154"/>
                </a:solidFill>
                <a:latin typeface="IBM Plex Mono SemiBold"/>
                <a:ea typeface="IBM Plex Mono SemiBold"/>
                <a:cs typeface="IBM Plex Mono SemiBold"/>
              </a:endParaRPr>
            </a:p>
          </p:txBody>
        </p:sp>
        <p:sp>
          <p:nvSpPr>
            <p:cNvPr id="52" name="node02.fee.label"/>
            <p:cNvSpPr/>
            <p:nvPr/>
          </p:nvSpPr>
          <p:spPr>
            <a:xfrm>
              <a:off x="4610100" y="4800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then run-rate</a:t>
              </a:r>
              <a:endParaRPr lang="en-US" sz="1200" spc="0" kern="0" b="0" i="0" dirty="0">
                <a:solidFill>
                  <a:srgbClr val="50658E"/>
                </a:solidFill>
                <a:latin typeface="IBM Plex Sans"/>
                <a:ea typeface="IBM Plex Sans"/>
                <a:cs typeface="IBM Plex Sans"/>
              </a:endParaRPr>
            </a:p>
          </p:txBody>
        </p:sp>
        <p:sp>
          <p:nvSpPr>
            <p:cNvPr id="53" name="node02.tag-bg"/>
            <p:cNvSpPr/>
            <p:nvPr/>
          </p:nvSpPr>
          <p:spPr>
            <a:xfrm>
              <a:off x="6806369" y="1600200"/>
              <a:ext cx="1004131" cy="228600"/>
            </a:xfrm>
            <a:prstGeom prst="rect">
              <a:avLst/>
            </a:prstGeom>
            <a:solidFill>
              <a:srgbClr val="0047FF"/>
            </a:solidFill>
            <a:ln>
              <a:noFill/>
            </a:ln>
          </p:spPr>
        </p:sp>
        <p:sp>
          <p:nvSpPr>
            <p:cNvPr id="54" name="node02.tag"/>
            <p:cNvSpPr/>
            <p:nvPr/>
          </p:nvSpPr>
          <p:spPr>
            <a:xfrm>
              <a:off x="6882569" y="1638300"/>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RECOMMENDED</a:t>
              </a:r>
              <a:endParaRPr lang="en-US" sz="900" spc="54" kern="0" b="0" i="0" dirty="0">
                <a:solidFill>
                  <a:srgbClr val="FFFFFF"/>
                </a:solidFill>
                <a:latin typeface="IBM Plex Mono SemiBold"/>
                <a:ea typeface="IBM Plex Mono SemiBold"/>
                <a:cs typeface="IBM Plex Mono SemiBold"/>
              </a:endParaRPr>
            </a:p>
          </p:txBody>
        </p:sp>
      </p:grpSp>
      <p:grpSp>
        <p:nvGrpSpPr>
          <p:cNvPr id="74" name="node03"/>
          <p:cNvGrpSpPr/>
          <p:nvPr/>
        </p:nvGrpSpPr>
        <p:grpSpPr>
          <a:xfrm>
            <a:off x="8039100" y="1600200"/>
            <a:ext cx="3429000" cy="3657600"/>
            <a:chOff x="8039100" y="1600200"/>
            <a:chExt cx="3429000" cy="3657600"/>
          </a:xfrm>
        </p:grpSpPr>
        <p:sp>
          <p:nvSpPr>
            <p:cNvPr id="55" name="node03.container"/>
            <p:cNvSpPr/>
            <p:nvPr/>
          </p:nvSpPr>
          <p:spPr>
            <a:xfrm>
              <a:off x="8045450" y="1606550"/>
              <a:ext cx="3416300" cy="3644900"/>
            </a:xfrm>
            <a:prstGeom prst="rect">
              <a:avLst/>
            </a:prstGeom>
            <a:solidFill>
              <a:srgbClr val="FFFFFF"/>
            </a:solidFill>
            <a:ln w="12700">
              <a:solidFill>
                <a:srgbClr val="CED7E6"/>
              </a:solidFill>
              <a:prstDash val="solid"/>
            </a:ln>
          </p:spPr>
        </p:sp>
        <p:sp>
          <p:nvSpPr>
            <p:cNvPr id="56" name="node03.label"/>
            <p:cNvSpPr/>
            <p:nvPr/>
          </p:nvSpPr>
          <p:spPr>
            <a:xfrm>
              <a:off x="82677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C · CAPACITY</a:t>
              </a:r>
              <a:endParaRPr lang="en-US" sz="900" spc="54" kern="0" b="0" i="0" dirty="0">
                <a:solidFill>
                  <a:srgbClr val="0047FF"/>
                </a:solidFill>
                <a:latin typeface="IBM Plex Mono Medium"/>
                <a:ea typeface="IBM Plex Mono Medium"/>
                <a:cs typeface="IBM Plex Mono Medium"/>
              </a:endParaRPr>
            </a:p>
          </p:txBody>
        </p:sp>
        <p:sp>
          <p:nvSpPr>
            <p:cNvPr id="57" name="node03.title"/>
            <p:cNvSpPr/>
            <p:nvPr/>
          </p:nvSpPr>
          <p:spPr>
            <a:xfrm>
              <a:off x="82677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Embedded pod</a:t>
              </a:r>
              <a:endParaRPr lang="en-US" sz="1800" spc="-18" kern="0" b="0" i="0" dirty="0">
                <a:solidFill>
                  <a:srgbClr val="070154"/>
                </a:solidFill>
                <a:latin typeface="IBM Plex Sans SemiBold"/>
                <a:ea typeface="IBM Plex Sans SemiBold"/>
                <a:cs typeface="IBM Plex Sans SemiBold"/>
              </a:endParaRPr>
            </a:p>
          </p:txBody>
        </p:sp>
        <p:sp>
          <p:nvSpPr>
            <p:cNvPr id="58" name="node03.body.item-001.checklist.item-001.marker"/>
            <p:cNvSpPr/>
            <p:nvPr/>
          </p:nvSpPr>
          <p:spPr>
            <a:xfrm>
              <a:off x="8267700" y="2527300"/>
              <a:ext cx="152400" cy="152400"/>
            </a:xfrm>
            <a:prstGeom prst="rect">
              <a:avLst/>
            </a:prstGeom>
            <a:solidFill>
              <a:srgbClr val="070154"/>
            </a:solidFill>
            <a:ln>
              <a:noFill/>
            </a:ln>
          </p:spPr>
        </p:sp>
        <p:sp>
          <p:nvSpPr>
            <p:cNvPr id="59" name="node03.body.item-001.checklist.item-001.check"/>
            <p:cNvSpPr/>
            <p:nvPr/>
          </p:nvSpPr>
          <p:spPr>
            <a:xfrm>
              <a:off x="8267700" y="25273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60" name="node03.body.item-001.checklist.item-001.text"/>
            <p:cNvSpPr/>
            <p:nvPr/>
          </p:nvSpPr>
          <p:spPr>
            <a:xfrm>
              <a:off x="8534400" y="2476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61" name="node03.body.item-001.checklist.item-002.marker"/>
            <p:cNvSpPr/>
            <p:nvPr/>
          </p:nvSpPr>
          <p:spPr>
            <a:xfrm>
              <a:off x="8267700" y="2870200"/>
              <a:ext cx="152400" cy="152400"/>
            </a:xfrm>
            <a:prstGeom prst="rect">
              <a:avLst/>
            </a:prstGeom>
            <a:solidFill>
              <a:srgbClr val="070154"/>
            </a:solidFill>
            <a:ln>
              <a:noFill/>
            </a:ln>
          </p:spPr>
        </p:sp>
        <p:sp>
          <p:nvSpPr>
            <p:cNvPr id="62" name="node03.body.item-001.checklist.item-002.check"/>
            <p:cNvSpPr/>
            <p:nvPr/>
          </p:nvSpPr>
          <p:spPr>
            <a:xfrm>
              <a:off x="8267700" y="28702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63" name="node03.body.item-001.checklist.item-002.text"/>
            <p:cNvSpPr/>
            <p:nvPr/>
          </p:nvSpPr>
          <p:spPr>
            <a:xfrm>
              <a:off x="8534400" y="2819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design and roadmap</a:t>
              </a:r>
              <a:endParaRPr lang="en-US" sz="1400" spc="0" kern="0" b="0" i="0" dirty="0">
                <a:solidFill>
                  <a:srgbClr val="070154"/>
                </a:solidFill>
                <a:latin typeface="IBM Plex Sans"/>
                <a:ea typeface="IBM Plex Sans"/>
                <a:cs typeface="IBM Plex Sans"/>
              </a:endParaRPr>
            </a:p>
          </p:txBody>
        </p:sp>
        <p:sp>
          <p:nvSpPr>
            <p:cNvPr id="64" name="node03.body.item-001.checklist.item-003.marker"/>
            <p:cNvSpPr/>
            <p:nvPr/>
          </p:nvSpPr>
          <p:spPr>
            <a:xfrm>
              <a:off x="8267700" y="3213100"/>
              <a:ext cx="152400" cy="152400"/>
            </a:xfrm>
            <a:prstGeom prst="rect">
              <a:avLst/>
            </a:prstGeom>
            <a:solidFill>
              <a:srgbClr val="070154"/>
            </a:solidFill>
            <a:ln>
              <a:noFill/>
            </a:ln>
          </p:spPr>
        </p:sp>
        <p:sp>
          <p:nvSpPr>
            <p:cNvPr id="65" name="node03.body.item-001.checklist.item-003.check"/>
            <p:cNvSpPr/>
            <p:nvPr/>
          </p:nvSpPr>
          <p:spPr>
            <a:xfrm>
              <a:off x="8267700" y="3213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66" name="node03.body.item-001.checklist.item-003.text"/>
            <p:cNvSpPr/>
            <p:nvPr/>
          </p:nvSpPr>
          <p:spPr>
            <a:xfrm>
              <a:off x="8534400" y="31623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1 build</a:t>
              </a:r>
              <a:endParaRPr lang="en-US" sz="1400" spc="0" kern="0" b="0" i="0" dirty="0">
                <a:solidFill>
                  <a:srgbClr val="070154"/>
                </a:solidFill>
                <a:latin typeface="IBM Plex Sans"/>
                <a:ea typeface="IBM Plex Sans"/>
                <a:cs typeface="IBM Plex Sans"/>
              </a:endParaRPr>
            </a:p>
          </p:txBody>
        </p:sp>
        <p:sp>
          <p:nvSpPr>
            <p:cNvPr id="67" name="node03.body.item-002.label"/>
            <p:cNvSpPr/>
            <p:nvPr/>
          </p:nvSpPr>
          <p:spPr>
            <a:xfrm>
              <a:off x="8267700" y="34671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DURATION</a:t>
              </a:r>
              <a:endParaRPr lang="en-US" sz="900" spc="54" kern="0" b="0" i="0" dirty="0">
                <a:solidFill>
                  <a:srgbClr val="0047FF"/>
                </a:solidFill>
                <a:latin typeface="IBM Plex Mono Medium"/>
                <a:ea typeface="IBM Plex Mono Medium"/>
                <a:cs typeface="IBM Plex Mono Medium"/>
              </a:endParaRPr>
            </a:p>
          </p:txBody>
        </p:sp>
        <p:sp>
          <p:nvSpPr>
            <p:cNvPr id="68" name="node03.body.item-003.paragraph"/>
            <p:cNvSpPr/>
            <p:nvPr/>
          </p:nvSpPr>
          <p:spPr>
            <a:xfrm>
              <a:off x="8267700" y="36576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Rolling, 3-month minimum</a:t>
              </a:r>
              <a:endParaRPr lang="en-US" sz="1400" spc="0" kern="0" b="0" i="0" dirty="0">
                <a:solidFill>
                  <a:srgbClr val="50658E"/>
                </a:solidFill>
                <a:latin typeface="IBM Plex Sans"/>
                <a:ea typeface="IBM Plex Sans"/>
                <a:cs typeface="IBM Plex Sans"/>
              </a:endParaRPr>
            </a:p>
          </p:txBody>
        </p:sp>
        <p:sp>
          <p:nvSpPr>
            <p:cNvPr id="69" name="node03.fee.divider"/>
            <p:cNvSpPr/>
            <p:nvPr/>
          </p:nvSpPr>
          <p:spPr>
            <a:xfrm>
              <a:off x="8267700" y="4346575"/>
              <a:ext cx="2971800" cy="9525"/>
            </a:xfrm>
            <a:prstGeom prst="rect">
              <a:avLst/>
            </a:prstGeom>
            <a:solidFill>
              <a:srgbClr val="CED7E6"/>
            </a:solidFill>
            <a:ln>
              <a:noFill/>
            </a:ln>
          </p:spPr>
        </p:sp>
        <p:sp>
          <p:nvSpPr>
            <p:cNvPr id="70" name="node03.fee.value"/>
            <p:cNvSpPr/>
            <p:nvPr/>
          </p:nvSpPr>
          <p:spPr>
            <a:xfrm>
              <a:off x="8267700" y="44704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$240K/mo</a:t>
              </a:r>
              <a:endParaRPr lang="en-US" sz="1800" spc="0" kern="0" b="0" i="0" dirty="0">
                <a:solidFill>
                  <a:srgbClr val="070154"/>
                </a:solidFill>
                <a:latin typeface="IBM Plex Mono SemiBold"/>
                <a:ea typeface="IBM Plex Mono SemiBold"/>
                <a:cs typeface="IBM Plex Mono SemiBold"/>
              </a:endParaRPr>
            </a:p>
          </p:txBody>
        </p:sp>
        <p:sp>
          <p:nvSpPr>
            <p:cNvPr id="71" name="node03.fee.label"/>
            <p:cNvSpPr/>
            <p:nvPr/>
          </p:nvSpPr>
          <p:spPr>
            <a:xfrm>
              <a:off x="8267700" y="4800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pod run-rate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ource-37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tiers, each building on the one before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98</a:t>
            </a:fld>
            <a:endParaRPr lang="en-US" sz="700" spc="0" kern="0" b="0" i="0" dirty="0">
              <a:solidFill>
                <a:srgbClr val="070154"/>
              </a:solidFill>
              <a:latin typeface="IBM Plex Mono SemiBold"/>
              <a:ea typeface="IBM Plex Mono SemiBold"/>
              <a:cs typeface="IBM Plex Mono SemiBold"/>
            </a:endParaRPr>
          </a:p>
        </p:txBody>
      </p:sp>
      <p:grpSp>
        <p:nvGrpSpPr>
          <p:cNvPr id="77" name="node01"/>
          <p:cNvGrpSpPr/>
          <p:nvPr/>
        </p:nvGrpSpPr>
        <p:grpSpPr>
          <a:xfrm>
            <a:off x="723900" y="1600200"/>
            <a:ext cx="3429000" cy="4114800"/>
            <a:chOff x="723900" y="1600200"/>
            <a:chExt cx="3429000" cy="4114800"/>
          </a:xfrm>
        </p:grpSpPr>
        <p:sp>
          <p:nvSpPr>
            <p:cNvPr id="6" name="node01.container"/>
            <p:cNvSpPr/>
            <p:nvPr/>
          </p:nvSpPr>
          <p:spPr>
            <a:xfrm>
              <a:off x="730250" y="1606550"/>
              <a:ext cx="3416300" cy="4102100"/>
            </a:xfrm>
            <a:prstGeom prst="rect">
              <a:avLst/>
            </a:prstGeom>
            <a:solidFill>
              <a:srgbClr val="FFFFFF"/>
            </a:solidFill>
            <a:ln w="12700">
              <a:solidFill>
                <a:srgbClr val="CED7E6"/>
              </a:solidFill>
              <a:prstDash val="solid"/>
            </a:ln>
          </p:spPr>
        </p:sp>
        <p:sp>
          <p:nvSpPr>
            <p:cNvPr id="7" name="node01.label"/>
            <p:cNvSpPr/>
            <p:nvPr/>
          </p:nvSpPr>
          <p:spPr>
            <a:xfrm>
              <a:off x="9525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GOOD · FIXED FEE</a:t>
              </a:r>
              <a:endParaRPr lang="en-US" sz="900" spc="54" kern="0" b="0" i="0" dirty="0">
                <a:solidFill>
                  <a:srgbClr val="0047FF"/>
                </a:solidFill>
                <a:latin typeface="IBM Plex Mono Medium"/>
                <a:ea typeface="IBM Plex Mono Medium"/>
                <a:cs typeface="IBM Plex Mono Medium"/>
              </a:endParaRPr>
            </a:p>
          </p:txBody>
        </p:sp>
        <p:sp>
          <p:nvSpPr>
            <p:cNvPr id="8" name="node01.title"/>
            <p:cNvSpPr/>
            <p:nvPr/>
          </p:nvSpPr>
          <p:spPr>
            <a:xfrm>
              <a:off x="9525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Foundation</a:t>
              </a:r>
              <a:endParaRPr lang="en-US" sz="1800" spc="-18" kern="0" b="0" i="0" dirty="0">
                <a:solidFill>
                  <a:srgbClr val="070154"/>
                </a:solidFill>
                <a:latin typeface="IBM Plex Sans SemiBold"/>
                <a:ea typeface="IBM Plex Sans SemiBold"/>
                <a:cs typeface="IBM Plex Sans SemiBold"/>
              </a:endParaRPr>
            </a:p>
          </p:txBody>
        </p:sp>
        <p:sp>
          <p:nvSpPr>
            <p:cNvPr id="9" name="node01.body.item-001.checklist.item-001.marker"/>
            <p:cNvSpPr/>
            <p:nvPr/>
          </p:nvSpPr>
          <p:spPr>
            <a:xfrm>
              <a:off x="952500" y="2527300"/>
              <a:ext cx="152400" cy="152400"/>
            </a:xfrm>
            <a:prstGeom prst="rect">
              <a:avLst/>
            </a:prstGeom>
            <a:solidFill>
              <a:srgbClr val="070154"/>
            </a:solidFill>
            <a:ln>
              <a:noFill/>
            </a:ln>
          </p:spPr>
        </p:sp>
        <p:sp>
          <p:nvSpPr>
            <p:cNvPr id="10" name="node01.body.item-001.checklist.item-001.check"/>
            <p:cNvSpPr/>
            <p:nvPr/>
          </p:nvSpPr>
          <p:spPr>
            <a:xfrm>
              <a:off x="952500" y="25273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11" name="node01.body.item-001.checklist.item-001.text"/>
            <p:cNvSpPr/>
            <p:nvPr/>
          </p:nvSpPr>
          <p:spPr>
            <a:xfrm>
              <a:off x="1219200" y="2476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12" name="node01.body.item-001.checklist.item-002.marker"/>
            <p:cNvSpPr/>
            <p:nvPr/>
          </p:nvSpPr>
          <p:spPr>
            <a:xfrm>
              <a:off x="952500" y="2870200"/>
              <a:ext cx="152400" cy="152400"/>
            </a:xfrm>
            <a:prstGeom prst="rect">
              <a:avLst/>
            </a:prstGeom>
            <a:solidFill>
              <a:srgbClr val="50658E"/>
            </a:solidFill>
            <a:ln>
              <a:noFill/>
            </a:ln>
          </p:spPr>
        </p:sp>
        <p:sp>
          <p:nvSpPr>
            <p:cNvPr id="13" name="node01.body.item-001.checklist.item-002.empty"/>
            <p:cNvSpPr/>
            <p:nvPr/>
          </p:nvSpPr>
          <p:spPr>
            <a:xfrm>
              <a:off x="965200" y="2882900"/>
              <a:ext cx="127000" cy="127000"/>
            </a:xfrm>
            <a:prstGeom prst="rect">
              <a:avLst/>
            </a:prstGeom>
            <a:solidFill>
              <a:srgbClr val="FFFFFF"/>
            </a:solidFill>
            <a:ln>
              <a:noFill/>
            </a:ln>
          </p:spPr>
        </p:sp>
        <p:sp>
          <p:nvSpPr>
            <p:cNvPr id="14" name="node01.body.item-001.checklist.item-002.dash"/>
            <p:cNvSpPr/>
            <p:nvPr/>
          </p:nvSpPr>
          <p:spPr>
            <a:xfrm>
              <a:off x="996950" y="2938780"/>
              <a:ext cx="63500" cy="15240"/>
            </a:xfrm>
            <a:prstGeom prst="rect">
              <a:avLst/>
            </a:prstGeom>
            <a:solidFill>
              <a:srgbClr val="50658E"/>
            </a:solidFill>
            <a:ln>
              <a:noFill/>
            </a:ln>
          </p:spPr>
        </p:sp>
        <p:sp>
          <p:nvSpPr>
            <p:cNvPr id="15" name="node01.body.item-001.checklist.item-002.text"/>
            <p:cNvSpPr/>
            <p:nvPr/>
          </p:nvSpPr>
          <p:spPr>
            <a:xfrm>
              <a:off x="1219200" y="2819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Target design</a:t>
              </a:r>
              <a:endParaRPr lang="en-US" sz="1400" spc="0" kern="0" b="0" i="0" dirty="0">
                <a:solidFill>
                  <a:srgbClr val="50658E"/>
                </a:solidFill>
                <a:latin typeface="IBM Plex Sans"/>
                <a:ea typeface="IBM Plex Sans"/>
                <a:cs typeface="IBM Plex Sans"/>
              </a:endParaRPr>
            </a:p>
          </p:txBody>
        </p:sp>
        <p:sp>
          <p:nvSpPr>
            <p:cNvPr id="16" name="node01.body.item-001.checklist.item-003.marker"/>
            <p:cNvSpPr/>
            <p:nvPr/>
          </p:nvSpPr>
          <p:spPr>
            <a:xfrm>
              <a:off x="952500" y="3213100"/>
              <a:ext cx="152400" cy="152400"/>
            </a:xfrm>
            <a:prstGeom prst="rect">
              <a:avLst/>
            </a:prstGeom>
            <a:solidFill>
              <a:srgbClr val="50658E"/>
            </a:solidFill>
            <a:ln>
              <a:noFill/>
            </a:ln>
          </p:spPr>
        </p:sp>
        <p:sp>
          <p:nvSpPr>
            <p:cNvPr id="17" name="node01.body.item-001.checklist.item-003.empty"/>
            <p:cNvSpPr/>
            <p:nvPr/>
          </p:nvSpPr>
          <p:spPr>
            <a:xfrm>
              <a:off x="965200" y="3225800"/>
              <a:ext cx="127000" cy="127000"/>
            </a:xfrm>
            <a:prstGeom prst="rect">
              <a:avLst/>
            </a:prstGeom>
            <a:solidFill>
              <a:srgbClr val="FFFFFF"/>
            </a:solidFill>
            <a:ln>
              <a:noFill/>
            </a:ln>
          </p:spPr>
        </p:sp>
        <p:sp>
          <p:nvSpPr>
            <p:cNvPr id="18" name="node01.body.item-001.checklist.item-003.dash"/>
            <p:cNvSpPr/>
            <p:nvPr/>
          </p:nvSpPr>
          <p:spPr>
            <a:xfrm>
              <a:off x="996950" y="3281680"/>
              <a:ext cx="63500" cy="15240"/>
            </a:xfrm>
            <a:prstGeom prst="rect">
              <a:avLst/>
            </a:prstGeom>
            <a:solidFill>
              <a:srgbClr val="50658E"/>
            </a:solidFill>
            <a:ln>
              <a:noFill/>
            </a:ln>
          </p:spPr>
        </p:sp>
        <p:sp>
          <p:nvSpPr>
            <p:cNvPr id="19" name="node01.body.item-001.checklist.item-003.text"/>
            <p:cNvSpPr/>
            <p:nvPr/>
          </p:nvSpPr>
          <p:spPr>
            <a:xfrm>
              <a:off x="1219200" y="31623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Roadmap and business case</a:t>
              </a:r>
              <a:endParaRPr lang="en-US" sz="1400" spc="0" kern="0" b="0" i="0" dirty="0">
                <a:solidFill>
                  <a:srgbClr val="50658E"/>
                </a:solidFill>
                <a:latin typeface="IBM Plex Sans"/>
                <a:ea typeface="IBM Plex Sans"/>
                <a:cs typeface="IBM Plex Sans"/>
              </a:endParaRPr>
            </a:p>
          </p:txBody>
        </p:sp>
        <p:sp>
          <p:nvSpPr>
            <p:cNvPr id="20" name="node01.body.item-001.checklist.item-004.marker"/>
            <p:cNvSpPr/>
            <p:nvPr/>
          </p:nvSpPr>
          <p:spPr>
            <a:xfrm>
              <a:off x="952500" y="3556000"/>
              <a:ext cx="152400" cy="152400"/>
            </a:xfrm>
            <a:prstGeom prst="rect">
              <a:avLst/>
            </a:prstGeom>
            <a:solidFill>
              <a:srgbClr val="50658E"/>
            </a:solidFill>
            <a:ln>
              <a:noFill/>
            </a:ln>
          </p:spPr>
        </p:sp>
        <p:sp>
          <p:nvSpPr>
            <p:cNvPr id="21" name="node01.body.item-001.checklist.item-004.empty"/>
            <p:cNvSpPr/>
            <p:nvPr/>
          </p:nvSpPr>
          <p:spPr>
            <a:xfrm>
              <a:off x="965200" y="3568700"/>
              <a:ext cx="127000" cy="127000"/>
            </a:xfrm>
            <a:prstGeom prst="rect">
              <a:avLst/>
            </a:prstGeom>
            <a:solidFill>
              <a:srgbClr val="FFFFFF"/>
            </a:solidFill>
            <a:ln>
              <a:noFill/>
            </a:ln>
          </p:spPr>
        </p:sp>
        <p:sp>
          <p:nvSpPr>
            <p:cNvPr id="22" name="node01.body.item-001.checklist.item-004.dash"/>
            <p:cNvSpPr/>
            <p:nvPr/>
          </p:nvSpPr>
          <p:spPr>
            <a:xfrm>
              <a:off x="996950" y="3624580"/>
              <a:ext cx="63500" cy="15240"/>
            </a:xfrm>
            <a:prstGeom prst="rect">
              <a:avLst/>
            </a:prstGeom>
            <a:solidFill>
              <a:srgbClr val="50658E"/>
            </a:solidFill>
            <a:ln>
              <a:noFill/>
            </a:ln>
          </p:spPr>
        </p:sp>
        <p:sp>
          <p:nvSpPr>
            <p:cNvPr id="23" name="node01.body.item-001.checklist.item-004.text"/>
            <p:cNvSpPr/>
            <p:nvPr/>
          </p:nvSpPr>
          <p:spPr>
            <a:xfrm>
              <a:off x="1219200" y="35052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Wave 1 build</a:t>
              </a:r>
              <a:endParaRPr lang="en-US" sz="1400" spc="0" kern="0" b="0" i="0" dirty="0">
                <a:solidFill>
                  <a:srgbClr val="50658E"/>
                </a:solidFill>
                <a:latin typeface="IBM Plex Sans"/>
                <a:ea typeface="IBM Plex Sans"/>
                <a:cs typeface="IBM Plex Sans"/>
              </a:endParaRPr>
            </a:p>
          </p:txBody>
        </p:sp>
        <p:sp>
          <p:nvSpPr>
            <p:cNvPr id="24" name="node01.body.item-001.checklist.item-005.marker"/>
            <p:cNvSpPr/>
            <p:nvPr/>
          </p:nvSpPr>
          <p:spPr>
            <a:xfrm>
              <a:off x="952500" y="3898900"/>
              <a:ext cx="152400" cy="152400"/>
            </a:xfrm>
            <a:prstGeom prst="rect">
              <a:avLst/>
            </a:prstGeom>
            <a:solidFill>
              <a:srgbClr val="50658E"/>
            </a:solidFill>
            <a:ln>
              <a:noFill/>
            </a:ln>
          </p:spPr>
        </p:sp>
        <p:sp>
          <p:nvSpPr>
            <p:cNvPr id="25" name="node01.body.item-001.checklist.item-005.empty"/>
            <p:cNvSpPr/>
            <p:nvPr/>
          </p:nvSpPr>
          <p:spPr>
            <a:xfrm>
              <a:off x="965200" y="3911600"/>
              <a:ext cx="127000" cy="127000"/>
            </a:xfrm>
            <a:prstGeom prst="rect">
              <a:avLst/>
            </a:prstGeom>
            <a:solidFill>
              <a:srgbClr val="FFFFFF"/>
            </a:solidFill>
            <a:ln>
              <a:noFill/>
            </a:ln>
          </p:spPr>
        </p:sp>
        <p:sp>
          <p:nvSpPr>
            <p:cNvPr id="26" name="node01.body.item-001.checklist.item-005.dash"/>
            <p:cNvSpPr/>
            <p:nvPr/>
          </p:nvSpPr>
          <p:spPr>
            <a:xfrm>
              <a:off x="996950" y="3967480"/>
              <a:ext cx="63500" cy="15240"/>
            </a:xfrm>
            <a:prstGeom prst="rect">
              <a:avLst/>
            </a:prstGeom>
            <a:solidFill>
              <a:srgbClr val="50658E"/>
            </a:solidFill>
            <a:ln>
              <a:noFill/>
            </a:ln>
          </p:spPr>
        </p:sp>
        <p:sp>
          <p:nvSpPr>
            <p:cNvPr id="27" name="node01.body.item-001.checklist.item-005.text"/>
            <p:cNvSpPr/>
            <p:nvPr/>
          </p:nvSpPr>
          <p:spPr>
            <a:xfrm>
              <a:off x="1219200" y="38481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Training and hypercare</a:t>
              </a:r>
              <a:endParaRPr lang="en-US" sz="1400" spc="0" kern="0" b="0" i="0" dirty="0">
                <a:solidFill>
                  <a:srgbClr val="50658E"/>
                </a:solidFill>
                <a:latin typeface="IBM Plex Sans"/>
                <a:ea typeface="IBM Plex Sans"/>
                <a:cs typeface="IBM Plex Sans"/>
              </a:endParaRPr>
            </a:p>
          </p:txBody>
        </p:sp>
        <p:sp>
          <p:nvSpPr>
            <p:cNvPr id="28" name="node01.fee.divider"/>
            <p:cNvSpPr/>
            <p:nvPr/>
          </p:nvSpPr>
          <p:spPr>
            <a:xfrm>
              <a:off x="952500" y="4803775"/>
              <a:ext cx="2971800" cy="9525"/>
            </a:xfrm>
            <a:prstGeom prst="rect">
              <a:avLst/>
            </a:prstGeom>
            <a:solidFill>
              <a:srgbClr val="CED7E6"/>
            </a:solidFill>
            <a:ln>
              <a:noFill/>
            </a:ln>
          </p:spPr>
        </p:sp>
        <p:sp>
          <p:nvSpPr>
            <p:cNvPr id="29" name="node01.fee.value"/>
            <p:cNvSpPr/>
            <p:nvPr/>
          </p:nvSpPr>
          <p:spPr>
            <a:xfrm>
              <a:off x="952500" y="49276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$288K</a:t>
              </a:r>
              <a:endParaRPr lang="en-US" sz="1800" spc="0" kern="0" b="0" i="0" dirty="0">
                <a:solidFill>
                  <a:srgbClr val="070154"/>
                </a:solidFill>
                <a:latin typeface="IBM Plex Mono SemiBold"/>
                <a:ea typeface="IBM Plex Mono SemiBold"/>
                <a:cs typeface="IBM Plex Mono SemiBold"/>
              </a:endParaRPr>
            </a:p>
          </p:txBody>
        </p:sp>
        <p:sp>
          <p:nvSpPr>
            <p:cNvPr id="30" name="node01.fee.label"/>
            <p:cNvSpPr/>
            <p:nvPr/>
          </p:nvSpPr>
          <p:spPr>
            <a:xfrm>
              <a:off x="952500" y="5257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 4 weeks</a:t>
              </a:r>
              <a:endParaRPr lang="en-US" sz="1200" spc="0" kern="0" b="0" i="0" dirty="0">
                <a:solidFill>
                  <a:srgbClr val="50658E"/>
                </a:solidFill>
                <a:latin typeface="IBM Plex Sans"/>
                <a:ea typeface="IBM Plex Sans"/>
                <a:cs typeface="IBM Plex Sans"/>
              </a:endParaRPr>
            </a:p>
          </p:txBody>
        </p:sp>
      </p:grpSp>
      <p:grpSp>
        <p:nvGrpSpPr>
          <p:cNvPr id="78" name="node02"/>
          <p:cNvGrpSpPr/>
          <p:nvPr/>
        </p:nvGrpSpPr>
        <p:grpSpPr>
          <a:xfrm>
            <a:off x="4381500" y="1600200"/>
            <a:ext cx="3429000" cy="4114800"/>
            <a:chOff x="4381500" y="1600200"/>
            <a:chExt cx="3429000" cy="4114800"/>
          </a:xfrm>
        </p:grpSpPr>
        <p:sp>
          <p:nvSpPr>
            <p:cNvPr id="31" name="node02.container"/>
            <p:cNvSpPr/>
            <p:nvPr/>
          </p:nvSpPr>
          <p:spPr>
            <a:xfrm>
              <a:off x="4381500" y="1600200"/>
              <a:ext cx="3429000" cy="4114800"/>
            </a:xfrm>
            <a:prstGeom prst="rect">
              <a:avLst/>
            </a:prstGeom>
            <a:solidFill>
              <a:srgbClr val="E8EEF8"/>
            </a:solidFill>
            <a:ln>
              <a:noFill/>
            </a:ln>
          </p:spPr>
        </p:sp>
        <p:sp>
          <p:nvSpPr>
            <p:cNvPr id="32" name="node02.edge"/>
            <p:cNvSpPr/>
            <p:nvPr/>
          </p:nvSpPr>
          <p:spPr>
            <a:xfrm>
              <a:off x="4381500" y="1600200"/>
              <a:ext cx="3429000" cy="38100"/>
            </a:xfrm>
            <a:prstGeom prst="rect">
              <a:avLst/>
            </a:prstGeom>
            <a:solidFill>
              <a:srgbClr val="0047FF"/>
            </a:solidFill>
            <a:ln>
              <a:noFill/>
            </a:ln>
          </p:spPr>
        </p:sp>
        <p:sp>
          <p:nvSpPr>
            <p:cNvPr id="33" name="node02.label"/>
            <p:cNvSpPr/>
            <p:nvPr/>
          </p:nvSpPr>
          <p:spPr>
            <a:xfrm>
              <a:off x="4610100" y="18669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BETTER · FIXED FEE</a:t>
              </a:r>
              <a:endParaRPr lang="en-US" sz="900" spc="54" kern="0" b="0" i="0" dirty="0">
                <a:solidFill>
                  <a:srgbClr val="0047FF"/>
                </a:solidFill>
                <a:latin typeface="IBM Plex Mono Medium"/>
                <a:ea typeface="IBM Plex Mono Medium"/>
                <a:cs typeface="IBM Plex Mono Medium"/>
              </a:endParaRPr>
            </a:p>
          </p:txBody>
        </p:sp>
        <p:sp>
          <p:nvSpPr>
            <p:cNvPr id="34" name="node02.title"/>
            <p:cNvSpPr/>
            <p:nvPr/>
          </p:nvSpPr>
          <p:spPr>
            <a:xfrm>
              <a:off x="46101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Accelerate</a:t>
              </a:r>
              <a:endParaRPr lang="en-US" sz="1800" spc="-18" kern="0" b="0" i="0" dirty="0">
                <a:solidFill>
                  <a:srgbClr val="070154"/>
                </a:solidFill>
                <a:latin typeface="IBM Plex Sans SemiBold"/>
                <a:ea typeface="IBM Plex Sans SemiBold"/>
                <a:cs typeface="IBM Plex Sans SemiBold"/>
              </a:endParaRPr>
            </a:p>
          </p:txBody>
        </p:sp>
        <p:sp>
          <p:nvSpPr>
            <p:cNvPr id="35" name="node02.body.item-001.checklist.item-001.marker"/>
            <p:cNvSpPr/>
            <p:nvPr/>
          </p:nvSpPr>
          <p:spPr>
            <a:xfrm>
              <a:off x="4610100" y="2565400"/>
              <a:ext cx="152400" cy="152400"/>
            </a:xfrm>
            <a:prstGeom prst="rect">
              <a:avLst/>
            </a:prstGeom>
            <a:solidFill>
              <a:srgbClr val="070154"/>
            </a:solidFill>
            <a:ln>
              <a:noFill/>
            </a:ln>
          </p:spPr>
        </p:sp>
        <p:sp>
          <p:nvSpPr>
            <p:cNvPr id="36" name="node02.body.item-001.checklist.item-001.check"/>
            <p:cNvSpPr/>
            <p:nvPr/>
          </p:nvSpPr>
          <p:spPr>
            <a:xfrm>
              <a:off x="4610100" y="25654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7" name="node02.body.item-001.checklist.item-001.text"/>
            <p:cNvSpPr/>
            <p:nvPr/>
          </p:nvSpPr>
          <p:spPr>
            <a:xfrm>
              <a:off x="4876800" y="25146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38" name="node02.body.item-001.checklist.item-002.marker"/>
            <p:cNvSpPr/>
            <p:nvPr/>
          </p:nvSpPr>
          <p:spPr>
            <a:xfrm>
              <a:off x="4610100" y="2908300"/>
              <a:ext cx="152400" cy="152400"/>
            </a:xfrm>
            <a:prstGeom prst="rect">
              <a:avLst/>
            </a:prstGeom>
            <a:solidFill>
              <a:srgbClr val="070154"/>
            </a:solidFill>
            <a:ln>
              <a:noFill/>
            </a:ln>
          </p:spPr>
        </p:sp>
        <p:sp>
          <p:nvSpPr>
            <p:cNvPr id="39" name="node02.body.item-001.checklist.item-002.check"/>
            <p:cNvSpPr/>
            <p:nvPr/>
          </p:nvSpPr>
          <p:spPr>
            <a:xfrm>
              <a:off x="4610100" y="29083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40" name="node02.body.item-001.checklist.item-002.text"/>
            <p:cNvSpPr/>
            <p:nvPr/>
          </p:nvSpPr>
          <p:spPr>
            <a:xfrm>
              <a:off x="4876800" y="2857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design</a:t>
              </a:r>
              <a:endParaRPr lang="en-US" sz="1400" spc="0" kern="0" b="0" i="0" dirty="0">
                <a:solidFill>
                  <a:srgbClr val="070154"/>
                </a:solidFill>
                <a:latin typeface="IBM Plex Sans"/>
                <a:ea typeface="IBM Plex Sans"/>
                <a:cs typeface="IBM Plex Sans"/>
              </a:endParaRPr>
            </a:p>
          </p:txBody>
        </p:sp>
        <p:sp>
          <p:nvSpPr>
            <p:cNvPr id="41" name="node02.body.item-001.checklist.item-003.marker"/>
            <p:cNvSpPr/>
            <p:nvPr/>
          </p:nvSpPr>
          <p:spPr>
            <a:xfrm>
              <a:off x="4610100" y="3251200"/>
              <a:ext cx="152400" cy="152400"/>
            </a:xfrm>
            <a:prstGeom prst="rect">
              <a:avLst/>
            </a:prstGeom>
            <a:solidFill>
              <a:srgbClr val="070154"/>
            </a:solidFill>
            <a:ln>
              <a:noFill/>
            </a:ln>
          </p:spPr>
        </p:sp>
        <p:sp>
          <p:nvSpPr>
            <p:cNvPr id="42" name="node02.body.item-001.checklist.item-003.check"/>
            <p:cNvSpPr/>
            <p:nvPr/>
          </p:nvSpPr>
          <p:spPr>
            <a:xfrm>
              <a:off x="4610100" y="32512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43" name="node02.body.item-001.checklist.item-003.text"/>
            <p:cNvSpPr/>
            <p:nvPr/>
          </p:nvSpPr>
          <p:spPr>
            <a:xfrm>
              <a:off x="4876800" y="3200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Roadmap and business case</a:t>
              </a:r>
              <a:endParaRPr lang="en-US" sz="1400" spc="0" kern="0" b="0" i="0" dirty="0">
                <a:solidFill>
                  <a:srgbClr val="070154"/>
                </a:solidFill>
                <a:latin typeface="IBM Plex Sans"/>
                <a:ea typeface="IBM Plex Sans"/>
                <a:cs typeface="IBM Plex Sans"/>
              </a:endParaRPr>
            </a:p>
          </p:txBody>
        </p:sp>
        <p:sp>
          <p:nvSpPr>
            <p:cNvPr id="44" name="node02.body.item-001.checklist.item-004.marker"/>
            <p:cNvSpPr/>
            <p:nvPr/>
          </p:nvSpPr>
          <p:spPr>
            <a:xfrm>
              <a:off x="4610100" y="3594100"/>
              <a:ext cx="152400" cy="152400"/>
            </a:xfrm>
            <a:prstGeom prst="rect">
              <a:avLst/>
            </a:prstGeom>
            <a:solidFill>
              <a:srgbClr val="070154"/>
            </a:solidFill>
            <a:ln>
              <a:noFill/>
            </a:ln>
          </p:spPr>
        </p:sp>
        <p:sp>
          <p:nvSpPr>
            <p:cNvPr id="45" name="node02.body.item-001.checklist.item-004.check"/>
            <p:cNvSpPr/>
            <p:nvPr/>
          </p:nvSpPr>
          <p:spPr>
            <a:xfrm>
              <a:off x="4610100" y="35941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46" name="node02.body.item-001.checklist.item-004.text"/>
            <p:cNvSpPr/>
            <p:nvPr/>
          </p:nvSpPr>
          <p:spPr>
            <a:xfrm>
              <a:off x="4876800" y="35433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1 build</a:t>
              </a:r>
              <a:endParaRPr lang="en-US" sz="1400" spc="0" kern="0" b="0" i="0" dirty="0">
                <a:solidFill>
                  <a:srgbClr val="070154"/>
                </a:solidFill>
                <a:latin typeface="IBM Plex Sans"/>
                <a:ea typeface="IBM Plex Sans"/>
                <a:cs typeface="IBM Plex Sans"/>
              </a:endParaRPr>
            </a:p>
          </p:txBody>
        </p:sp>
        <p:sp>
          <p:nvSpPr>
            <p:cNvPr id="47" name="node02.body.item-001.checklist.item-005.marker"/>
            <p:cNvSpPr/>
            <p:nvPr/>
          </p:nvSpPr>
          <p:spPr>
            <a:xfrm>
              <a:off x="4610100" y="3937000"/>
              <a:ext cx="152400" cy="152400"/>
            </a:xfrm>
            <a:prstGeom prst="rect">
              <a:avLst/>
            </a:prstGeom>
            <a:solidFill>
              <a:srgbClr val="50658E"/>
            </a:solidFill>
            <a:ln>
              <a:noFill/>
            </a:ln>
          </p:spPr>
        </p:sp>
        <p:sp>
          <p:nvSpPr>
            <p:cNvPr id="48" name="node02.body.item-001.checklist.item-005.empty"/>
            <p:cNvSpPr/>
            <p:nvPr/>
          </p:nvSpPr>
          <p:spPr>
            <a:xfrm>
              <a:off x="4622800" y="3949700"/>
              <a:ext cx="127000" cy="127000"/>
            </a:xfrm>
            <a:prstGeom prst="rect">
              <a:avLst/>
            </a:prstGeom>
            <a:solidFill>
              <a:srgbClr val="E8EEF8"/>
            </a:solidFill>
            <a:ln>
              <a:noFill/>
            </a:ln>
          </p:spPr>
        </p:sp>
        <p:sp>
          <p:nvSpPr>
            <p:cNvPr id="49" name="node02.body.item-001.checklist.item-005.dash"/>
            <p:cNvSpPr/>
            <p:nvPr/>
          </p:nvSpPr>
          <p:spPr>
            <a:xfrm>
              <a:off x="4654550" y="4005580"/>
              <a:ext cx="63500" cy="15240"/>
            </a:xfrm>
            <a:prstGeom prst="rect">
              <a:avLst/>
            </a:prstGeom>
            <a:solidFill>
              <a:srgbClr val="50658E"/>
            </a:solidFill>
            <a:ln>
              <a:noFill/>
            </a:ln>
          </p:spPr>
        </p:sp>
        <p:sp>
          <p:nvSpPr>
            <p:cNvPr id="50" name="node02.body.item-001.checklist.item-005.text"/>
            <p:cNvSpPr/>
            <p:nvPr/>
          </p:nvSpPr>
          <p:spPr>
            <a:xfrm>
              <a:off x="4876800" y="38862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Training and hypercare</a:t>
              </a:r>
              <a:endParaRPr lang="en-US" sz="1400" spc="0" kern="0" b="0" i="0" dirty="0">
                <a:solidFill>
                  <a:srgbClr val="50658E"/>
                </a:solidFill>
                <a:latin typeface="IBM Plex Sans"/>
                <a:ea typeface="IBM Plex Sans"/>
                <a:cs typeface="IBM Plex Sans"/>
              </a:endParaRPr>
            </a:p>
          </p:txBody>
        </p:sp>
        <p:sp>
          <p:nvSpPr>
            <p:cNvPr id="51" name="node02.fee.divider"/>
            <p:cNvSpPr/>
            <p:nvPr/>
          </p:nvSpPr>
          <p:spPr>
            <a:xfrm>
              <a:off x="4610100" y="4803775"/>
              <a:ext cx="2971800" cy="9525"/>
            </a:xfrm>
            <a:prstGeom prst="rect">
              <a:avLst/>
            </a:prstGeom>
            <a:solidFill>
              <a:srgbClr val="CED7E6"/>
            </a:solidFill>
            <a:ln>
              <a:noFill/>
            </a:ln>
          </p:spPr>
        </p:sp>
        <p:sp>
          <p:nvSpPr>
            <p:cNvPr id="52" name="node02.fee.value"/>
            <p:cNvSpPr/>
            <p:nvPr/>
          </p:nvSpPr>
          <p:spPr>
            <a:xfrm>
              <a:off x="4610100" y="49276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$720K</a:t>
              </a:r>
              <a:endParaRPr lang="en-US" sz="1800" spc="0" kern="0" b="0" i="0" dirty="0">
                <a:solidFill>
                  <a:srgbClr val="070154"/>
                </a:solidFill>
                <a:latin typeface="IBM Plex Mono SemiBold"/>
                <a:ea typeface="IBM Plex Mono SemiBold"/>
                <a:cs typeface="IBM Plex Mono SemiBold"/>
              </a:endParaRPr>
            </a:p>
          </p:txBody>
        </p:sp>
        <p:sp>
          <p:nvSpPr>
            <p:cNvPr id="53" name="node02.fee.label"/>
            <p:cNvSpPr/>
            <p:nvPr/>
          </p:nvSpPr>
          <p:spPr>
            <a:xfrm>
              <a:off x="4610100" y="5257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 24 weeks</a:t>
              </a:r>
              <a:endParaRPr lang="en-US" sz="1200" spc="0" kern="0" b="0" i="0" dirty="0">
                <a:solidFill>
                  <a:srgbClr val="50658E"/>
                </a:solidFill>
                <a:latin typeface="IBM Plex Sans"/>
                <a:ea typeface="IBM Plex Sans"/>
                <a:cs typeface="IBM Plex Sans"/>
              </a:endParaRPr>
            </a:p>
          </p:txBody>
        </p:sp>
        <p:sp>
          <p:nvSpPr>
            <p:cNvPr id="54" name="node02.tag-bg"/>
            <p:cNvSpPr/>
            <p:nvPr/>
          </p:nvSpPr>
          <p:spPr>
            <a:xfrm>
              <a:off x="6806369" y="1600200"/>
              <a:ext cx="1004131" cy="228600"/>
            </a:xfrm>
            <a:prstGeom prst="rect">
              <a:avLst/>
            </a:prstGeom>
            <a:solidFill>
              <a:srgbClr val="0047FF"/>
            </a:solidFill>
            <a:ln>
              <a:noFill/>
            </a:ln>
          </p:spPr>
        </p:sp>
        <p:sp>
          <p:nvSpPr>
            <p:cNvPr id="55" name="node02.tag"/>
            <p:cNvSpPr/>
            <p:nvPr/>
          </p:nvSpPr>
          <p:spPr>
            <a:xfrm>
              <a:off x="6882569" y="1638300"/>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RECOMMENDED</a:t>
              </a:r>
              <a:endParaRPr lang="en-US" sz="900" spc="54" kern="0" b="0" i="0" dirty="0">
                <a:solidFill>
                  <a:srgbClr val="FFFFFF"/>
                </a:solidFill>
                <a:latin typeface="IBM Plex Mono SemiBold"/>
                <a:ea typeface="IBM Plex Mono SemiBold"/>
                <a:cs typeface="IBM Plex Mono SemiBold"/>
              </a:endParaRPr>
            </a:p>
          </p:txBody>
        </p:sp>
      </p:grpSp>
      <p:grpSp>
        <p:nvGrpSpPr>
          <p:cNvPr id="79" name="node03"/>
          <p:cNvGrpSpPr/>
          <p:nvPr/>
        </p:nvGrpSpPr>
        <p:grpSpPr>
          <a:xfrm>
            <a:off x="8039100" y="1600200"/>
            <a:ext cx="3429000" cy="4114800"/>
            <a:chOff x="8039100" y="1600200"/>
            <a:chExt cx="3429000" cy="4114800"/>
          </a:xfrm>
        </p:grpSpPr>
        <p:sp>
          <p:nvSpPr>
            <p:cNvPr id="56" name="node03.container"/>
            <p:cNvSpPr/>
            <p:nvPr/>
          </p:nvSpPr>
          <p:spPr>
            <a:xfrm>
              <a:off x="8045450" y="1606550"/>
              <a:ext cx="3416300" cy="4102100"/>
            </a:xfrm>
            <a:prstGeom prst="rect">
              <a:avLst/>
            </a:prstGeom>
            <a:solidFill>
              <a:srgbClr val="FFFFFF"/>
            </a:solidFill>
            <a:ln w="12700">
              <a:solidFill>
                <a:srgbClr val="CED7E6"/>
              </a:solidFill>
              <a:prstDash val="solid"/>
            </a:ln>
          </p:spPr>
        </p:sp>
        <p:sp>
          <p:nvSpPr>
            <p:cNvPr id="57" name="node03.label"/>
            <p:cNvSpPr/>
            <p:nvPr/>
          </p:nvSpPr>
          <p:spPr>
            <a:xfrm>
              <a:off x="82677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BEST · FIXED FEE</a:t>
              </a:r>
              <a:endParaRPr lang="en-US" sz="900" spc="54" kern="0" b="0" i="0" dirty="0">
                <a:solidFill>
                  <a:srgbClr val="0047FF"/>
                </a:solidFill>
                <a:latin typeface="IBM Plex Mono Medium"/>
                <a:ea typeface="IBM Plex Mono Medium"/>
                <a:cs typeface="IBM Plex Mono Medium"/>
              </a:endParaRPr>
            </a:p>
          </p:txBody>
        </p:sp>
        <p:sp>
          <p:nvSpPr>
            <p:cNvPr id="58" name="node03.title"/>
            <p:cNvSpPr/>
            <p:nvPr/>
          </p:nvSpPr>
          <p:spPr>
            <a:xfrm>
              <a:off x="82677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Transform</a:t>
              </a:r>
              <a:endParaRPr lang="en-US" sz="1800" spc="-18" kern="0" b="0" i="0" dirty="0">
                <a:solidFill>
                  <a:srgbClr val="070154"/>
                </a:solidFill>
                <a:latin typeface="IBM Plex Sans SemiBold"/>
                <a:ea typeface="IBM Plex Sans SemiBold"/>
                <a:cs typeface="IBM Plex Sans SemiBold"/>
              </a:endParaRPr>
            </a:p>
          </p:txBody>
        </p:sp>
        <p:sp>
          <p:nvSpPr>
            <p:cNvPr id="59" name="node03.body.item-001.checklist.item-001.marker"/>
            <p:cNvSpPr/>
            <p:nvPr/>
          </p:nvSpPr>
          <p:spPr>
            <a:xfrm>
              <a:off x="8267700" y="2527300"/>
              <a:ext cx="152400" cy="152400"/>
            </a:xfrm>
            <a:prstGeom prst="rect">
              <a:avLst/>
            </a:prstGeom>
            <a:solidFill>
              <a:srgbClr val="070154"/>
            </a:solidFill>
            <a:ln>
              <a:noFill/>
            </a:ln>
          </p:spPr>
        </p:sp>
        <p:sp>
          <p:nvSpPr>
            <p:cNvPr id="60" name="node03.body.item-001.checklist.item-001.check"/>
            <p:cNvSpPr/>
            <p:nvPr/>
          </p:nvSpPr>
          <p:spPr>
            <a:xfrm>
              <a:off x="8267700" y="25273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61" name="node03.body.item-001.checklist.item-001.text"/>
            <p:cNvSpPr/>
            <p:nvPr/>
          </p:nvSpPr>
          <p:spPr>
            <a:xfrm>
              <a:off x="8534400" y="24765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62" name="node03.body.item-001.checklist.item-002.marker"/>
            <p:cNvSpPr/>
            <p:nvPr/>
          </p:nvSpPr>
          <p:spPr>
            <a:xfrm>
              <a:off x="8267700" y="2870200"/>
              <a:ext cx="152400" cy="152400"/>
            </a:xfrm>
            <a:prstGeom prst="rect">
              <a:avLst/>
            </a:prstGeom>
            <a:solidFill>
              <a:srgbClr val="070154"/>
            </a:solidFill>
            <a:ln>
              <a:noFill/>
            </a:ln>
          </p:spPr>
        </p:sp>
        <p:sp>
          <p:nvSpPr>
            <p:cNvPr id="63" name="node03.body.item-001.checklist.item-002.check"/>
            <p:cNvSpPr/>
            <p:nvPr/>
          </p:nvSpPr>
          <p:spPr>
            <a:xfrm>
              <a:off x="8267700" y="28702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64" name="node03.body.item-001.checklist.item-002.text"/>
            <p:cNvSpPr/>
            <p:nvPr/>
          </p:nvSpPr>
          <p:spPr>
            <a:xfrm>
              <a:off x="8534400" y="2819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design</a:t>
              </a:r>
              <a:endParaRPr lang="en-US" sz="1400" spc="0" kern="0" b="0" i="0" dirty="0">
                <a:solidFill>
                  <a:srgbClr val="070154"/>
                </a:solidFill>
                <a:latin typeface="IBM Plex Sans"/>
                <a:ea typeface="IBM Plex Sans"/>
                <a:cs typeface="IBM Plex Sans"/>
              </a:endParaRPr>
            </a:p>
          </p:txBody>
        </p:sp>
        <p:sp>
          <p:nvSpPr>
            <p:cNvPr id="65" name="node03.body.item-001.checklist.item-003.marker"/>
            <p:cNvSpPr/>
            <p:nvPr/>
          </p:nvSpPr>
          <p:spPr>
            <a:xfrm>
              <a:off x="8267700" y="3213100"/>
              <a:ext cx="152400" cy="152400"/>
            </a:xfrm>
            <a:prstGeom prst="rect">
              <a:avLst/>
            </a:prstGeom>
            <a:solidFill>
              <a:srgbClr val="070154"/>
            </a:solidFill>
            <a:ln>
              <a:noFill/>
            </a:ln>
          </p:spPr>
        </p:sp>
        <p:sp>
          <p:nvSpPr>
            <p:cNvPr id="66" name="node03.body.item-001.checklist.item-003.check"/>
            <p:cNvSpPr/>
            <p:nvPr/>
          </p:nvSpPr>
          <p:spPr>
            <a:xfrm>
              <a:off x="8267700" y="3213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67" name="node03.body.item-001.checklist.item-003.text"/>
            <p:cNvSpPr/>
            <p:nvPr/>
          </p:nvSpPr>
          <p:spPr>
            <a:xfrm>
              <a:off x="8534400" y="31623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Roadmap and business case</a:t>
              </a:r>
              <a:endParaRPr lang="en-US" sz="1400" spc="0" kern="0" b="0" i="0" dirty="0">
                <a:solidFill>
                  <a:srgbClr val="070154"/>
                </a:solidFill>
                <a:latin typeface="IBM Plex Sans"/>
                <a:ea typeface="IBM Plex Sans"/>
                <a:cs typeface="IBM Plex Sans"/>
              </a:endParaRPr>
            </a:p>
          </p:txBody>
        </p:sp>
        <p:sp>
          <p:nvSpPr>
            <p:cNvPr id="68" name="node03.body.item-001.checklist.item-004.marker"/>
            <p:cNvSpPr/>
            <p:nvPr/>
          </p:nvSpPr>
          <p:spPr>
            <a:xfrm>
              <a:off x="8267700" y="3556000"/>
              <a:ext cx="152400" cy="152400"/>
            </a:xfrm>
            <a:prstGeom prst="rect">
              <a:avLst/>
            </a:prstGeom>
            <a:solidFill>
              <a:srgbClr val="070154"/>
            </a:solidFill>
            <a:ln>
              <a:noFill/>
            </a:ln>
          </p:spPr>
        </p:sp>
        <p:sp>
          <p:nvSpPr>
            <p:cNvPr id="69" name="node03.body.item-001.checklist.item-004.check"/>
            <p:cNvSpPr/>
            <p:nvPr/>
          </p:nvSpPr>
          <p:spPr>
            <a:xfrm>
              <a:off x="8267700" y="35560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70" name="node03.body.item-001.checklist.item-004.text"/>
            <p:cNvSpPr/>
            <p:nvPr/>
          </p:nvSpPr>
          <p:spPr>
            <a:xfrm>
              <a:off x="8534400" y="35052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1 build</a:t>
              </a:r>
              <a:endParaRPr lang="en-US" sz="1400" spc="0" kern="0" b="0" i="0" dirty="0">
                <a:solidFill>
                  <a:srgbClr val="070154"/>
                </a:solidFill>
                <a:latin typeface="IBM Plex Sans"/>
                <a:ea typeface="IBM Plex Sans"/>
                <a:cs typeface="IBM Plex Sans"/>
              </a:endParaRPr>
            </a:p>
          </p:txBody>
        </p:sp>
        <p:sp>
          <p:nvSpPr>
            <p:cNvPr id="71" name="node03.body.item-001.checklist.item-005.marker"/>
            <p:cNvSpPr/>
            <p:nvPr/>
          </p:nvSpPr>
          <p:spPr>
            <a:xfrm>
              <a:off x="8267700" y="3898900"/>
              <a:ext cx="152400" cy="152400"/>
            </a:xfrm>
            <a:prstGeom prst="rect">
              <a:avLst/>
            </a:prstGeom>
            <a:solidFill>
              <a:srgbClr val="070154"/>
            </a:solidFill>
            <a:ln>
              <a:noFill/>
            </a:ln>
          </p:spPr>
        </p:sp>
        <p:sp>
          <p:nvSpPr>
            <p:cNvPr id="72" name="node03.body.item-001.checklist.item-005.check"/>
            <p:cNvSpPr/>
            <p:nvPr/>
          </p:nvSpPr>
          <p:spPr>
            <a:xfrm>
              <a:off x="8267700" y="38989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73" name="node03.body.item-001.checklist.item-005.text"/>
            <p:cNvSpPr/>
            <p:nvPr/>
          </p:nvSpPr>
          <p:spPr>
            <a:xfrm>
              <a:off x="8534400" y="38481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Training and hypercare</a:t>
              </a:r>
              <a:endParaRPr lang="en-US" sz="1400" spc="0" kern="0" b="0" i="0" dirty="0">
                <a:solidFill>
                  <a:srgbClr val="070154"/>
                </a:solidFill>
                <a:latin typeface="IBM Plex Sans"/>
                <a:ea typeface="IBM Plex Sans"/>
                <a:cs typeface="IBM Plex Sans"/>
              </a:endParaRPr>
            </a:p>
          </p:txBody>
        </p:sp>
        <p:sp>
          <p:nvSpPr>
            <p:cNvPr id="74" name="node03.fee.divider"/>
            <p:cNvSpPr/>
            <p:nvPr/>
          </p:nvSpPr>
          <p:spPr>
            <a:xfrm>
              <a:off x="8267700" y="4803775"/>
              <a:ext cx="2971800" cy="9525"/>
            </a:xfrm>
            <a:prstGeom prst="rect">
              <a:avLst/>
            </a:prstGeom>
            <a:solidFill>
              <a:srgbClr val="CED7E6"/>
            </a:solidFill>
            <a:ln>
              <a:noFill/>
            </a:ln>
          </p:spPr>
        </p:sp>
        <p:sp>
          <p:nvSpPr>
            <p:cNvPr id="75" name="node03.fee.value"/>
            <p:cNvSpPr/>
            <p:nvPr/>
          </p:nvSpPr>
          <p:spPr>
            <a:xfrm>
              <a:off x="8267700" y="49276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$1.14M</a:t>
              </a:r>
              <a:endParaRPr lang="en-US" sz="1800" spc="0" kern="0" b="0" i="0" dirty="0">
                <a:solidFill>
                  <a:srgbClr val="070154"/>
                </a:solidFill>
                <a:latin typeface="IBM Plex Mono SemiBold"/>
                <a:ea typeface="IBM Plex Mono SemiBold"/>
                <a:cs typeface="IBM Plex Mono SemiBold"/>
              </a:endParaRPr>
            </a:p>
          </p:txBody>
        </p:sp>
        <p:sp>
          <p:nvSpPr>
            <p:cNvPr id="76" name="node03.fee.label"/>
            <p:cNvSpPr/>
            <p:nvPr/>
          </p:nvSpPr>
          <p:spPr>
            <a:xfrm>
              <a:off x="8267700" y="5257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 36 weeks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ource-380">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options for Northfield, one recommended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99</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2514600" cy="152400"/>
            <a:chOff x="723900" y="1600200"/>
            <a:chExt cx="2514600" cy="152400"/>
          </a:xfrm>
        </p:grpSpPr>
        <p:sp>
          <p:nvSpPr>
            <p:cNvPr id="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IN BOTH OPTIONS</a:t>
              </a:r>
              <a:endParaRPr lang="en-US" sz="900" spc="54" kern="0" b="0" i="0" dirty="0">
                <a:solidFill>
                  <a:srgbClr val="CED7E6"/>
                </a:solidFill>
                <a:latin typeface="IBM Plex Mono Medium"/>
                <a:ea typeface="IBM Plex Mono Medium"/>
                <a:cs typeface="IBM Plex Mono Medium"/>
              </a:endParaRPr>
            </a:p>
          </p:txBody>
        </p:sp>
      </p:grpSp>
      <p:grpSp>
        <p:nvGrpSpPr>
          <p:cNvPr id="36" name="node02"/>
          <p:cNvGrpSpPr/>
          <p:nvPr/>
        </p:nvGrpSpPr>
        <p:grpSpPr>
          <a:xfrm>
            <a:off x="723900" y="1828800"/>
            <a:ext cx="2514600" cy="457200"/>
            <a:chOff x="723900" y="1828800"/>
            <a:chExt cx="2514600" cy="457200"/>
          </a:xfrm>
        </p:grpSpPr>
        <p:sp>
          <p:nvSpPr>
            <p:cNvPr id="7" name="node02.text"/>
            <p:cNvSpPr/>
            <p:nvPr/>
          </p:nvSpPr>
          <p:spPr>
            <a:xfrm>
              <a:off x="723900" y="18288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Program management and weekly steering</a:t>
              </a:r>
              <a:endParaRPr lang="en-US" sz="1200" spc="0" kern="0" b="0" i="0" dirty="0">
                <a:solidFill>
                  <a:srgbClr val="FFFFFF"/>
                </a:solidFill>
                <a:latin typeface="IBM Plex Sans"/>
                <a:ea typeface="IBM Plex Sans"/>
                <a:cs typeface="IBM Plex Sans"/>
              </a:endParaRPr>
            </a:p>
          </p:txBody>
        </p:sp>
      </p:grpSp>
      <p:grpSp>
        <p:nvGrpSpPr>
          <p:cNvPr id="37" name="node03"/>
          <p:cNvGrpSpPr/>
          <p:nvPr/>
        </p:nvGrpSpPr>
        <p:grpSpPr>
          <a:xfrm>
            <a:off x="723900" y="2400300"/>
            <a:ext cx="2514600" cy="457200"/>
            <a:chOff x="723900" y="2400300"/>
            <a:chExt cx="2514600" cy="457200"/>
          </a:xfrm>
        </p:grpSpPr>
        <p:sp>
          <p:nvSpPr>
            <p:cNvPr id="8" name="node03.text"/>
            <p:cNvSpPr/>
            <p:nvPr/>
          </p:nvSpPr>
          <p:spPr>
            <a:xfrm>
              <a:off x="723900" y="24003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Knowledge transfer to Northfield finance</a:t>
              </a:r>
              <a:endParaRPr lang="en-US" sz="1200" spc="0" kern="0" b="0" i="0" dirty="0">
                <a:solidFill>
                  <a:srgbClr val="FFFFFF"/>
                </a:solidFill>
                <a:latin typeface="IBM Plex Sans"/>
                <a:ea typeface="IBM Plex Sans"/>
                <a:cs typeface="IBM Plex Sans"/>
              </a:endParaRPr>
            </a:p>
          </p:txBody>
        </p:sp>
      </p:grpSp>
      <p:grpSp>
        <p:nvGrpSpPr>
          <p:cNvPr id="38" name="node04"/>
          <p:cNvGrpSpPr/>
          <p:nvPr/>
        </p:nvGrpSpPr>
        <p:grpSpPr>
          <a:xfrm>
            <a:off x="723900" y="2971800"/>
            <a:ext cx="2514600" cy="228600"/>
            <a:chOff x="723900" y="2971800"/>
            <a:chExt cx="2514600" cy="228600"/>
          </a:xfrm>
        </p:grpSpPr>
        <p:sp>
          <p:nvSpPr>
            <p:cNvPr id="9" name="node04.text"/>
            <p:cNvSpPr/>
            <p:nvPr/>
          </p:nvSpPr>
          <p:spPr>
            <a:xfrm>
              <a:off x="723900" y="2971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fixed-fee diagnostic and design</a:t>
              </a:r>
              <a:endParaRPr lang="en-US" sz="1200" spc="0" kern="0" b="0" i="0" dirty="0">
                <a:solidFill>
                  <a:srgbClr val="FFFFFF"/>
                </a:solidFill>
                <a:latin typeface="IBM Plex Sans"/>
                <a:ea typeface="IBM Plex Sans"/>
                <a:cs typeface="IBM Plex Sans"/>
              </a:endParaRPr>
            </a:p>
          </p:txBody>
        </p:sp>
      </p:grpSp>
      <p:sp>
        <p:nvSpPr>
          <p:cNvPr id="10" name="node05"/>
          <p:cNvSpPr/>
          <p:nvPr/>
        </p:nvSpPr>
        <p:spPr>
          <a:xfrm>
            <a:off x="723900" y="3657600"/>
            <a:ext cx="2514600" cy="9525"/>
          </a:xfrm>
          <a:prstGeom prst="rect">
            <a:avLst/>
          </a:prstGeom>
          <a:solidFill>
            <a:srgbClr val="50658E"/>
          </a:solidFill>
          <a:ln>
            <a:noFill/>
          </a:ln>
        </p:spPr>
      </p:sp>
      <p:grpSp>
        <p:nvGrpSpPr>
          <p:cNvPr id="39" name="node06"/>
          <p:cNvGrpSpPr/>
          <p:nvPr/>
        </p:nvGrpSpPr>
        <p:grpSpPr>
          <a:xfrm>
            <a:off x="723900" y="3886200"/>
            <a:ext cx="2514600" cy="152400"/>
            <a:chOff x="723900" y="3886200"/>
            <a:chExt cx="2514600" cy="152400"/>
          </a:xfrm>
        </p:grpSpPr>
        <p:sp>
          <p:nvSpPr>
            <p:cNvPr id="11" name="node06.text"/>
            <p:cNvSpPr/>
            <p:nvPr/>
          </p:nvSpPr>
          <p:spPr>
            <a:xfrm>
              <a:off x="723900" y="3886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NOT IN EITHER</a:t>
              </a:r>
              <a:endParaRPr lang="en-US" sz="900" spc="54" kern="0" b="0" i="0" dirty="0">
                <a:solidFill>
                  <a:srgbClr val="CED7E6"/>
                </a:solidFill>
                <a:latin typeface="IBM Plex Mono Medium"/>
                <a:ea typeface="IBM Plex Mono Medium"/>
                <a:cs typeface="IBM Plex Mono Medium"/>
              </a:endParaRPr>
            </a:p>
          </p:txBody>
        </p:sp>
      </p:grpSp>
      <p:grpSp>
        <p:nvGrpSpPr>
          <p:cNvPr id="40" name="node07"/>
          <p:cNvGrpSpPr/>
          <p:nvPr/>
        </p:nvGrpSpPr>
        <p:grpSpPr>
          <a:xfrm>
            <a:off x="723900" y="4114800"/>
            <a:ext cx="2514600" cy="228600"/>
            <a:chOff x="723900" y="4114800"/>
            <a:chExt cx="2514600" cy="228600"/>
          </a:xfrm>
        </p:grpSpPr>
        <p:sp>
          <p:nvSpPr>
            <p:cNvPr id="12" name="node07.text"/>
            <p:cNvSpPr/>
            <p:nvPr/>
          </p:nvSpPr>
          <p:spPr>
            <a:xfrm>
              <a:off x="723900" y="4114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Licenses and infrastructure</a:t>
              </a:r>
              <a:endParaRPr lang="en-US" sz="1200" spc="0" kern="0" b="0" i="0" dirty="0">
                <a:solidFill>
                  <a:srgbClr val="FFFFFF"/>
                </a:solidFill>
                <a:latin typeface="IBM Plex Sans"/>
                <a:ea typeface="IBM Plex Sans"/>
                <a:cs typeface="IBM Plex Sans"/>
              </a:endParaRPr>
            </a:p>
          </p:txBody>
        </p:sp>
      </p:grpSp>
      <p:grpSp>
        <p:nvGrpSpPr>
          <p:cNvPr id="41" name="node08"/>
          <p:cNvGrpSpPr/>
          <p:nvPr/>
        </p:nvGrpSpPr>
        <p:grpSpPr>
          <a:xfrm>
            <a:off x="723900" y="4457700"/>
            <a:ext cx="2514600" cy="228600"/>
            <a:chOff x="723900" y="4457700"/>
            <a:chExt cx="2514600" cy="228600"/>
          </a:xfrm>
        </p:grpSpPr>
        <p:sp>
          <p:nvSpPr>
            <p:cNvPr id="13" name="node08.text"/>
            <p:cNvSpPr/>
            <p:nvPr/>
          </p:nvSpPr>
          <p:spPr>
            <a:xfrm>
              <a:off x="723900" y="44577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Northfield staff time and expenses</a:t>
              </a:r>
              <a:endParaRPr lang="en-US" sz="1200" spc="0" kern="0" b="0" i="0" dirty="0">
                <a:solidFill>
                  <a:srgbClr val="FFFFFF"/>
                </a:solidFill>
                <a:latin typeface="IBM Plex Sans"/>
                <a:ea typeface="IBM Plex Sans"/>
                <a:cs typeface="IBM Plex Sans"/>
              </a:endParaRPr>
            </a:p>
          </p:txBody>
        </p:sp>
      </p:grpSp>
      <p:grpSp>
        <p:nvGrpSpPr>
          <p:cNvPr id="42" name="node09"/>
          <p:cNvGrpSpPr/>
          <p:nvPr/>
        </p:nvGrpSpPr>
        <p:grpSpPr>
          <a:xfrm>
            <a:off x="4381500" y="2057400"/>
            <a:ext cx="3429000" cy="3657600"/>
            <a:chOff x="4381500" y="2057400"/>
            <a:chExt cx="3429000" cy="3657600"/>
          </a:xfrm>
        </p:grpSpPr>
        <p:sp>
          <p:nvSpPr>
            <p:cNvPr id="14" name="node09.container"/>
            <p:cNvSpPr/>
            <p:nvPr/>
          </p:nvSpPr>
          <p:spPr>
            <a:xfrm>
              <a:off x="4387850" y="2063750"/>
              <a:ext cx="3416300" cy="3644900"/>
            </a:xfrm>
            <a:prstGeom prst="rect">
              <a:avLst/>
            </a:prstGeom>
            <a:solidFill>
              <a:srgbClr val="FFFFFF"/>
            </a:solidFill>
            <a:ln w="12700">
              <a:solidFill>
                <a:srgbClr val="CED7E6"/>
              </a:solidFill>
              <a:prstDash val="solid"/>
            </a:ln>
          </p:spPr>
        </p:sp>
        <p:sp>
          <p:nvSpPr>
            <p:cNvPr id="15" name="node09.label"/>
            <p:cNvSpPr/>
            <p:nvPr/>
          </p:nvSpPr>
          <p:spPr>
            <a:xfrm>
              <a:off x="4610100" y="2286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A</a:t>
              </a:r>
              <a:endParaRPr lang="en-US" sz="900" spc="54" kern="0" b="0" i="0" dirty="0">
                <a:solidFill>
                  <a:srgbClr val="0047FF"/>
                </a:solidFill>
                <a:latin typeface="IBM Plex Mono Medium"/>
                <a:ea typeface="IBM Plex Mono Medium"/>
                <a:cs typeface="IBM Plex Mono Medium"/>
              </a:endParaRPr>
            </a:p>
          </p:txBody>
        </p:sp>
        <p:sp>
          <p:nvSpPr>
            <p:cNvPr id="16" name="node09.title"/>
            <p:cNvSpPr/>
            <p:nvPr/>
          </p:nvSpPr>
          <p:spPr>
            <a:xfrm>
              <a:off x="4610100" y="25146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Design only</a:t>
              </a:r>
              <a:endParaRPr lang="en-US" sz="1800" spc="-18" kern="0" b="0" i="0" dirty="0">
                <a:solidFill>
                  <a:srgbClr val="070154"/>
                </a:solidFill>
                <a:latin typeface="IBM Plex Sans SemiBold"/>
                <a:ea typeface="IBM Plex Sans SemiBold"/>
                <a:cs typeface="IBM Plex Sans SemiBold"/>
              </a:endParaRPr>
            </a:p>
          </p:txBody>
        </p:sp>
        <p:sp>
          <p:nvSpPr>
            <p:cNvPr id="17" name="node09.body.item-001.paragraph"/>
            <p:cNvSpPr/>
            <p:nvPr/>
          </p:nvSpPr>
          <p:spPr>
            <a:xfrm>
              <a:off x="4610100" y="29718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Prove the case, then decide on build.</a:t>
              </a:r>
              <a:endParaRPr lang="en-US" sz="1400" spc="0" kern="0" b="0" i="0" dirty="0">
                <a:solidFill>
                  <a:srgbClr val="50658E"/>
                </a:solidFill>
                <a:latin typeface="IBM Plex Sans"/>
                <a:ea typeface="IBM Plex Sans"/>
                <a:cs typeface="IBM Plex Sans"/>
              </a:endParaRPr>
            </a:p>
          </p:txBody>
        </p:sp>
        <p:sp>
          <p:nvSpPr>
            <p:cNvPr id="18" name="node09.body.item-002.label"/>
            <p:cNvSpPr/>
            <p:nvPr/>
          </p:nvSpPr>
          <p:spPr>
            <a:xfrm>
              <a:off x="4610100" y="33147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DURATION</a:t>
              </a:r>
              <a:endParaRPr lang="en-US" sz="900" spc="54" kern="0" b="0" i="0" dirty="0">
                <a:solidFill>
                  <a:srgbClr val="0047FF"/>
                </a:solidFill>
                <a:latin typeface="IBM Plex Mono Medium"/>
                <a:ea typeface="IBM Plex Mono Medium"/>
                <a:cs typeface="IBM Plex Mono Medium"/>
              </a:endParaRPr>
            </a:p>
          </p:txBody>
        </p:sp>
        <p:sp>
          <p:nvSpPr>
            <p:cNvPr id="19" name="node09.body.item-003.paragraph"/>
            <p:cNvSpPr/>
            <p:nvPr/>
          </p:nvSpPr>
          <p:spPr>
            <a:xfrm>
              <a:off x="4610100" y="35433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8 weeks</a:t>
              </a:r>
              <a:endParaRPr lang="en-US" sz="1400" spc="0" kern="0" b="0" i="0" dirty="0">
                <a:solidFill>
                  <a:srgbClr val="50658E"/>
                </a:solidFill>
                <a:latin typeface="IBM Plex Sans"/>
                <a:ea typeface="IBM Plex Sans"/>
                <a:cs typeface="IBM Plex Sans"/>
              </a:endParaRPr>
            </a:p>
          </p:txBody>
        </p:sp>
        <p:sp>
          <p:nvSpPr>
            <p:cNvPr id="20" name="node09.fee.divider"/>
            <p:cNvSpPr/>
            <p:nvPr/>
          </p:nvSpPr>
          <p:spPr>
            <a:xfrm>
              <a:off x="4610100" y="4803775"/>
              <a:ext cx="2971800" cy="9525"/>
            </a:xfrm>
            <a:prstGeom prst="rect">
              <a:avLst/>
            </a:prstGeom>
            <a:solidFill>
              <a:srgbClr val="CED7E6"/>
            </a:solidFill>
            <a:ln>
              <a:noFill/>
            </a:ln>
          </p:spPr>
        </p:sp>
        <p:sp>
          <p:nvSpPr>
            <p:cNvPr id="21" name="node09.fee.value"/>
            <p:cNvSpPr/>
            <p:nvPr/>
          </p:nvSpPr>
          <p:spPr>
            <a:xfrm>
              <a:off x="4610100" y="49276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$720K</a:t>
              </a:r>
              <a:endParaRPr lang="en-US" sz="1800" spc="0" kern="0" b="0" i="0" dirty="0">
                <a:solidFill>
                  <a:srgbClr val="070154"/>
                </a:solidFill>
                <a:latin typeface="IBM Plex Mono SemiBold"/>
                <a:ea typeface="IBM Plex Mono SemiBold"/>
                <a:cs typeface="IBM Plex Mono SemiBold"/>
              </a:endParaRPr>
            </a:p>
          </p:txBody>
        </p:sp>
        <p:sp>
          <p:nvSpPr>
            <p:cNvPr id="22" name="node09.fee.label"/>
            <p:cNvSpPr/>
            <p:nvPr/>
          </p:nvSpPr>
          <p:spPr>
            <a:xfrm>
              <a:off x="4610100" y="5257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a:t>
              </a:r>
              <a:endParaRPr lang="en-US" sz="1200" spc="0" kern="0" b="0" i="0" dirty="0">
                <a:solidFill>
                  <a:srgbClr val="50658E"/>
                </a:solidFill>
                <a:latin typeface="IBM Plex Sans"/>
                <a:ea typeface="IBM Plex Sans"/>
                <a:cs typeface="IBM Plex Sans"/>
              </a:endParaRPr>
            </a:p>
          </p:txBody>
        </p:sp>
      </p:grpSp>
      <p:grpSp>
        <p:nvGrpSpPr>
          <p:cNvPr id="43" name="node10"/>
          <p:cNvGrpSpPr/>
          <p:nvPr/>
        </p:nvGrpSpPr>
        <p:grpSpPr>
          <a:xfrm>
            <a:off x="8039100" y="2057400"/>
            <a:ext cx="3429000" cy="3657600"/>
            <a:chOff x="8039100" y="2057400"/>
            <a:chExt cx="3429000" cy="3657600"/>
          </a:xfrm>
        </p:grpSpPr>
        <p:sp>
          <p:nvSpPr>
            <p:cNvPr id="23" name="node10.container"/>
            <p:cNvSpPr/>
            <p:nvPr/>
          </p:nvSpPr>
          <p:spPr>
            <a:xfrm>
              <a:off x="8039100" y="2057400"/>
              <a:ext cx="3429000" cy="3657600"/>
            </a:xfrm>
            <a:prstGeom prst="rect">
              <a:avLst/>
            </a:prstGeom>
            <a:solidFill>
              <a:srgbClr val="E8EEF8"/>
            </a:solidFill>
            <a:ln>
              <a:noFill/>
            </a:ln>
          </p:spPr>
        </p:sp>
        <p:sp>
          <p:nvSpPr>
            <p:cNvPr id="24" name="node10.edge"/>
            <p:cNvSpPr/>
            <p:nvPr/>
          </p:nvSpPr>
          <p:spPr>
            <a:xfrm>
              <a:off x="8039100" y="2057400"/>
              <a:ext cx="3429000" cy="38100"/>
            </a:xfrm>
            <a:prstGeom prst="rect">
              <a:avLst/>
            </a:prstGeom>
            <a:solidFill>
              <a:srgbClr val="0047FF"/>
            </a:solidFill>
            <a:ln>
              <a:noFill/>
            </a:ln>
          </p:spPr>
        </p:sp>
        <p:sp>
          <p:nvSpPr>
            <p:cNvPr id="25" name="node10.label"/>
            <p:cNvSpPr/>
            <p:nvPr/>
          </p:nvSpPr>
          <p:spPr>
            <a:xfrm>
              <a:off x="8267700" y="23241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B</a:t>
              </a:r>
              <a:endParaRPr lang="en-US" sz="900" spc="54" kern="0" b="0" i="0" dirty="0">
                <a:solidFill>
                  <a:srgbClr val="0047FF"/>
                </a:solidFill>
                <a:latin typeface="IBM Plex Mono Medium"/>
                <a:ea typeface="IBM Plex Mono Medium"/>
                <a:cs typeface="IBM Plex Mono Medium"/>
              </a:endParaRPr>
            </a:p>
          </p:txBody>
        </p:sp>
        <p:sp>
          <p:nvSpPr>
            <p:cNvPr id="26" name="node10.title"/>
            <p:cNvSpPr/>
            <p:nvPr/>
          </p:nvSpPr>
          <p:spPr>
            <a:xfrm>
              <a:off x="8267700" y="25527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Design and build</a:t>
              </a:r>
              <a:endParaRPr lang="en-US" sz="1800" spc="-18" kern="0" b="0" i="0" dirty="0">
                <a:solidFill>
                  <a:srgbClr val="070154"/>
                </a:solidFill>
                <a:latin typeface="IBM Plex Sans SemiBold"/>
                <a:ea typeface="IBM Plex Sans SemiBold"/>
                <a:cs typeface="IBM Plex Sans SemiBold"/>
              </a:endParaRPr>
            </a:p>
          </p:txBody>
        </p:sp>
        <p:sp>
          <p:nvSpPr>
            <p:cNvPr id="27" name="node10.body.item-001.paragraph"/>
            <p:cNvSpPr/>
            <p:nvPr/>
          </p:nvSpPr>
          <p:spPr>
            <a:xfrm>
              <a:off x="8267700" y="30099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Carry one team through to Wave 1.</a:t>
              </a:r>
              <a:endParaRPr lang="en-US" sz="1400" spc="0" kern="0" b="0" i="0" dirty="0">
                <a:solidFill>
                  <a:srgbClr val="50658E"/>
                </a:solidFill>
                <a:latin typeface="IBM Plex Sans"/>
                <a:ea typeface="IBM Plex Sans"/>
                <a:cs typeface="IBM Plex Sans"/>
              </a:endParaRPr>
            </a:p>
          </p:txBody>
        </p:sp>
        <p:sp>
          <p:nvSpPr>
            <p:cNvPr id="28" name="node10.body.item-002.label"/>
            <p:cNvSpPr/>
            <p:nvPr/>
          </p:nvSpPr>
          <p:spPr>
            <a:xfrm>
              <a:off x="8267700" y="3352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DURATION</a:t>
              </a:r>
              <a:endParaRPr lang="en-US" sz="900" spc="54" kern="0" b="0" i="0" dirty="0">
                <a:solidFill>
                  <a:srgbClr val="0047FF"/>
                </a:solidFill>
                <a:latin typeface="IBM Plex Mono Medium"/>
                <a:ea typeface="IBM Plex Mono Medium"/>
                <a:cs typeface="IBM Plex Mono Medium"/>
              </a:endParaRPr>
            </a:p>
          </p:txBody>
        </p:sp>
        <p:sp>
          <p:nvSpPr>
            <p:cNvPr id="29" name="node10.body.item-003.paragraph"/>
            <p:cNvSpPr/>
            <p:nvPr/>
          </p:nvSpPr>
          <p:spPr>
            <a:xfrm>
              <a:off x="8267700" y="35814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8 weeks fixed, then 16 weeks capacity</a:t>
              </a:r>
              <a:endParaRPr lang="en-US" sz="1400" spc="0" kern="0" b="0" i="0" dirty="0">
                <a:solidFill>
                  <a:srgbClr val="50658E"/>
                </a:solidFill>
                <a:latin typeface="IBM Plex Sans"/>
                <a:ea typeface="IBM Plex Sans"/>
                <a:cs typeface="IBM Plex Sans"/>
              </a:endParaRPr>
            </a:p>
          </p:txBody>
        </p:sp>
        <p:sp>
          <p:nvSpPr>
            <p:cNvPr id="30" name="node10.fee.divider"/>
            <p:cNvSpPr/>
            <p:nvPr/>
          </p:nvSpPr>
          <p:spPr>
            <a:xfrm>
              <a:off x="8267700" y="4803775"/>
              <a:ext cx="2971800" cy="9525"/>
            </a:xfrm>
            <a:prstGeom prst="rect">
              <a:avLst/>
            </a:prstGeom>
            <a:solidFill>
              <a:srgbClr val="CED7E6"/>
            </a:solidFill>
            <a:ln>
              <a:noFill/>
            </a:ln>
          </p:spPr>
        </p:sp>
        <p:sp>
          <p:nvSpPr>
            <p:cNvPr id="31" name="node10.fee.value"/>
            <p:cNvSpPr/>
            <p:nvPr/>
          </p:nvSpPr>
          <p:spPr>
            <a:xfrm>
              <a:off x="8267700" y="49276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$720K + $210K/mo</a:t>
              </a:r>
              <a:endParaRPr lang="en-US" sz="1800" spc="0" kern="0" b="0" i="0" dirty="0">
                <a:solidFill>
                  <a:srgbClr val="070154"/>
                </a:solidFill>
                <a:latin typeface="IBM Plex Mono SemiBold"/>
                <a:ea typeface="IBM Plex Mono SemiBold"/>
                <a:cs typeface="IBM Plex Mono SemiBold"/>
              </a:endParaRPr>
            </a:p>
          </p:txBody>
        </p:sp>
        <p:sp>
          <p:nvSpPr>
            <p:cNvPr id="32" name="node10.fee.label"/>
            <p:cNvSpPr/>
            <p:nvPr/>
          </p:nvSpPr>
          <p:spPr>
            <a:xfrm>
              <a:off x="8267700" y="5257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then run-rate</a:t>
              </a:r>
              <a:endParaRPr lang="en-US" sz="1200" spc="0" kern="0" b="0" i="0" dirty="0">
                <a:solidFill>
                  <a:srgbClr val="50658E"/>
                </a:solidFill>
                <a:latin typeface="IBM Plex Sans"/>
                <a:ea typeface="IBM Plex Sans"/>
                <a:cs typeface="IBM Plex Sans"/>
              </a:endParaRPr>
            </a:p>
          </p:txBody>
        </p:sp>
        <p:sp>
          <p:nvSpPr>
            <p:cNvPr id="33" name="node10.tag-bg"/>
            <p:cNvSpPr/>
            <p:nvPr/>
          </p:nvSpPr>
          <p:spPr>
            <a:xfrm>
              <a:off x="10463969" y="2057400"/>
              <a:ext cx="1004131" cy="228600"/>
            </a:xfrm>
            <a:prstGeom prst="rect">
              <a:avLst/>
            </a:prstGeom>
            <a:solidFill>
              <a:srgbClr val="0047FF"/>
            </a:solidFill>
            <a:ln>
              <a:noFill/>
            </a:ln>
          </p:spPr>
        </p:sp>
        <p:sp>
          <p:nvSpPr>
            <p:cNvPr id="34" name="node10.tag"/>
            <p:cNvSpPr/>
            <p:nvPr/>
          </p:nvSpPr>
          <p:spPr>
            <a:xfrm>
              <a:off x="10540169" y="2095500"/>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RECOMMENDED</a:t>
              </a:r>
              <a:endParaRPr lang="en-US" sz="900" spc="54" kern="0" b="0" i="0" dirty="0">
                <a:solidFill>
                  <a:srgbClr val="FFFFFF"/>
                </a:solidFill>
                <a:latin typeface="IBM Plex Mono SemiBold"/>
                <a:ea typeface="IBM Plex Mono SemiBold"/>
                <a:cs typeface="IBM Plex Mono SemiBold"/>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ource-18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fixed base fee with four optional add-ons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100</a:t>
            </a:fld>
            <a:endParaRPr lang="en-US" sz="700" spc="0" kern="0" b="0" i="0" dirty="0">
              <a:solidFill>
                <a:srgbClr val="070154"/>
              </a:solidFill>
              <a:latin typeface="IBM Plex Mono SemiBold"/>
              <a:ea typeface="IBM Plex Mono SemiBold"/>
              <a:cs typeface="IBM Plex Mono SemiBold"/>
            </a:endParaRPr>
          </a:p>
        </p:txBody>
      </p:sp>
      <p:grpSp>
        <p:nvGrpSpPr>
          <p:cNvPr id="24" name="node01"/>
          <p:cNvGrpSpPr/>
          <p:nvPr/>
        </p:nvGrpSpPr>
        <p:grpSpPr>
          <a:xfrm>
            <a:off x="723900" y="1600200"/>
            <a:ext cx="3429000" cy="3415475"/>
            <a:chOff x="723900" y="1600200"/>
            <a:chExt cx="3429000" cy="3415475"/>
          </a:xfrm>
        </p:grpSpPr>
        <p:sp>
          <p:nvSpPr>
            <p:cNvPr id="6" name="node01.container"/>
            <p:cNvSpPr/>
            <p:nvPr/>
          </p:nvSpPr>
          <p:spPr>
            <a:xfrm>
              <a:off x="723900" y="1600200"/>
              <a:ext cx="3429000" cy="3415475"/>
            </a:xfrm>
            <a:prstGeom prst="rect">
              <a:avLst/>
            </a:prstGeom>
            <a:solidFill>
              <a:srgbClr val="070154"/>
            </a:solidFill>
            <a:ln>
              <a:noFill/>
            </a:ln>
          </p:spPr>
        </p:sp>
        <p:sp>
          <p:nvSpPr>
            <p:cNvPr id="7" name="node01.model-bg"/>
            <p:cNvSpPr/>
            <p:nvPr/>
          </p:nvSpPr>
          <p:spPr>
            <a:xfrm>
              <a:off x="952500" y="1828800"/>
              <a:ext cx="778768" cy="203200"/>
            </a:xfrm>
            <a:prstGeom prst="rect">
              <a:avLst/>
            </a:prstGeom>
            <a:solidFill>
              <a:srgbClr val="FFFFFF"/>
            </a:solidFill>
            <a:ln>
              <a:noFill/>
            </a:ln>
          </p:spPr>
        </p:sp>
        <p:sp>
          <p:nvSpPr>
            <p:cNvPr id="8" name="node01.model"/>
            <p:cNvSpPr/>
            <p:nvPr/>
          </p:nvSpPr>
          <p:spPr>
            <a:xfrm>
              <a:off x="1028700" y="1854200"/>
              <a:ext cx="62636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BASE FEE</a:t>
              </a:r>
              <a:endParaRPr lang="en-US" sz="900" spc="54" kern="0" b="0" i="0" dirty="0">
                <a:solidFill>
                  <a:srgbClr val="070154"/>
                </a:solidFill>
                <a:latin typeface="IBM Plex Mono SemiBold"/>
                <a:ea typeface="IBM Plex Mono SemiBold"/>
                <a:cs typeface="IBM Plex Mono SemiBold"/>
              </a:endParaRPr>
            </a:p>
          </p:txBody>
        </p:sp>
        <p:sp>
          <p:nvSpPr>
            <p:cNvPr id="9" name="node01.total"/>
            <p:cNvSpPr/>
            <p:nvPr/>
          </p:nvSpPr>
          <p:spPr>
            <a:xfrm>
              <a:off x="952500" y="21082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$720K</a:t>
              </a:r>
              <a:endParaRPr lang="en-US" sz="4800" spc="-96" kern="0" b="0" i="0" dirty="0">
                <a:solidFill>
                  <a:srgbClr val="FFFFFF"/>
                </a:solidFill>
                <a:latin typeface="IBM Plex Mono SemiBold"/>
                <a:ea typeface="IBM Plex Mono SemiBold"/>
                <a:cs typeface="IBM Plex Mono SemiBold"/>
              </a:endParaRPr>
            </a:p>
          </p:txBody>
        </p:sp>
        <p:sp>
          <p:nvSpPr>
            <p:cNvPr id="10" name="node01.total-label"/>
            <p:cNvSpPr/>
            <p:nvPr/>
          </p:nvSpPr>
          <p:spPr>
            <a:xfrm>
              <a:off x="952500" y="279635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fixed fee, 14 weeks</a:t>
              </a:r>
              <a:endParaRPr lang="en-US" sz="1200" spc="0" kern="0" b="0" i="0" dirty="0">
                <a:solidFill>
                  <a:srgbClr val="CED7E6"/>
                </a:solidFill>
                <a:latin typeface="IBM Plex Sans"/>
                <a:ea typeface="IBM Plex Sans"/>
                <a:cs typeface="IBM Plex Sans"/>
              </a:endParaRPr>
            </a:p>
          </p:txBody>
        </p:sp>
        <p:sp>
          <p:nvSpPr>
            <p:cNvPr id="11" name="node01.divider"/>
            <p:cNvSpPr/>
            <p:nvPr/>
          </p:nvSpPr>
          <p:spPr>
            <a:xfrm>
              <a:off x="952500" y="3215450"/>
              <a:ext cx="2971800" cy="9525"/>
            </a:xfrm>
            <a:prstGeom prst="rect">
              <a:avLst/>
            </a:prstGeom>
            <a:solidFill>
              <a:srgbClr val="50658E"/>
            </a:solidFill>
            <a:ln>
              <a:noFill/>
            </a:ln>
          </p:spPr>
        </p:sp>
        <p:sp>
          <p:nvSpPr>
            <p:cNvPr id="12" name="node01.line.item-001.label"/>
            <p:cNvSpPr/>
            <p:nvPr/>
          </p:nvSpPr>
          <p:spPr>
            <a:xfrm>
              <a:off x="952500" y="3339275"/>
              <a:ext cx="23844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Diagnose and design</a:t>
              </a:r>
              <a:endParaRPr lang="en-US" sz="1200" spc="0" kern="0" b="0" i="0" dirty="0">
                <a:solidFill>
                  <a:srgbClr val="FFFFFF"/>
                </a:solidFill>
                <a:latin typeface="IBM Plex Sans"/>
                <a:ea typeface="IBM Plex Sans"/>
                <a:cs typeface="IBM Plex Sans"/>
              </a:endParaRPr>
            </a:p>
          </p:txBody>
        </p:sp>
        <p:sp>
          <p:nvSpPr>
            <p:cNvPr id="13" name="node01.line.item-001.value"/>
            <p:cNvSpPr/>
            <p:nvPr/>
          </p:nvSpPr>
          <p:spPr>
            <a:xfrm>
              <a:off x="3451225" y="3339275"/>
              <a:ext cx="473075"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FFFFFF"/>
                  </a:solidFill>
                  <a:latin typeface="IBM Plex Mono SemiBold"/>
                  <a:ea typeface="IBM Plex Mono SemiBold"/>
                  <a:cs typeface="IBM Plex Mono SemiBold"/>
                </a:rPr>
                <a:t>$504K</a:t>
              </a:r>
              <a:endParaRPr lang="en-US" sz="1200" spc="0" kern="0" b="0" i="0" dirty="0">
                <a:solidFill>
                  <a:srgbClr val="FFFFFF"/>
                </a:solidFill>
                <a:latin typeface="IBM Plex Mono SemiBold"/>
                <a:ea typeface="IBM Plex Mono SemiBold"/>
                <a:cs typeface="IBM Plex Mono SemiBold"/>
              </a:endParaRPr>
            </a:p>
          </p:txBody>
        </p:sp>
        <p:sp>
          <p:nvSpPr>
            <p:cNvPr id="14" name="node01.line.item-002.label"/>
            <p:cNvSpPr/>
            <p:nvPr/>
          </p:nvSpPr>
          <p:spPr>
            <a:xfrm>
              <a:off x="952500" y="3644075"/>
              <a:ext cx="23844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Roadmap and handover</a:t>
              </a:r>
              <a:endParaRPr lang="en-US" sz="1200" spc="0" kern="0" b="0" i="0" dirty="0">
                <a:solidFill>
                  <a:srgbClr val="FFFFFF"/>
                </a:solidFill>
                <a:latin typeface="IBM Plex Sans"/>
                <a:ea typeface="IBM Plex Sans"/>
                <a:cs typeface="IBM Plex Sans"/>
              </a:endParaRPr>
            </a:p>
          </p:txBody>
        </p:sp>
        <p:sp>
          <p:nvSpPr>
            <p:cNvPr id="15" name="node01.line.item-002.value"/>
            <p:cNvSpPr/>
            <p:nvPr/>
          </p:nvSpPr>
          <p:spPr>
            <a:xfrm>
              <a:off x="3451225" y="3644075"/>
              <a:ext cx="473075"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FFFFFF"/>
                  </a:solidFill>
                  <a:latin typeface="IBM Plex Mono SemiBold"/>
                  <a:ea typeface="IBM Plex Mono SemiBold"/>
                  <a:cs typeface="IBM Plex Mono SemiBold"/>
                </a:rPr>
                <a:t>$216K</a:t>
              </a:r>
              <a:endParaRPr lang="en-US" sz="1200" spc="0" kern="0" b="0" i="0" dirty="0">
                <a:solidFill>
                  <a:srgbClr val="FFFFFF"/>
                </a:solidFill>
                <a:latin typeface="IBM Plex Mono SemiBold"/>
                <a:ea typeface="IBM Plex Mono SemiBold"/>
                <a:cs typeface="IBM Plex Mono SemiBold"/>
              </a:endParaRPr>
            </a:p>
          </p:txBody>
        </p:sp>
        <p:sp>
          <p:nvSpPr>
            <p:cNvPr id="16" name="node01.terms-label"/>
            <p:cNvSpPr/>
            <p:nvPr/>
          </p:nvSpPr>
          <p:spPr>
            <a:xfrm>
              <a:off x="952500" y="4063175"/>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SemiBold"/>
                  <a:ea typeface="IBM Plex Mono SemiBold"/>
                  <a:cs typeface="IBM Plex Mono SemiBold"/>
                </a:rPr>
                <a:t>TERMS</a:t>
              </a:r>
              <a:endParaRPr lang="en-US" sz="900" spc="54" kern="0" b="0" i="0" dirty="0">
                <a:solidFill>
                  <a:srgbClr val="F900D3"/>
                </a:solidFill>
                <a:latin typeface="IBM Plex Mono SemiBold"/>
                <a:ea typeface="IBM Plex Mono SemiBold"/>
                <a:cs typeface="IBM Plex Mono SemiBold"/>
              </a:endParaRPr>
            </a:p>
          </p:txBody>
        </p:sp>
        <p:sp>
          <p:nvSpPr>
            <p:cNvPr id="17" name="node01.terms.item-001.marker"/>
            <p:cNvSpPr/>
            <p:nvPr/>
          </p:nvSpPr>
          <p:spPr>
            <a:xfrm>
              <a:off x="952500" y="4380675"/>
              <a:ext cx="38100" cy="38100"/>
            </a:xfrm>
            <a:prstGeom prst="rect">
              <a:avLst/>
            </a:prstGeom>
            <a:solidFill>
              <a:srgbClr val="FFFFFF"/>
            </a:solidFill>
            <a:ln>
              <a:noFill/>
            </a:ln>
          </p:spPr>
        </p:sp>
        <p:sp>
          <p:nvSpPr>
            <p:cNvPr id="18" name="node01.terms.item-001.text"/>
            <p:cNvSpPr/>
            <p:nvPr/>
          </p:nvSpPr>
          <p:spPr>
            <a:xfrm>
              <a:off x="1104900" y="42917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Invoiced on phase acceptance</a:t>
              </a:r>
              <a:endParaRPr lang="en-US" sz="1200" spc="0" kern="0" b="0" i="0" dirty="0">
                <a:solidFill>
                  <a:srgbClr val="FFFFFF"/>
                </a:solidFill>
                <a:latin typeface="IBM Plex Sans"/>
                <a:ea typeface="IBM Plex Sans"/>
                <a:cs typeface="IBM Plex Sans"/>
              </a:endParaRPr>
            </a:p>
          </p:txBody>
        </p:sp>
        <p:sp>
          <p:nvSpPr>
            <p:cNvPr id="19" name="node01.terms.item-002.marker"/>
            <p:cNvSpPr/>
            <p:nvPr/>
          </p:nvSpPr>
          <p:spPr>
            <a:xfrm>
              <a:off x="952500" y="4647375"/>
              <a:ext cx="38100" cy="38100"/>
            </a:xfrm>
            <a:prstGeom prst="rect">
              <a:avLst/>
            </a:prstGeom>
            <a:solidFill>
              <a:srgbClr val="FFFFFF"/>
            </a:solidFill>
            <a:ln>
              <a:noFill/>
            </a:ln>
          </p:spPr>
        </p:sp>
        <p:sp>
          <p:nvSpPr>
            <p:cNvPr id="20" name="node01.terms.item-002.text"/>
            <p:cNvSpPr/>
            <p:nvPr/>
          </p:nvSpPr>
          <p:spPr>
            <a:xfrm>
              <a:off x="1104900" y="4558475"/>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Expenses capped at 8% of fees</a:t>
              </a:r>
              <a:endParaRPr lang="en-US" sz="1200" spc="0" kern="0" b="0" i="0" dirty="0">
                <a:solidFill>
                  <a:srgbClr val="FFFFFF"/>
                </a:solidFill>
                <a:latin typeface="IBM Plex Sans"/>
                <a:ea typeface="IBM Plex Sans"/>
                <a:cs typeface="IBM Plex Sans"/>
              </a:endParaRPr>
            </a:p>
          </p:txBody>
        </p:sp>
      </p:grpSp>
      <p:grpSp>
        <p:nvGrpSpPr>
          <p:cNvPr id="25" name="node02"/>
          <p:cNvGrpSpPr/>
          <p:nvPr/>
        </p:nvGrpSpPr>
        <p:grpSpPr>
          <a:xfrm>
            <a:off x="4381500" y="1600200"/>
            <a:ext cx="7086600" cy="152400"/>
            <a:chOff x="4381500" y="1600200"/>
            <a:chExt cx="7086600" cy="152400"/>
          </a:xfrm>
        </p:grpSpPr>
        <p:sp>
          <p:nvSpPr>
            <p:cNvPr id="21" name="node02.text"/>
            <p:cNvSpPr/>
            <p:nvPr/>
          </p:nvSpPr>
          <p:spPr>
            <a:xfrm>
              <a:off x="43815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OPTIONAL ADD-ONS, EACH A FIXED FEE</a:t>
              </a:r>
              <a:endParaRPr lang="en-US" sz="900" spc="54" kern="0" b="0" i="0" dirty="0">
                <a:solidFill>
                  <a:srgbClr val="0047FF"/>
                </a:solidFill>
                <a:latin typeface="IBM Plex Mono Medium"/>
                <a:ea typeface="IBM Plex Mono Medium"/>
                <a:cs typeface="IBM Plex Mono Medium"/>
              </a:endParaRPr>
            </a:p>
          </p:txBody>
        </p:sp>
      </p:grpSp>
      <p:grpSp>
        <p:nvGrpSpPr>
          <p:cNvPr id="26" name="node03"/>
          <p:cNvGrpSpPr/>
          <p:nvPr/>
        </p:nvGrpSpPr>
        <p:grpSpPr>
          <a:xfrm>
            <a:off x="4381500" y="1905000"/>
            <a:ext cx="7086600" cy="3200400"/>
            <a:chOff x="4381500" y="1905000"/>
            <a:chExt cx="7086600" cy="3200400"/>
          </a:xfrm>
        </p:grpSpPr>
        <p:graphicFrame>
          <p:nvGraphicFramePr>
            <p:cNvPr id="22" name="node03.native"/>
            <p:cNvGraphicFramePr>
              <a:graphicFrameLocks noGrp="1"/>
            </p:cNvGraphicFramePr>
            <p:nvPr>
              <p:extLst>
                <p:ext uri="{D42A27DB-BD31-4B8C-83A1-F6EECF244321}">
                  <p14:modId xmlns:p14="http://schemas.microsoft.com/office/powerpoint/2010/main" val="1579011935"/>
                </p:ext>
              </p:extLst>
            </p:nvPr>
          </p:nvGraphicFramePr>
          <p:xfrm>
            <a:off x="4381500" y="1905000"/>
            <a:ext cx="7086600" cy="3200400"/>
          </p:xfrm>
          <a:graphic>
            <a:graphicData uri="http://schemas.openxmlformats.org/drawingml/2006/table">
              <a:tbl>
                <a:tblPr/>
                <a:tblGrid>
                  <a:gridCol w="2971800"/>
                  <a:gridCol w="2743200"/>
                  <a:gridCol w="13716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ADD-ON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IT ADDS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FEE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Wave 2 entity rollout</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Five more entities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$144K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Training academy</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Role-based courses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$96K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Hypercare, 90 days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Post-go-live support</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$72K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Benefits tracking</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Quarterly value review</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$48K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27" name="node04"/>
          <p:cNvGrpSpPr/>
          <p:nvPr/>
        </p:nvGrpSpPr>
        <p:grpSpPr>
          <a:xfrm>
            <a:off x="4381500" y="5257800"/>
            <a:ext cx="7086600" cy="228600"/>
            <a:chOff x="4381500" y="5257800"/>
            <a:chExt cx="7086600" cy="228600"/>
          </a:xfrm>
        </p:grpSpPr>
        <p:sp>
          <p:nvSpPr>
            <p:cNvPr id="23" name="node04.text"/>
            <p:cNvSpPr/>
            <p:nvPr/>
          </p:nvSpPr>
          <p:spPr>
            <a:xfrm>
              <a:off x="4381500" y="52578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Add-ons can be elected until design sign-off at the prices shown.</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ource-58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levers add up to $2.6M of annual value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60579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101</a:t>
            </a:fld>
            <a:endParaRPr lang="en-US" sz="700" spc="0" kern="0" b="0" i="0" dirty="0">
              <a:solidFill>
                <a:srgbClr val="070154"/>
              </a:solidFill>
              <a:latin typeface="IBM Plex Mono SemiBold"/>
              <a:ea typeface="IBM Plex Mono SemiBold"/>
              <a:cs typeface="IBM Plex Mono SemiBold"/>
            </a:endParaRPr>
          </a:p>
        </p:txBody>
      </p:sp>
      <p:grpSp>
        <p:nvGrpSpPr>
          <p:cNvPr id="95" name="node01"/>
          <p:cNvGrpSpPr/>
          <p:nvPr/>
        </p:nvGrpSpPr>
        <p:grpSpPr>
          <a:xfrm>
            <a:off x="723900" y="1600200"/>
            <a:ext cx="1371600" cy="152400"/>
            <a:chOff x="723900" y="1600200"/>
            <a:chExt cx="1371600" cy="152400"/>
          </a:xfrm>
        </p:grpSpPr>
        <p:sp>
          <p:nvSpPr>
            <p:cNvPr id="7" name="node01.text"/>
            <p:cNvSpPr/>
            <p:nvPr/>
          </p:nvSpPr>
          <p:spPr>
            <a:xfrm>
              <a:off x="723900" y="1600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VALUE DRIVER</a:t>
              </a:r>
              <a:endParaRPr lang="en-US" sz="900" spc="54" kern="0" b="0" i="0" dirty="0">
                <a:solidFill>
                  <a:srgbClr val="50658E"/>
                </a:solidFill>
                <a:latin typeface="IBM Plex Mono Medium"/>
                <a:ea typeface="IBM Plex Mono Medium"/>
                <a:cs typeface="IBM Plex Mono Medium"/>
              </a:endParaRPr>
            </a:p>
          </p:txBody>
        </p:sp>
      </p:grpSp>
      <p:grpSp>
        <p:nvGrpSpPr>
          <p:cNvPr id="96" name="node02"/>
          <p:cNvGrpSpPr/>
          <p:nvPr/>
        </p:nvGrpSpPr>
        <p:grpSpPr>
          <a:xfrm>
            <a:off x="2552700" y="1600200"/>
            <a:ext cx="2514600" cy="152400"/>
            <a:chOff x="2552700" y="1600200"/>
            <a:chExt cx="2514600" cy="152400"/>
          </a:xfrm>
        </p:grpSpPr>
        <p:sp>
          <p:nvSpPr>
            <p:cNvPr id="8" name="node02.text"/>
            <p:cNvSpPr/>
            <p:nvPr/>
          </p:nvSpPr>
          <p:spPr>
            <a:xfrm>
              <a:off x="25527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LEVER</a:t>
              </a:r>
              <a:endParaRPr lang="en-US" sz="900" spc="54" kern="0" b="0" i="0" dirty="0">
                <a:solidFill>
                  <a:srgbClr val="50658E"/>
                </a:solidFill>
                <a:latin typeface="IBM Plex Mono Medium"/>
                <a:ea typeface="IBM Plex Mono Medium"/>
                <a:cs typeface="IBM Plex Mono Medium"/>
              </a:endParaRPr>
            </a:p>
          </p:txBody>
        </p:sp>
      </p:grpSp>
      <p:grpSp>
        <p:nvGrpSpPr>
          <p:cNvPr id="97" name="node03"/>
          <p:cNvGrpSpPr/>
          <p:nvPr/>
        </p:nvGrpSpPr>
        <p:grpSpPr>
          <a:xfrm>
            <a:off x="5295900" y="1600200"/>
            <a:ext cx="3200400" cy="152400"/>
            <a:chOff x="5295900" y="1600200"/>
            <a:chExt cx="3200400" cy="152400"/>
          </a:xfrm>
        </p:grpSpPr>
        <p:sp>
          <p:nvSpPr>
            <p:cNvPr id="9" name="node03.text"/>
            <p:cNvSpPr/>
            <p:nvPr/>
          </p:nvSpPr>
          <p:spPr>
            <a:xfrm>
              <a:off x="5295900" y="16002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METRIC, BASELINE TO TARGET</a:t>
              </a:r>
              <a:endParaRPr lang="en-US" sz="900" spc="54" kern="0" b="0" i="0" dirty="0">
                <a:solidFill>
                  <a:srgbClr val="50658E"/>
                </a:solidFill>
                <a:latin typeface="IBM Plex Mono Medium"/>
                <a:ea typeface="IBM Plex Mono Medium"/>
                <a:cs typeface="IBM Plex Mono Medium"/>
              </a:endParaRPr>
            </a:p>
          </p:txBody>
        </p:sp>
      </p:grpSp>
      <p:grpSp>
        <p:nvGrpSpPr>
          <p:cNvPr id="98" name="node04"/>
          <p:cNvGrpSpPr/>
          <p:nvPr/>
        </p:nvGrpSpPr>
        <p:grpSpPr>
          <a:xfrm>
            <a:off x="8724900" y="1600200"/>
            <a:ext cx="2743200" cy="152400"/>
            <a:chOff x="8724900" y="1600200"/>
            <a:chExt cx="2743200" cy="152400"/>
          </a:xfrm>
        </p:grpSpPr>
        <p:sp>
          <p:nvSpPr>
            <p:cNvPr id="10" name="node04.text"/>
            <p:cNvSpPr/>
            <p:nvPr/>
          </p:nvSpPr>
          <p:spPr>
            <a:xfrm>
              <a:off x="8724900" y="16002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ANNUAL VALUE</a:t>
              </a:r>
              <a:endParaRPr lang="en-US" sz="900" spc="54" kern="0" b="0" i="0" dirty="0">
                <a:solidFill>
                  <a:srgbClr val="50658E"/>
                </a:solidFill>
                <a:latin typeface="IBM Plex Mono Medium"/>
                <a:ea typeface="IBM Plex Mono Medium"/>
                <a:cs typeface="IBM Plex Mono Medium"/>
              </a:endParaRPr>
            </a:p>
          </p:txBody>
        </p:sp>
      </p:grpSp>
      <p:grpSp>
        <p:nvGrpSpPr>
          <p:cNvPr id="99" name="node05"/>
          <p:cNvGrpSpPr/>
          <p:nvPr/>
        </p:nvGrpSpPr>
        <p:grpSpPr>
          <a:xfrm>
            <a:off x="723900" y="2057400"/>
            <a:ext cx="1371600" cy="1143000"/>
            <a:chOff x="723900" y="2057400"/>
            <a:chExt cx="1371600" cy="1143000"/>
          </a:xfrm>
        </p:grpSpPr>
        <p:sp>
          <p:nvSpPr>
            <p:cNvPr id="11" name="node05.surface"/>
            <p:cNvSpPr/>
            <p:nvPr/>
          </p:nvSpPr>
          <p:spPr>
            <a:xfrm>
              <a:off x="723900" y="2057400"/>
              <a:ext cx="1371600" cy="1143000"/>
            </a:xfrm>
            <a:prstGeom prst="rect">
              <a:avLst/>
            </a:prstGeom>
            <a:solidFill>
              <a:srgbClr val="070154"/>
            </a:solidFill>
            <a:ln>
              <a:noFill/>
            </a:ln>
          </p:spPr>
        </p:sp>
        <p:sp>
          <p:nvSpPr>
            <p:cNvPr id="12" name="node05.text"/>
            <p:cNvSpPr/>
            <p:nvPr/>
          </p:nvSpPr>
          <p:spPr>
            <a:xfrm>
              <a:off x="876300" y="25146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Productivity</a:t>
              </a:r>
              <a:endParaRPr lang="en-US" sz="1200" spc="0" kern="0" b="0" i="0" dirty="0">
                <a:solidFill>
                  <a:srgbClr val="FFFFFF"/>
                </a:solidFill>
                <a:latin typeface="IBM Plex Sans"/>
                <a:ea typeface="IBM Plex Sans"/>
                <a:cs typeface="IBM Plex Sans"/>
              </a:endParaRPr>
            </a:p>
          </p:txBody>
        </p:sp>
      </p:grpSp>
      <p:grpSp>
        <p:nvGrpSpPr>
          <p:cNvPr id="100" name="node06"/>
          <p:cNvGrpSpPr/>
          <p:nvPr/>
        </p:nvGrpSpPr>
        <p:grpSpPr>
          <a:xfrm>
            <a:off x="723900" y="3429000"/>
            <a:ext cx="1371600" cy="457200"/>
            <a:chOff x="723900" y="3429000"/>
            <a:chExt cx="1371600" cy="457200"/>
          </a:xfrm>
        </p:grpSpPr>
        <p:sp>
          <p:nvSpPr>
            <p:cNvPr id="13" name="node06.surface"/>
            <p:cNvSpPr/>
            <p:nvPr/>
          </p:nvSpPr>
          <p:spPr>
            <a:xfrm>
              <a:off x="723900" y="3429000"/>
              <a:ext cx="1371600" cy="457200"/>
            </a:xfrm>
            <a:prstGeom prst="rect">
              <a:avLst/>
            </a:prstGeom>
            <a:solidFill>
              <a:srgbClr val="070154"/>
            </a:solidFill>
            <a:ln>
              <a:noFill/>
            </a:ln>
          </p:spPr>
        </p:sp>
        <p:sp>
          <p:nvSpPr>
            <p:cNvPr id="14" name="node06.text"/>
            <p:cNvSpPr/>
            <p:nvPr/>
          </p:nvSpPr>
          <p:spPr>
            <a:xfrm>
              <a:off x="876300" y="35433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Revenue</a:t>
              </a:r>
              <a:endParaRPr lang="en-US" sz="1200" spc="0" kern="0" b="0" i="0" dirty="0">
                <a:solidFill>
                  <a:srgbClr val="FFFFFF"/>
                </a:solidFill>
                <a:latin typeface="IBM Plex Sans"/>
                <a:ea typeface="IBM Plex Sans"/>
                <a:cs typeface="IBM Plex Sans"/>
              </a:endParaRPr>
            </a:p>
          </p:txBody>
        </p:sp>
      </p:grpSp>
      <p:grpSp>
        <p:nvGrpSpPr>
          <p:cNvPr id="101" name="node07"/>
          <p:cNvGrpSpPr/>
          <p:nvPr/>
        </p:nvGrpSpPr>
        <p:grpSpPr>
          <a:xfrm>
            <a:off x="723900" y="4114800"/>
            <a:ext cx="1371600" cy="457200"/>
            <a:chOff x="723900" y="4114800"/>
            <a:chExt cx="1371600" cy="457200"/>
          </a:xfrm>
        </p:grpSpPr>
        <p:sp>
          <p:nvSpPr>
            <p:cNvPr id="15" name="node07.surface"/>
            <p:cNvSpPr/>
            <p:nvPr/>
          </p:nvSpPr>
          <p:spPr>
            <a:xfrm>
              <a:off x="723900" y="4114800"/>
              <a:ext cx="1371600" cy="457200"/>
            </a:xfrm>
            <a:prstGeom prst="rect">
              <a:avLst/>
            </a:prstGeom>
            <a:solidFill>
              <a:srgbClr val="070154"/>
            </a:solidFill>
            <a:ln>
              <a:noFill/>
            </a:ln>
          </p:spPr>
        </p:sp>
        <p:sp>
          <p:nvSpPr>
            <p:cNvPr id="16" name="node07.text"/>
            <p:cNvSpPr/>
            <p:nvPr/>
          </p:nvSpPr>
          <p:spPr>
            <a:xfrm>
              <a:off x="876300" y="42291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Cost</a:t>
              </a:r>
              <a:endParaRPr lang="en-US" sz="1200" spc="0" kern="0" b="0" i="0" dirty="0">
                <a:solidFill>
                  <a:srgbClr val="FFFFFF"/>
                </a:solidFill>
                <a:latin typeface="IBM Plex Sans"/>
                <a:ea typeface="IBM Plex Sans"/>
                <a:cs typeface="IBM Plex Sans"/>
              </a:endParaRPr>
            </a:p>
          </p:txBody>
        </p:sp>
      </p:grpSp>
      <p:grpSp>
        <p:nvGrpSpPr>
          <p:cNvPr id="102" name="node08"/>
          <p:cNvGrpSpPr/>
          <p:nvPr/>
        </p:nvGrpSpPr>
        <p:grpSpPr>
          <a:xfrm>
            <a:off x="723900" y="4800600"/>
            <a:ext cx="1371600" cy="457200"/>
            <a:chOff x="723900" y="4800600"/>
            <a:chExt cx="1371600" cy="457200"/>
          </a:xfrm>
        </p:grpSpPr>
        <p:sp>
          <p:nvSpPr>
            <p:cNvPr id="17" name="node08.surface"/>
            <p:cNvSpPr/>
            <p:nvPr/>
          </p:nvSpPr>
          <p:spPr>
            <a:xfrm>
              <a:off x="723900" y="4800600"/>
              <a:ext cx="1371600" cy="457200"/>
            </a:xfrm>
            <a:prstGeom prst="rect">
              <a:avLst/>
            </a:prstGeom>
            <a:solidFill>
              <a:srgbClr val="070154"/>
            </a:solidFill>
            <a:ln>
              <a:noFill/>
            </a:ln>
          </p:spPr>
        </p:sp>
        <p:sp>
          <p:nvSpPr>
            <p:cNvPr id="18" name="node08.text"/>
            <p:cNvSpPr/>
            <p:nvPr/>
          </p:nvSpPr>
          <p:spPr>
            <a:xfrm>
              <a:off x="876300" y="49149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Risk</a:t>
              </a:r>
              <a:endParaRPr lang="en-US" sz="1200" spc="0" kern="0" b="0" i="0" dirty="0">
                <a:solidFill>
                  <a:srgbClr val="FFFFFF"/>
                </a:solidFill>
                <a:latin typeface="IBM Plex Sans"/>
                <a:ea typeface="IBM Plex Sans"/>
                <a:cs typeface="IBM Plex Sans"/>
              </a:endParaRPr>
            </a:p>
          </p:txBody>
        </p:sp>
      </p:grpSp>
      <p:grpSp>
        <p:nvGrpSpPr>
          <p:cNvPr id="103" name="node09"/>
          <p:cNvGrpSpPr/>
          <p:nvPr/>
        </p:nvGrpSpPr>
        <p:grpSpPr>
          <a:xfrm>
            <a:off x="2552700" y="2057400"/>
            <a:ext cx="2514600" cy="457200"/>
            <a:chOff x="2552700" y="2057400"/>
            <a:chExt cx="2514600" cy="457200"/>
          </a:xfrm>
        </p:grpSpPr>
        <p:sp>
          <p:nvSpPr>
            <p:cNvPr id="19" name="node09.surface"/>
            <p:cNvSpPr/>
            <p:nvPr/>
          </p:nvSpPr>
          <p:spPr>
            <a:xfrm>
              <a:off x="2552700" y="2057400"/>
              <a:ext cx="2514600" cy="457200"/>
            </a:xfrm>
            <a:prstGeom prst="rect">
              <a:avLst/>
            </a:prstGeom>
            <a:solidFill>
              <a:srgbClr val="CED7E6"/>
            </a:solidFill>
            <a:ln>
              <a:noFill/>
            </a:ln>
          </p:spPr>
        </p:sp>
        <p:sp>
          <p:nvSpPr>
            <p:cNvPr id="20" name="node09.text"/>
            <p:cNvSpPr/>
            <p:nvPr/>
          </p:nvSpPr>
          <p:spPr>
            <a:xfrm>
              <a:off x="2705100" y="21717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and reporting</a:t>
              </a:r>
              <a:endParaRPr lang="en-US" sz="1200" spc="0" kern="0" b="0" i="0" dirty="0">
                <a:solidFill>
                  <a:srgbClr val="070154"/>
                </a:solidFill>
                <a:latin typeface="IBM Plex Sans"/>
                <a:ea typeface="IBM Plex Sans"/>
                <a:cs typeface="IBM Plex Sans"/>
              </a:endParaRPr>
            </a:p>
          </p:txBody>
        </p:sp>
      </p:grpSp>
      <p:grpSp>
        <p:nvGrpSpPr>
          <p:cNvPr id="104" name="node10"/>
          <p:cNvGrpSpPr/>
          <p:nvPr/>
        </p:nvGrpSpPr>
        <p:grpSpPr>
          <a:xfrm>
            <a:off x="5295900" y="2057400"/>
            <a:ext cx="3200400" cy="457200"/>
            <a:chOff x="5295900" y="2057400"/>
            <a:chExt cx="3200400" cy="457200"/>
          </a:xfrm>
        </p:grpSpPr>
        <p:sp>
          <p:nvSpPr>
            <p:cNvPr id="21" name="node10.surface"/>
            <p:cNvSpPr/>
            <p:nvPr/>
          </p:nvSpPr>
          <p:spPr>
            <a:xfrm>
              <a:off x="5295900" y="2057400"/>
              <a:ext cx="3200400" cy="457200"/>
            </a:xfrm>
            <a:prstGeom prst="rect">
              <a:avLst/>
            </a:prstGeom>
            <a:solidFill>
              <a:srgbClr val="E8EEF8"/>
            </a:solidFill>
            <a:ln>
              <a:noFill/>
            </a:ln>
          </p:spPr>
        </p:sp>
        <p:sp>
          <p:nvSpPr>
            <p:cNvPr id="22" name="node10.text"/>
            <p:cNvSpPr/>
            <p:nvPr/>
          </p:nvSpPr>
          <p:spPr>
            <a:xfrm>
              <a:off x="5448300" y="21717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Hours per close: 4,200 to 2,400</a:t>
              </a:r>
              <a:endParaRPr lang="en-US" sz="1200" spc="0" kern="0" b="0" i="0" dirty="0">
                <a:solidFill>
                  <a:srgbClr val="070154"/>
                </a:solidFill>
                <a:latin typeface="IBM Plex Sans"/>
                <a:ea typeface="IBM Plex Sans"/>
                <a:cs typeface="IBM Plex Sans"/>
              </a:endParaRPr>
            </a:p>
          </p:txBody>
        </p:sp>
      </p:grpSp>
      <p:grpSp>
        <p:nvGrpSpPr>
          <p:cNvPr id="105" name="node11"/>
          <p:cNvGrpSpPr/>
          <p:nvPr/>
        </p:nvGrpSpPr>
        <p:grpSpPr>
          <a:xfrm>
            <a:off x="8724900" y="2057400"/>
            <a:ext cx="2743200" cy="457200"/>
            <a:chOff x="8724900" y="2057400"/>
            <a:chExt cx="2743200" cy="457200"/>
          </a:xfrm>
        </p:grpSpPr>
        <p:sp>
          <p:nvSpPr>
            <p:cNvPr id="23" name="node11.surface"/>
            <p:cNvSpPr/>
            <p:nvPr/>
          </p:nvSpPr>
          <p:spPr>
            <a:xfrm>
              <a:off x="8731250" y="2063750"/>
              <a:ext cx="2730500" cy="444500"/>
            </a:xfrm>
            <a:prstGeom prst="rect">
              <a:avLst/>
            </a:prstGeom>
            <a:solidFill>
              <a:srgbClr val="FFFFFF"/>
            </a:solidFill>
            <a:ln w="12700">
              <a:solidFill>
                <a:srgbClr val="CED7E6"/>
              </a:solidFill>
              <a:prstDash val="solid"/>
            </a:ln>
          </p:spPr>
        </p:sp>
        <p:sp>
          <p:nvSpPr>
            <p:cNvPr id="24" name="node11.text"/>
            <p:cNvSpPr/>
            <p:nvPr/>
          </p:nvSpPr>
          <p:spPr>
            <a:xfrm>
              <a:off x="8877300" y="2152650"/>
              <a:ext cx="2438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$1.0M</a:t>
              </a:r>
              <a:endParaRPr lang="en-US" sz="1400" spc="0" kern="0" b="0" i="0" dirty="0">
                <a:solidFill>
                  <a:srgbClr val="070154"/>
                </a:solidFill>
                <a:latin typeface="IBM Plex Sans"/>
                <a:ea typeface="IBM Plex Sans"/>
                <a:cs typeface="IBM Plex Sans"/>
              </a:endParaRPr>
            </a:p>
          </p:txBody>
        </p:sp>
      </p:grpSp>
      <p:grpSp>
        <p:nvGrpSpPr>
          <p:cNvPr id="106" name="node12"/>
          <p:cNvGrpSpPr/>
          <p:nvPr/>
        </p:nvGrpSpPr>
        <p:grpSpPr>
          <a:xfrm>
            <a:off x="5067300" y="2243379"/>
            <a:ext cx="228600" cy="85242"/>
            <a:chOff x="5067300" y="2243379"/>
            <a:chExt cx="228600" cy="85242"/>
          </a:xfrm>
        </p:grpSpPr>
        <p:sp>
          <p:nvSpPr>
            <p:cNvPr id="25" name="node12.segment-1"/>
            <p:cNvSpPr/>
            <p:nvPr/>
          </p:nvSpPr>
          <p:spPr>
            <a:xfrm>
              <a:off x="5067300" y="22860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26" name="node12.head-end.0"/>
            <p:cNvSpPr/>
            <p:nvPr/>
          </p:nvSpPr>
          <p:spPr>
            <a:xfrm>
              <a:off x="5217883" y="2286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7" name="node12.head-end.1"/>
            <p:cNvSpPr/>
            <p:nvPr/>
          </p:nvSpPr>
          <p:spPr>
            <a:xfrm>
              <a:off x="5217883" y="2243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07" name="node13"/>
          <p:cNvGrpSpPr/>
          <p:nvPr/>
        </p:nvGrpSpPr>
        <p:grpSpPr>
          <a:xfrm>
            <a:off x="8496300" y="2243379"/>
            <a:ext cx="228600" cy="85242"/>
            <a:chOff x="8496300" y="2243379"/>
            <a:chExt cx="228600" cy="85242"/>
          </a:xfrm>
        </p:grpSpPr>
        <p:sp>
          <p:nvSpPr>
            <p:cNvPr id="28" name="node13.segment-1"/>
            <p:cNvSpPr/>
            <p:nvPr/>
          </p:nvSpPr>
          <p:spPr>
            <a:xfrm>
              <a:off x="8496300" y="22860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29" name="node13.head-end.0"/>
            <p:cNvSpPr/>
            <p:nvPr/>
          </p:nvSpPr>
          <p:spPr>
            <a:xfrm>
              <a:off x="8646883" y="2286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0" name="node13.head-end.1"/>
            <p:cNvSpPr/>
            <p:nvPr/>
          </p:nvSpPr>
          <p:spPr>
            <a:xfrm>
              <a:off x="8646883" y="2243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08" name="node14"/>
          <p:cNvGrpSpPr/>
          <p:nvPr/>
        </p:nvGrpSpPr>
        <p:grpSpPr>
          <a:xfrm>
            <a:off x="2552700" y="2743200"/>
            <a:ext cx="2514600" cy="457200"/>
            <a:chOff x="2552700" y="2743200"/>
            <a:chExt cx="2514600" cy="457200"/>
          </a:xfrm>
        </p:grpSpPr>
        <p:sp>
          <p:nvSpPr>
            <p:cNvPr id="31" name="node14.surface"/>
            <p:cNvSpPr/>
            <p:nvPr/>
          </p:nvSpPr>
          <p:spPr>
            <a:xfrm>
              <a:off x="2552700" y="2743200"/>
              <a:ext cx="2514600" cy="457200"/>
            </a:xfrm>
            <a:prstGeom prst="rect">
              <a:avLst/>
            </a:prstGeom>
            <a:solidFill>
              <a:srgbClr val="CED7E6"/>
            </a:solidFill>
            <a:ln>
              <a:noFill/>
            </a:ln>
          </p:spPr>
        </p:sp>
        <p:sp>
          <p:nvSpPr>
            <p:cNvPr id="32" name="node14.text"/>
            <p:cNvSpPr/>
            <p:nvPr/>
          </p:nvSpPr>
          <p:spPr>
            <a:xfrm>
              <a:off x="2705100" y="28575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Rework and errors</a:t>
              </a:r>
              <a:endParaRPr lang="en-US" sz="1200" spc="0" kern="0" b="0" i="0" dirty="0">
                <a:solidFill>
                  <a:srgbClr val="070154"/>
                </a:solidFill>
                <a:latin typeface="IBM Plex Sans"/>
                <a:ea typeface="IBM Plex Sans"/>
                <a:cs typeface="IBM Plex Sans"/>
              </a:endParaRPr>
            </a:p>
          </p:txBody>
        </p:sp>
      </p:grpSp>
      <p:grpSp>
        <p:nvGrpSpPr>
          <p:cNvPr id="109" name="node15"/>
          <p:cNvGrpSpPr/>
          <p:nvPr/>
        </p:nvGrpSpPr>
        <p:grpSpPr>
          <a:xfrm>
            <a:off x="5295900" y="2743200"/>
            <a:ext cx="3200400" cy="457200"/>
            <a:chOff x="5295900" y="2743200"/>
            <a:chExt cx="3200400" cy="457200"/>
          </a:xfrm>
        </p:grpSpPr>
        <p:sp>
          <p:nvSpPr>
            <p:cNvPr id="33" name="node15.surface"/>
            <p:cNvSpPr/>
            <p:nvPr/>
          </p:nvSpPr>
          <p:spPr>
            <a:xfrm>
              <a:off x="5295900" y="2743200"/>
              <a:ext cx="3200400" cy="457200"/>
            </a:xfrm>
            <a:prstGeom prst="rect">
              <a:avLst/>
            </a:prstGeom>
            <a:solidFill>
              <a:srgbClr val="E8EEF8"/>
            </a:solidFill>
            <a:ln>
              <a:noFill/>
            </a:ln>
          </p:spPr>
        </p:sp>
        <p:sp>
          <p:nvSpPr>
            <p:cNvPr id="34" name="node15.text"/>
            <p:cNvSpPr/>
            <p:nvPr/>
          </p:nvSpPr>
          <p:spPr>
            <a:xfrm>
              <a:off x="5448300" y="28575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Corrections a month: 310 to 120</a:t>
              </a:r>
              <a:endParaRPr lang="en-US" sz="1200" spc="0" kern="0" b="0" i="0" dirty="0">
                <a:solidFill>
                  <a:srgbClr val="070154"/>
                </a:solidFill>
                <a:latin typeface="IBM Plex Sans"/>
                <a:ea typeface="IBM Plex Sans"/>
                <a:cs typeface="IBM Plex Sans"/>
              </a:endParaRPr>
            </a:p>
          </p:txBody>
        </p:sp>
      </p:grpSp>
      <p:grpSp>
        <p:nvGrpSpPr>
          <p:cNvPr id="110" name="node16"/>
          <p:cNvGrpSpPr/>
          <p:nvPr/>
        </p:nvGrpSpPr>
        <p:grpSpPr>
          <a:xfrm>
            <a:off x="8724900" y="2743200"/>
            <a:ext cx="2743200" cy="457200"/>
            <a:chOff x="8724900" y="2743200"/>
            <a:chExt cx="2743200" cy="457200"/>
          </a:xfrm>
        </p:grpSpPr>
        <p:sp>
          <p:nvSpPr>
            <p:cNvPr id="35" name="node16.surface"/>
            <p:cNvSpPr/>
            <p:nvPr/>
          </p:nvSpPr>
          <p:spPr>
            <a:xfrm>
              <a:off x="8731250" y="2749550"/>
              <a:ext cx="2730500" cy="444500"/>
            </a:xfrm>
            <a:prstGeom prst="rect">
              <a:avLst/>
            </a:prstGeom>
            <a:solidFill>
              <a:srgbClr val="FFFFFF"/>
            </a:solidFill>
            <a:ln w="12700">
              <a:solidFill>
                <a:srgbClr val="CED7E6"/>
              </a:solidFill>
              <a:prstDash val="solid"/>
            </a:ln>
          </p:spPr>
        </p:sp>
        <p:sp>
          <p:nvSpPr>
            <p:cNvPr id="36" name="node16.text"/>
            <p:cNvSpPr/>
            <p:nvPr/>
          </p:nvSpPr>
          <p:spPr>
            <a:xfrm>
              <a:off x="8877300" y="2838450"/>
              <a:ext cx="2438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$0.3M</a:t>
              </a:r>
              <a:endParaRPr lang="en-US" sz="1400" spc="0" kern="0" b="0" i="0" dirty="0">
                <a:solidFill>
                  <a:srgbClr val="070154"/>
                </a:solidFill>
                <a:latin typeface="IBM Plex Sans"/>
                <a:ea typeface="IBM Plex Sans"/>
                <a:cs typeface="IBM Plex Sans"/>
              </a:endParaRPr>
            </a:p>
          </p:txBody>
        </p:sp>
      </p:grpSp>
      <p:grpSp>
        <p:nvGrpSpPr>
          <p:cNvPr id="111" name="node17"/>
          <p:cNvGrpSpPr/>
          <p:nvPr/>
        </p:nvGrpSpPr>
        <p:grpSpPr>
          <a:xfrm>
            <a:off x="5067300" y="2929179"/>
            <a:ext cx="228600" cy="85242"/>
            <a:chOff x="5067300" y="2929179"/>
            <a:chExt cx="228600" cy="85242"/>
          </a:xfrm>
        </p:grpSpPr>
        <p:sp>
          <p:nvSpPr>
            <p:cNvPr id="37" name="node17.segment-1"/>
            <p:cNvSpPr/>
            <p:nvPr/>
          </p:nvSpPr>
          <p:spPr>
            <a:xfrm>
              <a:off x="5067300" y="29718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8" name="node17.head-end.0"/>
            <p:cNvSpPr/>
            <p:nvPr/>
          </p:nvSpPr>
          <p:spPr>
            <a:xfrm>
              <a:off x="5217883" y="2971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9" name="node17.head-end.1"/>
            <p:cNvSpPr/>
            <p:nvPr/>
          </p:nvSpPr>
          <p:spPr>
            <a:xfrm>
              <a:off x="5217883" y="2929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12" name="node18"/>
          <p:cNvGrpSpPr/>
          <p:nvPr/>
        </p:nvGrpSpPr>
        <p:grpSpPr>
          <a:xfrm>
            <a:off x="8496300" y="2929179"/>
            <a:ext cx="228600" cy="85242"/>
            <a:chOff x="8496300" y="2929179"/>
            <a:chExt cx="228600" cy="85242"/>
          </a:xfrm>
        </p:grpSpPr>
        <p:sp>
          <p:nvSpPr>
            <p:cNvPr id="40" name="node18.segment-1"/>
            <p:cNvSpPr/>
            <p:nvPr/>
          </p:nvSpPr>
          <p:spPr>
            <a:xfrm>
              <a:off x="8496300" y="29718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41" name="node18.head-end.0"/>
            <p:cNvSpPr/>
            <p:nvPr/>
          </p:nvSpPr>
          <p:spPr>
            <a:xfrm>
              <a:off x="8646883" y="2971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2" name="node18.head-end.1"/>
            <p:cNvSpPr/>
            <p:nvPr/>
          </p:nvSpPr>
          <p:spPr>
            <a:xfrm>
              <a:off x="8646883" y="2929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13" name="node19"/>
          <p:cNvGrpSpPr/>
          <p:nvPr/>
        </p:nvGrpSpPr>
        <p:grpSpPr>
          <a:xfrm>
            <a:off x="2552700" y="3429000"/>
            <a:ext cx="2514600" cy="457200"/>
            <a:chOff x="2552700" y="3429000"/>
            <a:chExt cx="2514600" cy="457200"/>
          </a:xfrm>
        </p:grpSpPr>
        <p:sp>
          <p:nvSpPr>
            <p:cNvPr id="43" name="node19.surface"/>
            <p:cNvSpPr/>
            <p:nvPr/>
          </p:nvSpPr>
          <p:spPr>
            <a:xfrm>
              <a:off x="2552700" y="3429000"/>
              <a:ext cx="2514600" cy="457200"/>
            </a:xfrm>
            <a:prstGeom prst="rect">
              <a:avLst/>
            </a:prstGeom>
            <a:solidFill>
              <a:srgbClr val="CED7E6"/>
            </a:solidFill>
            <a:ln>
              <a:noFill/>
            </a:ln>
          </p:spPr>
        </p:sp>
        <p:sp>
          <p:nvSpPr>
            <p:cNvPr id="44" name="node19.text"/>
            <p:cNvSpPr/>
            <p:nvPr/>
          </p:nvSpPr>
          <p:spPr>
            <a:xfrm>
              <a:off x="2705100" y="35433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114" name="node20"/>
          <p:cNvGrpSpPr/>
          <p:nvPr/>
        </p:nvGrpSpPr>
        <p:grpSpPr>
          <a:xfrm>
            <a:off x="5295900" y="3429000"/>
            <a:ext cx="3200400" cy="457200"/>
            <a:chOff x="5295900" y="3429000"/>
            <a:chExt cx="3200400" cy="457200"/>
          </a:xfrm>
        </p:grpSpPr>
        <p:sp>
          <p:nvSpPr>
            <p:cNvPr id="45" name="node20.surface"/>
            <p:cNvSpPr/>
            <p:nvPr/>
          </p:nvSpPr>
          <p:spPr>
            <a:xfrm>
              <a:off x="5295900" y="3429000"/>
              <a:ext cx="3200400" cy="457200"/>
            </a:xfrm>
            <a:prstGeom prst="rect">
              <a:avLst/>
            </a:prstGeom>
            <a:solidFill>
              <a:srgbClr val="E8EEF8"/>
            </a:solidFill>
            <a:ln>
              <a:noFill/>
            </a:ln>
          </p:spPr>
        </p:sp>
        <p:sp>
          <p:nvSpPr>
            <p:cNvPr id="46" name="node20.text"/>
            <p:cNvSpPr/>
            <p:nvPr/>
          </p:nvSpPr>
          <p:spPr>
            <a:xfrm>
              <a:off x="5448300" y="35433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 rate: 9.1% to 6.4%</a:t>
              </a:r>
              <a:endParaRPr lang="en-US" sz="1200" spc="0" kern="0" b="0" i="0" dirty="0">
                <a:solidFill>
                  <a:srgbClr val="070154"/>
                </a:solidFill>
                <a:latin typeface="IBM Plex Sans"/>
                <a:ea typeface="IBM Plex Sans"/>
                <a:cs typeface="IBM Plex Sans"/>
              </a:endParaRPr>
            </a:p>
          </p:txBody>
        </p:sp>
      </p:grpSp>
      <p:grpSp>
        <p:nvGrpSpPr>
          <p:cNvPr id="115" name="node21"/>
          <p:cNvGrpSpPr/>
          <p:nvPr/>
        </p:nvGrpSpPr>
        <p:grpSpPr>
          <a:xfrm>
            <a:off x="8724900" y="3429000"/>
            <a:ext cx="2743200" cy="457200"/>
            <a:chOff x="8724900" y="3429000"/>
            <a:chExt cx="2743200" cy="457200"/>
          </a:xfrm>
        </p:grpSpPr>
        <p:sp>
          <p:nvSpPr>
            <p:cNvPr id="47" name="node21.surface"/>
            <p:cNvSpPr/>
            <p:nvPr/>
          </p:nvSpPr>
          <p:spPr>
            <a:xfrm>
              <a:off x="8731250" y="3435350"/>
              <a:ext cx="2730500" cy="444500"/>
            </a:xfrm>
            <a:prstGeom prst="rect">
              <a:avLst/>
            </a:prstGeom>
            <a:solidFill>
              <a:srgbClr val="FFFFFF"/>
            </a:solidFill>
            <a:ln w="12700">
              <a:solidFill>
                <a:srgbClr val="CED7E6"/>
              </a:solidFill>
              <a:prstDash val="solid"/>
            </a:ln>
          </p:spPr>
        </p:sp>
        <p:sp>
          <p:nvSpPr>
            <p:cNvPr id="48" name="node21.text"/>
            <p:cNvSpPr/>
            <p:nvPr/>
          </p:nvSpPr>
          <p:spPr>
            <a:xfrm>
              <a:off x="8877300" y="3524250"/>
              <a:ext cx="2438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$0.8M</a:t>
              </a:r>
              <a:endParaRPr lang="en-US" sz="1400" spc="0" kern="0" b="0" i="0" dirty="0">
                <a:solidFill>
                  <a:srgbClr val="070154"/>
                </a:solidFill>
                <a:latin typeface="IBM Plex Sans"/>
                <a:ea typeface="IBM Plex Sans"/>
                <a:cs typeface="IBM Plex Sans"/>
              </a:endParaRPr>
            </a:p>
          </p:txBody>
        </p:sp>
      </p:grpSp>
      <p:grpSp>
        <p:nvGrpSpPr>
          <p:cNvPr id="116" name="node22"/>
          <p:cNvGrpSpPr/>
          <p:nvPr/>
        </p:nvGrpSpPr>
        <p:grpSpPr>
          <a:xfrm>
            <a:off x="5067300" y="3614979"/>
            <a:ext cx="228600" cy="85242"/>
            <a:chOff x="5067300" y="3614979"/>
            <a:chExt cx="228600" cy="85242"/>
          </a:xfrm>
        </p:grpSpPr>
        <p:sp>
          <p:nvSpPr>
            <p:cNvPr id="49" name="node22.segment-1"/>
            <p:cNvSpPr/>
            <p:nvPr/>
          </p:nvSpPr>
          <p:spPr>
            <a:xfrm>
              <a:off x="5067300" y="36576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50" name="node22.head-end.0"/>
            <p:cNvSpPr/>
            <p:nvPr/>
          </p:nvSpPr>
          <p:spPr>
            <a:xfrm>
              <a:off x="5217883" y="3657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1" name="node22.head-end.1"/>
            <p:cNvSpPr/>
            <p:nvPr/>
          </p:nvSpPr>
          <p:spPr>
            <a:xfrm>
              <a:off x="5217883" y="3614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17" name="node23"/>
          <p:cNvGrpSpPr/>
          <p:nvPr/>
        </p:nvGrpSpPr>
        <p:grpSpPr>
          <a:xfrm>
            <a:off x="8496300" y="3614979"/>
            <a:ext cx="228600" cy="85242"/>
            <a:chOff x="8496300" y="3614979"/>
            <a:chExt cx="228600" cy="85242"/>
          </a:xfrm>
        </p:grpSpPr>
        <p:sp>
          <p:nvSpPr>
            <p:cNvPr id="52" name="node23.segment-1"/>
            <p:cNvSpPr/>
            <p:nvPr/>
          </p:nvSpPr>
          <p:spPr>
            <a:xfrm>
              <a:off x="8496300" y="36576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53" name="node23.head-end.0"/>
            <p:cNvSpPr/>
            <p:nvPr/>
          </p:nvSpPr>
          <p:spPr>
            <a:xfrm>
              <a:off x="8646883" y="3657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4" name="node23.head-end.1"/>
            <p:cNvSpPr/>
            <p:nvPr/>
          </p:nvSpPr>
          <p:spPr>
            <a:xfrm>
              <a:off x="8646883" y="3614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18" name="node24"/>
          <p:cNvGrpSpPr/>
          <p:nvPr/>
        </p:nvGrpSpPr>
        <p:grpSpPr>
          <a:xfrm>
            <a:off x="2552700" y="4114800"/>
            <a:ext cx="2514600" cy="457200"/>
            <a:chOff x="2552700" y="4114800"/>
            <a:chExt cx="2514600" cy="457200"/>
          </a:xfrm>
        </p:grpSpPr>
        <p:sp>
          <p:nvSpPr>
            <p:cNvPr id="55" name="node24.surface"/>
            <p:cNvSpPr/>
            <p:nvPr/>
          </p:nvSpPr>
          <p:spPr>
            <a:xfrm>
              <a:off x="2552700" y="4114800"/>
              <a:ext cx="2514600" cy="457200"/>
            </a:xfrm>
            <a:prstGeom prst="rect">
              <a:avLst/>
            </a:prstGeom>
            <a:solidFill>
              <a:srgbClr val="CED7E6"/>
            </a:solidFill>
            <a:ln>
              <a:noFill/>
            </a:ln>
          </p:spPr>
        </p:sp>
        <p:sp>
          <p:nvSpPr>
            <p:cNvPr id="56" name="node24.text"/>
            <p:cNvSpPr/>
            <p:nvPr/>
          </p:nvSpPr>
          <p:spPr>
            <a:xfrm>
              <a:off x="2705100" y="42291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Procure-to-pay</a:t>
              </a:r>
              <a:endParaRPr lang="en-US" sz="1200" spc="0" kern="0" b="0" i="0" dirty="0">
                <a:solidFill>
                  <a:srgbClr val="070154"/>
                </a:solidFill>
                <a:latin typeface="IBM Plex Sans"/>
                <a:ea typeface="IBM Plex Sans"/>
                <a:cs typeface="IBM Plex Sans"/>
              </a:endParaRPr>
            </a:p>
          </p:txBody>
        </p:sp>
      </p:grpSp>
      <p:grpSp>
        <p:nvGrpSpPr>
          <p:cNvPr id="119" name="node25"/>
          <p:cNvGrpSpPr/>
          <p:nvPr/>
        </p:nvGrpSpPr>
        <p:grpSpPr>
          <a:xfrm>
            <a:off x="5295900" y="4114800"/>
            <a:ext cx="3200400" cy="457200"/>
            <a:chOff x="5295900" y="4114800"/>
            <a:chExt cx="3200400" cy="457200"/>
          </a:xfrm>
        </p:grpSpPr>
        <p:sp>
          <p:nvSpPr>
            <p:cNvPr id="57" name="node25.surface"/>
            <p:cNvSpPr/>
            <p:nvPr/>
          </p:nvSpPr>
          <p:spPr>
            <a:xfrm>
              <a:off x="5295900" y="4114800"/>
              <a:ext cx="3200400" cy="457200"/>
            </a:xfrm>
            <a:prstGeom prst="rect">
              <a:avLst/>
            </a:prstGeom>
            <a:solidFill>
              <a:srgbClr val="E8EEF8"/>
            </a:solidFill>
            <a:ln>
              <a:noFill/>
            </a:ln>
          </p:spPr>
        </p:sp>
        <p:sp>
          <p:nvSpPr>
            <p:cNvPr id="58" name="node25.text"/>
            <p:cNvSpPr/>
            <p:nvPr/>
          </p:nvSpPr>
          <p:spPr>
            <a:xfrm>
              <a:off x="5448300" y="42291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Spend under contract: 54% to 72%</a:t>
              </a:r>
              <a:endParaRPr lang="en-US" sz="1200" spc="0" kern="0" b="0" i="0" dirty="0">
                <a:solidFill>
                  <a:srgbClr val="070154"/>
                </a:solidFill>
                <a:latin typeface="IBM Plex Sans"/>
                <a:ea typeface="IBM Plex Sans"/>
                <a:cs typeface="IBM Plex Sans"/>
              </a:endParaRPr>
            </a:p>
          </p:txBody>
        </p:sp>
      </p:grpSp>
      <p:grpSp>
        <p:nvGrpSpPr>
          <p:cNvPr id="120" name="node26"/>
          <p:cNvGrpSpPr/>
          <p:nvPr/>
        </p:nvGrpSpPr>
        <p:grpSpPr>
          <a:xfrm>
            <a:off x="8724900" y="4114800"/>
            <a:ext cx="2743200" cy="457200"/>
            <a:chOff x="8724900" y="4114800"/>
            <a:chExt cx="2743200" cy="457200"/>
          </a:xfrm>
        </p:grpSpPr>
        <p:sp>
          <p:nvSpPr>
            <p:cNvPr id="59" name="node26.surface"/>
            <p:cNvSpPr/>
            <p:nvPr/>
          </p:nvSpPr>
          <p:spPr>
            <a:xfrm>
              <a:off x="8731250" y="4121150"/>
              <a:ext cx="2730500" cy="444500"/>
            </a:xfrm>
            <a:prstGeom prst="rect">
              <a:avLst/>
            </a:prstGeom>
            <a:solidFill>
              <a:srgbClr val="FFFFFF"/>
            </a:solidFill>
            <a:ln w="12700">
              <a:solidFill>
                <a:srgbClr val="CED7E6"/>
              </a:solidFill>
              <a:prstDash val="solid"/>
            </a:ln>
          </p:spPr>
        </p:sp>
        <p:sp>
          <p:nvSpPr>
            <p:cNvPr id="60" name="node26.text"/>
            <p:cNvSpPr/>
            <p:nvPr/>
          </p:nvSpPr>
          <p:spPr>
            <a:xfrm>
              <a:off x="8877300" y="4210050"/>
              <a:ext cx="2438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$0.4M</a:t>
              </a:r>
              <a:endParaRPr lang="en-US" sz="1400" spc="0" kern="0" b="0" i="0" dirty="0">
                <a:solidFill>
                  <a:srgbClr val="070154"/>
                </a:solidFill>
                <a:latin typeface="IBM Plex Sans"/>
                <a:ea typeface="IBM Plex Sans"/>
                <a:cs typeface="IBM Plex Sans"/>
              </a:endParaRPr>
            </a:p>
          </p:txBody>
        </p:sp>
      </p:grpSp>
      <p:grpSp>
        <p:nvGrpSpPr>
          <p:cNvPr id="121" name="node27"/>
          <p:cNvGrpSpPr/>
          <p:nvPr/>
        </p:nvGrpSpPr>
        <p:grpSpPr>
          <a:xfrm>
            <a:off x="5067300" y="4300779"/>
            <a:ext cx="228600" cy="85242"/>
            <a:chOff x="5067300" y="4300779"/>
            <a:chExt cx="228600" cy="85242"/>
          </a:xfrm>
        </p:grpSpPr>
        <p:sp>
          <p:nvSpPr>
            <p:cNvPr id="61" name="node27.segment-1"/>
            <p:cNvSpPr/>
            <p:nvPr/>
          </p:nvSpPr>
          <p:spPr>
            <a:xfrm>
              <a:off x="5067300" y="43434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62" name="node27.head-end.0"/>
            <p:cNvSpPr/>
            <p:nvPr/>
          </p:nvSpPr>
          <p:spPr>
            <a:xfrm>
              <a:off x="5217883" y="4343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3" name="node27.head-end.1"/>
            <p:cNvSpPr/>
            <p:nvPr/>
          </p:nvSpPr>
          <p:spPr>
            <a:xfrm>
              <a:off x="5217883" y="4300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22" name="node28"/>
          <p:cNvGrpSpPr/>
          <p:nvPr/>
        </p:nvGrpSpPr>
        <p:grpSpPr>
          <a:xfrm>
            <a:off x="8496300" y="4300779"/>
            <a:ext cx="228600" cy="85242"/>
            <a:chOff x="8496300" y="4300779"/>
            <a:chExt cx="228600" cy="85242"/>
          </a:xfrm>
        </p:grpSpPr>
        <p:sp>
          <p:nvSpPr>
            <p:cNvPr id="64" name="node28.segment-1"/>
            <p:cNvSpPr/>
            <p:nvPr/>
          </p:nvSpPr>
          <p:spPr>
            <a:xfrm>
              <a:off x="8496300" y="43434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65" name="node28.head-end.0"/>
            <p:cNvSpPr/>
            <p:nvPr/>
          </p:nvSpPr>
          <p:spPr>
            <a:xfrm>
              <a:off x="8646883" y="4343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6" name="node28.head-end.1"/>
            <p:cNvSpPr/>
            <p:nvPr/>
          </p:nvSpPr>
          <p:spPr>
            <a:xfrm>
              <a:off x="8646883" y="4300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23" name="node29"/>
          <p:cNvGrpSpPr/>
          <p:nvPr/>
        </p:nvGrpSpPr>
        <p:grpSpPr>
          <a:xfrm>
            <a:off x="2552700" y="4800600"/>
            <a:ext cx="2514600" cy="457200"/>
            <a:chOff x="2552700" y="4800600"/>
            <a:chExt cx="2514600" cy="457200"/>
          </a:xfrm>
        </p:grpSpPr>
        <p:sp>
          <p:nvSpPr>
            <p:cNvPr id="67" name="node29.surface"/>
            <p:cNvSpPr/>
            <p:nvPr/>
          </p:nvSpPr>
          <p:spPr>
            <a:xfrm>
              <a:off x="2552700" y="4800600"/>
              <a:ext cx="2514600" cy="457200"/>
            </a:xfrm>
            <a:prstGeom prst="rect">
              <a:avLst/>
            </a:prstGeom>
            <a:solidFill>
              <a:srgbClr val="CED7E6"/>
            </a:solidFill>
            <a:ln>
              <a:noFill/>
            </a:ln>
          </p:spPr>
        </p:sp>
        <p:sp>
          <p:nvSpPr>
            <p:cNvPr id="68" name="node29.text"/>
            <p:cNvSpPr/>
            <p:nvPr/>
          </p:nvSpPr>
          <p:spPr>
            <a:xfrm>
              <a:off x="2705100" y="49149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Risk avoided</a:t>
              </a:r>
              <a:endParaRPr lang="en-US" sz="1200" spc="0" kern="0" b="0" i="0" dirty="0">
                <a:solidFill>
                  <a:srgbClr val="070154"/>
                </a:solidFill>
                <a:latin typeface="IBM Plex Sans"/>
                <a:ea typeface="IBM Plex Sans"/>
                <a:cs typeface="IBM Plex Sans"/>
              </a:endParaRPr>
            </a:p>
          </p:txBody>
        </p:sp>
      </p:grpSp>
      <p:grpSp>
        <p:nvGrpSpPr>
          <p:cNvPr id="124" name="node30"/>
          <p:cNvGrpSpPr/>
          <p:nvPr/>
        </p:nvGrpSpPr>
        <p:grpSpPr>
          <a:xfrm>
            <a:off x="5295900" y="4800600"/>
            <a:ext cx="3200400" cy="457200"/>
            <a:chOff x="5295900" y="4800600"/>
            <a:chExt cx="3200400" cy="457200"/>
          </a:xfrm>
        </p:grpSpPr>
        <p:sp>
          <p:nvSpPr>
            <p:cNvPr id="69" name="node30.surface"/>
            <p:cNvSpPr/>
            <p:nvPr/>
          </p:nvSpPr>
          <p:spPr>
            <a:xfrm>
              <a:off x="5295900" y="4800600"/>
              <a:ext cx="3200400" cy="457200"/>
            </a:xfrm>
            <a:prstGeom prst="rect">
              <a:avLst/>
            </a:prstGeom>
            <a:solidFill>
              <a:srgbClr val="E8EEF8"/>
            </a:solidFill>
            <a:ln>
              <a:noFill/>
            </a:ln>
          </p:spPr>
        </p:sp>
        <p:sp>
          <p:nvSpPr>
            <p:cNvPr id="70" name="node30.text"/>
            <p:cNvSpPr/>
            <p:nvPr/>
          </p:nvSpPr>
          <p:spPr>
            <a:xfrm>
              <a:off x="5448300" y="49149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audit findings: 14 to 4</a:t>
              </a:r>
              <a:endParaRPr lang="en-US" sz="1200" spc="0" kern="0" b="0" i="0" dirty="0">
                <a:solidFill>
                  <a:srgbClr val="070154"/>
                </a:solidFill>
                <a:latin typeface="IBM Plex Sans"/>
                <a:ea typeface="IBM Plex Sans"/>
                <a:cs typeface="IBM Plex Sans"/>
              </a:endParaRPr>
            </a:p>
          </p:txBody>
        </p:sp>
      </p:grpSp>
      <p:grpSp>
        <p:nvGrpSpPr>
          <p:cNvPr id="125" name="node31"/>
          <p:cNvGrpSpPr/>
          <p:nvPr/>
        </p:nvGrpSpPr>
        <p:grpSpPr>
          <a:xfrm>
            <a:off x="8724900" y="4800600"/>
            <a:ext cx="2743200" cy="457200"/>
            <a:chOff x="8724900" y="4800600"/>
            <a:chExt cx="2743200" cy="457200"/>
          </a:xfrm>
        </p:grpSpPr>
        <p:sp>
          <p:nvSpPr>
            <p:cNvPr id="71" name="node31.surface"/>
            <p:cNvSpPr/>
            <p:nvPr/>
          </p:nvSpPr>
          <p:spPr>
            <a:xfrm>
              <a:off x="8731250" y="4806950"/>
              <a:ext cx="2730500" cy="444500"/>
            </a:xfrm>
            <a:prstGeom prst="rect">
              <a:avLst/>
            </a:prstGeom>
            <a:solidFill>
              <a:srgbClr val="FFFFFF"/>
            </a:solidFill>
            <a:ln w="12700">
              <a:solidFill>
                <a:srgbClr val="CED7E6"/>
              </a:solidFill>
              <a:prstDash val="solid"/>
            </a:ln>
          </p:spPr>
        </p:sp>
        <p:sp>
          <p:nvSpPr>
            <p:cNvPr id="72" name="node31.text"/>
            <p:cNvSpPr/>
            <p:nvPr/>
          </p:nvSpPr>
          <p:spPr>
            <a:xfrm>
              <a:off x="8877300" y="4895850"/>
              <a:ext cx="2438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$0.1M</a:t>
              </a:r>
              <a:endParaRPr lang="en-US" sz="1400" spc="0" kern="0" b="0" i="0" dirty="0">
                <a:solidFill>
                  <a:srgbClr val="070154"/>
                </a:solidFill>
                <a:latin typeface="IBM Plex Sans"/>
                <a:ea typeface="IBM Plex Sans"/>
                <a:cs typeface="IBM Plex Sans"/>
              </a:endParaRPr>
            </a:p>
          </p:txBody>
        </p:sp>
      </p:grpSp>
      <p:grpSp>
        <p:nvGrpSpPr>
          <p:cNvPr id="126" name="node32"/>
          <p:cNvGrpSpPr/>
          <p:nvPr/>
        </p:nvGrpSpPr>
        <p:grpSpPr>
          <a:xfrm>
            <a:off x="5067300" y="4986579"/>
            <a:ext cx="228600" cy="85242"/>
            <a:chOff x="5067300" y="4986579"/>
            <a:chExt cx="228600" cy="85242"/>
          </a:xfrm>
        </p:grpSpPr>
        <p:sp>
          <p:nvSpPr>
            <p:cNvPr id="73" name="node32.segment-1"/>
            <p:cNvSpPr/>
            <p:nvPr/>
          </p:nvSpPr>
          <p:spPr>
            <a:xfrm>
              <a:off x="5067300" y="50292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74" name="node32.head-end.0"/>
            <p:cNvSpPr/>
            <p:nvPr/>
          </p:nvSpPr>
          <p:spPr>
            <a:xfrm>
              <a:off x="5217883" y="5029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5" name="node32.head-end.1"/>
            <p:cNvSpPr/>
            <p:nvPr/>
          </p:nvSpPr>
          <p:spPr>
            <a:xfrm>
              <a:off x="5217883" y="4986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27" name="node33"/>
          <p:cNvGrpSpPr/>
          <p:nvPr/>
        </p:nvGrpSpPr>
        <p:grpSpPr>
          <a:xfrm>
            <a:off x="8496300" y="4986579"/>
            <a:ext cx="228600" cy="85242"/>
            <a:chOff x="8496300" y="4986579"/>
            <a:chExt cx="228600" cy="85242"/>
          </a:xfrm>
        </p:grpSpPr>
        <p:sp>
          <p:nvSpPr>
            <p:cNvPr id="76" name="node33.segment-1"/>
            <p:cNvSpPr/>
            <p:nvPr/>
          </p:nvSpPr>
          <p:spPr>
            <a:xfrm>
              <a:off x="8496300" y="50292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77" name="node33.head-end.0"/>
            <p:cNvSpPr/>
            <p:nvPr/>
          </p:nvSpPr>
          <p:spPr>
            <a:xfrm>
              <a:off x="8646883" y="5029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8" name="node33.head-end.1"/>
            <p:cNvSpPr/>
            <p:nvPr/>
          </p:nvSpPr>
          <p:spPr>
            <a:xfrm>
              <a:off x="8646883" y="4986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28" name="node34"/>
          <p:cNvGrpSpPr/>
          <p:nvPr/>
        </p:nvGrpSpPr>
        <p:grpSpPr>
          <a:xfrm>
            <a:off x="2095500" y="2286000"/>
            <a:ext cx="457200" cy="342900"/>
            <a:chOff x="2095500" y="2286000"/>
            <a:chExt cx="457200" cy="342900"/>
          </a:xfrm>
        </p:grpSpPr>
        <p:sp>
          <p:nvSpPr>
            <p:cNvPr id="79" name="node34.segment-1"/>
            <p:cNvSpPr/>
            <p:nvPr/>
          </p:nvSpPr>
          <p:spPr>
            <a:xfrm>
              <a:off x="2095500" y="26289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80" name="node34.segment-2"/>
            <p:cNvSpPr/>
            <p:nvPr/>
          </p:nvSpPr>
          <p:spPr>
            <a:xfrm>
              <a:off x="2324100" y="2286000"/>
              <a:ext cx="0" cy="342900"/>
            </a:xfrm>
            <a:custGeom>
              <a:avLst/>
              <a:gdLst/>
              <a:ahLst/>
              <a:cxnLst/>
              <a:rect l="l" t="t" r="r" b="b"/>
              <a:pathLst>
                <a:path h="342900">
                  <a:moveTo>
                    <a:pt x="0" y="342900"/>
                  </a:moveTo>
                  <a:lnTo>
                    <a:pt x="0" y="0"/>
                  </a:lnTo>
                </a:path>
              </a:pathLst>
            </a:custGeom>
            <a:ln w="12700">
              <a:solidFill>
                <a:srgbClr val="070154"/>
              </a:solidFill>
              <a:prstDash val="solid"/>
            </a:ln>
          </p:spPr>
        </p:sp>
        <p:sp>
          <p:nvSpPr>
            <p:cNvPr id="81" name="node34.segment-3"/>
            <p:cNvSpPr/>
            <p:nvPr/>
          </p:nvSpPr>
          <p:spPr>
            <a:xfrm>
              <a:off x="2324100" y="2286000"/>
              <a:ext cx="228600" cy="0"/>
            </a:xfrm>
            <a:custGeom>
              <a:avLst/>
              <a:gdLst/>
              <a:ahLst/>
              <a:cxnLst/>
              <a:rect l="l" t="t" r="r" b="b"/>
              <a:pathLst>
                <a:path w="228600">
                  <a:moveTo>
                    <a:pt x="0" y="0"/>
                  </a:moveTo>
                  <a:lnTo>
                    <a:pt x="228600" y="0"/>
                  </a:lnTo>
                </a:path>
              </a:pathLst>
            </a:custGeom>
            <a:ln w="12700">
              <a:solidFill>
                <a:srgbClr val="070154"/>
              </a:solidFill>
              <a:prstDash val="solid"/>
            </a:ln>
          </p:spPr>
        </p:sp>
      </p:grpSp>
      <p:grpSp>
        <p:nvGrpSpPr>
          <p:cNvPr id="129" name="node35"/>
          <p:cNvGrpSpPr/>
          <p:nvPr/>
        </p:nvGrpSpPr>
        <p:grpSpPr>
          <a:xfrm>
            <a:off x="2095500" y="2628900"/>
            <a:ext cx="457200" cy="342900"/>
            <a:chOff x="2095500" y="2628900"/>
            <a:chExt cx="457200" cy="342900"/>
          </a:xfrm>
        </p:grpSpPr>
        <p:sp>
          <p:nvSpPr>
            <p:cNvPr id="82" name="node35.segment-1"/>
            <p:cNvSpPr/>
            <p:nvPr/>
          </p:nvSpPr>
          <p:spPr>
            <a:xfrm>
              <a:off x="2095500" y="26289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83" name="node35.segment-2"/>
            <p:cNvSpPr/>
            <p:nvPr/>
          </p:nvSpPr>
          <p:spPr>
            <a:xfrm>
              <a:off x="2324100" y="2628900"/>
              <a:ext cx="0" cy="342900"/>
            </a:xfrm>
            <a:custGeom>
              <a:avLst/>
              <a:gdLst/>
              <a:ahLst/>
              <a:cxnLst/>
              <a:rect l="l" t="t" r="r" b="b"/>
              <a:pathLst>
                <a:path h="342900">
                  <a:moveTo>
                    <a:pt x="0" y="0"/>
                  </a:moveTo>
                  <a:lnTo>
                    <a:pt x="0" y="342900"/>
                  </a:lnTo>
                </a:path>
              </a:pathLst>
            </a:custGeom>
            <a:ln w="12700">
              <a:solidFill>
                <a:srgbClr val="070154"/>
              </a:solidFill>
              <a:prstDash val="solid"/>
            </a:ln>
          </p:spPr>
        </p:sp>
        <p:sp>
          <p:nvSpPr>
            <p:cNvPr id="84" name="node35.segment-3"/>
            <p:cNvSpPr/>
            <p:nvPr/>
          </p:nvSpPr>
          <p:spPr>
            <a:xfrm>
              <a:off x="2324100" y="2971800"/>
              <a:ext cx="228600" cy="0"/>
            </a:xfrm>
            <a:custGeom>
              <a:avLst/>
              <a:gdLst/>
              <a:ahLst/>
              <a:cxnLst/>
              <a:rect l="l" t="t" r="r" b="b"/>
              <a:pathLst>
                <a:path w="228600">
                  <a:moveTo>
                    <a:pt x="0" y="0"/>
                  </a:moveTo>
                  <a:lnTo>
                    <a:pt x="228600" y="0"/>
                  </a:lnTo>
                </a:path>
              </a:pathLst>
            </a:custGeom>
            <a:ln w="12700">
              <a:solidFill>
                <a:srgbClr val="070154"/>
              </a:solidFill>
              <a:prstDash val="solid"/>
            </a:ln>
          </p:spPr>
        </p:sp>
      </p:grpSp>
      <p:grpSp>
        <p:nvGrpSpPr>
          <p:cNvPr id="130" name="node36"/>
          <p:cNvGrpSpPr/>
          <p:nvPr/>
        </p:nvGrpSpPr>
        <p:grpSpPr>
          <a:xfrm>
            <a:off x="2095500" y="3657600"/>
            <a:ext cx="457200" cy="1"/>
            <a:chOff x="2095500" y="3657600"/>
            <a:chExt cx="457200" cy="1"/>
          </a:xfrm>
        </p:grpSpPr>
        <p:sp>
          <p:nvSpPr>
            <p:cNvPr id="85" name="node36.segment-1"/>
            <p:cNvSpPr/>
            <p:nvPr/>
          </p:nvSpPr>
          <p:spPr>
            <a:xfrm>
              <a:off x="2095500" y="36576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86" name="node36.segment-3"/>
            <p:cNvSpPr/>
            <p:nvPr/>
          </p:nvSpPr>
          <p:spPr>
            <a:xfrm>
              <a:off x="2324100" y="3657600"/>
              <a:ext cx="228600" cy="0"/>
            </a:xfrm>
            <a:custGeom>
              <a:avLst/>
              <a:gdLst/>
              <a:ahLst/>
              <a:cxnLst/>
              <a:rect l="l" t="t" r="r" b="b"/>
              <a:pathLst>
                <a:path w="228600">
                  <a:moveTo>
                    <a:pt x="0" y="0"/>
                  </a:moveTo>
                  <a:lnTo>
                    <a:pt x="228600" y="0"/>
                  </a:lnTo>
                </a:path>
              </a:pathLst>
            </a:custGeom>
            <a:ln w="12700">
              <a:solidFill>
                <a:srgbClr val="070154"/>
              </a:solidFill>
              <a:prstDash val="solid"/>
            </a:ln>
          </p:spPr>
        </p:sp>
      </p:grpSp>
      <p:grpSp>
        <p:nvGrpSpPr>
          <p:cNvPr id="131" name="node37"/>
          <p:cNvGrpSpPr/>
          <p:nvPr/>
        </p:nvGrpSpPr>
        <p:grpSpPr>
          <a:xfrm>
            <a:off x="2095500" y="4343400"/>
            <a:ext cx="457200" cy="1"/>
            <a:chOff x="2095500" y="4343400"/>
            <a:chExt cx="457200" cy="1"/>
          </a:xfrm>
        </p:grpSpPr>
        <p:sp>
          <p:nvSpPr>
            <p:cNvPr id="87" name="node37.segment-1"/>
            <p:cNvSpPr/>
            <p:nvPr/>
          </p:nvSpPr>
          <p:spPr>
            <a:xfrm>
              <a:off x="2095500" y="43434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88" name="node37.segment-3"/>
            <p:cNvSpPr/>
            <p:nvPr/>
          </p:nvSpPr>
          <p:spPr>
            <a:xfrm>
              <a:off x="2324100" y="4343400"/>
              <a:ext cx="228600" cy="0"/>
            </a:xfrm>
            <a:custGeom>
              <a:avLst/>
              <a:gdLst/>
              <a:ahLst/>
              <a:cxnLst/>
              <a:rect l="l" t="t" r="r" b="b"/>
              <a:pathLst>
                <a:path w="228600">
                  <a:moveTo>
                    <a:pt x="0" y="0"/>
                  </a:moveTo>
                  <a:lnTo>
                    <a:pt x="228600" y="0"/>
                  </a:lnTo>
                </a:path>
              </a:pathLst>
            </a:custGeom>
            <a:ln w="12700">
              <a:solidFill>
                <a:srgbClr val="070154"/>
              </a:solidFill>
              <a:prstDash val="solid"/>
            </a:ln>
          </p:spPr>
        </p:sp>
      </p:grpSp>
      <p:grpSp>
        <p:nvGrpSpPr>
          <p:cNvPr id="132" name="node38"/>
          <p:cNvGrpSpPr/>
          <p:nvPr/>
        </p:nvGrpSpPr>
        <p:grpSpPr>
          <a:xfrm>
            <a:off x="2095500" y="5029200"/>
            <a:ext cx="457200" cy="1"/>
            <a:chOff x="2095500" y="5029200"/>
            <a:chExt cx="457200" cy="1"/>
          </a:xfrm>
        </p:grpSpPr>
        <p:sp>
          <p:nvSpPr>
            <p:cNvPr id="89" name="node38.segment-1"/>
            <p:cNvSpPr/>
            <p:nvPr/>
          </p:nvSpPr>
          <p:spPr>
            <a:xfrm>
              <a:off x="2095500" y="50292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90" name="node38.segment-3"/>
            <p:cNvSpPr/>
            <p:nvPr/>
          </p:nvSpPr>
          <p:spPr>
            <a:xfrm>
              <a:off x="2324100" y="5029200"/>
              <a:ext cx="228600" cy="0"/>
            </a:xfrm>
            <a:custGeom>
              <a:avLst/>
              <a:gdLst/>
              <a:ahLst/>
              <a:cxnLst/>
              <a:rect l="l" t="t" r="r" b="b"/>
              <a:pathLst>
                <a:path w="228600">
                  <a:moveTo>
                    <a:pt x="0" y="0"/>
                  </a:moveTo>
                  <a:lnTo>
                    <a:pt x="228600" y="0"/>
                  </a:lnTo>
                </a:path>
              </a:pathLst>
            </a:custGeom>
            <a:ln w="12700">
              <a:solidFill>
                <a:srgbClr val="070154"/>
              </a:solidFill>
              <a:prstDash val="solid"/>
            </a:ln>
          </p:spPr>
        </p:sp>
      </p:grpSp>
      <p:grpSp>
        <p:nvGrpSpPr>
          <p:cNvPr id="133" name="node39"/>
          <p:cNvGrpSpPr/>
          <p:nvPr/>
        </p:nvGrpSpPr>
        <p:grpSpPr>
          <a:xfrm>
            <a:off x="723900" y="5486400"/>
            <a:ext cx="8001000" cy="457200"/>
            <a:chOff x="723900" y="5486400"/>
            <a:chExt cx="8001000" cy="457200"/>
          </a:xfrm>
        </p:grpSpPr>
        <p:sp>
          <p:nvSpPr>
            <p:cNvPr id="91" name="node39.surface"/>
            <p:cNvSpPr/>
            <p:nvPr/>
          </p:nvSpPr>
          <p:spPr>
            <a:xfrm>
              <a:off x="723900" y="5486400"/>
              <a:ext cx="8001000" cy="457200"/>
            </a:xfrm>
            <a:prstGeom prst="rect">
              <a:avLst/>
            </a:prstGeom>
            <a:solidFill>
              <a:srgbClr val="070154"/>
            </a:solidFill>
            <a:ln>
              <a:noFill/>
            </a:ln>
          </p:spPr>
        </p:sp>
        <p:sp>
          <p:nvSpPr>
            <p:cNvPr id="92" name="node39.text"/>
            <p:cNvSpPr/>
            <p:nvPr/>
          </p:nvSpPr>
          <p:spPr>
            <a:xfrm>
              <a:off x="876300" y="5600700"/>
              <a:ext cx="769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Five levers, annual value at run-rate</a:t>
              </a:r>
              <a:endParaRPr lang="en-US" sz="1200" spc="0" kern="0" b="0" i="0" dirty="0">
                <a:solidFill>
                  <a:srgbClr val="FFFFFF"/>
                </a:solidFill>
                <a:latin typeface="IBM Plex Sans"/>
                <a:ea typeface="IBM Plex Sans"/>
                <a:cs typeface="IBM Plex Sans"/>
              </a:endParaRPr>
            </a:p>
          </p:txBody>
        </p:sp>
      </p:grpSp>
      <p:grpSp>
        <p:nvGrpSpPr>
          <p:cNvPr id="134" name="node40"/>
          <p:cNvGrpSpPr/>
          <p:nvPr/>
        </p:nvGrpSpPr>
        <p:grpSpPr>
          <a:xfrm>
            <a:off x="8724900" y="5486400"/>
            <a:ext cx="2743200" cy="457200"/>
            <a:chOff x="8724900" y="5486400"/>
            <a:chExt cx="2743200" cy="457200"/>
          </a:xfrm>
        </p:grpSpPr>
        <p:sp>
          <p:nvSpPr>
            <p:cNvPr id="93" name="node40.surface"/>
            <p:cNvSpPr/>
            <p:nvPr/>
          </p:nvSpPr>
          <p:spPr>
            <a:xfrm>
              <a:off x="8724900" y="5486400"/>
              <a:ext cx="2743200" cy="457200"/>
            </a:xfrm>
            <a:prstGeom prst="rect">
              <a:avLst/>
            </a:prstGeom>
            <a:solidFill>
              <a:srgbClr val="F900D3"/>
            </a:solidFill>
            <a:ln>
              <a:noFill/>
            </a:ln>
          </p:spPr>
        </p:sp>
        <p:sp>
          <p:nvSpPr>
            <p:cNvPr id="94" name="node40.text"/>
            <p:cNvSpPr/>
            <p:nvPr/>
          </p:nvSpPr>
          <p:spPr>
            <a:xfrm>
              <a:off x="8877300" y="5581650"/>
              <a:ext cx="2438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$2.6M a year</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ource-58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wave two, new value funds the next wave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102</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WAVE 1 · MONTHS 1 TO 12</a:t>
              </a:r>
              <a:endParaRPr lang="en-US" sz="900" spc="54" kern="0" b="0" i="0" dirty="0">
                <a:solidFill>
                  <a:srgbClr val="0047FF"/>
                </a:solidFill>
                <a:latin typeface="IBM Plex Mono Medium"/>
                <a:ea typeface="IBM Plex Mono Medium"/>
                <a:cs typeface="IBM Plex Mono Medium"/>
              </a:endParaRPr>
            </a:p>
          </p:txBody>
        </p:sp>
      </p:grpSp>
      <p:grpSp>
        <p:nvGrpSpPr>
          <p:cNvPr id="44" name="node02"/>
          <p:cNvGrpSpPr/>
          <p:nvPr/>
        </p:nvGrpSpPr>
        <p:grpSpPr>
          <a:xfrm>
            <a:off x="723900" y="1905000"/>
            <a:ext cx="3429000" cy="381000"/>
            <a:chOff x="723900" y="1905000"/>
            <a:chExt cx="3429000" cy="381000"/>
          </a:xfrm>
        </p:grpSpPr>
        <p:sp>
          <p:nvSpPr>
            <p:cNvPr id="8" name="node02.text"/>
            <p:cNvSpPr/>
            <p:nvPr/>
          </p:nvSpPr>
          <p:spPr>
            <a:xfrm>
              <a:off x="723900" y="1905000"/>
              <a:ext cx="3429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Foundation</a:t>
              </a:r>
              <a:endParaRPr lang="en-US" sz="2400" spc="-36" kern="0" b="0" i="0" dirty="0">
                <a:solidFill>
                  <a:srgbClr val="070154"/>
                </a:solidFill>
                <a:latin typeface="IBM Plex Sans SemiBold"/>
                <a:ea typeface="IBM Plex Sans SemiBold"/>
                <a:cs typeface="IBM Plex Sans SemiBold"/>
              </a:endParaRPr>
            </a:p>
          </p:txBody>
        </p:sp>
      </p:grpSp>
      <p:grpSp>
        <p:nvGrpSpPr>
          <p:cNvPr id="45" name="node03"/>
          <p:cNvGrpSpPr/>
          <p:nvPr/>
        </p:nvGrpSpPr>
        <p:grpSpPr>
          <a:xfrm>
            <a:off x="723900" y="2362200"/>
            <a:ext cx="3429000" cy="228600"/>
            <a:chOff x="723900" y="2362200"/>
            <a:chExt cx="3429000" cy="228600"/>
          </a:xfrm>
        </p:grpSpPr>
        <p:sp>
          <p:nvSpPr>
            <p:cNvPr id="9" name="node03.text"/>
            <p:cNvSpPr/>
            <p:nvPr/>
          </p:nvSpPr>
          <p:spPr>
            <a:xfrm>
              <a:off x="723900" y="2362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Data platform, close automation in three entities</a:t>
              </a:r>
              <a:endParaRPr lang="en-US" sz="1200" spc="0" kern="0" b="0" i="0" dirty="0">
                <a:solidFill>
                  <a:srgbClr val="50658E"/>
                </a:solidFill>
                <a:latin typeface="IBM Plex Sans"/>
                <a:ea typeface="IBM Plex Sans"/>
                <a:cs typeface="IBM Plex Sans"/>
              </a:endParaRPr>
            </a:p>
          </p:txBody>
        </p:sp>
      </p:grpSp>
      <p:sp>
        <p:nvSpPr>
          <p:cNvPr id="10" name="node04"/>
          <p:cNvSpPr/>
          <p:nvPr/>
        </p:nvSpPr>
        <p:spPr>
          <a:xfrm>
            <a:off x="723900" y="2971800"/>
            <a:ext cx="3429000" cy="9525"/>
          </a:xfrm>
          <a:prstGeom prst="rect">
            <a:avLst/>
          </a:prstGeom>
          <a:solidFill>
            <a:srgbClr val="CED7E6"/>
          </a:solidFill>
          <a:ln>
            <a:noFill/>
          </a:ln>
        </p:spPr>
      </p:sp>
      <p:grpSp>
        <p:nvGrpSpPr>
          <p:cNvPr id="46" name="node05"/>
          <p:cNvGrpSpPr/>
          <p:nvPr/>
        </p:nvGrpSpPr>
        <p:grpSpPr>
          <a:xfrm>
            <a:off x="723900" y="3124200"/>
            <a:ext cx="3429000" cy="228600"/>
            <a:chOff x="723900" y="3124200"/>
            <a:chExt cx="3429000" cy="228600"/>
          </a:xfrm>
        </p:grpSpPr>
        <p:sp>
          <p:nvSpPr>
            <p:cNvPr id="11" name="node05.text"/>
            <p:cNvSpPr/>
            <p:nvPr/>
          </p:nvSpPr>
          <p:spPr>
            <a:xfrm>
              <a:off x="723900" y="3124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Investment $2.4M</a:t>
              </a:r>
              <a:endParaRPr lang="en-US" sz="1200" spc="0" kern="0" b="0" i="0" dirty="0">
                <a:solidFill>
                  <a:srgbClr val="50658E"/>
                </a:solidFill>
                <a:latin typeface="IBM Plex Sans"/>
                <a:ea typeface="IBM Plex Sans"/>
                <a:cs typeface="IBM Plex Sans"/>
              </a:endParaRPr>
            </a:p>
          </p:txBody>
        </p:sp>
      </p:grpSp>
      <p:grpSp>
        <p:nvGrpSpPr>
          <p:cNvPr id="47" name="node06"/>
          <p:cNvGrpSpPr/>
          <p:nvPr/>
        </p:nvGrpSpPr>
        <p:grpSpPr>
          <a:xfrm>
            <a:off x="723900" y="3429000"/>
            <a:ext cx="3048000" cy="228600"/>
            <a:chOff x="723900" y="3429000"/>
            <a:chExt cx="3048000" cy="228600"/>
          </a:xfrm>
        </p:grpSpPr>
        <p:sp>
          <p:nvSpPr>
            <p:cNvPr id="12" name="node06.surface"/>
            <p:cNvSpPr/>
            <p:nvPr/>
          </p:nvSpPr>
          <p:spPr>
            <a:xfrm>
              <a:off x="723900" y="3429000"/>
              <a:ext cx="3048000" cy="228600"/>
            </a:xfrm>
            <a:prstGeom prst="rect">
              <a:avLst/>
            </a:prstGeom>
            <a:solidFill>
              <a:srgbClr val="070154"/>
            </a:solidFill>
            <a:ln>
              <a:noFill/>
            </a:ln>
          </p:spPr>
        </p:sp>
      </p:grpSp>
      <p:grpSp>
        <p:nvGrpSpPr>
          <p:cNvPr id="48" name="node07"/>
          <p:cNvGrpSpPr/>
          <p:nvPr/>
        </p:nvGrpSpPr>
        <p:grpSpPr>
          <a:xfrm>
            <a:off x="723900" y="3810000"/>
            <a:ext cx="3429000" cy="228600"/>
            <a:chOff x="723900" y="3810000"/>
            <a:chExt cx="3429000" cy="228600"/>
          </a:xfrm>
        </p:grpSpPr>
        <p:sp>
          <p:nvSpPr>
            <p:cNvPr id="13" name="node07.text"/>
            <p:cNvSpPr/>
            <p:nvPr/>
          </p:nvSpPr>
          <p:spPr>
            <a:xfrm>
              <a:off x="723900" y="38100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Value in the wave $0.6M</a:t>
              </a:r>
              <a:endParaRPr lang="en-US" sz="1200" spc="0" kern="0" b="0" i="0" dirty="0">
                <a:solidFill>
                  <a:srgbClr val="50658E"/>
                </a:solidFill>
                <a:latin typeface="IBM Plex Sans"/>
                <a:ea typeface="IBM Plex Sans"/>
                <a:cs typeface="IBM Plex Sans"/>
              </a:endParaRPr>
            </a:p>
          </p:txBody>
        </p:sp>
      </p:grpSp>
      <p:grpSp>
        <p:nvGrpSpPr>
          <p:cNvPr id="49" name="node08"/>
          <p:cNvGrpSpPr/>
          <p:nvPr/>
        </p:nvGrpSpPr>
        <p:grpSpPr>
          <a:xfrm>
            <a:off x="723900" y="4114800"/>
            <a:ext cx="762000" cy="228600"/>
            <a:chOff x="723900" y="4114800"/>
            <a:chExt cx="762000" cy="228600"/>
          </a:xfrm>
        </p:grpSpPr>
        <p:sp>
          <p:nvSpPr>
            <p:cNvPr id="14" name="node08.surface"/>
            <p:cNvSpPr/>
            <p:nvPr/>
          </p:nvSpPr>
          <p:spPr>
            <a:xfrm>
              <a:off x="723900" y="4114800"/>
              <a:ext cx="762000" cy="228600"/>
            </a:xfrm>
            <a:prstGeom prst="rect">
              <a:avLst/>
            </a:prstGeom>
            <a:solidFill>
              <a:srgbClr val="CED7E6"/>
            </a:solidFill>
            <a:ln>
              <a:noFill/>
            </a:ln>
          </p:spPr>
        </p:sp>
      </p:grpSp>
      <p:grpSp>
        <p:nvGrpSpPr>
          <p:cNvPr id="50" name="node09"/>
          <p:cNvGrpSpPr/>
          <p:nvPr/>
        </p:nvGrpSpPr>
        <p:grpSpPr>
          <a:xfrm>
            <a:off x="723900" y="4572000"/>
            <a:ext cx="3429000" cy="152400"/>
            <a:chOff x="723900" y="4572000"/>
            <a:chExt cx="3429000" cy="152400"/>
          </a:xfrm>
        </p:grpSpPr>
        <p:sp>
          <p:nvSpPr>
            <p:cNvPr id="15" name="node09.text"/>
            <p:cNvSpPr/>
            <p:nvPr/>
          </p:nvSpPr>
          <p:spPr>
            <a:xfrm>
              <a:off x="7239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NET IN THE WAVE</a:t>
              </a:r>
              <a:endParaRPr lang="en-US" sz="900" spc="54" kern="0" b="0" i="0" dirty="0">
                <a:solidFill>
                  <a:srgbClr val="50658E"/>
                </a:solidFill>
                <a:latin typeface="IBM Plex Mono Medium"/>
                <a:ea typeface="IBM Plex Mono Medium"/>
                <a:cs typeface="IBM Plex Mono Medium"/>
              </a:endParaRPr>
            </a:p>
          </p:txBody>
        </p:sp>
      </p:grpSp>
      <p:grpSp>
        <p:nvGrpSpPr>
          <p:cNvPr id="51" name="node10"/>
          <p:cNvGrpSpPr/>
          <p:nvPr/>
        </p:nvGrpSpPr>
        <p:grpSpPr>
          <a:xfrm>
            <a:off x="723900" y="4800600"/>
            <a:ext cx="1828800" cy="458978"/>
            <a:chOff x="723900" y="4800600"/>
            <a:chExt cx="1828800" cy="458978"/>
          </a:xfrm>
        </p:grpSpPr>
        <p:sp>
          <p:nvSpPr>
            <p:cNvPr id="16" name="node10.text"/>
            <p:cNvSpPr/>
            <p:nvPr/>
          </p:nvSpPr>
          <p:spPr>
            <a:xfrm>
              <a:off x="723900" y="4800600"/>
              <a:ext cx="1828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-$1.8M</a:t>
              </a:r>
              <a:endParaRPr lang="en-US" sz="3600" spc="-72" kern="0" b="0" i="0" dirty="0">
                <a:solidFill>
                  <a:srgbClr val="070154"/>
                </a:solidFill>
                <a:latin typeface="IBM Plex Mono SemiBold"/>
                <a:ea typeface="IBM Plex Mono SemiBold"/>
                <a:cs typeface="IBM Plex Mono SemiBold"/>
              </a:endParaRPr>
            </a:p>
          </p:txBody>
        </p:sp>
      </p:grpSp>
      <p:grpSp>
        <p:nvGrpSpPr>
          <p:cNvPr id="52" name="node11"/>
          <p:cNvGrpSpPr/>
          <p:nvPr/>
        </p:nvGrpSpPr>
        <p:grpSpPr>
          <a:xfrm>
            <a:off x="2552700" y="4800600"/>
            <a:ext cx="1600200" cy="457200"/>
            <a:chOff x="2552700" y="4800600"/>
            <a:chExt cx="1600200" cy="457200"/>
          </a:xfrm>
        </p:grpSpPr>
        <p:sp>
          <p:nvSpPr>
            <p:cNvPr id="17" name="node11.surface"/>
            <p:cNvSpPr/>
            <p:nvPr/>
          </p:nvSpPr>
          <p:spPr>
            <a:xfrm>
              <a:off x="2552700" y="4800600"/>
              <a:ext cx="1600200" cy="457200"/>
            </a:xfrm>
            <a:prstGeom prst="rect">
              <a:avLst/>
            </a:prstGeom>
            <a:solidFill>
              <a:srgbClr val="E8EEF8"/>
            </a:solidFill>
            <a:ln>
              <a:noFill/>
            </a:ln>
          </p:spPr>
        </p:sp>
        <p:sp>
          <p:nvSpPr>
            <p:cNvPr id="18" name="node11.text"/>
            <p:cNvSpPr/>
            <p:nvPr/>
          </p:nvSpPr>
          <p:spPr>
            <a:xfrm>
              <a:off x="2705100" y="49149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Budget-funded</a:t>
              </a:r>
              <a:endParaRPr lang="en-US" sz="1200" spc="0" kern="0" b="0" i="0" dirty="0">
                <a:solidFill>
                  <a:srgbClr val="070154"/>
                </a:solidFill>
                <a:latin typeface="IBM Plex Sans"/>
                <a:ea typeface="IBM Plex Sans"/>
                <a:cs typeface="IBM Plex Sans"/>
              </a:endParaRPr>
            </a:p>
          </p:txBody>
        </p:sp>
      </p:grpSp>
      <p:grpSp>
        <p:nvGrpSpPr>
          <p:cNvPr id="53" name="node12"/>
          <p:cNvGrpSpPr/>
          <p:nvPr/>
        </p:nvGrpSpPr>
        <p:grpSpPr>
          <a:xfrm>
            <a:off x="4381500" y="1600200"/>
            <a:ext cx="3429000" cy="152400"/>
            <a:chOff x="4381500" y="1600200"/>
            <a:chExt cx="3429000" cy="152400"/>
          </a:xfrm>
        </p:grpSpPr>
        <p:sp>
          <p:nvSpPr>
            <p:cNvPr id="19" name="node12.text"/>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WAVE 2 · MONTHS 13 TO 24</a:t>
              </a:r>
              <a:endParaRPr lang="en-US" sz="900" spc="54" kern="0" b="0" i="0" dirty="0">
                <a:solidFill>
                  <a:srgbClr val="0047FF"/>
                </a:solidFill>
                <a:latin typeface="IBM Plex Mono Medium"/>
                <a:ea typeface="IBM Plex Mono Medium"/>
                <a:cs typeface="IBM Plex Mono Medium"/>
              </a:endParaRPr>
            </a:p>
          </p:txBody>
        </p:sp>
      </p:grpSp>
      <p:grpSp>
        <p:nvGrpSpPr>
          <p:cNvPr id="54" name="node13"/>
          <p:cNvGrpSpPr/>
          <p:nvPr/>
        </p:nvGrpSpPr>
        <p:grpSpPr>
          <a:xfrm>
            <a:off x="4381500" y="1905000"/>
            <a:ext cx="3429000" cy="381000"/>
            <a:chOff x="4381500" y="1905000"/>
            <a:chExt cx="3429000" cy="381000"/>
          </a:xfrm>
        </p:grpSpPr>
        <p:sp>
          <p:nvSpPr>
            <p:cNvPr id="20" name="node13.text"/>
            <p:cNvSpPr/>
            <p:nvPr/>
          </p:nvSpPr>
          <p:spPr>
            <a:xfrm>
              <a:off x="4381500" y="1905000"/>
              <a:ext cx="3429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Scale</a:t>
              </a:r>
              <a:endParaRPr lang="en-US" sz="2400" spc="-36" kern="0" b="0" i="0" dirty="0">
                <a:solidFill>
                  <a:srgbClr val="070154"/>
                </a:solidFill>
                <a:latin typeface="IBM Plex Sans SemiBold"/>
                <a:ea typeface="IBM Plex Sans SemiBold"/>
                <a:cs typeface="IBM Plex Sans SemiBold"/>
              </a:endParaRPr>
            </a:p>
          </p:txBody>
        </p:sp>
      </p:grpSp>
      <p:grpSp>
        <p:nvGrpSpPr>
          <p:cNvPr id="55" name="node14"/>
          <p:cNvGrpSpPr/>
          <p:nvPr/>
        </p:nvGrpSpPr>
        <p:grpSpPr>
          <a:xfrm>
            <a:off x="4381500" y="2362200"/>
            <a:ext cx="3429000" cy="457200"/>
            <a:chOff x="4381500" y="2362200"/>
            <a:chExt cx="3429000" cy="457200"/>
          </a:xfrm>
        </p:grpSpPr>
        <p:sp>
          <p:nvSpPr>
            <p:cNvPr id="21" name="node14.text"/>
            <p:cNvSpPr/>
            <p:nvPr/>
          </p:nvSpPr>
          <p:spPr>
            <a:xfrm>
              <a:off x="4381500" y="2362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Revenue cycle and procure-to-pay across all entities</a:t>
              </a:r>
              <a:endParaRPr lang="en-US" sz="1200" spc="0" kern="0" b="0" i="0" dirty="0">
                <a:solidFill>
                  <a:srgbClr val="50658E"/>
                </a:solidFill>
                <a:latin typeface="IBM Plex Sans"/>
                <a:ea typeface="IBM Plex Sans"/>
                <a:cs typeface="IBM Plex Sans"/>
              </a:endParaRPr>
            </a:p>
          </p:txBody>
        </p:sp>
      </p:grpSp>
      <p:sp>
        <p:nvSpPr>
          <p:cNvPr id="22" name="node15"/>
          <p:cNvSpPr/>
          <p:nvPr/>
        </p:nvSpPr>
        <p:spPr>
          <a:xfrm>
            <a:off x="4381500" y="2971800"/>
            <a:ext cx="3429000" cy="9525"/>
          </a:xfrm>
          <a:prstGeom prst="rect">
            <a:avLst/>
          </a:prstGeom>
          <a:solidFill>
            <a:srgbClr val="CED7E6"/>
          </a:solidFill>
          <a:ln>
            <a:noFill/>
          </a:ln>
        </p:spPr>
      </p:sp>
      <p:grpSp>
        <p:nvGrpSpPr>
          <p:cNvPr id="56" name="node16"/>
          <p:cNvGrpSpPr/>
          <p:nvPr/>
        </p:nvGrpSpPr>
        <p:grpSpPr>
          <a:xfrm>
            <a:off x="4381500" y="3124200"/>
            <a:ext cx="3429000" cy="228600"/>
            <a:chOff x="4381500" y="3124200"/>
            <a:chExt cx="3429000" cy="228600"/>
          </a:xfrm>
        </p:grpSpPr>
        <p:sp>
          <p:nvSpPr>
            <p:cNvPr id="23" name="node16.text"/>
            <p:cNvSpPr/>
            <p:nvPr/>
          </p:nvSpPr>
          <p:spPr>
            <a:xfrm>
              <a:off x="4381500" y="3124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Investment $1.3M</a:t>
              </a:r>
              <a:endParaRPr lang="en-US" sz="1200" spc="0" kern="0" b="0" i="0" dirty="0">
                <a:solidFill>
                  <a:srgbClr val="50658E"/>
                </a:solidFill>
                <a:latin typeface="IBM Plex Sans"/>
                <a:ea typeface="IBM Plex Sans"/>
                <a:cs typeface="IBM Plex Sans"/>
              </a:endParaRPr>
            </a:p>
          </p:txBody>
        </p:sp>
      </p:grpSp>
      <p:grpSp>
        <p:nvGrpSpPr>
          <p:cNvPr id="57" name="node17"/>
          <p:cNvGrpSpPr/>
          <p:nvPr/>
        </p:nvGrpSpPr>
        <p:grpSpPr>
          <a:xfrm>
            <a:off x="4381500" y="3429000"/>
            <a:ext cx="1651000" cy="228600"/>
            <a:chOff x="4381500" y="3429000"/>
            <a:chExt cx="1651000" cy="228600"/>
          </a:xfrm>
        </p:grpSpPr>
        <p:sp>
          <p:nvSpPr>
            <p:cNvPr id="24" name="node17.surface"/>
            <p:cNvSpPr/>
            <p:nvPr/>
          </p:nvSpPr>
          <p:spPr>
            <a:xfrm>
              <a:off x="4381500" y="3429000"/>
              <a:ext cx="1651000" cy="228600"/>
            </a:xfrm>
            <a:prstGeom prst="rect">
              <a:avLst/>
            </a:prstGeom>
            <a:solidFill>
              <a:srgbClr val="070154"/>
            </a:solidFill>
            <a:ln>
              <a:noFill/>
            </a:ln>
          </p:spPr>
        </p:sp>
      </p:grpSp>
      <p:grpSp>
        <p:nvGrpSpPr>
          <p:cNvPr id="58" name="node18"/>
          <p:cNvGrpSpPr/>
          <p:nvPr/>
        </p:nvGrpSpPr>
        <p:grpSpPr>
          <a:xfrm>
            <a:off x="4381500" y="3810000"/>
            <a:ext cx="3429000" cy="228600"/>
            <a:chOff x="4381500" y="3810000"/>
            <a:chExt cx="3429000" cy="228600"/>
          </a:xfrm>
        </p:grpSpPr>
        <p:sp>
          <p:nvSpPr>
            <p:cNvPr id="25" name="node18.text"/>
            <p:cNvSpPr/>
            <p:nvPr/>
          </p:nvSpPr>
          <p:spPr>
            <a:xfrm>
              <a:off x="4381500" y="38100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Value in the wave $1.8M</a:t>
              </a:r>
              <a:endParaRPr lang="en-US" sz="1200" spc="0" kern="0" b="0" i="0" dirty="0">
                <a:solidFill>
                  <a:srgbClr val="50658E"/>
                </a:solidFill>
                <a:latin typeface="IBM Plex Sans"/>
                <a:ea typeface="IBM Plex Sans"/>
                <a:cs typeface="IBM Plex Sans"/>
              </a:endParaRPr>
            </a:p>
          </p:txBody>
        </p:sp>
      </p:grpSp>
      <p:grpSp>
        <p:nvGrpSpPr>
          <p:cNvPr id="59" name="node19"/>
          <p:cNvGrpSpPr/>
          <p:nvPr/>
        </p:nvGrpSpPr>
        <p:grpSpPr>
          <a:xfrm>
            <a:off x="4381500" y="4114800"/>
            <a:ext cx="2286000" cy="228600"/>
            <a:chOff x="4381500" y="4114800"/>
            <a:chExt cx="2286000" cy="228600"/>
          </a:xfrm>
        </p:grpSpPr>
        <p:sp>
          <p:nvSpPr>
            <p:cNvPr id="26" name="node19.surface"/>
            <p:cNvSpPr/>
            <p:nvPr/>
          </p:nvSpPr>
          <p:spPr>
            <a:xfrm>
              <a:off x="4381500" y="4114800"/>
              <a:ext cx="2286000" cy="228600"/>
            </a:xfrm>
            <a:prstGeom prst="rect">
              <a:avLst/>
            </a:prstGeom>
            <a:solidFill>
              <a:srgbClr val="F900D3"/>
            </a:solidFill>
            <a:ln>
              <a:noFill/>
            </a:ln>
          </p:spPr>
        </p:sp>
      </p:grpSp>
      <p:grpSp>
        <p:nvGrpSpPr>
          <p:cNvPr id="60" name="node20"/>
          <p:cNvGrpSpPr/>
          <p:nvPr/>
        </p:nvGrpSpPr>
        <p:grpSpPr>
          <a:xfrm>
            <a:off x="4381500" y="4572000"/>
            <a:ext cx="3429000" cy="152400"/>
            <a:chOff x="4381500" y="4572000"/>
            <a:chExt cx="3429000" cy="152400"/>
          </a:xfrm>
        </p:grpSpPr>
        <p:sp>
          <p:nvSpPr>
            <p:cNvPr id="27" name="node20.text"/>
            <p:cNvSpPr/>
            <p:nvPr/>
          </p:nvSpPr>
          <p:spPr>
            <a:xfrm>
              <a:off x="43815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NET IN THE WAVE</a:t>
              </a:r>
              <a:endParaRPr lang="en-US" sz="900" spc="54" kern="0" b="0" i="0" dirty="0">
                <a:solidFill>
                  <a:srgbClr val="50658E"/>
                </a:solidFill>
                <a:latin typeface="IBM Plex Mono Medium"/>
                <a:ea typeface="IBM Plex Mono Medium"/>
                <a:cs typeface="IBM Plex Mono Medium"/>
              </a:endParaRPr>
            </a:p>
          </p:txBody>
        </p:sp>
      </p:grpSp>
      <p:grpSp>
        <p:nvGrpSpPr>
          <p:cNvPr id="61" name="node21"/>
          <p:cNvGrpSpPr/>
          <p:nvPr/>
        </p:nvGrpSpPr>
        <p:grpSpPr>
          <a:xfrm>
            <a:off x="4381500" y="4800600"/>
            <a:ext cx="1828800" cy="458978"/>
            <a:chOff x="4381500" y="4800600"/>
            <a:chExt cx="1828800" cy="458978"/>
          </a:xfrm>
        </p:grpSpPr>
        <p:sp>
          <p:nvSpPr>
            <p:cNvPr id="28" name="node21.text"/>
            <p:cNvSpPr/>
            <p:nvPr/>
          </p:nvSpPr>
          <p:spPr>
            <a:xfrm>
              <a:off x="4381500" y="4800600"/>
              <a:ext cx="1828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+$0.5M</a:t>
              </a:r>
              <a:endParaRPr lang="en-US" sz="3600" spc="-72" kern="0" b="0" i="0" dirty="0">
                <a:solidFill>
                  <a:srgbClr val="070154"/>
                </a:solidFill>
                <a:latin typeface="IBM Plex Mono SemiBold"/>
                <a:ea typeface="IBM Plex Mono SemiBold"/>
                <a:cs typeface="IBM Plex Mono SemiBold"/>
              </a:endParaRPr>
            </a:p>
          </p:txBody>
        </p:sp>
      </p:grpSp>
      <p:grpSp>
        <p:nvGrpSpPr>
          <p:cNvPr id="62" name="node22"/>
          <p:cNvGrpSpPr/>
          <p:nvPr/>
        </p:nvGrpSpPr>
        <p:grpSpPr>
          <a:xfrm>
            <a:off x="6210300" y="4800600"/>
            <a:ext cx="1600200" cy="457200"/>
            <a:chOff x="6210300" y="4800600"/>
            <a:chExt cx="1600200" cy="457200"/>
          </a:xfrm>
        </p:grpSpPr>
        <p:sp>
          <p:nvSpPr>
            <p:cNvPr id="29" name="node22.surface"/>
            <p:cNvSpPr/>
            <p:nvPr/>
          </p:nvSpPr>
          <p:spPr>
            <a:xfrm>
              <a:off x="6210300" y="4800600"/>
              <a:ext cx="1600200" cy="457200"/>
            </a:xfrm>
            <a:prstGeom prst="rect">
              <a:avLst/>
            </a:prstGeom>
            <a:solidFill>
              <a:srgbClr val="F900D3"/>
            </a:solidFill>
            <a:ln>
              <a:noFill/>
            </a:ln>
          </p:spPr>
        </p:sp>
        <p:sp>
          <p:nvSpPr>
            <p:cNvPr id="30" name="node22.text"/>
            <p:cNvSpPr/>
            <p:nvPr/>
          </p:nvSpPr>
          <p:spPr>
            <a:xfrm>
              <a:off x="6362700" y="49149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Self-funding</a:t>
              </a:r>
              <a:endParaRPr lang="en-US" sz="1200" spc="0" kern="0" b="0" i="0" dirty="0">
                <a:solidFill>
                  <a:srgbClr val="070154"/>
                </a:solidFill>
                <a:latin typeface="IBM Plex Sans"/>
                <a:ea typeface="IBM Plex Sans"/>
                <a:cs typeface="IBM Plex Sans"/>
              </a:endParaRPr>
            </a:p>
          </p:txBody>
        </p:sp>
      </p:grpSp>
      <p:grpSp>
        <p:nvGrpSpPr>
          <p:cNvPr id="63" name="node23"/>
          <p:cNvGrpSpPr/>
          <p:nvPr/>
        </p:nvGrpSpPr>
        <p:grpSpPr>
          <a:xfrm>
            <a:off x="8039100" y="1600200"/>
            <a:ext cx="3429000" cy="152400"/>
            <a:chOff x="8039100" y="1600200"/>
            <a:chExt cx="3429000" cy="152400"/>
          </a:xfrm>
        </p:grpSpPr>
        <p:sp>
          <p:nvSpPr>
            <p:cNvPr id="31" name="node23.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WAVE 3 · MONTHS 25 TO 36</a:t>
              </a:r>
              <a:endParaRPr lang="en-US" sz="900" spc="54" kern="0" b="0" i="0" dirty="0">
                <a:solidFill>
                  <a:srgbClr val="0047FF"/>
                </a:solidFill>
                <a:latin typeface="IBM Plex Mono Medium"/>
                <a:ea typeface="IBM Plex Mono Medium"/>
                <a:cs typeface="IBM Plex Mono Medium"/>
              </a:endParaRPr>
            </a:p>
          </p:txBody>
        </p:sp>
      </p:grpSp>
      <p:grpSp>
        <p:nvGrpSpPr>
          <p:cNvPr id="64" name="node24"/>
          <p:cNvGrpSpPr/>
          <p:nvPr/>
        </p:nvGrpSpPr>
        <p:grpSpPr>
          <a:xfrm>
            <a:off x="8039100" y="1905000"/>
            <a:ext cx="3429000" cy="381000"/>
            <a:chOff x="8039100" y="1905000"/>
            <a:chExt cx="3429000" cy="381000"/>
          </a:xfrm>
        </p:grpSpPr>
        <p:sp>
          <p:nvSpPr>
            <p:cNvPr id="32" name="node24.text"/>
            <p:cNvSpPr/>
            <p:nvPr/>
          </p:nvSpPr>
          <p:spPr>
            <a:xfrm>
              <a:off x="8039100" y="1905000"/>
              <a:ext cx="3429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Optimize</a:t>
              </a:r>
              <a:endParaRPr lang="en-US" sz="2400" spc="-36" kern="0" b="0" i="0" dirty="0">
                <a:solidFill>
                  <a:srgbClr val="070154"/>
                </a:solidFill>
                <a:latin typeface="IBM Plex Sans SemiBold"/>
                <a:ea typeface="IBM Plex Sans SemiBold"/>
                <a:cs typeface="IBM Plex Sans SemiBold"/>
              </a:endParaRPr>
            </a:p>
          </p:txBody>
        </p:sp>
      </p:grpSp>
      <p:grpSp>
        <p:nvGrpSpPr>
          <p:cNvPr id="65" name="node25"/>
          <p:cNvGrpSpPr/>
          <p:nvPr/>
        </p:nvGrpSpPr>
        <p:grpSpPr>
          <a:xfrm>
            <a:off x="8039100" y="2362200"/>
            <a:ext cx="3429000" cy="228600"/>
            <a:chOff x="8039100" y="2362200"/>
            <a:chExt cx="3429000" cy="228600"/>
          </a:xfrm>
        </p:grpSpPr>
        <p:sp>
          <p:nvSpPr>
            <p:cNvPr id="33" name="node25.text"/>
            <p:cNvSpPr/>
            <p:nvPr/>
          </p:nvSpPr>
          <p:spPr>
            <a:xfrm>
              <a:off x="8039100" y="2362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Controls, analytics and run handover</a:t>
              </a:r>
              <a:endParaRPr lang="en-US" sz="1200" spc="0" kern="0" b="0" i="0" dirty="0">
                <a:solidFill>
                  <a:srgbClr val="50658E"/>
                </a:solidFill>
                <a:latin typeface="IBM Plex Sans"/>
                <a:ea typeface="IBM Plex Sans"/>
                <a:cs typeface="IBM Plex Sans"/>
              </a:endParaRPr>
            </a:p>
          </p:txBody>
        </p:sp>
      </p:grpSp>
      <p:sp>
        <p:nvSpPr>
          <p:cNvPr id="34" name="node26"/>
          <p:cNvSpPr/>
          <p:nvPr/>
        </p:nvSpPr>
        <p:spPr>
          <a:xfrm>
            <a:off x="8039100" y="2971800"/>
            <a:ext cx="3429000" cy="9525"/>
          </a:xfrm>
          <a:prstGeom prst="rect">
            <a:avLst/>
          </a:prstGeom>
          <a:solidFill>
            <a:srgbClr val="CED7E6"/>
          </a:solidFill>
          <a:ln>
            <a:noFill/>
          </a:ln>
        </p:spPr>
      </p:sp>
      <p:grpSp>
        <p:nvGrpSpPr>
          <p:cNvPr id="66" name="node27"/>
          <p:cNvGrpSpPr/>
          <p:nvPr/>
        </p:nvGrpSpPr>
        <p:grpSpPr>
          <a:xfrm>
            <a:off x="8039100" y="3124200"/>
            <a:ext cx="3429000" cy="228600"/>
            <a:chOff x="8039100" y="3124200"/>
            <a:chExt cx="3429000" cy="228600"/>
          </a:xfrm>
        </p:grpSpPr>
        <p:sp>
          <p:nvSpPr>
            <p:cNvPr id="35" name="node27.text"/>
            <p:cNvSpPr/>
            <p:nvPr/>
          </p:nvSpPr>
          <p:spPr>
            <a:xfrm>
              <a:off x="8039100" y="3124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Investment $0.5M</a:t>
              </a:r>
              <a:endParaRPr lang="en-US" sz="1200" spc="0" kern="0" b="0" i="0" dirty="0">
                <a:solidFill>
                  <a:srgbClr val="50658E"/>
                </a:solidFill>
                <a:latin typeface="IBM Plex Sans"/>
                <a:ea typeface="IBM Plex Sans"/>
                <a:cs typeface="IBM Plex Sans"/>
              </a:endParaRPr>
            </a:p>
          </p:txBody>
        </p:sp>
      </p:grpSp>
      <p:grpSp>
        <p:nvGrpSpPr>
          <p:cNvPr id="67" name="node28"/>
          <p:cNvGrpSpPr/>
          <p:nvPr/>
        </p:nvGrpSpPr>
        <p:grpSpPr>
          <a:xfrm>
            <a:off x="8039100" y="3429000"/>
            <a:ext cx="635000" cy="228600"/>
            <a:chOff x="8039100" y="3429000"/>
            <a:chExt cx="635000" cy="228600"/>
          </a:xfrm>
        </p:grpSpPr>
        <p:sp>
          <p:nvSpPr>
            <p:cNvPr id="36" name="node28.surface"/>
            <p:cNvSpPr/>
            <p:nvPr/>
          </p:nvSpPr>
          <p:spPr>
            <a:xfrm>
              <a:off x="8039100" y="3429000"/>
              <a:ext cx="635000" cy="228600"/>
            </a:xfrm>
            <a:prstGeom prst="rect">
              <a:avLst/>
            </a:prstGeom>
            <a:solidFill>
              <a:srgbClr val="070154"/>
            </a:solidFill>
            <a:ln>
              <a:noFill/>
            </a:ln>
          </p:spPr>
        </p:sp>
      </p:grpSp>
      <p:grpSp>
        <p:nvGrpSpPr>
          <p:cNvPr id="68" name="node29"/>
          <p:cNvGrpSpPr/>
          <p:nvPr/>
        </p:nvGrpSpPr>
        <p:grpSpPr>
          <a:xfrm>
            <a:off x="8039100" y="3810000"/>
            <a:ext cx="3429000" cy="228600"/>
            <a:chOff x="8039100" y="3810000"/>
            <a:chExt cx="3429000" cy="228600"/>
          </a:xfrm>
        </p:grpSpPr>
        <p:sp>
          <p:nvSpPr>
            <p:cNvPr id="37" name="node29.text"/>
            <p:cNvSpPr/>
            <p:nvPr/>
          </p:nvSpPr>
          <p:spPr>
            <a:xfrm>
              <a:off x="8039100" y="38100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Value in the wave $2.6M</a:t>
              </a:r>
              <a:endParaRPr lang="en-US" sz="1200" spc="0" kern="0" b="0" i="0" dirty="0">
                <a:solidFill>
                  <a:srgbClr val="50658E"/>
                </a:solidFill>
                <a:latin typeface="IBM Plex Sans"/>
                <a:ea typeface="IBM Plex Sans"/>
                <a:cs typeface="IBM Plex Sans"/>
              </a:endParaRPr>
            </a:p>
          </p:txBody>
        </p:sp>
      </p:grpSp>
      <p:grpSp>
        <p:nvGrpSpPr>
          <p:cNvPr id="69" name="node30"/>
          <p:cNvGrpSpPr/>
          <p:nvPr/>
        </p:nvGrpSpPr>
        <p:grpSpPr>
          <a:xfrm>
            <a:off x="8039100" y="4114800"/>
            <a:ext cx="3302000" cy="228600"/>
            <a:chOff x="8039100" y="4114800"/>
            <a:chExt cx="3302000" cy="228600"/>
          </a:xfrm>
        </p:grpSpPr>
        <p:sp>
          <p:nvSpPr>
            <p:cNvPr id="38" name="node30.surface"/>
            <p:cNvSpPr/>
            <p:nvPr/>
          </p:nvSpPr>
          <p:spPr>
            <a:xfrm>
              <a:off x="8039100" y="4114800"/>
              <a:ext cx="3302000" cy="228600"/>
            </a:xfrm>
            <a:prstGeom prst="rect">
              <a:avLst/>
            </a:prstGeom>
            <a:solidFill>
              <a:srgbClr val="F900D3"/>
            </a:solidFill>
            <a:ln>
              <a:noFill/>
            </a:ln>
          </p:spPr>
        </p:sp>
      </p:grpSp>
      <p:grpSp>
        <p:nvGrpSpPr>
          <p:cNvPr id="70" name="node31"/>
          <p:cNvGrpSpPr/>
          <p:nvPr/>
        </p:nvGrpSpPr>
        <p:grpSpPr>
          <a:xfrm>
            <a:off x="8039100" y="4572000"/>
            <a:ext cx="3429000" cy="152400"/>
            <a:chOff x="8039100" y="4572000"/>
            <a:chExt cx="3429000" cy="152400"/>
          </a:xfrm>
        </p:grpSpPr>
        <p:sp>
          <p:nvSpPr>
            <p:cNvPr id="39" name="node31.text"/>
            <p:cNvSpPr/>
            <p:nvPr/>
          </p:nvSpPr>
          <p:spPr>
            <a:xfrm>
              <a:off x="80391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NET IN THE WAVE</a:t>
              </a:r>
              <a:endParaRPr lang="en-US" sz="900" spc="54" kern="0" b="0" i="0" dirty="0">
                <a:solidFill>
                  <a:srgbClr val="50658E"/>
                </a:solidFill>
                <a:latin typeface="IBM Plex Mono Medium"/>
                <a:ea typeface="IBM Plex Mono Medium"/>
                <a:cs typeface="IBM Plex Mono Medium"/>
              </a:endParaRPr>
            </a:p>
          </p:txBody>
        </p:sp>
      </p:grpSp>
      <p:grpSp>
        <p:nvGrpSpPr>
          <p:cNvPr id="71" name="node32"/>
          <p:cNvGrpSpPr/>
          <p:nvPr/>
        </p:nvGrpSpPr>
        <p:grpSpPr>
          <a:xfrm>
            <a:off x="8039100" y="4800600"/>
            <a:ext cx="1828800" cy="458978"/>
            <a:chOff x="8039100" y="4800600"/>
            <a:chExt cx="1828800" cy="458978"/>
          </a:xfrm>
        </p:grpSpPr>
        <p:sp>
          <p:nvSpPr>
            <p:cNvPr id="40" name="node32.text"/>
            <p:cNvSpPr/>
            <p:nvPr/>
          </p:nvSpPr>
          <p:spPr>
            <a:xfrm>
              <a:off x="8039100" y="4800600"/>
              <a:ext cx="1828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+$2.1M</a:t>
              </a:r>
              <a:endParaRPr lang="en-US" sz="3600" spc="-72" kern="0" b="0" i="0" dirty="0">
                <a:solidFill>
                  <a:srgbClr val="070154"/>
                </a:solidFill>
                <a:latin typeface="IBM Plex Mono SemiBold"/>
                <a:ea typeface="IBM Plex Mono SemiBold"/>
                <a:cs typeface="IBM Plex Mono SemiBold"/>
              </a:endParaRPr>
            </a:p>
          </p:txBody>
        </p:sp>
      </p:grpSp>
      <p:grpSp>
        <p:nvGrpSpPr>
          <p:cNvPr id="72" name="node33"/>
          <p:cNvGrpSpPr/>
          <p:nvPr/>
        </p:nvGrpSpPr>
        <p:grpSpPr>
          <a:xfrm>
            <a:off x="9867900" y="4800600"/>
            <a:ext cx="1600200" cy="457200"/>
            <a:chOff x="9867900" y="4800600"/>
            <a:chExt cx="1600200" cy="457200"/>
          </a:xfrm>
        </p:grpSpPr>
        <p:sp>
          <p:nvSpPr>
            <p:cNvPr id="41" name="node33.surface"/>
            <p:cNvSpPr/>
            <p:nvPr/>
          </p:nvSpPr>
          <p:spPr>
            <a:xfrm>
              <a:off x="9867900" y="4800600"/>
              <a:ext cx="1600200" cy="457200"/>
            </a:xfrm>
            <a:prstGeom prst="rect">
              <a:avLst/>
            </a:prstGeom>
            <a:solidFill>
              <a:srgbClr val="F900D3"/>
            </a:solidFill>
            <a:ln>
              <a:noFill/>
            </a:ln>
          </p:spPr>
        </p:sp>
        <p:sp>
          <p:nvSpPr>
            <p:cNvPr id="42" name="node33.text"/>
            <p:cNvSpPr/>
            <p:nvPr/>
          </p:nvSpPr>
          <p:spPr>
            <a:xfrm>
              <a:off x="10020300" y="49149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Self-funding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ource-53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TEAM STRUCTURE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Delivery pods scale up and down by workstream</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103</a:t>
            </a:fld>
            <a:endParaRPr lang="en-US" sz="700" spc="0" kern="0" b="0" i="0" dirty="0">
              <a:solidFill>
                <a:srgbClr val="070154"/>
              </a:solidFill>
              <a:latin typeface="IBM Plex Mono SemiBold"/>
              <a:ea typeface="IBM Plex Mono SemiBold"/>
              <a:cs typeface="IBM Plex Mono SemiBold"/>
            </a:endParaRPr>
          </a:p>
        </p:txBody>
      </p:sp>
      <p:grpSp>
        <p:nvGrpSpPr>
          <p:cNvPr id="92" name="node01"/>
          <p:cNvGrpSpPr/>
          <p:nvPr/>
        </p:nvGrpSpPr>
        <p:grpSpPr>
          <a:xfrm>
            <a:off x="723900" y="1600200"/>
            <a:ext cx="3657600" cy="228600"/>
            <a:chOff x="723900" y="1600200"/>
            <a:chExt cx="3657600" cy="228600"/>
          </a:xfrm>
        </p:grpSpPr>
        <p:sp>
          <p:nvSpPr>
            <p:cNvPr id="6" name="node01.label"/>
            <p:cNvSpPr/>
            <p:nvPr/>
          </p:nvSpPr>
          <p:spPr>
            <a:xfrm>
              <a:off x="723900" y="1600200"/>
              <a:ext cx="122733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LEADERSHIP PAIRS</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2078236" y="1709738"/>
              <a:ext cx="2303264" cy="9525"/>
            </a:xfrm>
            <a:prstGeom prst="rect">
              <a:avLst/>
            </a:prstGeom>
            <a:solidFill>
              <a:srgbClr val="CED7E6"/>
            </a:solidFill>
            <a:ln>
              <a:noFill/>
            </a:ln>
          </p:spPr>
        </p:sp>
      </p:grpSp>
      <p:grpSp>
        <p:nvGrpSpPr>
          <p:cNvPr id="93" name="node02"/>
          <p:cNvGrpSpPr/>
          <p:nvPr/>
        </p:nvGrpSpPr>
        <p:grpSpPr>
          <a:xfrm>
            <a:off x="4610100" y="1600200"/>
            <a:ext cx="2971800" cy="228600"/>
            <a:chOff x="4610100" y="1600200"/>
            <a:chExt cx="2971800" cy="228600"/>
          </a:xfrm>
        </p:grpSpPr>
        <p:sp>
          <p:nvSpPr>
            <p:cNvPr id="8" name="node02.label"/>
            <p:cNvSpPr/>
            <p:nvPr/>
          </p:nvSpPr>
          <p:spPr>
            <a:xfrm>
              <a:off x="4610100" y="1600200"/>
              <a:ext cx="122733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WORKSTREAM LEADS</a:t>
              </a:r>
              <a:endParaRPr lang="en-US" sz="900" spc="54" kern="0" b="0" i="0" dirty="0">
                <a:solidFill>
                  <a:srgbClr val="50658E"/>
                </a:solidFill>
                <a:latin typeface="IBM Plex Mono Medium"/>
                <a:ea typeface="IBM Plex Mono Medium"/>
                <a:cs typeface="IBM Plex Mono Medium"/>
              </a:endParaRPr>
            </a:p>
          </p:txBody>
        </p:sp>
        <p:sp>
          <p:nvSpPr>
            <p:cNvPr id="9" name="node02.rule"/>
            <p:cNvSpPr/>
            <p:nvPr/>
          </p:nvSpPr>
          <p:spPr>
            <a:xfrm>
              <a:off x="5964436" y="1709738"/>
              <a:ext cx="1617464" cy="9525"/>
            </a:xfrm>
            <a:prstGeom prst="rect">
              <a:avLst/>
            </a:prstGeom>
            <a:solidFill>
              <a:srgbClr val="CED7E6"/>
            </a:solidFill>
            <a:ln>
              <a:noFill/>
            </a:ln>
          </p:spPr>
        </p:sp>
      </p:grpSp>
      <p:grpSp>
        <p:nvGrpSpPr>
          <p:cNvPr id="94" name="node03"/>
          <p:cNvGrpSpPr/>
          <p:nvPr/>
        </p:nvGrpSpPr>
        <p:grpSpPr>
          <a:xfrm>
            <a:off x="723900" y="3886200"/>
            <a:ext cx="6629400" cy="228600"/>
            <a:chOff x="723900" y="3886200"/>
            <a:chExt cx="6629400" cy="228600"/>
          </a:xfrm>
        </p:grpSpPr>
        <p:sp>
          <p:nvSpPr>
            <p:cNvPr id="10" name="node03.label"/>
            <p:cNvSpPr/>
            <p:nvPr/>
          </p:nvSpPr>
          <p:spPr>
            <a:xfrm>
              <a:off x="723900" y="3886200"/>
              <a:ext cx="1001973"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DELIVERY PODS</a:t>
              </a:r>
              <a:endParaRPr lang="en-US" sz="900" spc="54" kern="0" b="0" i="0" dirty="0">
                <a:solidFill>
                  <a:srgbClr val="50658E"/>
                </a:solidFill>
                <a:latin typeface="IBM Plex Mono Medium"/>
                <a:ea typeface="IBM Plex Mono Medium"/>
                <a:cs typeface="IBM Plex Mono Medium"/>
              </a:endParaRPr>
            </a:p>
          </p:txBody>
        </p:sp>
        <p:sp>
          <p:nvSpPr>
            <p:cNvPr id="11" name="node03.rule"/>
            <p:cNvSpPr/>
            <p:nvPr/>
          </p:nvSpPr>
          <p:spPr>
            <a:xfrm>
              <a:off x="1852873" y="3995738"/>
              <a:ext cx="5500427" cy="9525"/>
            </a:xfrm>
            <a:prstGeom prst="rect">
              <a:avLst/>
            </a:prstGeom>
            <a:solidFill>
              <a:srgbClr val="CED7E6"/>
            </a:solidFill>
            <a:ln>
              <a:noFill/>
            </a:ln>
          </p:spPr>
        </p:sp>
      </p:grpSp>
      <p:grpSp>
        <p:nvGrpSpPr>
          <p:cNvPr id="95" name="node04"/>
          <p:cNvGrpSpPr/>
          <p:nvPr/>
        </p:nvGrpSpPr>
        <p:grpSpPr>
          <a:xfrm>
            <a:off x="723900" y="1828800"/>
            <a:ext cx="1600200" cy="457200"/>
            <a:chOff x="723900" y="1828800"/>
            <a:chExt cx="1600200" cy="457200"/>
          </a:xfrm>
        </p:grpSpPr>
        <p:sp>
          <p:nvSpPr>
            <p:cNvPr id="12" name="node04.surface"/>
            <p:cNvSpPr/>
            <p:nvPr/>
          </p:nvSpPr>
          <p:spPr>
            <a:xfrm>
              <a:off x="723900" y="1828800"/>
              <a:ext cx="1600200" cy="457200"/>
            </a:xfrm>
            <a:prstGeom prst="rect">
              <a:avLst/>
            </a:prstGeom>
            <a:solidFill>
              <a:srgbClr val="CED7E6"/>
            </a:solidFill>
            <a:ln>
              <a:noFill/>
            </a:ln>
          </p:spPr>
        </p:sp>
        <p:sp>
          <p:nvSpPr>
            <p:cNvPr id="13" name="node04.text"/>
            <p:cNvSpPr/>
            <p:nvPr/>
          </p:nvSpPr>
          <p:spPr>
            <a:xfrm>
              <a:off x="876300" y="19431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Executive sponsor</a:t>
              </a:r>
              <a:endParaRPr lang="en-US" sz="1200" spc="0" kern="0" b="0" i="0" dirty="0">
                <a:solidFill>
                  <a:srgbClr val="070154"/>
                </a:solidFill>
                <a:latin typeface="IBM Plex Sans"/>
                <a:ea typeface="IBM Plex Sans"/>
                <a:cs typeface="IBM Plex Sans"/>
              </a:endParaRPr>
            </a:p>
          </p:txBody>
        </p:sp>
      </p:grpSp>
      <p:grpSp>
        <p:nvGrpSpPr>
          <p:cNvPr id="96" name="node05"/>
          <p:cNvGrpSpPr/>
          <p:nvPr/>
        </p:nvGrpSpPr>
        <p:grpSpPr>
          <a:xfrm>
            <a:off x="2781300" y="1828800"/>
            <a:ext cx="1600200" cy="457200"/>
            <a:chOff x="2781300" y="1828800"/>
            <a:chExt cx="1600200" cy="457200"/>
          </a:xfrm>
        </p:grpSpPr>
        <p:sp>
          <p:nvSpPr>
            <p:cNvPr id="14" name="node05.surface"/>
            <p:cNvSpPr/>
            <p:nvPr/>
          </p:nvSpPr>
          <p:spPr>
            <a:xfrm>
              <a:off x="2781300" y="1828800"/>
              <a:ext cx="1600200" cy="457200"/>
            </a:xfrm>
            <a:prstGeom prst="rect">
              <a:avLst/>
            </a:prstGeom>
            <a:solidFill>
              <a:srgbClr val="F900D3"/>
            </a:solidFill>
            <a:ln>
              <a:noFill/>
            </a:ln>
          </p:spPr>
        </p:sp>
        <p:sp>
          <p:nvSpPr>
            <p:cNvPr id="15" name="node05.text"/>
            <p:cNvSpPr/>
            <p:nvPr/>
          </p:nvSpPr>
          <p:spPr>
            <a:xfrm>
              <a:off x="2933700" y="19431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Executive sponsor</a:t>
              </a:r>
              <a:endParaRPr lang="en-US" sz="1200" spc="0" kern="0" b="0" i="0" dirty="0">
                <a:solidFill>
                  <a:srgbClr val="070154"/>
                </a:solidFill>
                <a:latin typeface="IBM Plex Sans"/>
                <a:ea typeface="IBM Plex Sans"/>
                <a:cs typeface="IBM Plex Sans"/>
              </a:endParaRPr>
            </a:p>
          </p:txBody>
        </p:sp>
      </p:grpSp>
      <p:grpSp>
        <p:nvGrpSpPr>
          <p:cNvPr id="97" name="node06"/>
          <p:cNvGrpSpPr/>
          <p:nvPr/>
        </p:nvGrpSpPr>
        <p:grpSpPr>
          <a:xfrm>
            <a:off x="723900" y="2514600"/>
            <a:ext cx="1600200" cy="457200"/>
            <a:chOff x="723900" y="2514600"/>
            <a:chExt cx="1600200" cy="457200"/>
          </a:xfrm>
        </p:grpSpPr>
        <p:sp>
          <p:nvSpPr>
            <p:cNvPr id="16" name="node06.surface"/>
            <p:cNvSpPr/>
            <p:nvPr/>
          </p:nvSpPr>
          <p:spPr>
            <a:xfrm>
              <a:off x="723900" y="2514600"/>
              <a:ext cx="1600200" cy="457200"/>
            </a:xfrm>
            <a:prstGeom prst="rect">
              <a:avLst/>
            </a:prstGeom>
            <a:solidFill>
              <a:srgbClr val="070154"/>
            </a:solidFill>
            <a:ln>
              <a:noFill/>
            </a:ln>
          </p:spPr>
        </p:sp>
        <p:sp>
          <p:nvSpPr>
            <p:cNvPr id="17" name="node06.text"/>
            <p:cNvSpPr/>
            <p:nvPr/>
          </p:nvSpPr>
          <p:spPr>
            <a:xfrm>
              <a:off x="876300" y="26289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Engagement lead</a:t>
              </a:r>
              <a:endParaRPr lang="en-US" sz="1200" spc="0" kern="0" b="0" i="0" dirty="0">
                <a:solidFill>
                  <a:srgbClr val="FFFFFF"/>
                </a:solidFill>
                <a:latin typeface="IBM Plex Sans"/>
                <a:ea typeface="IBM Plex Sans"/>
                <a:cs typeface="IBM Plex Sans"/>
              </a:endParaRPr>
            </a:p>
          </p:txBody>
        </p:sp>
      </p:grpSp>
      <p:grpSp>
        <p:nvGrpSpPr>
          <p:cNvPr id="98" name="node07"/>
          <p:cNvGrpSpPr/>
          <p:nvPr/>
        </p:nvGrpSpPr>
        <p:grpSpPr>
          <a:xfrm>
            <a:off x="2781300" y="2514600"/>
            <a:ext cx="1600200" cy="457200"/>
            <a:chOff x="2781300" y="2514600"/>
            <a:chExt cx="1600200" cy="457200"/>
          </a:xfrm>
        </p:grpSpPr>
        <p:sp>
          <p:nvSpPr>
            <p:cNvPr id="18" name="node07.surface"/>
            <p:cNvSpPr/>
            <p:nvPr/>
          </p:nvSpPr>
          <p:spPr>
            <a:xfrm>
              <a:off x="2781300" y="2514600"/>
              <a:ext cx="1600200" cy="457200"/>
            </a:xfrm>
            <a:prstGeom prst="rect">
              <a:avLst/>
            </a:prstGeom>
            <a:solidFill>
              <a:srgbClr val="F900D3"/>
            </a:solidFill>
            <a:ln>
              <a:noFill/>
            </a:ln>
          </p:spPr>
        </p:sp>
        <p:sp>
          <p:nvSpPr>
            <p:cNvPr id="19" name="node07.text"/>
            <p:cNvSpPr/>
            <p:nvPr/>
          </p:nvSpPr>
          <p:spPr>
            <a:xfrm>
              <a:off x="2933700" y="26289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Program lead</a:t>
              </a:r>
              <a:endParaRPr lang="en-US" sz="1200" spc="0" kern="0" b="0" i="0" dirty="0">
                <a:solidFill>
                  <a:srgbClr val="070154"/>
                </a:solidFill>
                <a:latin typeface="IBM Plex Sans"/>
                <a:ea typeface="IBM Plex Sans"/>
                <a:cs typeface="IBM Plex Sans"/>
              </a:endParaRPr>
            </a:p>
          </p:txBody>
        </p:sp>
      </p:grpSp>
      <p:grpSp>
        <p:nvGrpSpPr>
          <p:cNvPr id="99" name="node08"/>
          <p:cNvGrpSpPr/>
          <p:nvPr/>
        </p:nvGrpSpPr>
        <p:grpSpPr>
          <a:xfrm>
            <a:off x="723900" y="3200400"/>
            <a:ext cx="1600200" cy="457200"/>
            <a:chOff x="723900" y="3200400"/>
            <a:chExt cx="1600200" cy="457200"/>
          </a:xfrm>
        </p:grpSpPr>
        <p:sp>
          <p:nvSpPr>
            <p:cNvPr id="20" name="node08.surface"/>
            <p:cNvSpPr/>
            <p:nvPr/>
          </p:nvSpPr>
          <p:spPr>
            <a:xfrm>
              <a:off x="723900" y="3200400"/>
              <a:ext cx="1600200" cy="457200"/>
            </a:xfrm>
            <a:prstGeom prst="rect">
              <a:avLst/>
            </a:prstGeom>
            <a:solidFill>
              <a:srgbClr val="070154"/>
            </a:solidFill>
            <a:ln>
              <a:noFill/>
            </a:ln>
          </p:spPr>
        </p:sp>
        <p:sp>
          <p:nvSpPr>
            <p:cNvPr id="21" name="node08.text"/>
            <p:cNvSpPr/>
            <p:nvPr/>
          </p:nvSpPr>
          <p:spPr>
            <a:xfrm>
              <a:off x="876300" y="3200400"/>
              <a:ext cx="12954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Enterprise architect</a:t>
              </a:r>
              <a:endParaRPr lang="en-US" sz="1200" spc="0" kern="0" b="0" i="0" dirty="0">
                <a:solidFill>
                  <a:srgbClr val="FFFFFF"/>
                </a:solidFill>
                <a:latin typeface="IBM Plex Sans"/>
                <a:ea typeface="IBM Plex Sans"/>
                <a:cs typeface="IBM Plex Sans"/>
              </a:endParaRPr>
            </a:p>
          </p:txBody>
        </p:sp>
      </p:grpSp>
      <p:grpSp>
        <p:nvGrpSpPr>
          <p:cNvPr id="100" name="node09"/>
          <p:cNvGrpSpPr/>
          <p:nvPr/>
        </p:nvGrpSpPr>
        <p:grpSpPr>
          <a:xfrm>
            <a:off x="2781300" y="3200400"/>
            <a:ext cx="1600200" cy="457200"/>
            <a:chOff x="2781300" y="3200400"/>
            <a:chExt cx="1600200" cy="457200"/>
          </a:xfrm>
        </p:grpSpPr>
        <p:sp>
          <p:nvSpPr>
            <p:cNvPr id="22" name="node09.surface"/>
            <p:cNvSpPr/>
            <p:nvPr/>
          </p:nvSpPr>
          <p:spPr>
            <a:xfrm>
              <a:off x="2781300" y="3200400"/>
              <a:ext cx="1600200" cy="457200"/>
            </a:xfrm>
            <a:prstGeom prst="rect">
              <a:avLst/>
            </a:prstGeom>
            <a:solidFill>
              <a:srgbClr val="F900D3"/>
            </a:solidFill>
            <a:ln>
              <a:noFill/>
            </a:ln>
          </p:spPr>
        </p:sp>
        <p:sp>
          <p:nvSpPr>
            <p:cNvPr id="23" name="node09.text"/>
            <p:cNvSpPr/>
            <p:nvPr/>
          </p:nvSpPr>
          <p:spPr>
            <a:xfrm>
              <a:off x="2933700" y="33147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Platform owner</a:t>
              </a:r>
              <a:endParaRPr lang="en-US" sz="1200" spc="0" kern="0" b="0" i="0" dirty="0">
                <a:solidFill>
                  <a:srgbClr val="070154"/>
                </a:solidFill>
                <a:latin typeface="IBM Plex Sans"/>
                <a:ea typeface="IBM Plex Sans"/>
                <a:cs typeface="IBM Plex Sans"/>
              </a:endParaRPr>
            </a:p>
          </p:txBody>
        </p:sp>
      </p:grpSp>
      <p:grpSp>
        <p:nvGrpSpPr>
          <p:cNvPr id="101" name="node10"/>
          <p:cNvGrpSpPr/>
          <p:nvPr/>
        </p:nvGrpSpPr>
        <p:grpSpPr>
          <a:xfrm>
            <a:off x="1481379" y="2286000"/>
            <a:ext cx="85242" cy="228600"/>
            <a:chOff x="1481379" y="2286000"/>
            <a:chExt cx="85242" cy="228600"/>
          </a:xfrm>
        </p:grpSpPr>
        <p:sp>
          <p:nvSpPr>
            <p:cNvPr id="24" name="node10.segment-1"/>
            <p:cNvSpPr/>
            <p:nvPr/>
          </p:nvSpPr>
          <p:spPr>
            <a:xfrm>
              <a:off x="1524000" y="2286000"/>
              <a:ext cx="0" cy="228600"/>
            </a:xfrm>
            <a:custGeom>
              <a:avLst/>
              <a:gdLst/>
              <a:ahLst/>
              <a:cxnLst/>
              <a:rect l="l" t="t" r="r" b="b"/>
              <a:pathLst>
                <a:path h="228600">
                  <a:moveTo>
                    <a:pt x="0" y="228600"/>
                  </a:moveTo>
                  <a:lnTo>
                    <a:pt x="0" y="0"/>
                  </a:lnTo>
                </a:path>
              </a:pathLst>
            </a:custGeom>
            <a:ln w="12700">
              <a:solidFill>
                <a:srgbClr val="070154"/>
              </a:solidFill>
              <a:prstDash val="solid"/>
            </a:ln>
          </p:spPr>
        </p:sp>
        <p:sp>
          <p:nvSpPr>
            <p:cNvPr id="25" name="node10.head-end.0"/>
            <p:cNvSpPr/>
            <p:nvPr/>
          </p:nvSpPr>
          <p:spPr>
            <a:xfrm>
              <a:off x="1524000" y="22860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26" name="node10.head-end.1"/>
            <p:cNvSpPr/>
            <p:nvPr/>
          </p:nvSpPr>
          <p:spPr>
            <a:xfrm>
              <a:off x="1481379" y="22860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02" name="node11"/>
          <p:cNvGrpSpPr/>
          <p:nvPr/>
        </p:nvGrpSpPr>
        <p:grpSpPr>
          <a:xfrm>
            <a:off x="1481379" y="2971800"/>
            <a:ext cx="85242" cy="228600"/>
            <a:chOff x="1481379" y="2971800"/>
            <a:chExt cx="85242" cy="228600"/>
          </a:xfrm>
        </p:grpSpPr>
        <p:sp>
          <p:nvSpPr>
            <p:cNvPr id="27" name="node11.segment-1"/>
            <p:cNvSpPr/>
            <p:nvPr/>
          </p:nvSpPr>
          <p:spPr>
            <a:xfrm>
              <a:off x="1524000" y="2971800"/>
              <a:ext cx="0" cy="228600"/>
            </a:xfrm>
            <a:custGeom>
              <a:avLst/>
              <a:gdLst/>
              <a:ahLst/>
              <a:cxnLst/>
              <a:rect l="l" t="t" r="r" b="b"/>
              <a:pathLst>
                <a:path h="228600">
                  <a:moveTo>
                    <a:pt x="0" y="228600"/>
                  </a:moveTo>
                  <a:lnTo>
                    <a:pt x="0" y="0"/>
                  </a:lnTo>
                </a:path>
              </a:pathLst>
            </a:custGeom>
            <a:ln w="12700">
              <a:solidFill>
                <a:srgbClr val="070154"/>
              </a:solidFill>
              <a:prstDash val="solid"/>
            </a:ln>
          </p:spPr>
        </p:sp>
        <p:sp>
          <p:nvSpPr>
            <p:cNvPr id="28" name="node11.head-end.0"/>
            <p:cNvSpPr/>
            <p:nvPr/>
          </p:nvSpPr>
          <p:spPr>
            <a:xfrm>
              <a:off x="1524000" y="2971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29" name="node11.head-end.1"/>
            <p:cNvSpPr/>
            <p:nvPr/>
          </p:nvSpPr>
          <p:spPr>
            <a:xfrm>
              <a:off x="1481379" y="2971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03" name="node12"/>
          <p:cNvGrpSpPr/>
          <p:nvPr/>
        </p:nvGrpSpPr>
        <p:grpSpPr>
          <a:xfrm>
            <a:off x="4610100" y="1828800"/>
            <a:ext cx="1371600" cy="457200"/>
            <a:chOff x="4610100" y="1828800"/>
            <a:chExt cx="1371600" cy="457200"/>
          </a:xfrm>
        </p:grpSpPr>
        <p:sp>
          <p:nvSpPr>
            <p:cNvPr id="30" name="node12.surface"/>
            <p:cNvSpPr/>
            <p:nvPr/>
          </p:nvSpPr>
          <p:spPr>
            <a:xfrm>
              <a:off x="4610100" y="1828800"/>
              <a:ext cx="1371600" cy="457200"/>
            </a:xfrm>
            <a:prstGeom prst="rect">
              <a:avLst/>
            </a:prstGeom>
            <a:solidFill>
              <a:srgbClr val="CED7E6"/>
            </a:solidFill>
            <a:ln>
              <a:noFill/>
            </a:ln>
          </p:spPr>
        </p:sp>
        <p:sp>
          <p:nvSpPr>
            <p:cNvPr id="31" name="node12.text"/>
            <p:cNvSpPr/>
            <p:nvPr/>
          </p:nvSpPr>
          <p:spPr>
            <a:xfrm>
              <a:off x="4762500" y="18288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Infrastructure architect</a:t>
              </a:r>
              <a:endParaRPr lang="en-US" sz="1200" spc="0" kern="0" b="0" i="0" dirty="0">
                <a:solidFill>
                  <a:srgbClr val="070154"/>
                </a:solidFill>
                <a:latin typeface="IBM Plex Sans"/>
                <a:ea typeface="IBM Plex Sans"/>
                <a:cs typeface="IBM Plex Sans"/>
              </a:endParaRPr>
            </a:p>
          </p:txBody>
        </p:sp>
      </p:grpSp>
      <p:grpSp>
        <p:nvGrpSpPr>
          <p:cNvPr id="104" name="node13"/>
          <p:cNvGrpSpPr/>
          <p:nvPr/>
        </p:nvGrpSpPr>
        <p:grpSpPr>
          <a:xfrm>
            <a:off x="6210300" y="1828800"/>
            <a:ext cx="1371600" cy="457200"/>
            <a:chOff x="6210300" y="1828800"/>
            <a:chExt cx="1371600" cy="457200"/>
          </a:xfrm>
        </p:grpSpPr>
        <p:sp>
          <p:nvSpPr>
            <p:cNvPr id="32" name="node13.surface"/>
            <p:cNvSpPr/>
            <p:nvPr/>
          </p:nvSpPr>
          <p:spPr>
            <a:xfrm>
              <a:off x="6216650" y="1835150"/>
              <a:ext cx="1358900" cy="444500"/>
            </a:xfrm>
            <a:prstGeom prst="rect">
              <a:avLst/>
            </a:prstGeom>
            <a:solidFill>
              <a:srgbClr val="FFFFFF"/>
            </a:solidFill>
            <a:ln w="12700">
              <a:solidFill>
                <a:srgbClr val="CED7E6"/>
              </a:solidFill>
              <a:prstDash val="solid"/>
            </a:ln>
          </p:spPr>
        </p:sp>
        <p:sp>
          <p:nvSpPr>
            <p:cNvPr id="33" name="node13.text"/>
            <p:cNvSpPr/>
            <p:nvPr/>
          </p:nvSpPr>
          <p:spPr>
            <a:xfrm>
              <a:off x="6362700" y="18288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Change lead, phase 3</a:t>
              </a:r>
              <a:endParaRPr lang="en-US" sz="1200" spc="0" kern="0" b="0" i="0" dirty="0">
                <a:solidFill>
                  <a:srgbClr val="070154"/>
                </a:solidFill>
                <a:latin typeface="IBM Plex Sans"/>
                <a:ea typeface="IBM Plex Sans"/>
                <a:cs typeface="IBM Plex Sans"/>
              </a:endParaRPr>
            </a:p>
          </p:txBody>
        </p:sp>
      </p:grpSp>
      <p:grpSp>
        <p:nvGrpSpPr>
          <p:cNvPr id="105" name="node14"/>
          <p:cNvGrpSpPr/>
          <p:nvPr/>
        </p:nvGrpSpPr>
        <p:grpSpPr>
          <a:xfrm>
            <a:off x="4610100" y="2514600"/>
            <a:ext cx="1371600" cy="457200"/>
            <a:chOff x="4610100" y="2514600"/>
            <a:chExt cx="1371600" cy="457200"/>
          </a:xfrm>
        </p:grpSpPr>
        <p:sp>
          <p:nvSpPr>
            <p:cNvPr id="34" name="node14.surface"/>
            <p:cNvSpPr/>
            <p:nvPr/>
          </p:nvSpPr>
          <p:spPr>
            <a:xfrm>
              <a:off x="4610100" y="2514600"/>
              <a:ext cx="1371600" cy="457200"/>
            </a:xfrm>
            <a:prstGeom prst="rect">
              <a:avLst/>
            </a:prstGeom>
            <a:solidFill>
              <a:srgbClr val="070154"/>
            </a:solidFill>
            <a:ln>
              <a:noFill/>
            </a:ln>
          </p:spPr>
        </p:sp>
        <p:sp>
          <p:nvSpPr>
            <p:cNvPr id="35" name="node14.text"/>
            <p:cNvSpPr/>
            <p:nvPr/>
          </p:nvSpPr>
          <p:spPr>
            <a:xfrm>
              <a:off x="4762500" y="25146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Program manager</a:t>
              </a:r>
              <a:endParaRPr lang="en-US" sz="1200" spc="0" kern="0" b="0" i="0" dirty="0">
                <a:solidFill>
                  <a:srgbClr val="FFFFFF"/>
                </a:solidFill>
                <a:latin typeface="IBM Plex Sans"/>
                <a:ea typeface="IBM Plex Sans"/>
                <a:cs typeface="IBM Plex Sans"/>
              </a:endParaRPr>
            </a:p>
          </p:txBody>
        </p:sp>
      </p:grpSp>
      <p:grpSp>
        <p:nvGrpSpPr>
          <p:cNvPr id="106" name="node15"/>
          <p:cNvGrpSpPr/>
          <p:nvPr/>
        </p:nvGrpSpPr>
        <p:grpSpPr>
          <a:xfrm>
            <a:off x="6210300" y="2514600"/>
            <a:ext cx="1371600" cy="457200"/>
            <a:chOff x="6210300" y="2514600"/>
            <a:chExt cx="1371600" cy="457200"/>
          </a:xfrm>
        </p:grpSpPr>
        <p:sp>
          <p:nvSpPr>
            <p:cNvPr id="36" name="node15.surface"/>
            <p:cNvSpPr/>
            <p:nvPr/>
          </p:nvSpPr>
          <p:spPr>
            <a:xfrm>
              <a:off x="6210300" y="2514600"/>
              <a:ext cx="1371600" cy="457200"/>
            </a:xfrm>
            <a:prstGeom prst="rect">
              <a:avLst/>
            </a:prstGeom>
            <a:solidFill>
              <a:srgbClr val="070154"/>
            </a:solidFill>
            <a:ln>
              <a:noFill/>
            </a:ln>
          </p:spPr>
        </p:sp>
        <p:sp>
          <p:nvSpPr>
            <p:cNvPr id="37" name="node15.text"/>
            <p:cNvSpPr/>
            <p:nvPr/>
          </p:nvSpPr>
          <p:spPr>
            <a:xfrm>
              <a:off x="6362700" y="25146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Platform architect</a:t>
              </a:r>
              <a:endParaRPr lang="en-US" sz="1200" spc="0" kern="0" b="0" i="0" dirty="0">
                <a:solidFill>
                  <a:srgbClr val="FFFFFF"/>
                </a:solidFill>
                <a:latin typeface="IBM Plex Sans"/>
                <a:ea typeface="IBM Plex Sans"/>
                <a:cs typeface="IBM Plex Sans"/>
              </a:endParaRPr>
            </a:p>
          </p:txBody>
        </p:sp>
      </p:grpSp>
      <p:grpSp>
        <p:nvGrpSpPr>
          <p:cNvPr id="107" name="node16"/>
          <p:cNvGrpSpPr/>
          <p:nvPr/>
        </p:nvGrpSpPr>
        <p:grpSpPr>
          <a:xfrm>
            <a:off x="4610100" y="3200400"/>
            <a:ext cx="1371600" cy="457200"/>
            <a:chOff x="4610100" y="3200400"/>
            <a:chExt cx="1371600" cy="457200"/>
          </a:xfrm>
        </p:grpSpPr>
        <p:sp>
          <p:nvSpPr>
            <p:cNvPr id="38" name="node16.surface"/>
            <p:cNvSpPr/>
            <p:nvPr/>
          </p:nvSpPr>
          <p:spPr>
            <a:xfrm>
              <a:off x="4610100" y="3200400"/>
              <a:ext cx="1371600" cy="457200"/>
            </a:xfrm>
            <a:prstGeom prst="rect">
              <a:avLst/>
            </a:prstGeom>
            <a:solidFill>
              <a:srgbClr val="070154"/>
            </a:solidFill>
            <a:ln>
              <a:noFill/>
            </a:ln>
          </p:spPr>
        </p:sp>
        <p:sp>
          <p:nvSpPr>
            <p:cNvPr id="39" name="node16.text"/>
            <p:cNvSpPr/>
            <p:nvPr/>
          </p:nvSpPr>
          <p:spPr>
            <a:xfrm>
              <a:off x="4762500" y="32004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Governance SME</a:t>
              </a:r>
              <a:endParaRPr lang="en-US" sz="1200" spc="0" kern="0" b="0" i="0" dirty="0">
                <a:solidFill>
                  <a:srgbClr val="FFFFFF"/>
                </a:solidFill>
                <a:latin typeface="IBM Plex Sans"/>
                <a:ea typeface="IBM Plex Sans"/>
                <a:cs typeface="IBM Plex Sans"/>
              </a:endParaRPr>
            </a:p>
          </p:txBody>
        </p:sp>
      </p:grpSp>
      <p:grpSp>
        <p:nvGrpSpPr>
          <p:cNvPr id="108" name="node17"/>
          <p:cNvGrpSpPr/>
          <p:nvPr/>
        </p:nvGrpSpPr>
        <p:grpSpPr>
          <a:xfrm>
            <a:off x="6210300" y="3200400"/>
            <a:ext cx="1371600" cy="457200"/>
            <a:chOff x="6210300" y="3200400"/>
            <a:chExt cx="1371600" cy="457200"/>
          </a:xfrm>
        </p:grpSpPr>
        <p:sp>
          <p:nvSpPr>
            <p:cNvPr id="40" name="node17.surface"/>
            <p:cNvSpPr/>
            <p:nvPr/>
          </p:nvSpPr>
          <p:spPr>
            <a:xfrm>
              <a:off x="6210300" y="3200400"/>
              <a:ext cx="1371600" cy="457200"/>
            </a:xfrm>
            <a:prstGeom prst="rect">
              <a:avLst/>
            </a:prstGeom>
            <a:solidFill>
              <a:srgbClr val="070154"/>
            </a:solidFill>
            <a:ln>
              <a:noFill/>
            </a:ln>
          </p:spPr>
        </p:sp>
        <p:sp>
          <p:nvSpPr>
            <p:cNvPr id="41" name="node17.text"/>
            <p:cNvSpPr/>
            <p:nvPr/>
          </p:nvSpPr>
          <p:spPr>
            <a:xfrm>
              <a:off x="6362700" y="32004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Program analyst</a:t>
              </a:r>
              <a:endParaRPr lang="en-US" sz="1200" spc="0" kern="0" b="0" i="0" dirty="0">
                <a:solidFill>
                  <a:srgbClr val="FFFFFF"/>
                </a:solidFill>
                <a:latin typeface="IBM Plex Sans"/>
                <a:ea typeface="IBM Plex Sans"/>
                <a:cs typeface="IBM Plex Sans"/>
              </a:endParaRPr>
            </a:p>
          </p:txBody>
        </p:sp>
      </p:grpSp>
      <p:grpSp>
        <p:nvGrpSpPr>
          <p:cNvPr id="109" name="node18"/>
          <p:cNvGrpSpPr/>
          <p:nvPr/>
        </p:nvGrpSpPr>
        <p:grpSpPr>
          <a:xfrm>
            <a:off x="723900" y="4114800"/>
            <a:ext cx="2057400" cy="1676400"/>
            <a:chOff x="723900" y="4114800"/>
            <a:chExt cx="2057400" cy="1676400"/>
          </a:xfrm>
        </p:grpSpPr>
        <p:sp>
          <p:nvSpPr>
            <p:cNvPr id="42" name="node18.outline"/>
            <p:cNvSpPr/>
            <p:nvPr/>
          </p:nvSpPr>
          <p:spPr>
            <a:xfrm>
              <a:off x="723900" y="4114800"/>
              <a:ext cx="2057400" cy="1676400"/>
            </a:xfrm>
            <a:prstGeom prst="rect">
              <a:avLst/>
            </a:prstGeom>
            <a:ln w="12700">
              <a:solidFill>
                <a:srgbClr val="CED7E6"/>
              </a:solidFill>
              <a:prstDash val="solid"/>
            </a:ln>
          </p:spPr>
        </p:sp>
        <p:sp>
          <p:nvSpPr>
            <p:cNvPr id="43" name="node18.band"/>
            <p:cNvSpPr/>
            <p:nvPr/>
          </p:nvSpPr>
          <p:spPr>
            <a:xfrm>
              <a:off x="723900" y="4114800"/>
              <a:ext cx="2057400" cy="457200"/>
            </a:xfrm>
            <a:prstGeom prst="rect">
              <a:avLst/>
            </a:prstGeom>
            <a:solidFill>
              <a:srgbClr val="070154"/>
            </a:solidFill>
            <a:ln>
              <a:noFill/>
            </a:ln>
          </p:spPr>
        </p:sp>
        <p:sp>
          <p:nvSpPr>
            <p:cNvPr id="44" name="node18.title"/>
            <p:cNvSpPr/>
            <p:nvPr/>
          </p:nvSpPr>
          <p:spPr>
            <a:xfrm>
              <a:off x="876300" y="4210050"/>
              <a:ext cx="1752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SemiBold"/>
                  <a:ea typeface="IBM Plex Sans SemiBold"/>
                  <a:cs typeface="IBM Plex Sans SemiBold"/>
                </a:rPr>
                <a:t>Pod 1</a:t>
              </a:r>
              <a:endParaRPr lang="en-US" sz="1400" spc="0" kern="0" b="0" i="0" dirty="0">
                <a:solidFill>
                  <a:srgbClr val="FFFFFF"/>
                </a:solidFill>
                <a:latin typeface="IBM Plex Sans SemiBold"/>
                <a:ea typeface="IBM Plex Sans SemiBold"/>
                <a:cs typeface="IBM Plex Sans SemiBold"/>
              </a:endParaRPr>
            </a:p>
          </p:txBody>
        </p:sp>
        <p:sp>
          <p:nvSpPr>
            <p:cNvPr id="45" name="node18.roles.slot-001.surface"/>
            <p:cNvSpPr/>
            <p:nvPr/>
          </p:nvSpPr>
          <p:spPr>
            <a:xfrm>
              <a:off x="838200" y="4686300"/>
              <a:ext cx="1828800" cy="457200"/>
            </a:xfrm>
            <a:prstGeom prst="rect">
              <a:avLst/>
            </a:prstGeom>
            <a:solidFill>
              <a:srgbClr val="E8EEF8"/>
            </a:solidFill>
            <a:ln>
              <a:noFill/>
            </a:ln>
          </p:spPr>
        </p:sp>
        <p:sp>
          <p:nvSpPr>
            <p:cNvPr id="46" name="node18.roles.slot-001.text"/>
            <p:cNvSpPr/>
            <p:nvPr/>
          </p:nvSpPr>
          <p:spPr>
            <a:xfrm>
              <a:off x="990600" y="48006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data engineer</a:t>
              </a:r>
              <a:endParaRPr lang="en-US" sz="1200" spc="0" kern="0" b="0" i="0" dirty="0">
                <a:solidFill>
                  <a:srgbClr val="070154"/>
                </a:solidFill>
                <a:latin typeface="IBM Plex Sans"/>
                <a:ea typeface="IBM Plex Sans"/>
                <a:cs typeface="IBM Plex Sans"/>
              </a:endParaRPr>
            </a:p>
          </p:txBody>
        </p:sp>
        <p:sp>
          <p:nvSpPr>
            <p:cNvPr id="47" name="node18.roles.slot-002.surface"/>
            <p:cNvSpPr/>
            <p:nvPr/>
          </p:nvSpPr>
          <p:spPr>
            <a:xfrm>
              <a:off x="838200" y="5219700"/>
              <a:ext cx="1828800" cy="457200"/>
            </a:xfrm>
            <a:prstGeom prst="rect">
              <a:avLst/>
            </a:prstGeom>
            <a:solidFill>
              <a:srgbClr val="E8EEF8"/>
            </a:solidFill>
            <a:ln>
              <a:noFill/>
            </a:ln>
          </p:spPr>
        </p:sp>
        <p:sp>
          <p:nvSpPr>
            <p:cNvPr id="48" name="node18.roles.slot-002.text"/>
            <p:cNvSpPr/>
            <p:nvPr/>
          </p:nvSpPr>
          <p:spPr>
            <a:xfrm>
              <a:off x="990600" y="53340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engineer</a:t>
              </a:r>
              <a:endParaRPr lang="en-US" sz="1200" spc="0" kern="0" b="0" i="0" dirty="0">
                <a:solidFill>
                  <a:srgbClr val="070154"/>
                </a:solidFill>
                <a:latin typeface="IBM Plex Sans"/>
                <a:ea typeface="IBM Plex Sans"/>
                <a:cs typeface="IBM Plex Sans"/>
              </a:endParaRPr>
            </a:p>
          </p:txBody>
        </p:sp>
      </p:grpSp>
      <p:grpSp>
        <p:nvGrpSpPr>
          <p:cNvPr id="110" name="node19"/>
          <p:cNvGrpSpPr/>
          <p:nvPr/>
        </p:nvGrpSpPr>
        <p:grpSpPr>
          <a:xfrm>
            <a:off x="3009900" y="4114800"/>
            <a:ext cx="2057400" cy="1676400"/>
            <a:chOff x="3009900" y="4114800"/>
            <a:chExt cx="2057400" cy="1676400"/>
          </a:xfrm>
        </p:grpSpPr>
        <p:sp>
          <p:nvSpPr>
            <p:cNvPr id="49" name="node19.outline"/>
            <p:cNvSpPr/>
            <p:nvPr/>
          </p:nvSpPr>
          <p:spPr>
            <a:xfrm>
              <a:off x="3009900" y="4114800"/>
              <a:ext cx="2057400" cy="1676400"/>
            </a:xfrm>
            <a:prstGeom prst="rect">
              <a:avLst/>
            </a:prstGeom>
            <a:ln w="12700">
              <a:solidFill>
                <a:srgbClr val="CED7E6"/>
              </a:solidFill>
              <a:prstDash val="solid"/>
            </a:ln>
          </p:spPr>
        </p:sp>
        <p:sp>
          <p:nvSpPr>
            <p:cNvPr id="50" name="node19.band"/>
            <p:cNvSpPr/>
            <p:nvPr/>
          </p:nvSpPr>
          <p:spPr>
            <a:xfrm>
              <a:off x="3009900" y="4114800"/>
              <a:ext cx="2057400" cy="457200"/>
            </a:xfrm>
            <a:prstGeom prst="rect">
              <a:avLst/>
            </a:prstGeom>
            <a:solidFill>
              <a:srgbClr val="E8EEF8"/>
            </a:solidFill>
            <a:ln>
              <a:noFill/>
            </a:ln>
          </p:spPr>
        </p:sp>
        <p:sp>
          <p:nvSpPr>
            <p:cNvPr id="51" name="node19.title"/>
            <p:cNvSpPr/>
            <p:nvPr/>
          </p:nvSpPr>
          <p:spPr>
            <a:xfrm>
              <a:off x="3162300" y="4210050"/>
              <a:ext cx="1752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Pod 2 · phase 2 only</a:t>
              </a:r>
              <a:endParaRPr lang="en-US" sz="1400" spc="0" kern="0" b="0" i="0" dirty="0">
                <a:solidFill>
                  <a:srgbClr val="070154"/>
                </a:solidFill>
                <a:latin typeface="IBM Plex Sans SemiBold"/>
                <a:ea typeface="IBM Plex Sans SemiBold"/>
                <a:cs typeface="IBM Plex Sans SemiBold"/>
              </a:endParaRPr>
            </a:p>
          </p:txBody>
        </p:sp>
        <p:sp>
          <p:nvSpPr>
            <p:cNvPr id="52" name="node19.roles.slot-001.surface"/>
            <p:cNvSpPr/>
            <p:nvPr/>
          </p:nvSpPr>
          <p:spPr>
            <a:xfrm>
              <a:off x="3124200" y="4686300"/>
              <a:ext cx="1828800" cy="457200"/>
            </a:xfrm>
            <a:prstGeom prst="rect">
              <a:avLst/>
            </a:prstGeom>
            <a:solidFill>
              <a:srgbClr val="E8EEF8"/>
            </a:solidFill>
            <a:ln>
              <a:noFill/>
            </a:ln>
          </p:spPr>
        </p:sp>
        <p:sp>
          <p:nvSpPr>
            <p:cNvPr id="53" name="node19.roles.slot-001.text"/>
            <p:cNvSpPr/>
            <p:nvPr/>
          </p:nvSpPr>
          <p:spPr>
            <a:xfrm>
              <a:off x="3276600" y="48006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data engineer</a:t>
              </a:r>
              <a:endParaRPr lang="en-US" sz="1200" spc="0" kern="0" b="0" i="0" dirty="0">
                <a:solidFill>
                  <a:srgbClr val="070154"/>
                </a:solidFill>
                <a:latin typeface="IBM Plex Sans"/>
                <a:ea typeface="IBM Plex Sans"/>
                <a:cs typeface="IBM Plex Sans"/>
              </a:endParaRPr>
            </a:p>
          </p:txBody>
        </p:sp>
        <p:sp>
          <p:nvSpPr>
            <p:cNvPr id="54" name="node19.roles.slot-002.surface"/>
            <p:cNvSpPr/>
            <p:nvPr/>
          </p:nvSpPr>
          <p:spPr>
            <a:xfrm>
              <a:off x="3124200" y="5219700"/>
              <a:ext cx="1828800" cy="457200"/>
            </a:xfrm>
            <a:prstGeom prst="rect">
              <a:avLst/>
            </a:prstGeom>
            <a:solidFill>
              <a:srgbClr val="E8EEF8"/>
            </a:solidFill>
            <a:ln>
              <a:noFill/>
            </a:ln>
          </p:spPr>
        </p:sp>
        <p:sp>
          <p:nvSpPr>
            <p:cNvPr id="55" name="node19.roles.slot-002.text"/>
            <p:cNvSpPr/>
            <p:nvPr/>
          </p:nvSpPr>
          <p:spPr>
            <a:xfrm>
              <a:off x="3276600" y="53340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engineer</a:t>
              </a:r>
              <a:endParaRPr lang="en-US" sz="1200" spc="0" kern="0" b="0" i="0" dirty="0">
                <a:solidFill>
                  <a:srgbClr val="070154"/>
                </a:solidFill>
                <a:latin typeface="IBM Plex Sans"/>
                <a:ea typeface="IBM Plex Sans"/>
                <a:cs typeface="IBM Plex Sans"/>
              </a:endParaRPr>
            </a:p>
          </p:txBody>
        </p:sp>
      </p:grpSp>
      <p:grpSp>
        <p:nvGrpSpPr>
          <p:cNvPr id="111" name="node20"/>
          <p:cNvGrpSpPr/>
          <p:nvPr/>
        </p:nvGrpSpPr>
        <p:grpSpPr>
          <a:xfrm>
            <a:off x="5295900" y="4114800"/>
            <a:ext cx="2057400" cy="1676400"/>
            <a:chOff x="5295900" y="4114800"/>
            <a:chExt cx="2057400" cy="1676400"/>
          </a:xfrm>
        </p:grpSpPr>
        <p:sp>
          <p:nvSpPr>
            <p:cNvPr id="56" name="node20.outline"/>
            <p:cNvSpPr/>
            <p:nvPr/>
          </p:nvSpPr>
          <p:spPr>
            <a:xfrm>
              <a:off x="5295900" y="4114800"/>
              <a:ext cx="2057400" cy="1676400"/>
            </a:xfrm>
            <a:prstGeom prst="rect">
              <a:avLst/>
            </a:prstGeom>
            <a:ln w="12700">
              <a:solidFill>
                <a:srgbClr val="CED7E6"/>
              </a:solidFill>
              <a:prstDash val="solid"/>
            </a:ln>
          </p:spPr>
        </p:sp>
        <p:sp>
          <p:nvSpPr>
            <p:cNvPr id="57" name="node20.band"/>
            <p:cNvSpPr/>
            <p:nvPr/>
          </p:nvSpPr>
          <p:spPr>
            <a:xfrm>
              <a:off x="5295900" y="4114800"/>
              <a:ext cx="2057400" cy="457200"/>
            </a:xfrm>
            <a:prstGeom prst="rect">
              <a:avLst/>
            </a:prstGeom>
            <a:solidFill>
              <a:srgbClr val="E8EEF8"/>
            </a:solidFill>
            <a:ln>
              <a:noFill/>
            </a:ln>
          </p:spPr>
        </p:sp>
        <p:sp>
          <p:nvSpPr>
            <p:cNvPr id="58" name="node20.title"/>
            <p:cNvSpPr/>
            <p:nvPr/>
          </p:nvSpPr>
          <p:spPr>
            <a:xfrm>
              <a:off x="5448300" y="4210050"/>
              <a:ext cx="1752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Pod 3 · phase 2 only</a:t>
              </a:r>
              <a:endParaRPr lang="en-US" sz="1400" spc="0" kern="0" b="0" i="0" dirty="0">
                <a:solidFill>
                  <a:srgbClr val="070154"/>
                </a:solidFill>
                <a:latin typeface="IBM Plex Sans SemiBold"/>
                <a:ea typeface="IBM Plex Sans SemiBold"/>
                <a:cs typeface="IBM Plex Sans SemiBold"/>
              </a:endParaRPr>
            </a:p>
          </p:txBody>
        </p:sp>
        <p:sp>
          <p:nvSpPr>
            <p:cNvPr id="59" name="node20.roles.slot-001.surface"/>
            <p:cNvSpPr/>
            <p:nvPr/>
          </p:nvSpPr>
          <p:spPr>
            <a:xfrm>
              <a:off x="5410200" y="4686300"/>
              <a:ext cx="1828800" cy="457200"/>
            </a:xfrm>
            <a:prstGeom prst="rect">
              <a:avLst/>
            </a:prstGeom>
            <a:solidFill>
              <a:srgbClr val="E8EEF8"/>
            </a:solidFill>
            <a:ln>
              <a:noFill/>
            </a:ln>
          </p:spPr>
        </p:sp>
        <p:sp>
          <p:nvSpPr>
            <p:cNvPr id="60" name="node20.roles.slot-001.text"/>
            <p:cNvSpPr/>
            <p:nvPr/>
          </p:nvSpPr>
          <p:spPr>
            <a:xfrm>
              <a:off x="5562600" y="48006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data engineer</a:t>
              </a:r>
              <a:endParaRPr lang="en-US" sz="1200" spc="0" kern="0" b="0" i="0" dirty="0">
                <a:solidFill>
                  <a:srgbClr val="070154"/>
                </a:solidFill>
                <a:latin typeface="IBM Plex Sans"/>
                <a:ea typeface="IBM Plex Sans"/>
                <a:cs typeface="IBM Plex Sans"/>
              </a:endParaRPr>
            </a:p>
          </p:txBody>
        </p:sp>
        <p:sp>
          <p:nvSpPr>
            <p:cNvPr id="61" name="node20.roles.slot-002.surface"/>
            <p:cNvSpPr/>
            <p:nvPr/>
          </p:nvSpPr>
          <p:spPr>
            <a:xfrm>
              <a:off x="5410200" y="5219700"/>
              <a:ext cx="1828800" cy="457200"/>
            </a:xfrm>
            <a:prstGeom prst="rect">
              <a:avLst/>
            </a:prstGeom>
            <a:solidFill>
              <a:srgbClr val="E8EEF8"/>
            </a:solidFill>
            <a:ln>
              <a:noFill/>
            </a:ln>
          </p:spPr>
        </p:sp>
        <p:sp>
          <p:nvSpPr>
            <p:cNvPr id="62" name="node20.roles.slot-002.text"/>
            <p:cNvSpPr/>
            <p:nvPr/>
          </p:nvSpPr>
          <p:spPr>
            <a:xfrm>
              <a:off x="5562600" y="53340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scientist</a:t>
              </a:r>
              <a:endParaRPr lang="en-US" sz="1200" spc="0" kern="0" b="0" i="0" dirty="0">
                <a:solidFill>
                  <a:srgbClr val="070154"/>
                </a:solidFill>
                <a:latin typeface="IBM Plex Sans"/>
                <a:ea typeface="IBM Plex Sans"/>
                <a:cs typeface="IBM Plex Sans"/>
              </a:endParaRPr>
            </a:p>
          </p:txBody>
        </p:sp>
      </p:grpSp>
      <p:grpSp>
        <p:nvGrpSpPr>
          <p:cNvPr id="113" name="node21"/>
          <p:cNvGrpSpPr/>
          <p:nvPr/>
        </p:nvGrpSpPr>
        <p:grpSpPr>
          <a:xfrm>
            <a:off x="8039100" y="1600200"/>
            <a:ext cx="3429000" cy="2743200"/>
            <a:chOff x="8039100" y="1600200"/>
            <a:chExt cx="3429000" cy="2743200"/>
          </a:xfrm>
        </p:grpSpPr>
        <p:sp>
          <p:nvSpPr>
            <p:cNvPr id="63" name="node21.surface"/>
            <p:cNvSpPr/>
            <p:nvPr/>
          </p:nvSpPr>
          <p:spPr>
            <a:xfrm>
              <a:off x="8039100" y="1600200"/>
              <a:ext cx="3429000" cy="2743200"/>
            </a:xfrm>
            <a:prstGeom prst="rect">
              <a:avLst/>
            </a:prstGeom>
            <a:solidFill>
              <a:srgbClr val="E8EEF8"/>
            </a:solidFill>
            <a:ln>
              <a:noFill/>
            </a:ln>
          </p:spPr>
        </p:sp>
        <p:sp>
          <p:nvSpPr>
            <p:cNvPr id="64" name="node21.label"/>
            <p:cNvSpPr/>
            <p:nvPr/>
          </p:nvSpPr>
          <p:spPr>
            <a:xfrm>
              <a:off x="8191500" y="1714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Northfield leadership roles</a:t>
              </a:r>
              <a:endParaRPr lang="en-US" sz="1800" spc="-18" kern="0" b="0" i="0" dirty="0">
                <a:solidFill>
                  <a:srgbClr val="070154"/>
                </a:solidFill>
                <a:latin typeface="IBM Plex Sans SemiBold"/>
                <a:ea typeface="IBM Plex Sans SemiBold"/>
                <a:cs typeface="IBM Plex Sans SemiBold"/>
              </a:endParaRPr>
            </a:p>
          </p:txBody>
        </p:sp>
        <p:grpSp>
          <p:nvGrpSpPr>
            <p:cNvPr id="112" name="node21.bullets"/>
            <p:cNvGrpSpPr/>
            <p:nvPr/>
          </p:nvGrpSpPr>
          <p:grpSpPr>
            <a:xfrm>
              <a:off x="8191500" y="2019300"/>
              <a:ext cx="3124200" cy="2133600"/>
              <a:chOff x="8191500" y="2019300"/>
              <a:chExt cx="3124200" cy="2133600"/>
            </a:xfrm>
          </p:grpSpPr>
          <p:sp>
            <p:nvSpPr>
              <p:cNvPr id="65" name="node21.bullets.source-001.bullet"/>
              <p:cNvSpPr/>
              <p:nvPr/>
            </p:nvSpPr>
            <p:spPr>
              <a:xfrm>
                <a:off x="8191500" y="2108200"/>
                <a:ext cx="38100" cy="38100"/>
              </a:xfrm>
              <a:prstGeom prst="rect">
                <a:avLst/>
              </a:prstGeom>
              <a:solidFill>
                <a:srgbClr val="070154"/>
              </a:solidFill>
              <a:ln>
                <a:noFill/>
              </a:ln>
            </p:spPr>
          </p:sp>
          <p:sp>
            <p:nvSpPr>
              <p:cNvPr id="66" name="node21.bullets.source-001.text"/>
              <p:cNvSpPr/>
              <p:nvPr/>
            </p:nvSpPr>
            <p:spPr>
              <a:xfrm>
                <a:off x="8343900" y="2019300"/>
                <a:ext cx="2971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Executive sponsor (5%).</a:t>
                </a:r>
                <a:r>
                  <a:rPr lang="en-US" sz="1200" spc="0" kern="0" b="0" i="0" dirty="0">
                    <a:solidFill>
                      <a:srgbClr val="50658E"/>
                    </a:solidFill>
                    <a:latin typeface="IBM Plex Sans"/>
                    <a:ea typeface="IBM Plex Sans"/>
                    <a:cs typeface="IBM Plex Sans"/>
                  </a:rPr>
                  <a:t xml:space="preserve"> Sets direction, removes blockers, approves major decisions.</a:t>
                </a:r>
                <a:endParaRPr lang="en-US" sz="1200" spc="0" kern="0" b="0" i="0" dirty="0">
                  <a:solidFill>
                    <a:srgbClr val="070154"/>
                  </a:solidFill>
                  <a:latin typeface="IBM Plex Sans"/>
                  <a:ea typeface="IBM Plex Sans"/>
                  <a:cs typeface="IBM Plex Sans"/>
                </a:endParaRPr>
              </a:p>
            </p:txBody>
          </p:sp>
          <p:sp>
            <p:nvSpPr>
              <p:cNvPr id="67" name="node21.bullets.source-002.bullet"/>
              <p:cNvSpPr/>
              <p:nvPr/>
            </p:nvSpPr>
            <p:spPr>
              <a:xfrm>
                <a:off x="8191500" y="2832100"/>
                <a:ext cx="38100" cy="38100"/>
              </a:xfrm>
              <a:prstGeom prst="rect">
                <a:avLst/>
              </a:prstGeom>
              <a:solidFill>
                <a:srgbClr val="070154"/>
              </a:solidFill>
              <a:ln>
                <a:noFill/>
              </a:ln>
            </p:spPr>
          </p:sp>
          <p:sp>
            <p:nvSpPr>
              <p:cNvPr id="68" name="node21.bullets.source-002.text"/>
              <p:cNvSpPr/>
              <p:nvPr/>
            </p:nvSpPr>
            <p:spPr>
              <a:xfrm>
                <a:off x="8343900" y="2743200"/>
                <a:ext cx="2971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Program lead (50–75%).</a:t>
                </a:r>
                <a:r>
                  <a:rPr lang="en-US" sz="1200" spc="0" kern="0" b="0" i="0" dirty="0">
                    <a:solidFill>
                      <a:srgbClr val="50658E"/>
                    </a:solidFill>
                    <a:latin typeface="IBM Plex Sans"/>
                    <a:ea typeface="IBM Plex Sans"/>
                    <a:cs typeface="IBM Plex Sans"/>
                  </a:rPr>
                  <a:t xml:space="preserve"> Planning, coordination, dependencies, approvals and RAID.</a:t>
                </a:r>
                <a:endParaRPr lang="en-US" sz="1200" spc="0" kern="0" b="0" i="0" dirty="0">
                  <a:solidFill>
                    <a:srgbClr val="070154"/>
                  </a:solidFill>
                  <a:latin typeface="IBM Plex Sans"/>
                  <a:ea typeface="IBM Plex Sans"/>
                  <a:cs typeface="IBM Plex Sans"/>
                </a:endParaRPr>
              </a:p>
            </p:txBody>
          </p:sp>
          <p:sp>
            <p:nvSpPr>
              <p:cNvPr id="69" name="node21.bullets.source-003.bullet"/>
              <p:cNvSpPr/>
              <p:nvPr/>
            </p:nvSpPr>
            <p:spPr>
              <a:xfrm>
                <a:off x="8191500" y="3556000"/>
                <a:ext cx="38100" cy="38100"/>
              </a:xfrm>
              <a:prstGeom prst="rect">
                <a:avLst/>
              </a:prstGeom>
              <a:solidFill>
                <a:srgbClr val="070154"/>
              </a:solidFill>
              <a:ln>
                <a:noFill/>
              </a:ln>
            </p:spPr>
          </p:sp>
          <p:sp>
            <p:nvSpPr>
              <p:cNvPr id="70" name="node21.bullets.source-003.text"/>
              <p:cNvSpPr/>
              <p:nvPr/>
            </p:nvSpPr>
            <p:spPr>
              <a:xfrm>
                <a:off x="8343900" y="3467100"/>
                <a:ext cx="2971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Platform owner (50–75%).</a:t>
                </a:r>
                <a:r>
                  <a:rPr lang="en-US" sz="1200" spc="0" kern="0" b="0" i="0" dirty="0">
                    <a:solidFill>
                      <a:srgbClr val="50658E"/>
                    </a:solidFill>
                    <a:latin typeface="IBM Plex Sans"/>
                    <a:ea typeface="IBM Plex Sans"/>
                    <a:cs typeface="IBM Plex Sans"/>
                  </a:rPr>
                  <a:t xml:space="preserve"> Priorities, backlog, acceptance and operating-model calls.</a:t>
                </a:r>
                <a:endParaRPr lang="en-US" sz="1200" spc="0" kern="0" b="0" i="0" dirty="0">
                  <a:solidFill>
                    <a:srgbClr val="070154"/>
                  </a:solidFill>
                  <a:latin typeface="IBM Plex Sans"/>
                  <a:ea typeface="IBM Plex Sans"/>
                  <a:cs typeface="IBM Plex Sans"/>
                </a:endParaRPr>
              </a:p>
            </p:txBody>
          </p:sp>
        </p:grpSp>
      </p:grpSp>
      <p:grpSp>
        <p:nvGrpSpPr>
          <p:cNvPr id="114" name="node22"/>
          <p:cNvGrpSpPr/>
          <p:nvPr/>
        </p:nvGrpSpPr>
        <p:grpSpPr>
          <a:xfrm>
            <a:off x="8039100" y="4572000"/>
            <a:ext cx="1862138" cy="914400"/>
            <a:chOff x="8039100" y="4572000"/>
            <a:chExt cx="1862138" cy="914400"/>
          </a:xfrm>
        </p:grpSpPr>
        <p:sp>
          <p:nvSpPr>
            <p:cNvPr id="71" name="node22.items.slot-001.swatch"/>
            <p:cNvSpPr/>
            <p:nvPr/>
          </p:nvSpPr>
          <p:spPr>
            <a:xfrm>
              <a:off x="8039100" y="4622800"/>
              <a:ext cx="127000" cy="127000"/>
            </a:xfrm>
            <a:prstGeom prst="rect">
              <a:avLst/>
            </a:prstGeom>
            <a:solidFill>
              <a:srgbClr val="070154"/>
            </a:solidFill>
            <a:ln w="9525">
              <a:solidFill>
                <a:srgbClr val="070154"/>
              </a:solidFill>
              <a:prstDash val="solid"/>
            </a:ln>
          </p:spPr>
        </p:sp>
        <p:sp>
          <p:nvSpPr>
            <p:cNvPr id="72" name="node22.items.slot-001.text"/>
            <p:cNvSpPr/>
            <p:nvPr/>
          </p:nvSpPr>
          <p:spPr>
            <a:xfrm>
              <a:off x="8280400" y="4572000"/>
              <a:ext cx="15605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 full time</a:t>
              </a:r>
              <a:endParaRPr lang="en-US" sz="1200" spc="0" kern="0" b="0" i="0" dirty="0">
                <a:solidFill>
                  <a:srgbClr val="070154"/>
                </a:solidFill>
                <a:latin typeface="IBM Plex Sans"/>
                <a:ea typeface="IBM Plex Sans"/>
                <a:cs typeface="IBM Plex Sans"/>
              </a:endParaRPr>
            </a:p>
          </p:txBody>
        </p:sp>
        <p:sp>
          <p:nvSpPr>
            <p:cNvPr id="73" name="node22.items.slot-002.swatch"/>
            <p:cNvSpPr/>
            <p:nvPr/>
          </p:nvSpPr>
          <p:spPr>
            <a:xfrm>
              <a:off x="8039100" y="4965700"/>
              <a:ext cx="127000" cy="127000"/>
            </a:xfrm>
            <a:prstGeom prst="rect">
              <a:avLst/>
            </a:prstGeom>
            <a:solidFill>
              <a:srgbClr val="CED7E6"/>
            </a:solidFill>
            <a:ln w="9525">
              <a:solidFill>
                <a:srgbClr val="070154"/>
              </a:solidFill>
              <a:prstDash val="solid"/>
            </a:ln>
          </p:spPr>
        </p:sp>
        <p:sp>
          <p:nvSpPr>
            <p:cNvPr id="74" name="node22.items.slot-002.text"/>
            <p:cNvSpPr/>
            <p:nvPr/>
          </p:nvSpPr>
          <p:spPr>
            <a:xfrm>
              <a:off x="8280400" y="4914900"/>
              <a:ext cx="16208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 part time</a:t>
              </a:r>
              <a:endParaRPr lang="en-US" sz="1200" spc="0" kern="0" b="0" i="0" dirty="0">
                <a:solidFill>
                  <a:srgbClr val="070154"/>
                </a:solidFill>
                <a:latin typeface="IBM Plex Sans"/>
                <a:ea typeface="IBM Plex Sans"/>
                <a:cs typeface="IBM Plex Sans"/>
              </a:endParaRPr>
            </a:p>
          </p:txBody>
        </p:sp>
        <p:sp>
          <p:nvSpPr>
            <p:cNvPr id="75" name="node22.items.slot-003.swatch"/>
            <p:cNvSpPr/>
            <p:nvPr/>
          </p:nvSpPr>
          <p:spPr>
            <a:xfrm>
              <a:off x="8039100" y="5308600"/>
              <a:ext cx="127000" cy="127000"/>
            </a:xfrm>
            <a:prstGeom prst="rect">
              <a:avLst/>
            </a:prstGeom>
            <a:solidFill>
              <a:srgbClr val="F900D3"/>
            </a:solidFill>
            <a:ln w="9525">
              <a:solidFill>
                <a:srgbClr val="070154"/>
              </a:solidFill>
              <a:prstDash val="solid"/>
            </a:ln>
          </p:spPr>
        </p:sp>
        <p:sp>
          <p:nvSpPr>
            <p:cNvPr id="76" name="node22.items.slot-003.text"/>
            <p:cNvSpPr/>
            <p:nvPr/>
          </p:nvSpPr>
          <p:spPr>
            <a:xfrm>
              <a:off x="8280400" y="5257800"/>
              <a:ext cx="14033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part time</a:t>
              </a:r>
              <a:endParaRPr lang="en-US" sz="1200" spc="0" kern="0" b="0" i="0" dirty="0">
                <a:solidFill>
                  <a:srgbClr val="070154"/>
                </a:solidFill>
                <a:latin typeface="IBM Plex Sans"/>
                <a:ea typeface="IBM Plex Sans"/>
                <a:cs typeface="IBM Plex Sans"/>
              </a:endParaRPr>
            </a:p>
          </p:txBody>
        </p:sp>
      </p:grpSp>
      <p:grpSp>
        <p:nvGrpSpPr>
          <p:cNvPr id="115" name="node23"/>
          <p:cNvGrpSpPr/>
          <p:nvPr/>
        </p:nvGrpSpPr>
        <p:grpSpPr>
          <a:xfrm>
            <a:off x="2349500" y="2014779"/>
            <a:ext cx="406400" cy="85242"/>
            <a:chOff x="2349500" y="2014779"/>
            <a:chExt cx="406400" cy="85242"/>
          </a:xfrm>
        </p:grpSpPr>
        <p:sp>
          <p:nvSpPr>
            <p:cNvPr id="77" name="node23.segment-1"/>
            <p:cNvSpPr/>
            <p:nvPr/>
          </p:nvSpPr>
          <p:spPr>
            <a:xfrm>
              <a:off x="2349500" y="2057400"/>
              <a:ext cx="406400" cy="0"/>
            </a:xfrm>
            <a:custGeom>
              <a:avLst/>
              <a:gdLst/>
              <a:ahLst/>
              <a:cxnLst/>
              <a:rect l="l" t="t" r="r" b="b"/>
              <a:pathLst>
                <a:path w="406400">
                  <a:moveTo>
                    <a:pt x="0" y="0"/>
                  </a:moveTo>
                  <a:lnTo>
                    <a:pt x="406400" y="0"/>
                  </a:lnTo>
                </a:path>
              </a:pathLst>
            </a:custGeom>
            <a:ln w="12700">
              <a:solidFill>
                <a:srgbClr val="070154"/>
              </a:solidFill>
              <a:prstDash val="solid"/>
            </a:ln>
          </p:spPr>
        </p:sp>
        <p:sp>
          <p:nvSpPr>
            <p:cNvPr id="78" name="node23.head-end.0"/>
            <p:cNvSpPr/>
            <p:nvPr/>
          </p:nvSpPr>
          <p:spPr>
            <a:xfrm>
              <a:off x="2677883" y="2057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9" name="node23.head-end.1"/>
            <p:cNvSpPr/>
            <p:nvPr/>
          </p:nvSpPr>
          <p:spPr>
            <a:xfrm>
              <a:off x="2677883" y="2014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80" name="node23.head-start.0"/>
            <p:cNvSpPr/>
            <p:nvPr/>
          </p:nvSpPr>
          <p:spPr>
            <a:xfrm>
              <a:off x="2349500" y="20147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81" name="node23.head-start.1"/>
            <p:cNvSpPr/>
            <p:nvPr/>
          </p:nvSpPr>
          <p:spPr>
            <a:xfrm>
              <a:off x="2349500" y="20574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16" name="node24"/>
          <p:cNvGrpSpPr/>
          <p:nvPr/>
        </p:nvGrpSpPr>
        <p:grpSpPr>
          <a:xfrm>
            <a:off x="2349500" y="2700579"/>
            <a:ext cx="406400" cy="85242"/>
            <a:chOff x="2349500" y="2700579"/>
            <a:chExt cx="406400" cy="85242"/>
          </a:xfrm>
        </p:grpSpPr>
        <p:sp>
          <p:nvSpPr>
            <p:cNvPr id="82" name="node24.segment-1"/>
            <p:cNvSpPr/>
            <p:nvPr/>
          </p:nvSpPr>
          <p:spPr>
            <a:xfrm>
              <a:off x="2349500" y="2743200"/>
              <a:ext cx="406400" cy="0"/>
            </a:xfrm>
            <a:custGeom>
              <a:avLst/>
              <a:gdLst/>
              <a:ahLst/>
              <a:cxnLst/>
              <a:rect l="l" t="t" r="r" b="b"/>
              <a:pathLst>
                <a:path w="406400">
                  <a:moveTo>
                    <a:pt x="0" y="0"/>
                  </a:moveTo>
                  <a:lnTo>
                    <a:pt x="406400" y="0"/>
                  </a:lnTo>
                </a:path>
              </a:pathLst>
            </a:custGeom>
            <a:ln w="12700">
              <a:solidFill>
                <a:srgbClr val="070154"/>
              </a:solidFill>
              <a:prstDash val="solid"/>
            </a:ln>
          </p:spPr>
        </p:sp>
        <p:sp>
          <p:nvSpPr>
            <p:cNvPr id="83" name="node24.head-end.0"/>
            <p:cNvSpPr/>
            <p:nvPr/>
          </p:nvSpPr>
          <p:spPr>
            <a:xfrm>
              <a:off x="26778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4" name="node24.head-end.1"/>
            <p:cNvSpPr/>
            <p:nvPr/>
          </p:nvSpPr>
          <p:spPr>
            <a:xfrm>
              <a:off x="26778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85" name="node24.head-start.0"/>
            <p:cNvSpPr/>
            <p:nvPr/>
          </p:nvSpPr>
          <p:spPr>
            <a:xfrm>
              <a:off x="2349500" y="27005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86" name="node24.head-start.1"/>
            <p:cNvSpPr/>
            <p:nvPr/>
          </p:nvSpPr>
          <p:spPr>
            <a:xfrm>
              <a:off x="2349500" y="27432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17" name="node25"/>
          <p:cNvGrpSpPr/>
          <p:nvPr/>
        </p:nvGrpSpPr>
        <p:grpSpPr>
          <a:xfrm>
            <a:off x="2349500" y="3386379"/>
            <a:ext cx="406400" cy="85242"/>
            <a:chOff x="2349500" y="3386379"/>
            <a:chExt cx="406400" cy="85242"/>
          </a:xfrm>
        </p:grpSpPr>
        <p:sp>
          <p:nvSpPr>
            <p:cNvPr id="87" name="node25.segment-1"/>
            <p:cNvSpPr/>
            <p:nvPr/>
          </p:nvSpPr>
          <p:spPr>
            <a:xfrm>
              <a:off x="2349500" y="3429000"/>
              <a:ext cx="406400" cy="0"/>
            </a:xfrm>
            <a:custGeom>
              <a:avLst/>
              <a:gdLst/>
              <a:ahLst/>
              <a:cxnLst/>
              <a:rect l="l" t="t" r="r" b="b"/>
              <a:pathLst>
                <a:path w="406400">
                  <a:moveTo>
                    <a:pt x="0" y="0"/>
                  </a:moveTo>
                  <a:lnTo>
                    <a:pt x="406400" y="0"/>
                  </a:lnTo>
                </a:path>
              </a:pathLst>
            </a:custGeom>
            <a:ln w="12700">
              <a:solidFill>
                <a:srgbClr val="070154"/>
              </a:solidFill>
              <a:prstDash val="solid"/>
            </a:ln>
          </p:spPr>
        </p:sp>
        <p:sp>
          <p:nvSpPr>
            <p:cNvPr id="88" name="node25.head-end.0"/>
            <p:cNvSpPr/>
            <p:nvPr/>
          </p:nvSpPr>
          <p:spPr>
            <a:xfrm>
              <a:off x="2677883" y="3429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9" name="node25.head-end.1"/>
            <p:cNvSpPr/>
            <p:nvPr/>
          </p:nvSpPr>
          <p:spPr>
            <a:xfrm>
              <a:off x="2677883" y="3386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90" name="node25.head-start.0"/>
            <p:cNvSpPr/>
            <p:nvPr/>
          </p:nvSpPr>
          <p:spPr>
            <a:xfrm>
              <a:off x="2349500" y="33863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91" name="node25.head-start.1"/>
            <p:cNvSpPr/>
            <p:nvPr/>
          </p:nvSpPr>
          <p:spPr>
            <a:xfrm>
              <a:off x="2349500" y="34290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ource-19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GOVERNANCE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Decisions stay close to the work, with a clear path up</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104</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23900" y="1600200"/>
            <a:ext cx="10591800" cy="3276600"/>
            <a:chOff x="723900" y="1600200"/>
            <a:chExt cx="10591800" cy="3276600"/>
          </a:xfrm>
        </p:grpSpPr>
        <p:sp>
          <p:nvSpPr>
            <p:cNvPr id="6" name="node01.tiers.slot-001.surface"/>
            <p:cNvSpPr/>
            <p:nvPr/>
          </p:nvSpPr>
          <p:spPr>
            <a:xfrm>
              <a:off x="723900" y="1600200"/>
              <a:ext cx="10134600" cy="990600"/>
            </a:xfrm>
            <a:prstGeom prst="rect">
              <a:avLst/>
            </a:prstGeom>
            <a:solidFill>
              <a:srgbClr val="070154"/>
            </a:solidFill>
            <a:ln>
              <a:noFill/>
            </a:ln>
          </p:spPr>
        </p:sp>
        <p:sp>
          <p:nvSpPr>
            <p:cNvPr id="7" name="node01.tiers.slot-001.name.part-0"/>
            <p:cNvSpPr/>
            <p:nvPr/>
          </p:nvSpPr>
          <p:spPr>
            <a:xfrm>
              <a:off x="952500" y="17526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Executive steering</a:t>
              </a:r>
              <a:endParaRPr lang="en-US" sz="1800" spc="-18" kern="0" b="0" i="0" dirty="0">
                <a:solidFill>
                  <a:srgbClr val="FFFFFF"/>
                </a:solidFill>
                <a:latin typeface="IBM Plex Sans SemiBold"/>
                <a:ea typeface="IBM Plex Sans SemiBold"/>
                <a:cs typeface="IBM Plex Sans SemiBold"/>
              </a:endParaRPr>
            </a:p>
          </p:txBody>
        </p:sp>
        <p:sp>
          <p:nvSpPr>
            <p:cNvPr id="8" name="node01.tiers.slot-001.name.part-1"/>
            <p:cNvSpPr/>
            <p:nvPr/>
          </p:nvSpPr>
          <p:spPr>
            <a:xfrm>
              <a:off x="952500" y="2095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MONTHLY</a:t>
              </a:r>
              <a:endParaRPr lang="en-US" sz="900" spc="54" kern="0" b="0" i="0" dirty="0">
                <a:solidFill>
                  <a:srgbClr val="F900D3"/>
                </a:solidFill>
                <a:latin typeface="IBM Plex Mono Medium"/>
                <a:ea typeface="IBM Plex Mono Medium"/>
                <a:cs typeface="IBM Plex Mono Medium"/>
              </a:endParaRPr>
            </a:p>
          </p:txBody>
        </p:sp>
        <p:sp>
          <p:nvSpPr>
            <p:cNvPr id="9" name="node01.tiers.slot-001.members.slot-001.surface"/>
            <p:cNvSpPr/>
            <p:nvPr/>
          </p:nvSpPr>
          <p:spPr>
            <a:xfrm>
              <a:off x="3695700" y="1752600"/>
              <a:ext cx="453963" cy="228600"/>
            </a:xfrm>
            <a:prstGeom prst="rect">
              <a:avLst/>
            </a:prstGeom>
            <a:solidFill>
              <a:srgbClr val="FFFFFF"/>
            </a:solidFill>
            <a:ln>
              <a:noFill/>
            </a:ln>
          </p:spPr>
        </p:sp>
        <p:sp>
          <p:nvSpPr>
            <p:cNvPr id="10" name="node01.tiers.slot-001.members.slot-001.edge"/>
            <p:cNvSpPr/>
            <p:nvPr/>
          </p:nvSpPr>
          <p:spPr>
            <a:xfrm>
              <a:off x="3695700" y="1752600"/>
              <a:ext cx="50800" cy="228600"/>
            </a:xfrm>
            <a:prstGeom prst="rect">
              <a:avLst/>
            </a:prstGeom>
            <a:solidFill>
              <a:srgbClr val="FFC700"/>
            </a:solidFill>
            <a:ln>
              <a:noFill/>
            </a:ln>
          </p:spPr>
        </p:sp>
        <p:sp>
          <p:nvSpPr>
            <p:cNvPr id="11" name="node01.tiers.slot-001.members.slot-001.text"/>
            <p:cNvSpPr/>
            <p:nvPr/>
          </p:nvSpPr>
          <p:spPr>
            <a:xfrm>
              <a:off x="3822700" y="1790700"/>
              <a:ext cx="250763"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CFO</a:t>
              </a:r>
              <a:endParaRPr lang="en-US" sz="900" spc="54" kern="0" b="0" i="0" dirty="0">
                <a:solidFill>
                  <a:srgbClr val="070154"/>
                </a:solidFill>
                <a:latin typeface="IBM Plex Mono SemiBold"/>
                <a:ea typeface="IBM Plex Mono SemiBold"/>
                <a:cs typeface="IBM Plex Mono SemiBold"/>
              </a:endParaRPr>
            </a:p>
          </p:txBody>
        </p:sp>
        <p:sp>
          <p:nvSpPr>
            <p:cNvPr id="12" name="node01.tiers.slot-001.members.slot-002.surface"/>
            <p:cNvSpPr/>
            <p:nvPr/>
          </p:nvSpPr>
          <p:spPr>
            <a:xfrm>
              <a:off x="4225863" y="1752600"/>
              <a:ext cx="1580778" cy="228600"/>
            </a:xfrm>
            <a:prstGeom prst="rect">
              <a:avLst/>
            </a:prstGeom>
            <a:solidFill>
              <a:srgbClr val="FFFFFF"/>
            </a:solidFill>
            <a:ln>
              <a:noFill/>
            </a:ln>
          </p:spPr>
        </p:sp>
        <p:sp>
          <p:nvSpPr>
            <p:cNvPr id="13" name="node01.tiers.slot-001.members.slot-002.edge"/>
            <p:cNvSpPr/>
            <p:nvPr/>
          </p:nvSpPr>
          <p:spPr>
            <a:xfrm>
              <a:off x="4225863" y="1752600"/>
              <a:ext cx="50800" cy="228600"/>
            </a:xfrm>
            <a:prstGeom prst="rect">
              <a:avLst/>
            </a:prstGeom>
            <a:solidFill>
              <a:srgbClr val="00A3FF"/>
            </a:solidFill>
            <a:ln>
              <a:noFill/>
            </a:ln>
          </p:spPr>
        </p:sp>
        <p:sp>
          <p:nvSpPr>
            <p:cNvPr id="14" name="node01.tiers.slot-001.members.slot-002.text"/>
            <p:cNvSpPr/>
            <p:nvPr/>
          </p:nvSpPr>
          <p:spPr>
            <a:xfrm>
              <a:off x="4352863" y="1790700"/>
              <a:ext cx="1377578"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ENGAGEMENT PARTNER</a:t>
              </a:r>
              <a:endParaRPr lang="en-US" sz="900" spc="54" kern="0" b="0" i="0" dirty="0">
                <a:solidFill>
                  <a:srgbClr val="070154"/>
                </a:solidFill>
                <a:latin typeface="IBM Plex Mono SemiBold"/>
                <a:ea typeface="IBM Plex Mono SemiBold"/>
                <a:cs typeface="IBM Plex Mono SemiBold"/>
              </a:endParaRPr>
            </a:p>
          </p:txBody>
        </p:sp>
        <p:sp>
          <p:nvSpPr>
            <p:cNvPr id="15" name="node01.tiers.slot-001.decides-label"/>
            <p:cNvSpPr/>
            <p:nvPr/>
          </p:nvSpPr>
          <p:spPr>
            <a:xfrm>
              <a:off x="7810500" y="1752600"/>
              <a:ext cx="281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DECIDES</a:t>
              </a:r>
              <a:endParaRPr lang="en-US" sz="900" spc="54" kern="0" b="0" i="0" dirty="0">
                <a:solidFill>
                  <a:srgbClr val="CED7E6"/>
                </a:solidFill>
                <a:latin typeface="IBM Plex Mono Medium"/>
                <a:ea typeface="IBM Plex Mono Medium"/>
                <a:cs typeface="IBM Plex Mono Medium"/>
              </a:endParaRPr>
            </a:p>
          </p:txBody>
        </p:sp>
        <p:grpSp>
          <p:nvGrpSpPr>
            <p:cNvPr id="61" name="node01.tiers.slot-001.decisions"/>
            <p:cNvGrpSpPr/>
            <p:nvPr/>
          </p:nvGrpSpPr>
          <p:grpSpPr>
            <a:xfrm>
              <a:off x="7810500" y="1943100"/>
              <a:ext cx="2819400" cy="228600"/>
              <a:chOff x="7810500" y="1943100"/>
              <a:chExt cx="2819400" cy="228600"/>
            </a:xfrm>
          </p:grpSpPr>
          <p:sp>
            <p:nvSpPr>
              <p:cNvPr id="16" name="node01.tiers.slot-001.decisions.source-001.bullet"/>
              <p:cNvSpPr/>
              <p:nvPr/>
            </p:nvSpPr>
            <p:spPr>
              <a:xfrm>
                <a:off x="7810500" y="2032000"/>
                <a:ext cx="38100" cy="38100"/>
              </a:xfrm>
              <a:prstGeom prst="rect">
                <a:avLst/>
              </a:prstGeom>
              <a:solidFill>
                <a:srgbClr val="FFFFFF"/>
              </a:solidFill>
              <a:ln>
                <a:noFill/>
              </a:ln>
            </p:spPr>
          </p:sp>
          <p:sp>
            <p:nvSpPr>
              <p:cNvPr id="17" name="node01.tiers.slot-001.decisions.source-001.text"/>
              <p:cNvSpPr/>
              <p:nvPr/>
            </p:nvSpPr>
            <p:spPr>
              <a:xfrm>
                <a:off x="7962900" y="19431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Scope, budget and gates</a:t>
                </a:r>
                <a:endParaRPr lang="en-US" sz="1200" spc="0" kern="0" b="0" i="0" dirty="0">
                  <a:solidFill>
                    <a:srgbClr val="FFFFFF"/>
                  </a:solidFill>
                  <a:latin typeface="IBM Plex Sans"/>
                  <a:ea typeface="IBM Plex Sans"/>
                  <a:cs typeface="IBM Plex Sans"/>
                </a:endParaRPr>
              </a:p>
            </p:txBody>
          </p:sp>
        </p:grpSp>
        <p:sp>
          <p:nvSpPr>
            <p:cNvPr id="18" name="node01.tiers.slot-002.surface"/>
            <p:cNvSpPr/>
            <p:nvPr/>
          </p:nvSpPr>
          <p:spPr>
            <a:xfrm>
              <a:off x="723900" y="2743200"/>
              <a:ext cx="10134600" cy="990600"/>
            </a:xfrm>
            <a:prstGeom prst="rect">
              <a:avLst/>
            </a:prstGeom>
            <a:solidFill>
              <a:srgbClr val="05013F"/>
            </a:solidFill>
            <a:ln>
              <a:noFill/>
            </a:ln>
          </p:spPr>
        </p:sp>
        <p:sp>
          <p:nvSpPr>
            <p:cNvPr id="19" name="node01.tiers.slot-002.name.part-0"/>
            <p:cNvSpPr/>
            <p:nvPr/>
          </p:nvSpPr>
          <p:spPr>
            <a:xfrm>
              <a:off x="952500" y="28956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Program leadership</a:t>
              </a:r>
              <a:endParaRPr lang="en-US" sz="1800" spc="-18" kern="0" b="0" i="0" dirty="0">
                <a:solidFill>
                  <a:srgbClr val="FFFFFF"/>
                </a:solidFill>
                <a:latin typeface="IBM Plex Sans SemiBold"/>
                <a:ea typeface="IBM Plex Sans SemiBold"/>
                <a:cs typeface="IBM Plex Sans SemiBold"/>
              </a:endParaRPr>
            </a:p>
          </p:txBody>
        </p:sp>
        <p:sp>
          <p:nvSpPr>
            <p:cNvPr id="20" name="node01.tiers.slot-002.name.part-1"/>
            <p:cNvSpPr/>
            <p:nvPr/>
          </p:nvSpPr>
          <p:spPr>
            <a:xfrm>
              <a:off x="952500" y="3238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WEEKLY</a:t>
              </a:r>
              <a:endParaRPr lang="en-US" sz="900" spc="54" kern="0" b="0" i="0" dirty="0">
                <a:solidFill>
                  <a:srgbClr val="F900D3"/>
                </a:solidFill>
                <a:latin typeface="IBM Plex Mono Medium"/>
                <a:ea typeface="IBM Plex Mono Medium"/>
                <a:cs typeface="IBM Plex Mono Medium"/>
              </a:endParaRPr>
            </a:p>
          </p:txBody>
        </p:sp>
        <p:sp>
          <p:nvSpPr>
            <p:cNvPr id="21" name="node01.tiers.slot-002.members.slot-001.surface"/>
            <p:cNvSpPr/>
            <p:nvPr/>
          </p:nvSpPr>
          <p:spPr>
            <a:xfrm>
              <a:off x="3695700" y="2895600"/>
              <a:ext cx="979810" cy="228600"/>
            </a:xfrm>
            <a:prstGeom prst="rect">
              <a:avLst/>
            </a:prstGeom>
            <a:solidFill>
              <a:srgbClr val="FFFFFF"/>
            </a:solidFill>
            <a:ln>
              <a:noFill/>
            </a:ln>
          </p:spPr>
        </p:sp>
        <p:sp>
          <p:nvSpPr>
            <p:cNvPr id="22" name="node01.tiers.slot-002.members.slot-001.edge"/>
            <p:cNvSpPr/>
            <p:nvPr/>
          </p:nvSpPr>
          <p:spPr>
            <a:xfrm>
              <a:off x="3695700" y="2895600"/>
              <a:ext cx="50800" cy="228600"/>
            </a:xfrm>
            <a:prstGeom prst="rect">
              <a:avLst/>
            </a:prstGeom>
            <a:solidFill>
              <a:srgbClr val="FFC700"/>
            </a:solidFill>
            <a:ln>
              <a:noFill/>
            </a:ln>
          </p:spPr>
        </p:sp>
        <p:sp>
          <p:nvSpPr>
            <p:cNvPr id="23" name="node01.tiers.slot-002.members.slot-001.text"/>
            <p:cNvSpPr/>
            <p:nvPr/>
          </p:nvSpPr>
          <p:spPr>
            <a:xfrm>
              <a:off x="3822700" y="2933700"/>
              <a:ext cx="77661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CONTROLLER</a:t>
              </a:r>
              <a:endParaRPr lang="en-US" sz="900" spc="54" kern="0" b="0" i="0" dirty="0">
                <a:solidFill>
                  <a:srgbClr val="070154"/>
                </a:solidFill>
                <a:latin typeface="IBM Plex Mono SemiBold"/>
                <a:ea typeface="IBM Plex Mono SemiBold"/>
                <a:cs typeface="IBM Plex Mono SemiBold"/>
              </a:endParaRPr>
            </a:p>
          </p:txBody>
        </p:sp>
        <p:sp>
          <p:nvSpPr>
            <p:cNvPr id="24" name="node01.tiers.slot-002.members.slot-002.surface"/>
            <p:cNvSpPr/>
            <p:nvPr/>
          </p:nvSpPr>
          <p:spPr>
            <a:xfrm>
              <a:off x="4751710" y="2895600"/>
              <a:ext cx="1355415" cy="228600"/>
            </a:xfrm>
            <a:prstGeom prst="rect">
              <a:avLst/>
            </a:prstGeom>
            <a:solidFill>
              <a:srgbClr val="FFFFFF"/>
            </a:solidFill>
            <a:ln>
              <a:noFill/>
            </a:ln>
          </p:spPr>
        </p:sp>
        <p:sp>
          <p:nvSpPr>
            <p:cNvPr id="25" name="node01.tiers.slot-002.members.slot-002.edge"/>
            <p:cNvSpPr/>
            <p:nvPr/>
          </p:nvSpPr>
          <p:spPr>
            <a:xfrm>
              <a:off x="4751710" y="2895600"/>
              <a:ext cx="50800" cy="228600"/>
            </a:xfrm>
            <a:prstGeom prst="rect">
              <a:avLst/>
            </a:prstGeom>
            <a:solidFill>
              <a:srgbClr val="00A3FF"/>
            </a:solidFill>
            <a:ln>
              <a:noFill/>
            </a:ln>
          </p:spPr>
        </p:sp>
        <p:sp>
          <p:nvSpPr>
            <p:cNvPr id="26" name="node01.tiers.slot-002.members.slot-002.text"/>
            <p:cNvSpPr/>
            <p:nvPr/>
          </p:nvSpPr>
          <p:spPr>
            <a:xfrm>
              <a:off x="4878710" y="2933700"/>
              <a:ext cx="115221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ENGAGEMENT LEAD</a:t>
              </a:r>
              <a:endParaRPr lang="en-US" sz="900" spc="54" kern="0" b="0" i="0" dirty="0">
                <a:solidFill>
                  <a:srgbClr val="070154"/>
                </a:solidFill>
                <a:latin typeface="IBM Plex Mono SemiBold"/>
                <a:ea typeface="IBM Plex Mono SemiBold"/>
                <a:cs typeface="IBM Plex Mono SemiBold"/>
              </a:endParaRPr>
            </a:p>
          </p:txBody>
        </p:sp>
        <p:sp>
          <p:nvSpPr>
            <p:cNvPr id="27" name="node01.tiers.slot-002.members.slot-003.surface"/>
            <p:cNvSpPr/>
            <p:nvPr/>
          </p:nvSpPr>
          <p:spPr>
            <a:xfrm>
              <a:off x="6183325" y="2895600"/>
              <a:ext cx="453963" cy="228600"/>
            </a:xfrm>
            <a:prstGeom prst="rect">
              <a:avLst/>
            </a:prstGeom>
            <a:solidFill>
              <a:srgbClr val="FFFFFF"/>
            </a:solidFill>
            <a:ln>
              <a:noFill/>
            </a:ln>
          </p:spPr>
        </p:sp>
        <p:sp>
          <p:nvSpPr>
            <p:cNvPr id="28" name="node01.tiers.slot-002.members.slot-003.edge"/>
            <p:cNvSpPr/>
            <p:nvPr/>
          </p:nvSpPr>
          <p:spPr>
            <a:xfrm>
              <a:off x="6183325" y="2895600"/>
              <a:ext cx="50800" cy="228600"/>
            </a:xfrm>
            <a:prstGeom prst="rect">
              <a:avLst/>
            </a:prstGeom>
            <a:solidFill>
              <a:srgbClr val="00A3FF"/>
            </a:solidFill>
            <a:ln>
              <a:noFill/>
            </a:ln>
          </p:spPr>
        </p:sp>
        <p:sp>
          <p:nvSpPr>
            <p:cNvPr id="29" name="node01.tiers.slot-002.members.slot-003.text"/>
            <p:cNvSpPr/>
            <p:nvPr/>
          </p:nvSpPr>
          <p:spPr>
            <a:xfrm>
              <a:off x="6310325" y="2933700"/>
              <a:ext cx="250763"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PMO</a:t>
              </a:r>
              <a:endParaRPr lang="en-US" sz="900" spc="54" kern="0" b="0" i="0" dirty="0">
                <a:solidFill>
                  <a:srgbClr val="070154"/>
                </a:solidFill>
                <a:latin typeface="IBM Plex Mono SemiBold"/>
                <a:ea typeface="IBM Plex Mono SemiBold"/>
                <a:cs typeface="IBM Plex Mono SemiBold"/>
              </a:endParaRPr>
            </a:p>
          </p:txBody>
        </p:sp>
        <p:sp>
          <p:nvSpPr>
            <p:cNvPr id="30" name="node01.tiers.slot-002.decides-label"/>
            <p:cNvSpPr/>
            <p:nvPr/>
          </p:nvSpPr>
          <p:spPr>
            <a:xfrm>
              <a:off x="7810500" y="2895600"/>
              <a:ext cx="281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DECIDES</a:t>
              </a:r>
              <a:endParaRPr lang="en-US" sz="900" spc="54" kern="0" b="0" i="0" dirty="0">
                <a:solidFill>
                  <a:srgbClr val="CED7E6"/>
                </a:solidFill>
                <a:latin typeface="IBM Plex Mono Medium"/>
                <a:ea typeface="IBM Plex Mono Medium"/>
                <a:cs typeface="IBM Plex Mono Medium"/>
              </a:endParaRPr>
            </a:p>
          </p:txBody>
        </p:sp>
        <p:grpSp>
          <p:nvGrpSpPr>
            <p:cNvPr id="62" name="node01.tiers.slot-002.decisions"/>
            <p:cNvGrpSpPr/>
            <p:nvPr/>
          </p:nvGrpSpPr>
          <p:grpSpPr>
            <a:xfrm>
              <a:off x="7810500" y="3086100"/>
              <a:ext cx="2819400" cy="228600"/>
              <a:chOff x="7810500" y="3086100"/>
              <a:chExt cx="2819400" cy="228600"/>
            </a:xfrm>
          </p:grpSpPr>
          <p:sp>
            <p:nvSpPr>
              <p:cNvPr id="31" name="node01.tiers.slot-002.decisions.source-001.bullet"/>
              <p:cNvSpPr/>
              <p:nvPr/>
            </p:nvSpPr>
            <p:spPr>
              <a:xfrm>
                <a:off x="7810500" y="3175000"/>
                <a:ext cx="38100" cy="38100"/>
              </a:xfrm>
              <a:prstGeom prst="rect">
                <a:avLst/>
              </a:prstGeom>
              <a:solidFill>
                <a:srgbClr val="FFFFFF"/>
              </a:solidFill>
              <a:ln>
                <a:noFill/>
              </a:ln>
            </p:spPr>
          </p:sp>
          <p:sp>
            <p:nvSpPr>
              <p:cNvPr id="32" name="node01.tiers.slot-002.decisions.source-001.text"/>
              <p:cNvSpPr/>
              <p:nvPr/>
            </p:nvSpPr>
            <p:spPr>
              <a:xfrm>
                <a:off x="7962900" y="30861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Plan and priorities</a:t>
                </a:r>
                <a:endParaRPr lang="en-US" sz="1200" spc="0" kern="0" b="0" i="0" dirty="0">
                  <a:solidFill>
                    <a:srgbClr val="FFFFFF"/>
                  </a:solidFill>
                  <a:latin typeface="IBM Plex Sans"/>
                  <a:ea typeface="IBM Plex Sans"/>
                  <a:cs typeface="IBM Plex Sans"/>
                </a:endParaRPr>
              </a:p>
            </p:txBody>
          </p:sp>
        </p:grpSp>
        <p:sp>
          <p:nvSpPr>
            <p:cNvPr id="33" name="node01.tiers.slot-002.escalation-1"/>
            <p:cNvSpPr/>
            <p:nvPr/>
          </p:nvSpPr>
          <p:spPr>
            <a:xfrm>
              <a:off x="11239500" y="2565400"/>
              <a:ext cx="0" cy="228600"/>
            </a:xfrm>
            <a:custGeom>
              <a:avLst/>
              <a:gdLst/>
              <a:ahLst/>
              <a:cxnLst/>
              <a:rect l="l" t="t" r="r" b="b"/>
              <a:pathLst>
                <a:path h="228600">
                  <a:moveTo>
                    <a:pt x="0" y="228600"/>
                  </a:moveTo>
                  <a:lnTo>
                    <a:pt x="0" y="0"/>
                  </a:lnTo>
                </a:path>
              </a:pathLst>
            </a:custGeom>
            <a:ln w="17780">
              <a:solidFill>
                <a:srgbClr val="070154"/>
              </a:solidFill>
              <a:prstDash val="solid"/>
            </a:ln>
          </p:spPr>
        </p:sp>
        <p:sp>
          <p:nvSpPr>
            <p:cNvPr id="34" name="node01.tiers.slot-002.escalation-2"/>
            <p:cNvSpPr/>
            <p:nvPr/>
          </p:nvSpPr>
          <p:spPr>
            <a:xfrm>
              <a:off x="11163300" y="2565400"/>
              <a:ext cx="76200" cy="63500"/>
            </a:xfrm>
            <a:custGeom>
              <a:avLst/>
              <a:gdLst/>
              <a:ahLst/>
              <a:cxnLst/>
              <a:rect l="l" t="t" r="r" b="b"/>
              <a:pathLst>
                <a:path w="76200" h="63500">
                  <a:moveTo>
                    <a:pt x="76200" y="0"/>
                  </a:moveTo>
                  <a:lnTo>
                    <a:pt x="0" y="63500"/>
                  </a:lnTo>
                </a:path>
              </a:pathLst>
            </a:custGeom>
            <a:ln w="17780">
              <a:solidFill>
                <a:srgbClr val="070154"/>
              </a:solidFill>
              <a:prstDash val="solid"/>
            </a:ln>
          </p:spPr>
        </p:sp>
        <p:sp>
          <p:nvSpPr>
            <p:cNvPr id="35" name="node01.tiers.slot-002.escalation-3"/>
            <p:cNvSpPr/>
            <p:nvPr/>
          </p:nvSpPr>
          <p:spPr>
            <a:xfrm>
              <a:off x="11163300" y="2552700"/>
              <a:ext cx="76200" cy="76200"/>
            </a:xfrm>
            <a:custGeom>
              <a:avLst/>
              <a:gdLst/>
              <a:ahLst/>
              <a:cxnLst/>
              <a:rect l="l" t="t" r="r" b="b"/>
              <a:pathLst>
                <a:path w="76200" h="76200">
                  <a:moveTo>
                    <a:pt x="0" y="76200"/>
                  </a:moveTo>
                  <a:lnTo>
                    <a:pt x="76200" y="0"/>
                  </a:lnTo>
                </a:path>
              </a:pathLst>
            </a:custGeom>
            <a:ln w="17780">
              <a:solidFill>
                <a:srgbClr val="070154"/>
              </a:solidFill>
              <a:prstDash val="solid"/>
            </a:ln>
          </p:spPr>
        </p:sp>
        <p:sp>
          <p:nvSpPr>
            <p:cNvPr id="36" name="node01.tiers.slot-002.escalation-4"/>
            <p:cNvSpPr/>
            <p:nvPr/>
          </p:nvSpPr>
          <p:spPr>
            <a:xfrm>
              <a:off x="11239500" y="2552700"/>
              <a:ext cx="76200" cy="76200"/>
            </a:xfrm>
            <a:custGeom>
              <a:avLst/>
              <a:gdLst/>
              <a:ahLst/>
              <a:cxnLst/>
              <a:rect l="l" t="t" r="r" b="b"/>
              <a:pathLst>
                <a:path w="76200" h="76200">
                  <a:moveTo>
                    <a:pt x="0" y="0"/>
                  </a:moveTo>
                  <a:lnTo>
                    <a:pt x="76200" y="76200"/>
                  </a:lnTo>
                </a:path>
              </a:pathLst>
            </a:custGeom>
            <a:ln w="17780">
              <a:solidFill>
                <a:srgbClr val="070154"/>
              </a:solidFill>
              <a:prstDash val="solid"/>
            </a:ln>
          </p:spPr>
        </p:sp>
        <p:sp>
          <p:nvSpPr>
            <p:cNvPr id="37" name="node01.tiers.slot-003.surface"/>
            <p:cNvSpPr/>
            <p:nvPr/>
          </p:nvSpPr>
          <p:spPr>
            <a:xfrm>
              <a:off x="723900" y="3886200"/>
              <a:ext cx="10134600" cy="990600"/>
            </a:xfrm>
            <a:prstGeom prst="rect">
              <a:avLst/>
            </a:prstGeom>
            <a:solidFill>
              <a:srgbClr val="E8EEF8"/>
            </a:solidFill>
            <a:ln>
              <a:noFill/>
            </a:ln>
          </p:spPr>
        </p:sp>
        <p:sp>
          <p:nvSpPr>
            <p:cNvPr id="38" name="node01.tiers.slot-003.name.part-0"/>
            <p:cNvSpPr/>
            <p:nvPr/>
          </p:nvSpPr>
          <p:spPr>
            <a:xfrm>
              <a:off x="952500" y="40386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Workstream leads</a:t>
              </a:r>
              <a:endParaRPr lang="en-US" sz="1800" spc="-18" kern="0" b="0" i="0" dirty="0">
                <a:solidFill>
                  <a:srgbClr val="070154"/>
                </a:solidFill>
                <a:latin typeface="IBM Plex Sans SemiBold"/>
                <a:ea typeface="IBM Plex Sans SemiBold"/>
                <a:cs typeface="IBM Plex Sans SemiBold"/>
              </a:endParaRPr>
            </a:p>
          </p:txBody>
        </p:sp>
        <p:sp>
          <p:nvSpPr>
            <p:cNvPr id="39" name="node01.tiers.slot-003.name.part-1"/>
            <p:cNvSpPr/>
            <p:nvPr/>
          </p:nvSpPr>
          <p:spPr>
            <a:xfrm>
              <a:off x="952500" y="4381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TWICE WEEKLY</a:t>
              </a:r>
              <a:endParaRPr lang="en-US" sz="900" spc="54" kern="0" b="0" i="0" dirty="0">
                <a:solidFill>
                  <a:srgbClr val="0047FF"/>
                </a:solidFill>
                <a:latin typeface="IBM Plex Mono Medium"/>
                <a:ea typeface="IBM Plex Mono Medium"/>
                <a:cs typeface="IBM Plex Mono Medium"/>
              </a:endParaRPr>
            </a:p>
          </p:txBody>
        </p:sp>
        <p:sp>
          <p:nvSpPr>
            <p:cNvPr id="40" name="node01.tiers.slot-003.members.slot-001.surface"/>
            <p:cNvSpPr/>
            <p:nvPr/>
          </p:nvSpPr>
          <p:spPr>
            <a:xfrm>
              <a:off x="3695700" y="4038600"/>
              <a:ext cx="1130052" cy="228600"/>
            </a:xfrm>
            <a:prstGeom prst="rect">
              <a:avLst/>
            </a:prstGeom>
            <a:solidFill>
              <a:srgbClr val="FFFFFF"/>
            </a:solidFill>
            <a:ln>
              <a:noFill/>
            </a:ln>
          </p:spPr>
        </p:sp>
        <p:sp>
          <p:nvSpPr>
            <p:cNvPr id="41" name="node01.tiers.slot-003.members.slot-001.edge"/>
            <p:cNvSpPr/>
            <p:nvPr/>
          </p:nvSpPr>
          <p:spPr>
            <a:xfrm>
              <a:off x="3695700" y="4038600"/>
              <a:ext cx="50800" cy="228600"/>
            </a:xfrm>
            <a:prstGeom prst="rect">
              <a:avLst/>
            </a:prstGeom>
            <a:solidFill>
              <a:srgbClr val="00A3FF"/>
            </a:solidFill>
            <a:ln>
              <a:noFill/>
            </a:ln>
          </p:spPr>
        </p:sp>
        <p:sp>
          <p:nvSpPr>
            <p:cNvPr id="42" name="node01.tiers.slot-003.members.slot-001.text"/>
            <p:cNvSpPr/>
            <p:nvPr/>
          </p:nvSpPr>
          <p:spPr>
            <a:xfrm>
              <a:off x="3822700" y="4076700"/>
              <a:ext cx="926852"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PROCESS LEAD</a:t>
              </a:r>
              <a:endParaRPr lang="en-US" sz="900" spc="54" kern="0" b="0" i="0" dirty="0">
                <a:solidFill>
                  <a:srgbClr val="070154"/>
                </a:solidFill>
                <a:latin typeface="IBM Plex Mono SemiBold"/>
                <a:ea typeface="IBM Plex Mono SemiBold"/>
                <a:cs typeface="IBM Plex Mono SemiBold"/>
              </a:endParaRPr>
            </a:p>
          </p:txBody>
        </p:sp>
        <p:sp>
          <p:nvSpPr>
            <p:cNvPr id="43" name="node01.tiers.slot-003.members.slot-002.surface"/>
            <p:cNvSpPr/>
            <p:nvPr/>
          </p:nvSpPr>
          <p:spPr>
            <a:xfrm>
              <a:off x="4901952" y="4038600"/>
              <a:ext cx="1280294" cy="228600"/>
            </a:xfrm>
            <a:prstGeom prst="rect">
              <a:avLst/>
            </a:prstGeom>
            <a:solidFill>
              <a:srgbClr val="FFFFFF"/>
            </a:solidFill>
            <a:ln>
              <a:noFill/>
            </a:ln>
          </p:spPr>
        </p:sp>
        <p:sp>
          <p:nvSpPr>
            <p:cNvPr id="44" name="node01.tiers.slot-003.members.slot-002.edge"/>
            <p:cNvSpPr/>
            <p:nvPr/>
          </p:nvSpPr>
          <p:spPr>
            <a:xfrm>
              <a:off x="4901952" y="4038600"/>
              <a:ext cx="50800" cy="228600"/>
            </a:xfrm>
            <a:prstGeom prst="rect">
              <a:avLst/>
            </a:prstGeom>
            <a:solidFill>
              <a:srgbClr val="00A3FF"/>
            </a:solidFill>
            <a:ln>
              <a:noFill/>
            </a:ln>
          </p:spPr>
        </p:sp>
        <p:sp>
          <p:nvSpPr>
            <p:cNvPr id="45" name="node01.tiers.slot-003.members.slot-002.text"/>
            <p:cNvSpPr/>
            <p:nvPr/>
          </p:nvSpPr>
          <p:spPr>
            <a:xfrm>
              <a:off x="5028952" y="4076700"/>
              <a:ext cx="1077094"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DATA ARCHITECT</a:t>
              </a:r>
              <a:endParaRPr lang="en-US" sz="900" spc="54" kern="0" b="0" i="0" dirty="0">
                <a:solidFill>
                  <a:srgbClr val="070154"/>
                </a:solidFill>
                <a:latin typeface="IBM Plex Mono SemiBold"/>
                <a:ea typeface="IBM Plex Mono SemiBold"/>
                <a:cs typeface="IBM Plex Mono SemiBold"/>
              </a:endParaRPr>
            </a:p>
          </p:txBody>
        </p:sp>
        <p:sp>
          <p:nvSpPr>
            <p:cNvPr id="46" name="node01.tiers.slot-003.members.slot-003.surface"/>
            <p:cNvSpPr/>
            <p:nvPr/>
          </p:nvSpPr>
          <p:spPr>
            <a:xfrm>
              <a:off x="3695700" y="4343400"/>
              <a:ext cx="1355415" cy="228600"/>
            </a:xfrm>
            <a:prstGeom prst="rect">
              <a:avLst/>
            </a:prstGeom>
            <a:solidFill>
              <a:srgbClr val="FFFFFF"/>
            </a:solidFill>
            <a:ln>
              <a:noFill/>
            </a:ln>
          </p:spPr>
        </p:sp>
        <p:sp>
          <p:nvSpPr>
            <p:cNvPr id="47" name="node01.tiers.slot-003.members.slot-003.edge"/>
            <p:cNvSpPr/>
            <p:nvPr/>
          </p:nvSpPr>
          <p:spPr>
            <a:xfrm>
              <a:off x="3695700" y="4343400"/>
              <a:ext cx="50800" cy="228600"/>
            </a:xfrm>
            <a:prstGeom prst="rect">
              <a:avLst/>
            </a:prstGeom>
            <a:solidFill>
              <a:srgbClr val="FFC700"/>
            </a:solidFill>
            <a:ln>
              <a:noFill/>
            </a:ln>
          </p:spPr>
        </p:sp>
        <p:sp>
          <p:nvSpPr>
            <p:cNvPr id="48" name="node01.tiers.slot-003.members.slot-003.text"/>
            <p:cNvSpPr/>
            <p:nvPr/>
          </p:nvSpPr>
          <p:spPr>
            <a:xfrm>
              <a:off x="3822700" y="4381500"/>
              <a:ext cx="115221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SHARED SERVICES</a:t>
              </a:r>
              <a:endParaRPr lang="en-US" sz="900" spc="54" kern="0" b="0" i="0" dirty="0">
                <a:solidFill>
                  <a:srgbClr val="070154"/>
                </a:solidFill>
                <a:latin typeface="IBM Plex Mono SemiBold"/>
                <a:ea typeface="IBM Plex Mono SemiBold"/>
                <a:cs typeface="IBM Plex Mono SemiBold"/>
              </a:endParaRPr>
            </a:p>
          </p:txBody>
        </p:sp>
        <p:sp>
          <p:nvSpPr>
            <p:cNvPr id="49" name="node01.tiers.slot-003.decides-label"/>
            <p:cNvSpPr/>
            <p:nvPr/>
          </p:nvSpPr>
          <p:spPr>
            <a:xfrm>
              <a:off x="7810500" y="4038600"/>
              <a:ext cx="281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DECIDES</a:t>
              </a:r>
              <a:endParaRPr lang="en-US" sz="900" spc="54" kern="0" b="0" i="0" dirty="0">
                <a:solidFill>
                  <a:srgbClr val="50658E"/>
                </a:solidFill>
                <a:latin typeface="IBM Plex Mono Medium"/>
                <a:ea typeface="IBM Plex Mono Medium"/>
                <a:cs typeface="IBM Plex Mono Medium"/>
              </a:endParaRPr>
            </a:p>
          </p:txBody>
        </p:sp>
        <p:grpSp>
          <p:nvGrpSpPr>
            <p:cNvPr id="63" name="node01.tiers.slot-003.decisions"/>
            <p:cNvGrpSpPr/>
            <p:nvPr/>
          </p:nvGrpSpPr>
          <p:grpSpPr>
            <a:xfrm>
              <a:off x="7810500" y="4229100"/>
              <a:ext cx="2819400" cy="228600"/>
              <a:chOff x="7810500" y="4229100"/>
              <a:chExt cx="2819400" cy="228600"/>
            </a:xfrm>
          </p:grpSpPr>
          <p:sp>
            <p:nvSpPr>
              <p:cNvPr id="50" name="node01.tiers.slot-003.decisions.source-001.bullet"/>
              <p:cNvSpPr/>
              <p:nvPr/>
            </p:nvSpPr>
            <p:spPr>
              <a:xfrm>
                <a:off x="7810500" y="4318000"/>
                <a:ext cx="38100" cy="38100"/>
              </a:xfrm>
              <a:prstGeom prst="rect">
                <a:avLst/>
              </a:prstGeom>
              <a:solidFill>
                <a:srgbClr val="070154"/>
              </a:solidFill>
              <a:ln>
                <a:noFill/>
              </a:ln>
            </p:spPr>
          </p:sp>
          <p:sp>
            <p:nvSpPr>
              <p:cNvPr id="51" name="node01.tiers.slot-003.decisions.source-001.text"/>
              <p:cNvSpPr/>
              <p:nvPr/>
            </p:nvSpPr>
            <p:spPr>
              <a:xfrm>
                <a:off x="7962900" y="42291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within scope</a:t>
                </a:r>
                <a:endParaRPr lang="en-US" sz="1200" spc="0" kern="0" b="0" i="0" dirty="0">
                  <a:solidFill>
                    <a:srgbClr val="070154"/>
                  </a:solidFill>
                  <a:latin typeface="IBM Plex Sans"/>
                  <a:ea typeface="IBM Plex Sans"/>
                  <a:cs typeface="IBM Plex Sans"/>
                </a:endParaRPr>
              </a:p>
            </p:txBody>
          </p:sp>
        </p:grpSp>
        <p:sp>
          <p:nvSpPr>
            <p:cNvPr id="52" name="node01.tiers.slot-003.escalation-1"/>
            <p:cNvSpPr/>
            <p:nvPr/>
          </p:nvSpPr>
          <p:spPr>
            <a:xfrm>
              <a:off x="11239500" y="3708400"/>
              <a:ext cx="0" cy="228600"/>
            </a:xfrm>
            <a:custGeom>
              <a:avLst/>
              <a:gdLst/>
              <a:ahLst/>
              <a:cxnLst/>
              <a:rect l="l" t="t" r="r" b="b"/>
              <a:pathLst>
                <a:path h="228600">
                  <a:moveTo>
                    <a:pt x="0" y="228600"/>
                  </a:moveTo>
                  <a:lnTo>
                    <a:pt x="0" y="0"/>
                  </a:lnTo>
                </a:path>
              </a:pathLst>
            </a:custGeom>
            <a:ln w="17780">
              <a:solidFill>
                <a:srgbClr val="070154"/>
              </a:solidFill>
              <a:prstDash val="solid"/>
            </a:ln>
          </p:spPr>
        </p:sp>
        <p:sp>
          <p:nvSpPr>
            <p:cNvPr id="53" name="node01.tiers.slot-003.escalation-2"/>
            <p:cNvSpPr/>
            <p:nvPr/>
          </p:nvSpPr>
          <p:spPr>
            <a:xfrm>
              <a:off x="11163300" y="3708400"/>
              <a:ext cx="76200" cy="63500"/>
            </a:xfrm>
            <a:custGeom>
              <a:avLst/>
              <a:gdLst/>
              <a:ahLst/>
              <a:cxnLst/>
              <a:rect l="l" t="t" r="r" b="b"/>
              <a:pathLst>
                <a:path w="76200" h="63500">
                  <a:moveTo>
                    <a:pt x="76200" y="0"/>
                  </a:moveTo>
                  <a:lnTo>
                    <a:pt x="0" y="63500"/>
                  </a:lnTo>
                </a:path>
              </a:pathLst>
            </a:custGeom>
            <a:ln w="17780">
              <a:solidFill>
                <a:srgbClr val="070154"/>
              </a:solidFill>
              <a:prstDash val="solid"/>
            </a:ln>
          </p:spPr>
        </p:sp>
        <p:sp>
          <p:nvSpPr>
            <p:cNvPr id="54" name="node01.tiers.slot-003.escalation-3"/>
            <p:cNvSpPr/>
            <p:nvPr/>
          </p:nvSpPr>
          <p:spPr>
            <a:xfrm>
              <a:off x="11163300" y="3695700"/>
              <a:ext cx="76200" cy="76200"/>
            </a:xfrm>
            <a:custGeom>
              <a:avLst/>
              <a:gdLst/>
              <a:ahLst/>
              <a:cxnLst/>
              <a:rect l="l" t="t" r="r" b="b"/>
              <a:pathLst>
                <a:path w="76200" h="76200">
                  <a:moveTo>
                    <a:pt x="0" y="76200"/>
                  </a:moveTo>
                  <a:lnTo>
                    <a:pt x="76200" y="0"/>
                  </a:lnTo>
                </a:path>
              </a:pathLst>
            </a:custGeom>
            <a:ln w="17780">
              <a:solidFill>
                <a:srgbClr val="070154"/>
              </a:solidFill>
              <a:prstDash val="solid"/>
            </a:ln>
          </p:spPr>
        </p:sp>
        <p:sp>
          <p:nvSpPr>
            <p:cNvPr id="55" name="node01.tiers.slot-003.escalation-4"/>
            <p:cNvSpPr/>
            <p:nvPr/>
          </p:nvSpPr>
          <p:spPr>
            <a:xfrm>
              <a:off x="11239500" y="3695700"/>
              <a:ext cx="76200" cy="76200"/>
            </a:xfrm>
            <a:custGeom>
              <a:avLst/>
              <a:gdLst/>
              <a:ahLst/>
              <a:cxnLst/>
              <a:rect l="l" t="t" r="r" b="b"/>
              <a:pathLst>
                <a:path w="76200" h="76200">
                  <a:moveTo>
                    <a:pt x="0" y="0"/>
                  </a:moveTo>
                  <a:lnTo>
                    <a:pt x="76200" y="76200"/>
                  </a:lnTo>
                </a:path>
              </a:pathLst>
            </a:custGeom>
            <a:ln w="17780">
              <a:solidFill>
                <a:srgbClr val="070154"/>
              </a:solidFill>
              <a:prstDash val="solid"/>
            </a:ln>
          </p:spPr>
        </p:sp>
        <p:sp>
          <p:nvSpPr>
            <p:cNvPr id="56" name="node01.escalation-label"/>
            <p:cNvSpPr/>
            <p:nvPr/>
          </p:nvSpPr>
          <p:spPr>
            <a:xfrm rot="-5400000">
              <a:off x="9601200" y="3162300"/>
              <a:ext cx="3175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ESCALATION</a:t>
              </a:r>
              <a:endParaRPr lang="en-US" sz="900" spc="54" kern="0" b="0" i="0" dirty="0">
                <a:solidFill>
                  <a:srgbClr val="50658E"/>
                </a:solidFill>
                <a:latin typeface="IBM Plex Mono SemiBold"/>
                <a:ea typeface="IBM Plex Mono SemiBold"/>
                <a:cs typeface="IBM Plex Mono SemiBold"/>
              </a:endParaRPr>
            </a:p>
          </p:txBody>
        </p:sp>
      </p:grpSp>
      <p:grpSp>
        <p:nvGrpSpPr>
          <p:cNvPr id="65" name="node02"/>
          <p:cNvGrpSpPr/>
          <p:nvPr/>
        </p:nvGrpSpPr>
        <p:grpSpPr>
          <a:xfrm>
            <a:off x="723900" y="5257800"/>
            <a:ext cx="2309813" cy="228600"/>
            <a:chOff x="723900" y="5257800"/>
            <a:chExt cx="2309813" cy="228600"/>
          </a:xfrm>
        </p:grpSpPr>
        <p:sp>
          <p:nvSpPr>
            <p:cNvPr id="57" name="node02.items.slot-001.swatch"/>
            <p:cNvSpPr/>
            <p:nvPr/>
          </p:nvSpPr>
          <p:spPr>
            <a:xfrm>
              <a:off x="723900" y="5308600"/>
              <a:ext cx="127000" cy="127000"/>
            </a:xfrm>
            <a:prstGeom prst="rect">
              <a:avLst/>
            </a:prstGeom>
            <a:solidFill>
              <a:srgbClr val="00A3FF"/>
            </a:solidFill>
            <a:ln w="9525">
              <a:solidFill>
                <a:srgbClr val="070154"/>
              </a:solidFill>
              <a:prstDash val="solid"/>
            </a:ln>
          </p:spPr>
        </p:sp>
        <p:sp>
          <p:nvSpPr>
            <p:cNvPr id="58" name="node02.items.slot-001.text"/>
            <p:cNvSpPr/>
            <p:nvPr/>
          </p:nvSpPr>
          <p:spPr>
            <a:xfrm>
              <a:off x="914400" y="5257800"/>
              <a:ext cx="958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a:t>
              </a:r>
              <a:endParaRPr lang="en-US" sz="1200" spc="0" kern="0" b="0" i="0" dirty="0">
                <a:solidFill>
                  <a:srgbClr val="070154"/>
                </a:solidFill>
                <a:latin typeface="IBM Plex Sans"/>
                <a:ea typeface="IBM Plex Sans"/>
                <a:cs typeface="IBM Plex Sans"/>
              </a:endParaRPr>
            </a:p>
          </p:txBody>
        </p:sp>
        <p:sp>
          <p:nvSpPr>
            <p:cNvPr id="59" name="node02.items.slot-002.swatch"/>
            <p:cNvSpPr/>
            <p:nvPr/>
          </p:nvSpPr>
          <p:spPr>
            <a:xfrm>
              <a:off x="2101850" y="5308600"/>
              <a:ext cx="127000" cy="127000"/>
            </a:xfrm>
            <a:prstGeom prst="rect">
              <a:avLst/>
            </a:prstGeom>
            <a:solidFill>
              <a:srgbClr val="FFC700"/>
            </a:solidFill>
            <a:ln w="9525">
              <a:solidFill>
                <a:srgbClr val="070154"/>
              </a:solidFill>
              <a:prstDash val="solid"/>
            </a:ln>
          </p:spPr>
        </p:sp>
        <p:sp>
          <p:nvSpPr>
            <p:cNvPr id="60" name="node02.items.slot-002.text"/>
            <p:cNvSpPr/>
            <p:nvPr/>
          </p:nvSpPr>
          <p:spPr>
            <a:xfrm>
              <a:off x="2292350" y="5257800"/>
              <a:ext cx="7413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ource-067">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ENGAGEMENT LEAD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Jordan Ellis leads the engagement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105</a:t>
            </a:fld>
            <a:endParaRPr lang="en-US" sz="700" spc="0" kern="0" b="0" i="0" dirty="0">
              <a:solidFill>
                <a:srgbClr val="070154"/>
              </a:solidFill>
              <a:latin typeface="IBM Plex Mono SemiBold"/>
              <a:ea typeface="IBM Plex Mono SemiBold"/>
              <a:cs typeface="IBM Plex Mono SemiBold"/>
            </a:endParaRPr>
          </a:p>
        </p:txBody>
      </p:sp>
      <p:grpSp>
        <p:nvGrpSpPr>
          <p:cNvPr id="25" name="node01"/>
          <p:cNvGrpSpPr/>
          <p:nvPr/>
        </p:nvGrpSpPr>
        <p:grpSpPr>
          <a:xfrm>
            <a:off x="723900" y="1600200"/>
            <a:ext cx="2514600" cy="2514600"/>
            <a:chOff x="723900" y="1600200"/>
            <a:chExt cx="2514600" cy="2514600"/>
          </a:xfrm>
        </p:grpSpPr>
        <p:pic>
          <p:nvPicPr>
            <p:cNvPr id="6" name="node01.image" descr="photo-headshot; canonical SHA256=296801383ca36ace437e526edbbf16a0e387072468b87185313e9502001ef07c">    </p:cNvPr>
            <p:cNvPicPr>
              <a:picLocks noChangeAspect="1"/>
            </p:cNvPicPr>
            <p:nvPr/>
          </p:nvPicPr>
          <p:blipFill>
            <a:blip r:embed="rId1"/>
            <a:srcRect l="0" r="0" t="4394" b="15578"/>
            <a:stretch/>
          </p:blipFill>
          <p:spPr>
            <a:xfrm>
              <a:off x="723900" y="1600200"/>
              <a:ext cx="2514600" cy="2514600"/>
            </a:xfrm>
            <a:prstGeom prst="rect">
              <a:avLst/>
            </a:prstGeom>
          </p:spPr>
        </p:pic>
      </p:grpSp>
      <p:grpSp>
        <p:nvGrpSpPr>
          <p:cNvPr id="26" name="node02"/>
          <p:cNvGrpSpPr/>
          <p:nvPr/>
        </p:nvGrpSpPr>
        <p:grpSpPr>
          <a:xfrm>
            <a:off x="723900" y="4343400"/>
            <a:ext cx="2514600" cy="381000"/>
            <a:chOff x="723900" y="4343400"/>
            <a:chExt cx="2514600" cy="381000"/>
          </a:xfrm>
        </p:grpSpPr>
        <p:sp>
          <p:nvSpPr>
            <p:cNvPr id="7" name="node02.text"/>
            <p:cNvSpPr/>
            <p:nvPr/>
          </p:nvSpPr>
          <p:spPr>
            <a:xfrm>
              <a:off x="723900" y="4343400"/>
              <a:ext cx="2514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Jordan Ellis</a:t>
              </a:r>
              <a:endParaRPr lang="en-US" sz="2400" spc="-36" kern="0" b="0" i="0" dirty="0">
                <a:solidFill>
                  <a:srgbClr val="FFFFFF"/>
                </a:solidFill>
                <a:latin typeface="IBM Plex Sans SemiBold"/>
                <a:ea typeface="IBM Plex Sans SemiBold"/>
                <a:cs typeface="IBM Plex Sans SemiBold"/>
              </a:endParaRPr>
            </a:p>
          </p:txBody>
        </p:sp>
      </p:grpSp>
      <p:grpSp>
        <p:nvGrpSpPr>
          <p:cNvPr id="27" name="node03"/>
          <p:cNvGrpSpPr/>
          <p:nvPr/>
        </p:nvGrpSpPr>
        <p:grpSpPr>
          <a:xfrm>
            <a:off x="723900" y="4724400"/>
            <a:ext cx="2514600" cy="266700"/>
            <a:chOff x="723900" y="4724400"/>
            <a:chExt cx="2514600" cy="266700"/>
          </a:xfrm>
        </p:grpSpPr>
        <p:sp>
          <p:nvSpPr>
            <p:cNvPr id="8" name="node03.text"/>
            <p:cNvSpPr/>
            <p:nvPr/>
          </p:nvSpPr>
          <p:spPr>
            <a:xfrm>
              <a:off x="723900" y="47244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Managing Director</a:t>
              </a:r>
              <a:endParaRPr lang="en-US" sz="1400" spc="0" kern="0" b="0" i="0" dirty="0">
                <a:solidFill>
                  <a:srgbClr val="CED7E6"/>
                </a:solidFill>
                <a:latin typeface="IBM Plex Sans"/>
                <a:ea typeface="IBM Plex Sans"/>
                <a:cs typeface="IBM Plex Sans"/>
              </a:endParaRPr>
            </a:p>
          </p:txBody>
        </p:sp>
      </p:grpSp>
      <p:grpSp>
        <p:nvGrpSpPr>
          <p:cNvPr id="28" name="node04"/>
          <p:cNvGrpSpPr/>
          <p:nvPr/>
        </p:nvGrpSpPr>
        <p:grpSpPr>
          <a:xfrm>
            <a:off x="723900" y="5105400"/>
            <a:ext cx="2514600" cy="228600"/>
            <a:chOff x="723900" y="5105400"/>
            <a:chExt cx="2514600" cy="228600"/>
          </a:xfrm>
        </p:grpSpPr>
        <p:sp>
          <p:nvSpPr>
            <p:cNvPr id="9" name="node04.text"/>
            <p:cNvSpPr/>
            <p:nvPr/>
          </p:nvSpPr>
          <p:spPr>
            <a:xfrm>
              <a:off x="723900" y="5105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CPA · Health care</a:t>
              </a:r>
              <a:endParaRPr lang="en-US" sz="1200" spc="0" kern="0" b="0" i="0" dirty="0">
                <a:solidFill>
                  <a:srgbClr val="CED7E6"/>
                </a:solidFill>
                <a:latin typeface="IBM Plex Sans"/>
                <a:ea typeface="IBM Plex Sans"/>
                <a:cs typeface="IBM Plex Sans"/>
              </a:endParaRPr>
            </a:p>
          </p:txBody>
        </p:sp>
      </p:grpSp>
      <p:grpSp>
        <p:nvGrpSpPr>
          <p:cNvPr id="29" name="node05"/>
          <p:cNvGrpSpPr/>
          <p:nvPr/>
        </p:nvGrpSpPr>
        <p:grpSpPr>
          <a:xfrm>
            <a:off x="4381500" y="1600200"/>
            <a:ext cx="7086600" cy="762000"/>
            <a:chOff x="4381500" y="1600200"/>
            <a:chExt cx="7086600" cy="762000"/>
          </a:xfrm>
        </p:grpSpPr>
        <p:sp>
          <p:nvSpPr>
            <p:cNvPr id="10" name="node05.label"/>
            <p:cNvSpPr/>
            <p:nvPr/>
          </p:nvSpPr>
          <p:spPr>
            <a:xfrm>
              <a:off x="43815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ROLE</a:t>
              </a:r>
              <a:endParaRPr lang="en-US" sz="900" spc="54" kern="0" b="0" i="0" dirty="0">
                <a:solidFill>
                  <a:srgbClr val="0047FF"/>
                </a:solidFill>
                <a:latin typeface="IBM Plex Mono Medium"/>
                <a:ea typeface="IBM Plex Mono Medium"/>
                <a:cs typeface="IBM Plex Mono Medium"/>
              </a:endParaRPr>
            </a:p>
          </p:txBody>
        </p:sp>
        <p:sp>
          <p:nvSpPr>
            <p:cNvPr id="11" name="node05.body"/>
            <p:cNvSpPr/>
            <p:nvPr/>
          </p:nvSpPr>
          <p:spPr>
            <a:xfrm>
              <a:off x="4381500" y="18288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Jordan sets direction, chairs the steering committee and is accountable for the five-day close.</a:t>
              </a:r>
              <a:endParaRPr lang="en-US" sz="1400" spc="0" kern="0" b="0" i="0" dirty="0">
                <a:solidFill>
                  <a:srgbClr val="50658E"/>
                </a:solidFill>
                <a:latin typeface="IBM Plex Sans"/>
                <a:ea typeface="IBM Plex Sans"/>
                <a:cs typeface="IBM Plex Sans"/>
              </a:endParaRPr>
            </a:p>
          </p:txBody>
        </p:sp>
      </p:grpSp>
      <p:grpSp>
        <p:nvGrpSpPr>
          <p:cNvPr id="30" name="node06"/>
          <p:cNvGrpSpPr/>
          <p:nvPr/>
        </p:nvGrpSpPr>
        <p:grpSpPr>
          <a:xfrm>
            <a:off x="4381500" y="2743200"/>
            <a:ext cx="3429000" cy="762000"/>
            <a:chOff x="4381500" y="2743200"/>
            <a:chExt cx="3429000" cy="762000"/>
          </a:xfrm>
        </p:grpSpPr>
        <p:sp>
          <p:nvSpPr>
            <p:cNvPr id="12" name="node06.label"/>
            <p:cNvSpPr/>
            <p:nvPr/>
          </p:nvSpPr>
          <p:spPr>
            <a:xfrm>
              <a:off x="43815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BACKGROUND</a:t>
              </a:r>
              <a:endParaRPr lang="en-US" sz="900" spc="54" kern="0" b="0" i="0" dirty="0">
                <a:solidFill>
                  <a:srgbClr val="0047FF"/>
                </a:solidFill>
                <a:latin typeface="IBM Plex Mono Medium"/>
                <a:ea typeface="IBM Plex Mono Medium"/>
                <a:cs typeface="IBM Plex Mono Medium"/>
              </a:endParaRPr>
            </a:p>
          </p:txBody>
        </p:sp>
        <p:sp>
          <p:nvSpPr>
            <p:cNvPr id="13" name="node06.body"/>
            <p:cNvSpPr/>
            <p:nvPr/>
          </p:nvSpPr>
          <p:spPr>
            <a:xfrm>
              <a:off x="4381500" y="29718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Thirty years in health-system finance, most of them spent redesigning the close.</a:t>
              </a:r>
              <a:endParaRPr lang="en-US" sz="1400" spc="0" kern="0" b="0" i="0" dirty="0">
                <a:solidFill>
                  <a:srgbClr val="50658E"/>
                </a:solidFill>
                <a:latin typeface="IBM Plex Sans"/>
                <a:ea typeface="IBM Plex Sans"/>
                <a:cs typeface="IBM Plex Sans"/>
              </a:endParaRPr>
            </a:p>
          </p:txBody>
        </p:sp>
      </p:grpSp>
      <p:grpSp>
        <p:nvGrpSpPr>
          <p:cNvPr id="31" name="node07"/>
          <p:cNvGrpSpPr/>
          <p:nvPr/>
        </p:nvGrpSpPr>
        <p:grpSpPr>
          <a:xfrm>
            <a:off x="8039100" y="2743200"/>
            <a:ext cx="3429000" cy="228600"/>
            <a:chOff x="8039100" y="2743200"/>
            <a:chExt cx="3429000" cy="228600"/>
          </a:xfrm>
        </p:grpSpPr>
        <p:sp>
          <p:nvSpPr>
            <p:cNvPr id="14" name="node07.label"/>
            <p:cNvSpPr/>
            <p:nvPr/>
          </p:nvSpPr>
          <p:spPr>
            <a:xfrm>
              <a:off x="8039100" y="27432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SELECTED EXPERIENCE</a:t>
              </a:r>
              <a:endParaRPr lang="en-US" sz="900" spc="54" kern="0" b="0" i="0" dirty="0">
                <a:solidFill>
                  <a:srgbClr val="50658E"/>
                </a:solidFill>
                <a:latin typeface="IBM Plex Mono Medium"/>
                <a:ea typeface="IBM Plex Mono Medium"/>
                <a:cs typeface="IBM Plex Mono Medium"/>
              </a:endParaRPr>
            </a:p>
          </p:txBody>
        </p:sp>
        <p:sp>
          <p:nvSpPr>
            <p:cNvPr id="15" name="node07.rule"/>
            <p:cNvSpPr/>
            <p:nvPr/>
          </p:nvSpPr>
          <p:spPr>
            <a:xfrm>
              <a:off x="9618799" y="2852738"/>
              <a:ext cx="1849301" cy="9525"/>
            </a:xfrm>
            <a:prstGeom prst="rect">
              <a:avLst/>
            </a:prstGeom>
            <a:solidFill>
              <a:srgbClr val="CED7E6"/>
            </a:solidFill>
            <a:ln>
              <a:noFill/>
            </a:ln>
          </p:spPr>
        </p:sp>
      </p:grpSp>
      <p:grpSp>
        <p:nvGrpSpPr>
          <p:cNvPr id="32" name="node08"/>
          <p:cNvGrpSpPr/>
          <p:nvPr/>
        </p:nvGrpSpPr>
        <p:grpSpPr>
          <a:xfrm>
            <a:off x="8039100" y="3048000"/>
            <a:ext cx="3429000" cy="952500"/>
            <a:chOff x="8039100" y="3048000"/>
            <a:chExt cx="3429000" cy="952500"/>
          </a:xfrm>
        </p:grpSpPr>
        <p:sp>
          <p:nvSpPr>
            <p:cNvPr id="16" name="node08.source-001.bullet"/>
            <p:cNvSpPr/>
            <p:nvPr/>
          </p:nvSpPr>
          <p:spPr>
            <a:xfrm>
              <a:off x="8039100" y="3155950"/>
              <a:ext cx="50800" cy="50800"/>
            </a:xfrm>
            <a:prstGeom prst="rect">
              <a:avLst/>
            </a:prstGeom>
            <a:solidFill>
              <a:srgbClr val="070154"/>
            </a:solidFill>
            <a:ln>
              <a:noFill/>
            </a:ln>
          </p:spPr>
        </p:sp>
        <p:sp>
          <p:nvSpPr>
            <p:cNvPr id="17" name="node08.source-001.text"/>
            <p:cNvSpPr/>
            <p:nvPr/>
          </p:nvSpPr>
          <p:spPr>
            <a:xfrm>
              <a:off x="8229600" y="3048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30+ close transformations</a:t>
              </a:r>
              <a:endParaRPr lang="en-US" sz="1400" spc="0" kern="0" b="0" i="0" dirty="0">
                <a:solidFill>
                  <a:srgbClr val="070154"/>
                </a:solidFill>
                <a:latin typeface="IBM Plex Sans"/>
                <a:ea typeface="IBM Plex Sans"/>
                <a:cs typeface="IBM Plex Sans"/>
              </a:endParaRPr>
            </a:p>
          </p:txBody>
        </p:sp>
        <p:sp>
          <p:nvSpPr>
            <p:cNvPr id="18" name="node08.source-002.bullet"/>
            <p:cNvSpPr/>
            <p:nvPr/>
          </p:nvSpPr>
          <p:spPr>
            <a:xfrm>
              <a:off x="8039100" y="3498850"/>
              <a:ext cx="50800" cy="50800"/>
            </a:xfrm>
            <a:prstGeom prst="rect">
              <a:avLst/>
            </a:prstGeom>
            <a:solidFill>
              <a:srgbClr val="070154"/>
            </a:solidFill>
            <a:ln>
              <a:noFill/>
            </a:ln>
          </p:spPr>
        </p:sp>
        <p:sp>
          <p:nvSpPr>
            <p:cNvPr id="19" name="node08.source-002.text"/>
            <p:cNvSpPr/>
            <p:nvPr/>
          </p:nvSpPr>
          <p:spPr>
            <a:xfrm>
              <a:off x="8229600" y="3390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14-entity finance redesign</a:t>
              </a:r>
              <a:endParaRPr lang="en-US" sz="1400" spc="0" kern="0" b="0" i="0" dirty="0">
                <a:solidFill>
                  <a:srgbClr val="070154"/>
                </a:solidFill>
                <a:latin typeface="IBM Plex Sans"/>
                <a:ea typeface="IBM Plex Sans"/>
                <a:cs typeface="IBM Plex Sans"/>
              </a:endParaRPr>
            </a:p>
          </p:txBody>
        </p:sp>
        <p:sp>
          <p:nvSpPr>
            <p:cNvPr id="20" name="node08.source-003.bullet"/>
            <p:cNvSpPr/>
            <p:nvPr/>
          </p:nvSpPr>
          <p:spPr>
            <a:xfrm>
              <a:off x="8039100" y="3841750"/>
              <a:ext cx="50800" cy="50800"/>
            </a:xfrm>
            <a:prstGeom prst="rect">
              <a:avLst/>
            </a:prstGeom>
            <a:solidFill>
              <a:srgbClr val="070154"/>
            </a:solidFill>
            <a:ln>
              <a:noFill/>
            </a:ln>
          </p:spPr>
        </p:sp>
        <p:sp>
          <p:nvSpPr>
            <p:cNvPr id="21" name="node08.source-003.text"/>
            <p:cNvSpPr/>
            <p:nvPr/>
          </p:nvSpPr>
          <p:spPr>
            <a:xfrm>
              <a:off x="8229600" y="3733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Former health-system CFO</a:t>
              </a:r>
              <a:endParaRPr lang="en-US" sz="1400" spc="0" kern="0" b="0" i="0" dirty="0">
                <a:solidFill>
                  <a:srgbClr val="070154"/>
                </a:solidFill>
                <a:latin typeface="IBM Plex Sans"/>
                <a:ea typeface="IBM Plex Sans"/>
                <a:cs typeface="IBM Plex Sans"/>
              </a:endParaRPr>
            </a:p>
          </p:txBody>
        </p:sp>
      </p:grpSp>
      <p:grpSp>
        <p:nvGrpSpPr>
          <p:cNvPr id="33" name="node09"/>
          <p:cNvGrpSpPr/>
          <p:nvPr/>
        </p:nvGrpSpPr>
        <p:grpSpPr>
          <a:xfrm>
            <a:off x="4381500" y="4572000"/>
            <a:ext cx="7086600" cy="1143000"/>
            <a:chOff x="4381500" y="4572000"/>
            <a:chExt cx="7086600" cy="1143000"/>
          </a:xfrm>
        </p:grpSpPr>
        <p:sp>
          <p:nvSpPr>
            <p:cNvPr id="22" name="node09.quote-mark"/>
            <p:cNvSpPr/>
            <p:nvPr/>
          </p:nvSpPr>
          <p:spPr>
            <a:xfrm>
              <a:off x="4381500" y="4572000"/>
              <a:ext cx="7086600" cy="479171"/>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23" name="node09.quote"/>
            <p:cNvSpPr/>
            <p:nvPr/>
          </p:nvSpPr>
          <p:spPr>
            <a:xfrm>
              <a:off x="4381500" y="5067300"/>
              <a:ext cx="7086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Our close became a calendar, not a fire drill.</a:t>
              </a:r>
              <a:endParaRPr lang="en-US" sz="2400" spc="-36" kern="0" b="0" i="0" dirty="0">
                <a:solidFill>
                  <a:srgbClr val="070154"/>
                </a:solidFill>
                <a:latin typeface="IBM Plex Sans SemiBold"/>
                <a:ea typeface="IBM Plex Sans SemiBold"/>
                <a:cs typeface="IBM Plex Sans SemiBold"/>
              </a:endParaRPr>
            </a:p>
          </p:txBody>
        </p:sp>
        <p:sp>
          <p:nvSpPr>
            <p:cNvPr id="24" name="node09.by"/>
            <p:cNvSpPr/>
            <p:nvPr/>
          </p:nvSpPr>
          <p:spPr>
            <a:xfrm>
              <a:off x="4381500" y="5562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VP FINANCE · REGIONAL HEALTH PARTNER</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ource-5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TEAM STRUCTURE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Delivery pods scale up and down by workstream</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E8EEF8"/>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070154"/>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TEAM</a:t>
            </a:r>
            <a:endParaRPr lang="en-US" sz="800" spc="80" kern="0" b="0" i="0" dirty="0">
              <a:solidFill>
                <a:srgbClr val="FFFFFF"/>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106</a:t>
            </a:fld>
            <a:endParaRPr lang="en-US" sz="700" spc="0" kern="0" b="0" i="0" dirty="0">
              <a:solidFill>
                <a:srgbClr val="070154"/>
              </a:solidFill>
              <a:latin typeface="IBM Plex Mono SemiBold"/>
              <a:ea typeface="IBM Plex Mono SemiBold"/>
              <a:cs typeface="IBM Plex Mono SemiBold"/>
            </a:endParaRPr>
          </a:p>
        </p:txBody>
      </p:sp>
      <p:grpSp>
        <p:nvGrpSpPr>
          <p:cNvPr id="102" name="node01"/>
          <p:cNvGrpSpPr/>
          <p:nvPr/>
        </p:nvGrpSpPr>
        <p:grpSpPr>
          <a:xfrm>
            <a:off x="723900" y="1600200"/>
            <a:ext cx="3657600" cy="228600"/>
            <a:chOff x="723900" y="1600200"/>
            <a:chExt cx="3657600" cy="228600"/>
          </a:xfrm>
        </p:grpSpPr>
        <p:sp>
          <p:nvSpPr>
            <p:cNvPr id="16" name="node01.label"/>
            <p:cNvSpPr/>
            <p:nvPr/>
          </p:nvSpPr>
          <p:spPr>
            <a:xfrm>
              <a:off x="723900" y="1600200"/>
              <a:ext cx="122733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LEADERSHIP PAIRS</a:t>
              </a:r>
              <a:endParaRPr lang="en-US" sz="900" spc="54" kern="0" b="0" i="0" dirty="0">
                <a:solidFill>
                  <a:srgbClr val="50658E"/>
                </a:solidFill>
                <a:latin typeface="IBM Plex Mono Medium"/>
                <a:ea typeface="IBM Plex Mono Medium"/>
                <a:cs typeface="IBM Plex Mono Medium"/>
              </a:endParaRPr>
            </a:p>
          </p:txBody>
        </p:sp>
        <p:sp>
          <p:nvSpPr>
            <p:cNvPr id="17" name="node01.rule"/>
            <p:cNvSpPr/>
            <p:nvPr/>
          </p:nvSpPr>
          <p:spPr>
            <a:xfrm>
              <a:off x="2078236" y="1709738"/>
              <a:ext cx="2303264" cy="9525"/>
            </a:xfrm>
            <a:prstGeom prst="rect">
              <a:avLst/>
            </a:prstGeom>
            <a:solidFill>
              <a:srgbClr val="CED7E6"/>
            </a:solidFill>
            <a:ln>
              <a:noFill/>
            </a:ln>
          </p:spPr>
        </p:sp>
      </p:grpSp>
      <p:grpSp>
        <p:nvGrpSpPr>
          <p:cNvPr id="103" name="node02"/>
          <p:cNvGrpSpPr/>
          <p:nvPr/>
        </p:nvGrpSpPr>
        <p:grpSpPr>
          <a:xfrm>
            <a:off x="4610100" y="1600200"/>
            <a:ext cx="2971800" cy="228600"/>
            <a:chOff x="4610100" y="1600200"/>
            <a:chExt cx="2971800" cy="228600"/>
          </a:xfrm>
        </p:grpSpPr>
        <p:sp>
          <p:nvSpPr>
            <p:cNvPr id="18" name="node02.label"/>
            <p:cNvSpPr/>
            <p:nvPr/>
          </p:nvSpPr>
          <p:spPr>
            <a:xfrm>
              <a:off x="4610100" y="1600200"/>
              <a:ext cx="122733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WORKSTREAM LEADS</a:t>
              </a:r>
              <a:endParaRPr lang="en-US" sz="900" spc="54" kern="0" b="0" i="0" dirty="0">
                <a:solidFill>
                  <a:srgbClr val="50658E"/>
                </a:solidFill>
                <a:latin typeface="IBM Plex Mono Medium"/>
                <a:ea typeface="IBM Plex Mono Medium"/>
                <a:cs typeface="IBM Plex Mono Medium"/>
              </a:endParaRPr>
            </a:p>
          </p:txBody>
        </p:sp>
        <p:sp>
          <p:nvSpPr>
            <p:cNvPr id="19" name="node02.rule"/>
            <p:cNvSpPr/>
            <p:nvPr/>
          </p:nvSpPr>
          <p:spPr>
            <a:xfrm>
              <a:off x="5964436" y="1709738"/>
              <a:ext cx="1617464" cy="9525"/>
            </a:xfrm>
            <a:prstGeom prst="rect">
              <a:avLst/>
            </a:prstGeom>
            <a:solidFill>
              <a:srgbClr val="CED7E6"/>
            </a:solidFill>
            <a:ln>
              <a:noFill/>
            </a:ln>
          </p:spPr>
        </p:sp>
      </p:grpSp>
      <p:grpSp>
        <p:nvGrpSpPr>
          <p:cNvPr id="104" name="node03"/>
          <p:cNvGrpSpPr/>
          <p:nvPr/>
        </p:nvGrpSpPr>
        <p:grpSpPr>
          <a:xfrm>
            <a:off x="723900" y="3886200"/>
            <a:ext cx="6629400" cy="228600"/>
            <a:chOff x="723900" y="3886200"/>
            <a:chExt cx="6629400" cy="228600"/>
          </a:xfrm>
        </p:grpSpPr>
        <p:sp>
          <p:nvSpPr>
            <p:cNvPr id="20" name="node03.label"/>
            <p:cNvSpPr/>
            <p:nvPr/>
          </p:nvSpPr>
          <p:spPr>
            <a:xfrm>
              <a:off x="723900" y="3886200"/>
              <a:ext cx="1001973"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DELIVERY PODS</a:t>
              </a:r>
              <a:endParaRPr lang="en-US" sz="900" spc="54" kern="0" b="0" i="0" dirty="0">
                <a:solidFill>
                  <a:srgbClr val="50658E"/>
                </a:solidFill>
                <a:latin typeface="IBM Plex Mono Medium"/>
                <a:ea typeface="IBM Plex Mono Medium"/>
                <a:cs typeface="IBM Plex Mono Medium"/>
              </a:endParaRPr>
            </a:p>
          </p:txBody>
        </p:sp>
        <p:sp>
          <p:nvSpPr>
            <p:cNvPr id="21" name="node03.rule"/>
            <p:cNvSpPr/>
            <p:nvPr/>
          </p:nvSpPr>
          <p:spPr>
            <a:xfrm>
              <a:off x="1852873" y="3995738"/>
              <a:ext cx="5500427" cy="9525"/>
            </a:xfrm>
            <a:prstGeom prst="rect">
              <a:avLst/>
            </a:prstGeom>
            <a:solidFill>
              <a:srgbClr val="CED7E6"/>
            </a:solidFill>
            <a:ln>
              <a:noFill/>
            </a:ln>
          </p:spPr>
        </p:sp>
      </p:grpSp>
      <p:grpSp>
        <p:nvGrpSpPr>
          <p:cNvPr id="105" name="node04"/>
          <p:cNvGrpSpPr/>
          <p:nvPr/>
        </p:nvGrpSpPr>
        <p:grpSpPr>
          <a:xfrm>
            <a:off x="723900" y="1828800"/>
            <a:ext cx="1600200" cy="457200"/>
            <a:chOff x="723900" y="1828800"/>
            <a:chExt cx="1600200" cy="457200"/>
          </a:xfrm>
        </p:grpSpPr>
        <p:sp>
          <p:nvSpPr>
            <p:cNvPr id="22" name="node04.surface"/>
            <p:cNvSpPr/>
            <p:nvPr/>
          </p:nvSpPr>
          <p:spPr>
            <a:xfrm>
              <a:off x="723900" y="1828800"/>
              <a:ext cx="1600200" cy="457200"/>
            </a:xfrm>
            <a:prstGeom prst="rect">
              <a:avLst/>
            </a:prstGeom>
            <a:solidFill>
              <a:srgbClr val="CED7E6"/>
            </a:solidFill>
            <a:ln>
              <a:noFill/>
            </a:ln>
          </p:spPr>
        </p:sp>
        <p:sp>
          <p:nvSpPr>
            <p:cNvPr id="23" name="node04.text"/>
            <p:cNvSpPr/>
            <p:nvPr/>
          </p:nvSpPr>
          <p:spPr>
            <a:xfrm>
              <a:off x="876300" y="19431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Executive sponsor</a:t>
              </a:r>
              <a:endParaRPr lang="en-US" sz="1200" spc="0" kern="0" b="0" i="0" dirty="0">
                <a:solidFill>
                  <a:srgbClr val="070154"/>
                </a:solidFill>
                <a:latin typeface="IBM Plex Sans"/>
                <a:ea typeface="IBM Plex Sans"/>
                <a:cs typeface="IBM Plex Sans"/>
              </a:endParaRPr>
            </a:p>
          </p:txBody>
        </p:sp>
      </p:grpSp>
      <p:grpSp>
        <p:nvGrpSpPr>
          <p:cNvPr id="106" name="node05"/>
          <p:cNvGrpSpPr/>
          <p:nvPr/>
        </p:nvGrpSpPr>
        <p:grpSpPr>
          <a:xfrm>
            <a:off x="2781300" y="1828800"/>
            <a:ext cx="1600200" cy="457200"/>
            <a:chOff x="2781300" y="1828800"/>
            <a:chExt cx="1600200" cy="457200"/>
          </a:xfrm>
        </p:grpSpPr>
        <p:sp>
          <p:nvSpPr>
            <p:cNvPr id="24" name="node05.surface"/>
            <p:cNvSpPr/>
            <p:nvPr/>
          </p:nvSpPr>
          <p:spPr>
            <a:xfrm>
              <a:off x="2781300" y="1828800"/>
              <a:ext cx="1600200" cy="457200"/>
            </a:xfrm>
            <a:prstGeom prst="rect">
              <a:avLst/>
            </a:prstGeom>
            <a:solidFill>
              <a:srgbClr val="F900D3"/>
            </a:solidFill>
            <a:ln>
              <a:noFill/>
            </a:ln>
          </p:spPr>
        </p:sp>
        <p:sp>
          <p:nvSpPr>
            <p:cNvPr id="25" name="node05.text"/>
            <p:cNvSpPr/>
            <p:nvPr/>
          </p:nvSpPr>
          <p:spPr>
            <a:xfrm>
              <a:off x="2933700" y="19431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Executive sponsor</a:t>
              </a:r>
              <a:endParaRPr lang="en-US" sz="1200" spc="0" kern="0" b="0" i="0" dirty="0">
                <a:solidFill>
                  <a:srgbClr val="070154"/>
                </a:solidFill>
                <a:latin typeface="IBM Plex Sans"/>
                <a:ea typeface="IBM Plex Sans"/>
                <a:cs typeface="IBM Plex Sans"/>
              </a:endParaRPr>
            </a:p>
          </p:txBody>
        </p:sp>
      </p:grpSp>
      <p:grpSp>
        <p:nvGrpSpPr>
          <p:cNvPr id="107" name="node06"/>
          <p:cNvGrpSpPr/>
          <p:nvPr/>
        </p:nvGrpSpPr>
        <p:grpSpPr>
          <a:xfrm>
            <a:off x="723900" y="2514600"/>
            <a:ext cx="1600200" cy="457200"/>
            <a:chOff x="723900" y="2514600"/>
            <a:chExt cx="1600200" cy="457200"/>
          </a:xfrm>
        </p:grpSpPr>
        <p:sp>
          <p:nvSpPr>
            <p:cNvPr id="26" name="node06.surface"/>
            <p:cNvSpPr/>
            <p:nvPr/>
          </p:nvSpPr>
          <p:spPr>
            <a:xfrm>
              <a:off x="723900" y="2514600"/>
              <a:ext cx="1600200" cy="457200"/>
            </a:xfrm>
            <a:prstGeom prst="rect">
              <a:avLst/>
            </a:prstGeom>
            <a:solidFill>
              <a:srgbClr val="070154"/>
            </a:solidFill>
            <a:ln>
              <a:noFill/>
            </a:ln>
          </p:spPr>
        </p:sp>
        <p:sp>
          <p:nvSpPr>
            <p:cNvPr id="27" name="node06.text"/>
            <p:cNvSpPr/>
            <p:nvPr/>
          </p:nvSpPr>
          <p:spPr>
            <a:xfrm>
              <a:off x="876300" y="26289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Engagement lead</a:t>
              </a:r>
              <a:endParaRPr lang="en-US" sz="1200" spc="0" kern="0" b="0" i="0" dirty="0">
                <a:solidFill>
                  <a:srgbClr val="FFFFFF"/>
                </a:solidFill>
                <a:latin typeface="IBM Plex Sans"/>
                <a:ea typeface="IBM Plex Sans"/>
                <a:cs typeface="IBM Plex Sans"/>
              </a:endParaRPr>
            </a:p>
          </p:txBody>
        </p:sp>
      </p:grpSp>
      <p:grpSp>
        <p:nvGrpSpPr>
          <p:cNvPr id="108" name="node07"/>
          <p:cNvGrpSpPr/>
          <p:nvPr/>
        </p:nvGrpSpPr>
        <p:grpSpPr>
          <a:xfrm>
            <a:off x="2781300" y="2514600"/>
            <a:ext cx="1600200" cy="457200"/>
            <a:chOff x="2781300" y="2514600"/>
            <a:chExt cx="1600200" cy="457200"/>
          </a:xfrm>
        </p:grpSpPr>
        <p:sp>
          <p:nvSpPr>
            <p:cNvPr id="28" name="node07.surface"/>
            <p:cNvSpPr/>
            <p:nvPr/>
          </p:nvSpPr>
          <p:spPr>
            <a:xfrm>
              <a:off x="2781300" y="2514600"/>
              <a:ext cx="1600200" cy="457200"/>
            </a:xfrm>
            <a:prstGeom prst="rect">
              <a:avLst/>
            </a:prstGeom>
            <a:solidFill>
              <a:srgbClr val="F900D3"/>
            </a:solidFill>
            <a:ln>
              <a:noFill/>
            </a:ln>
          </p:spPr>
        </p:sp>
        <p:sp>
          <p:nvSpPr>
            <p:cNvPr id="29" name="node07.text"/>
            <p:cNvSpPr/>
            <p:nvPr/>
          </p:nvSpPr>
          <p:spPr>
            <a:xfrm>
              <a:off x="2933700" y="26289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Program lead</a:t>
              </a:r>
              <a:endParaRPr lang="en-US" sz="1200" spc="0" kern="0" b="0" i="0" dirty="0">
                <a:solidFill>
                  <a:srgbClr val="070154"/>
                </a:solidFill>
                <a:latin typeface="IBM Plex Sans"/>
                <a:ea typeface="IBM Plex Sans"/>
                <a:cs typeface="IBM Plex Sans"/>
              </a:endParaRPr>
            </a:p>
          </p:txBody>
        </p:sp>
      </p:grpSp>
      <p:grpSp>
        <p:nvGrpSpPr>
          <p:cNvPr id="109" name="node08"/>
          <p:cNvGrpSpPr/>
          <p:nvPr/>
        </p:nvGrpSpPr>
        <p:grpSpPr>
          <a:xfrm>
            <a:off x="723900" y="3200400"/>
            <a:ext cx="1600200" cy="457200"/>
            <a:chOff x="723900" y="3200400"/>
            <a:chExt cx="1600200" cy="457200"/>
          </a:xfrm>
        </p:grpSpPr>
        <p:sp>
          <p:nvSpPr>
            <p:cNvPr id="30" name="node08.surface"/>
            <p:cNvSpPr/>
            <p:nvPr/>
          </p:nvSpPr>
          <p:spPr>
            <a:xfrm>
              <a:off x="723900" y="3200400"/>
              <a:ext cx="1600200" cy="457200"/>
            </a:xfrm>
            <a:prstGeom prst="rect">
              <a:avLst/>
            </a:prstGeom>
            <a:solidFill>
              <a:srgbClr val="070154"/>
            </a:solidFill>
            <a:ln>
              <a:noFill/>
            </a:ln>
          </p:spPr>
        </p:sp>
        <p:sp>
          <p:nvSpPr>
            <p:cNvPr id="31" name="node08.text"/>
            <p:cNvSpPr/>
            <p:nvPr/>
          </p:nvSpPr>
          <p:spPr>
            <a:xfrm>
              <a:off x="876300" y="3200400"/>
              <a:ext cx="12954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Enterprise architect</a:t>
              </a:r>
              <a:endParaRPr lang="en-US" sz="1200" spc="0" kern="0" b="0" i="0" dirty="0">
                <a:solidFill>
                  <a:srgbClr val="FFFFFF"/>
                </a:solidFill>
                <a:latin typeface="IBM Plex Sans"/>
                <a:ea typeface="IBM Plex Sans"/>
                <a:cs typeface="IBM Plex Sans"/>
              </a:endParaRPr>
            </a:p>
          </p:txBody>
        </p:sp>
      </p:grpSp>
      <p:grpSp>
        <p:nvGrpSpPr>
          <p:cNvPr id="110" name="node09"/>
          <p:cNvGrpSpPr/>
          <p:nvPr/>
        </p:nvGrpSpPr>
        <p:grpSpPr>
          <a:xfrm>
            <a:off x="2781300" y="3200400"/>
            <a:ext cx="1600200" cy="457200"/>
            <a:chOff x="2781300" y="3200400"/>
            <a:chExt cx="1600200" cy="457200"/>
          </a:xfrm>
        </p:grpSpPr>
        <p:sp>
          <p:nvSpPr>
            <p:cNvPr id="32" name="node09.surface"/>
            <p:cNvSpPr/>
            <p:nvPr/>
          </p:nvSpPr>
          <p:spPr>
            <a:xfrm>
              <a:off x="2781300" y="3200400"/>
              <a:ext cx="1600200" cy="457200"/>
            </a:xfrm>
            <a:prstGeom prst="rect">
              <a:avLst/>
            </a:prstGeom>
            <a:solidFill>
              <a:srgbClr val="F900D3"/>
            </a:solidFill>
            <a:ln>
              <a:noFill/>
            </a:ln>
          </p:spPr>
        </p:sp>
        <p:sp>
          <p:nvSpPr>
            <p:cNvPr id="33" name="node09.text"/>
            <p:cNvSpPr/>
            <p:nvPr/>
          </p:nvSpPr>
          <p:spPr>
            <a:xfrm>
              <a:off x="2933700" y="33147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Platform owner</a:t>
              </a:r>
              <a:endParaRPr lang="en-US" sz="1200" spc="0" kern="0" b="0" i="0" dirty="0">
                <a:solidFill>
                  <a:srgbClr val="070154"/>
                </a:solidFill>
                <a:latin typeface="IBM Plex Sans"/>
                <a:ea typeface="IBM Plex Sans"/>
                <a:cs typeface="IBM Plex Sans"/>
              </a:endParaRPr>
            </a:p>
          </p:txBody>
        </p:sp>
      </p:grpSp>
      <p:grpSp>
        <p:nvGrpSpPr>
          <p:cNvPr id="111" name="node10"/>
          <p:cNvGrpSpPr/>
          <p:nvPr/>
        </p:nvGrpSpPr>
        <p:grpSpPr>
          <a:xfrm>
            <a:off x="1481379" y="2286000"/>
            <a:ext cx="85242" cy="228600"/>
            <a:chOff x="1481379" y="2286000"/>
            <a:chExt cx="85242" cy="228600"/>
          </a:xfrm>
        </p:grpSpPr>
        <p:sp>
          <p:nvSpPr>
            <p:cNvPr id="34" name="node10.segment-1"/>
            <p:cNvSpPr/>
            <p:nvPr/>
          </p:nvSpPr>
          <p:spPr>
            <a:xfrm>
              <a:off x="1524000" y="2286000"/>
              <a:ext cx="0" cy="228600"/>
            </a:xfrm>
            <a:custGeom>
              <a:avLst/>
              <a:gdLst/>
              <a:ahLst/>
              <a:cxnLst/>
              <a:rect l="l" t="t" r="r" b="b"/>
              <a:pathLst>
                <a:path h="228600">
                  <a:moveTo>
                    <a:pt x="0" y="228600"/>
                  </a:moveTo>
                  <a:lnTo>
                    <a:pt x="0" y="0"/>
                  </a:lnTo>
                </a:path>
              </a:pathLst>
            </a:custGeom>
            <a:ln w="12700">
              <a:solidFill>
                <a:srgbClr val="070154"/>
              </a:solidFill>
              <a:prstDash val="solid"/>
            </a:ln>
          </p:spPr>
        </p:sp>
        <p:sp>
          <p:nvSpPr>
            <p:cNvPr id="35" name="node10.head-end.0"/>
            <p:cNvSpPr/>
            <p:nvPr/>
          </p:nvSpPr>
          <p:spPr>
            <a:xfrm>
              <a:off x="1524000" y="22860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36" name="node10.head-end.1"/>
            <p:cNvSpPr/>
            <p:nvPr/>
          </p:nvSpPr>
          <p:spPr>
            <a:xfrm>
              <a:off x="1481379" y="22860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12" name="node11"/>
          <p:cNvGrpSpPr/>
          <p:nvPr/>
        </p:nvGrpSpPr>
        <p:grpSpPr>
          <a:xfrm>
            <a:off x="1481379" y="2971800"/>
            <a:ext cx="85242" cy="228600"/>
            <a:chOff x="1481379" y="2971800"/>
            <a:chExt cx="85242" cy="228600"/>
          </a:xfrm>
        </p:grpSpPr>
        <p:sp>
          <p:nvSpPr>
            <p:cNvPr id="37" name="node11.segment-1"/>
            <p:cNvSpPr/>
            <p:nvPr/>
          </p:nvSpPr>
          <p:spPr>
            <a:xfrm>
              <a:off x="1524000" y="2971800"/>
              <a:ext cx="0" cy="228600"/>
            </a:xfrm>
            <a:custGeom>
              <a:avLst/>
              <a:gdLst/>
              <a:ahLst/>
              <a:cxnLst/>
              <a:rect l="l" t="t" r="r" b="b"/>
              <a:pathLst>
                <a:path h="228600">
                  <a:moveTo>
                    <a:pt x="0" y="228600"/>
                  </a:moveTo>
                  <a:lnTo>
                    <a:pt x="0" y="0"/>
                  </a:lnTo>
                </a:path>
              </a:pathLst>
            </a:custGeom>
            <a:ln w="12700">
              <a:solidFill>
                <a:srgbClr val="070154"/>
              </a:solidFill>
              <a:prstDash val="solid"/>
            </a:ln>
          </p:spPr>
        </p:sp>
        <p:sp>
          <p:nvSpPr>
            <p:cNvPr id="38" name="node11.head-end.0"/>
            <p:cNvSpPr/>
            <p:nvPr/>
          </p:nvSpPr>
          <p:spPr>
            <a:xfrm>
              <a:off x="1524000" y="2971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39" name="node11.head-end.1"/>
            <p:cNvSpPr/>
            <p:nvPr/>
          </p:nvSpPr>
          <p:spPr>
            <a:xfrm>
              <a:off x="1481379" y="2971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13" name="node12"/>
          <p:cNvGrpSpPr/>
          <p:nvPr/>
        </p:nvGrpSpPr>
        <p:grpSpPr>
          <a:xfrm>
            <a:off x="4610100" y="1828800"/>
            <a:ext cx="1371600" cy="457200"/>
            <a:chOff x="4610100" y="1828800"/>
            <a:chExt cx="1371600" cy="457200"/>
          </a:xfrm>
        </p:grpSpPr>
        <p:sp>
          <p:nvSpPr>
            <p:cNvPr id="40" name="node12.surface"/>
            <p:cNvSpPr/>
            <p:nvPr/>
          </p:nvSpPr>
          <p:spPr>
            <a:xfrm>
              <a:off x="4610100" y="1828800"/>
              <a:ext cx="1371600" cy="457200"/>
            </a:xfrm>
            <a:prstGeom prst="rect">
              <a:avLst/>
            </a:prstGeom>
            <a:solidFill>
              <a:srgbClr val="CED7E6"/>
            </a:solidFill>
            <a:ln>
              <a:noFill/>
            </a:ln>
          </p:spPr>
        </p:sp>
        <p:sp>
          <p:nvSpPr>
            <p:cNvPr id="41" name="node12.text"/>
            <p:cNvSpPr/>
            <p:nvPr/>
          </p:nvSpPr>
          <p:spPr>
            <a:xfrm>
              <a:off x="4762500" y="18288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Infrastructure architect</a:t>
              </a:r>
              <a:endParaRPr lang="en-US" sz="1200" spc="0" kern="0" b="0" i="0" dirty="0">
                <a:solidFill>
                  <a:srgbClr val="070154"/>
                </a:solidFill>
                <a:latin typeface="IBM Plex Sans"/>
                <a:ea typeface="IBM Plex Sans"/>
                <a:cs typeface="IBM Plex Sans"/>
              </a:endParaRPr>
            </a:p>
          </p:txBody>
        </p:sp>
      </p:grpSp>
      <p:grpSp>
        <p:nvGrpSpPr>
          <p:cNvPr id="114" name="node13"/>
          <p:cNvGrpSpPr/>
          <p:nvPr/>
        </p:nvGrpSpPr>
        <p:grpSpPr>
          <a:xfrm>
            <a:off x="6210300" y="1828800"/>
            <a:ext cx="1371600" cy="457200"/>
            <a:chOff x="6210300" y="1828800"/>
            <a:chExt cx="1371600" cy="457200"/>
          </a:xfrm>
        </p:grpSpPr>
        <p:sp>
          <p:nvSpPr>
            <p:cNvPr id="42" name="node13.surface"/>
            <p:cNvSpPr/>
            <p:nvPr/>
          </p:nvSpPr>
          <p:spPr>
            <a:xfrm>
              <a:off x="6216650" y="1835150"/>
              <a:ext cx="1358900" cy="444500"/>
            </a:xfrm>
            <a:prstGeom prst="rect">
              <a:avLst/>
            </a:prstGeom>
            <a:solidFill>
              <a:srgbClr val="FFFFFF"/>
            </a:solidFill>
            <a:ln w="12700">
              <a:solidFill>
                <a:srgbClr val="CED7E6"/>
              </a:solidFill>
              <a:prstDash val="solid"/>
            </a:ln>
          </p:spPr>
        </p:sp>
        <p:sp>
          <p:nvSpPr>
            <p:cNvPr id="43" name="node13.text"/>
            <p:cNvSpPr/>
            <p:nvPr/>
          </p:nvSpPr>
          <p:spPr>
            <a:xfrm>
              <a:off x="6362700" y="18288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Change lead, phase 3</a:t>
              </a:r>
              <a:endParaRPr lang="en-US" sz="1200" spc="0" kern="0" b="0" i="0" dirty="0">
                <a:solidFill>
                  <a:srgbClr val="070154"/>
                </a:solidFill>
                <a:latin typeface="IBM Plex Sans"/>
                <a:ea typeface="IBM Plex Sans"/>
                <a:cs typeface="IBM Plex Sans"/>
              </a:endParaRPr>
            </a:p>
          </p:txBody>
        </p:sp>
      </p:grpSp>
      <p:grpSp>
        <p:nvGrpSpPr>
          <p:cNvPr id="115" name="node14"/>
          <p:cNvGrpSpPr/>
          <p:nvPr/>
        </p:nvGrpSpPr>
        <p:grpSpPr>
          <a:xfrm>
            <a:off x="4610100" y="2514600"/>
            <a:ext cx="1371600" cy="457200"/>
            <a:chOff x="4610100" y="2514600"/>
            <a:chExt cx="1371600" cy="457200"/>
          </a:xfrm>
        </p:grpSpPr>
        <p:sp>
          <p:nvSpPr>
            <p:cNvPr id="44" name="node14.surface"/>
            <p:cNvSpPr/>
            <p:nvPr/>
          </p:nvSpPr>
          <p:spPr>
            <a:xfrm>
              <a:off x="4610100" y="2514600"/>
              <a:ext cx="1371600" cy="457200"/>
            </a:xfrm>
            <a:prstGeom prst="rect">
              <a:avLst/>
            </a:prstGeom>
            <a:solidFill>
              <a:srgbClr val="070154"/>
            </a:solidFill>
            <a:ln>
              <a:noFill/>
            </a:ln>
          </p:spPr>
        </p:sp>
        <p:sp>
          <p:nvSpPr>
            <p:cNvPr id="45" name="node14.text"/>
            <p:cNvSpPr/>
            <p:nvPr/>
          </p:nvSpPr>
          <p:spPr>
            <a:xfrm>
              <a:off x="4762500" y="25146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Program manager</a:t>
              </a:r>
              <a:endParaRPr lang="en-US" sz="1200" spc="0" kern="0" b="0" i="0" dirty="0">
                <a:solidFill>
                  <a:srgbClr val="FFFFFF"/>
                </a:solidFill>
                <a:latin typeface="IBM Plex Sans"/>
                <a:ea typeface="IBM Plex Sans"/>
                <a:cs typeface="IBM Plex Sans"/>
              </a:endParaRPr>
            </a:p>
          </p:txBody>
        </p:sp>
      </p:grpSp>
      <p:grpSp>
        <p:nvGrpSpPr>
          <p:cNvPr id="116" name="node15"/>
          <p:cNvGrpSpPr/>
          <p:nvPr/>
        </p:nvGrpSpPr>
        <p:grpSpPr>
          <a:xfrm>
            <a:off x="6210300" y="2514600"/>
            <a:ext cx="1371600" cy="457200"/>
            <a:chOff x="6210300" y="2514600"/>
            <a:chExt cx="1371600" cy="457200"/>
          </a:xfrm>
        </p:grpSpPr>
        <p:sp>
          <p:nvSpPr>
            <p:cNvPr id="46" name="node15.surface"/>
            <p:cNvSpPr/>
            <p:nvPr/>
          </p:nvSpPr>
          <p:spPr>
            <a:xfrm>
              <a:off x="6210300" y="2514600"/>
              <a:ext cx="1371600" cy="457200"/>
            </a:xfrm>
            <a:prstGeom prst="rect">
              <a:avLst/>
            </a:prstGeom>
            <a:solidFill>
              <a:srgbClr val="070154"/>
            </a:solidFill>
            <a:ln>
              <a:noFill/>
            </a:ln>
          </p:spPr>
        </p:sp>
        <p:sp>
          <p:nvSpPr>
            <p:cNvPr id="47" name="node15.text"/>
            <p:cNvSpPr/>
            <p:nvPr/>
          </p:nvSpPr>
          <p:spPr>
            <a:xfrm>
              <a:off x="6362700" y="25146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Platform architect</a:t>
              </a:r>
              <a:endParaRPr lang="en-US" sz="1200" spc="0" kern="0" b="0" i="0" dirty="0">
                <a:solidFill>
                  <a:srgbClr val="FFFFFF"/>
                </a:solidFill>
                <a:latin typeface="IBM Plex Sans"/>
                <a:ea typeface="IBM Plex Sans"/>
                <a:cs typeface="IBM Plex Sans"/>
              </a:endParaRPr>
            </a:p>
          </p:txBody>
        </p:sp>
      </p:grpSp>
      <p:grpSp>
        <p:nvGrpSpPr>
          <p:cNvPr id="117" name="node16"/>
          <p:cNvGrpSpPr/>
          <p:nvPr/>
        </p:nvGrpSpPr>
        <p:grpSpPr>
          <a:xfrm>
            <a:off x="4610100" y="3200400"/>
            <a:ext cx="1371600" cy="457200"/>
            <a:chOff x="4610100" y="3200400"/>
            <a:chExt cx="1371600" cy="457200"/>
          </a:xfrm>
        </p:grpSpPr>
        <p:sp>
          <p:nvSpPr>
            <p:cNvPr id="48" name="node16.surface"/>
            <p:cNvSpPr/>
            <p:nvPr/>
          </p:nvSpPr>
          <p:spPr>
            <a:xfrm>
              <a:off x="4610100" y="3200400"/>
              <a:ext cx="1371600" cy="457200"/>
            </a:xfrm>
            <a:prstGeom prst="rect">
              <a:avLst/>
            </a:prstGeom>
            <a:solidFill>
              <a:srgbClr val="070154"/>
            </a:solidFill>
            <a:ln>
              <a:noFill/>
            </a:ln>
          </p:spPr>
        </p:sp>
        <p:sp>
          <p:nvSpPr>
            <p:cNvPr id="49" name="node16.text"/>
            <p:cNvSpPr/>
            <p:nvPr/>
          </p:nvSpPr>
          <p:spPr>
            <a:xfrm>
              <a:off x="4762500" y="32004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Governance SME</a:t>
              </a:r>
              <a:endParaRPr lang="en-US" sz="1200" spc="0" kern="0" b="0" i="0" dirty="0">
                <a:solidFill>
                  <a:srgbClr val="FFFFFF"/>
                </a:solidFill>
                <a:latin typeface="IBM Plex Sans"/>
                <a:ea typeface="IBM Plex Sans"/>
                <a:cs typeface="IBM Plex Sans"/>
              </a:endParaRPr>
            </a:p>
          </p:txBody>
        </p:sp>
      </p:grpSp>
      <p:grpSp>
        <p:nvGrpSpPr>
          <p:cNvPr id="118" name="node17"/>
          <p:cNvGrpSpPr/>
          <p:nvPr/>
        </p:nvGrpSpPr>
        <p:grpSpPr>
          <a:xfrm>
            <a:off x="6210300" y="3200400"/>
            <a:ext cx="1371600" cy="457200"/>
            <a:chOff x="6210300" y="3200400"/>
            <a:chExt cx="1371600" cy="457200"/>
          </a:xfrm>
        </p:grpSpPr>
        <p:sp>
          <p:nvSpPr>
            <p:cNvPr id="50" name="node17.surface"/>
            <p:cNvSpPr/>
            <p:nvPr/>
          </p:nvSpPr>
          <p:spPr>
            <a:xfrm>
              <a:off x="6210300" y="3200400"/>
              <a:ext cx="1371600" cy="457200"/>
            </a:xfrm>
            <a:prstGeom prst="rect">
              <a:avLst/>
            </a:prstGeom>
            <a:solidFill>
              <a:srgbClr val="070154"/>
            </a:solidFill>
            <a:ln>
              <a:noFill/>
            </a:ln>
          </p:spPr>
        </p:sp>
        <p:sp>
          <p:nvSpPr>
            <p:cNvPr id="51" name="node17.text"/>
            <p:cNvSpPr/>
            <p:nvPr/>
          </p:nvSpPr>
          <p:spPr>
            <a:xfrm>
              <a:off x="6362700" y="32004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Program analyst</a:t>
              </a:r>
              <a:endParaRPr lang="en-US" sz="1200" spc="0" kern="0" b="0" i="0" dirty="0">
                <a:solidFill>
                  <a:srgbClr val="FFFFFF"/>
                </a:solidFill>
                <a:latin typeface="IBM Plex Sans"/>
                <a:ea typeface="IBM Plex Sans"/>
                <a:cs typeface="IBM Plex Sans"/>
              </a:endParaRPr>
            </a:p>
          </p:txBody>
        </p:sp>
      </p:grpSp>
      <p:grpSp>
        <p:nvGrpSpPr>
          <p:cNvPr id="119" name="node18"/>
          <p:cNvGrpSpPr/>
          <p:nvPr/>
        </p:nvGrpSpPr>
        <p:grpSpPr>
          <a:xfrm>
            <a:off x="723900" y="4114800"/>
            <a:ext cx="2057400" cy="1676400"/>
            <a:chOff x="723900" y="4114800"/>
            <a:chExt cx="2057400" cy="1676400"/>
          </a:xfrm>
        </p:grpSpPr>
        <p:sp>
          <p:nvSpPr>
            <p:cNvPr id="52" name="node18.outline"/>
            <p:cNvSpPr/>
            <p:nvPr/>
          </p:nvSpPr>
          <p:spPr>
            <a:xfrm>
              <a:off x="723900" y="4114800"/>
              <a:ext cx="2057400" cy="1676400"/>
            </a:xfrm>
            <a:prstGeom prst="rect">
              <a:avLst/>
            </a:prstGeom>
            <a:ln w="12700">
              <a:solidFill>
                <a:srgbClr val="CED7E6"/>
              </a:solidFill>
              <a:prstDash val="solid"/>
            </a:ln>
          </p:spPr>
        </p:sp>
        <p:sp>
          <p:nvSpPr>
            <p:cNvPr id="53" name="node18.band"/>
            <p:cNvSpPr/>
            <p:nvPr/>
          </p:nvSpPr>
          <p:spPr>
            <a:xfrm>
              <a:off x="723900" y="4114800"/>
              <a:ext cx="2057400" cy="457200"/>
            </a:xfrm>
            <a:prstGeom prst="rect">
              <a:avLst/>
            </a:prstGeom>
            <a:solidFill>
              <a:srgbClr val="070154"/>
            </a:solidFill>
            <a:ln>
              <a:noFill/>
            </a:ln>
          </p:spPr>
        </p:sp>
        <p:sp>
          <p:nvSpPr>
            <p:cNvPr id="54" name="node18.title"/>
            <p:cNvSpPr/>
            <p:nvPr/>
          </p:nvSpPr>
          <p:spPr>
            <a:xfrm>
              <a:off x="876300" y="4210050"/>
              <a:ext cx="1752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SemiBold"/>
                  <a:ea typeface="IBM Plex Sans SemiBold"/>
                  <a:cs typeface="IBM Plex Sans SemiBold"/>
                </a:rPr>
                <a:t>Pod 1</a:t>
              </a:r>
              <a:endParaRPr lang="en-US" sz="1400" spc="0" kern="0" b="0" i="0" dirty="0">
                <a:solidFill>
                  <a:srgbClr val="FFFFFF"/>
                </a:solidFill>
                <a:latin typeface="IBM Plex Sans SemiBold"/>
                <a:ea typeface="IBM Plex Sans SemiBold"/>
                <a:cs typeface="IBM Plex Sans SemiBold"/>
              </a:endParaRPr>
            </a:p>
          </p:txBody>
        </p:sp>
        <p:sp>
          <p:nvSpPr>
            <p:cNvPr id="55" name="node18.roles.slot-001.surface"/>
            <p:cNvSpPr/>
            <p:nvPr/>
          </p:nvSpPr>
          <p:spPr>
            <a:xfrm>
              <a:off x="838200" y="4686300"/>
              <a:ext cx="1828800" cy="457200"/>
            </a:xfrm>
            <a:prstGeom prst="rect">
              <a:avLst/>
            </a:prstGeom>
            <a:solidFill>
              <a:srgbClr val="E8EEF8"/>
            </a:solidFill>
            <a:ln>
              <a:noFill/>
            </a:ln>
          </p:spPr>
        </p:sp>
        <p:sp>
          <p:nvSpPr>
            <p:cNvPr id="56" name="node18.roles.slot-001.text"/>
            <p:cNvSpPr/>
            <p:nvPr/>
          </p:nvSpPr>
          <p:spPr>
            <a:xfrm>
              <a:off x="990600" y="48006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data engineer</a:t>
              </a:r>
              <a:endParaRPr lang="en-US" sz="1200" spc="0" kern="0" b="0" i="0" dirty="0">
                <a:solidFill>
                  <a:srgbClr val="070154"/>
                </a:solidFill>
                <a:latin typeface="IBM Plex Sans"/>
                <a:ea typeface="IBM Plex Sans"/>
                <a:cs typeface="IBM Plex Sans"/>
              </a:endParaRPr>
            </a:p>
          </p:txBody>
        </p:sp>
        <p:sp>
          <p:nvSpPr>
            <p:cNvPr id="57" name="node18.roles.slot-002.surface"/>
            <p:cNvSpPr/>
            <p:nvPr/>
          </p:nvSpPr>
          <p:spPr>
            <a:xfrm>
              <a:off x="838200" y="5219700"/>
              <a:ext cx="1828800" cy="457200"/>
            </a:xfrm>
            <a:prstGeom prst="rect">
              <a:avLst/>
            </a:prstGeom>
            <a:solidFill>
              <a:srgbClr val="E8EEF8"/>
            </a:solidFill>
            <a:ln>
              <a:noFill/>
            </a:ln>
          </p:spPr>
        </p:sp>
        <p:sp>
          <p:nvSpPr>
            <p:cNvPr id="58" name="node18.roles.slot-002.text"/>
            <p:cNvSpPr/>
            <p:nvPr/>
          </p:nvSpPr>
          <p:spPr>
            <a:xfrm>
              <a:off x="990600" y="53340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engineer</a:t>
              </a:r>
              <a:endParaRPr lang="en-US" sz="1200" spc="0" kern="0" b="0" i="0" dirty="0">
                <a:solidFill>
                  <a:srgbClr val="070154"/>
                </a:solidFill>
                <a:latin typeface="IBM Plex Sans"/>
                <a:ea typeface="IBM Plex Sans"/>
                <a:cs typeface="IBM Plex Sans"/>
              </a:endParaRPr>
            </a:p>
          </p:txBody>
        </p:sp>
      </p:grpSp>
      <p:grpSp>
        <p:nvGrpSpPr>
          <p:cNvPr id="120" name="node19"/>
          <p:cNvGrpSpPr/>
          <p:nvPr/>
        </p:nvGrpSpPr>
        <p:grpSpPr>
          <a:xfrm>
            <a:off x="3009900" y="4114800"/>
            <a:ext cx="2057400" cy="1676400"/>
            <a:chOff x="3009900" y="4114800"/>
            <a:chExt cx="2057400" cy="1676400"/>
          </a:xfrm>
        </p:grpSpPr>
        <p:sp>
          <p:nvSpPr>
            <p:cNvPr id="59" name="node19.outline"/>
            <p:cNvSpPr/>
            <p:nvPr/>
          </p:nvSpPr>
          <p:spPr>
            <a:xfrm>
              <a:off x="3009900" y="4114800"/>
              <a:ext cx="2057400" cy="1676400"/>
            </a:xfrm>
            <a:prstGeom prst="rect">
              <a:avLst/>
            </a:prstGeom>
            <a:ln w="12700">
              <a:solidFill>
                <a:srgbClr val="CED7E6"/>
              </a:solidFill>
              <a:prstDash val="solid"/>
            </a:ln>
          </p:spPr>
        </p:sp>
        <p:sp>
          <p:nvSpPr>
            <p:cNvPr id="60" name="node19.band"/>
            <p:cNvSpPr/>
            <p:nvPr/>
          </p:nvSpPr>
          <p:spPr>
            <a:xfrm>
              <a:off x="3009900" y="4114800"/>
              <a:ext cx="2057400" cy="457200"/>
            </a:xfrm>
            <a:prstGeom prst="rect">
              <a:avLst/>
            </a:prstGeom>
            <a:solidFill>
              <a:srgbClr val="E8EEF8"/>
            </a:solidFill>
            <a:ln>
              <a:noFill/>
            </a:ln>
          </p:spPr>
        </p:sp>
        <p:sp>
          <p:nvSpPr>
            <p:cNvPr id="61" name="node19.title"/>
            <p:cNvSpPr/>
            <p:nvPr/>
          </p:nvSpPr>
          <p:spPr>
            <a:xfrm>
              <a:off x="3162300" y="4210050"/>
              <a:ext cx="1752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Pod 2 · phase 2 only</a:t>
              </a:r>
              <a:endParaRPr lang="en-US" sz="1400" spc="0" kern="0" b="0" i="0" dirty="0">
                <a:solidFill>
                  <a:srgbClr val="070154"/>
                </a:solidFill>
                <a:latin typeface="IBM Plex Sans SemiBold"/>
                <a:ea typeface="IBM Plex Sans SemiBold"/>
                <a:cs typeface="IBM Plex Sans SemiBold"/>
              </a:endParaRPr>
            </a:p>
          </p:txBody>
        </p:sp>
        <p:sp>
          <p:nvSpPr>
            <p:cNvPr id="62" name="node19.roles.slot-001.surface"/>
            <p:cNvSpPr/>
            <p:nvPr/>
          </p:nvSpPr>
          <p:spPr>
            <a:xfrm>
              <a:off x="3124200" y="4686300"/>
              <a:ext cx="1828800" cy="457200"/>
            </a:xfrm>
            <a:prstGeom prst="rect">
              <a:avLst/>
            </a:prstGeom>
            <a:solidFill>
              <a:srgbClr val="E8EEF8"/>
            </a:solidFill>
            <a:ln>
              <a:noFill/>
            </a:ln>
          </p:spPr>
        </p:sp>
        <p:sp>
          <p:nvSpPr>
            <p:cNvPr id="63" name="node19.roles.slot-001.text"/>
            <p:cNvSpPr/>
            <p:nvPr/>
          </p:nvSpPr>
          <p:spPr>
            <a:xfrm>
              <a:off x="3276600" y="48006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data engineer</a:t>
              </a:r>
              <a:endParaRPr lang="en-US" sz="1200" spc="0" kern="0" b="0" i="0" dirty="0">
                <a:solidFill>
                  <a:srgbClr val="070154"/>
                </a:solidFill>
                <a:latin typeface="IBM Plex Sans"/>
                <a:ea typeface="IBM Plex Sans"/>
                <a:cs typeface="IBM Plex Sans"/>
              </a:endParaRPr>
            </a:p>
          </p:txBody>
        </p:sp>
        <p:sp>
          <p:nvSpPr>
            <p:cNvPr id="64" name="node19.roles.slot-002.surface"/>
            <p:cNvSpPr/>
            <p:nvPr/>
          </p:nvSpPr>
          <p:spPr>
            <a:xfrm>
              <a:off x="3124200" y="5219700"/>
              <a:ext cx="1828800" cy="457200"/>
            </a:xfrm>
            <a:prstGeom prst="rect">
              <a:avLst/>
            </a:prstGeom>
            <a:solidFill>
              <a:srgbClr val="E8EEF8"/>
            </a:solidFill>
            <a:ln>
              <a:noFill/>
            </a:ln>
          </p:spPr>
        </p:sp>
        <p:sp>
          <p:nvSpPr>
            <p:cNvPr id="65" name="node19.roles.slot-002.text"/>
            <p:cNvSpPr/>
            <p:nvPr/>
          </p:nvSpPr>
          <p:spPr>
            <a:xfrm>
              <a:off x="3276600" y="53340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engineer</a:t>
              </a:r>
              <a:endParaRPr lang="en-US" sz="1200" spc="0" kern="0" b="0" i="0" dirty="0">
                <a:solidFill>
                  <a:srgbClr val="070154"/>
                </a:solidFill>
                <a:latin typeface="IBM Plex Sans"/>
                <a:ea typeface="IBM Plex Sans"/>
                <a:cs typeface="IBM Plex Sans"/>
              </a:endParaRPr>
            </a:p>
          </p:txBody>
        </p:sp>
      </p:grpSp>
      <p:grpSp>
        <p:nvGrpSpPr>
          <p:cNvPr id="121" name="node20"/>
          <p:cNvGrpSpPr/>
          <p:nvPr/>
        </p:nvGrpSpPr>
        <p:grpSpPr>
          <a:xfrm>
            <a:off x="5295900" y="4114800"/>
            <a:ext cx="2057400" cy="1676400"/>
            <a:chOff x="5295900" y="4114800"/>
            <a:chExt cx="2057400" cy="1676400"/>
          </a:xfrm>
        </p:grpSpPr>
        <p:sp>
          <p:nvSpPr>
            <p:cNvPr id="66" name="node20.outline"/>
            <p:cNvSpPr/>
            <p:nvPr/>
          </p:nvSpPr>
          <p:spPr>
            <a:xfrm>
              <a:off x="5295900" y="4114800"/>
              <a:ext cx="2057400" cy="1676400"/>
            </a:xfrm>
            <a:prstGeom prst="rect">
              <a:avLst/>
            </a:prstGeom>
            <a:ln w="12700">
              <a:solidFill>
                <a:srgbClr val="CED7E6"/>
              </a:solidFill>
              <a:prstDash val="solid"/>
            </a:ln>
          </p:spPr>
        </p:sp>
        <p:sp>
          <p:nvSpPr>
            <p:cNvPr id="67" name="node20.band"/>
            <p:cNvSpPr/>
            <p:nvPr/>
          </p:nvSpPr>
          <p:spPr>
            <a:xfrm>
              <a:off x="5295900" y="4114800"/>
              <a:ext cx="2057400" cy="457200"/>
            </a:xfrm>
            <a:prstGeom prst="rect">
              <a:avLst/>
            </a:prstGeom>
            <a:solidFill>
              <a:srgbClr val="E8EEF8"/>
            </a:solidFill>
            <a:ln>
              <a:noFill/>
            </a:ln>
          </p:spPr>
        </p:sp>
        <p:sp>
          <p:nvSpPr>
            <p:cNvPr id="68" name="node20.title"/>
            <p:cNvSpPr/>
            <p:nvPr/>
          </p:nvSpPr>
          <p:spPr>
            <a:xfrm>
              <a:off x="5448300" y="4210050"/>
              <a:ext cx="1752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Pod 3 · phase 2 only</a:t>
              </a:r>
              <a:endParaRPr lang="en-US" sz="1400" spc="0" kern="0" b="0" i="0" dirty="0">
                <a:solidFill>
                  <a:srgbClr val="070154"/>
                </a:solidFill>
                <a:latin typeface="IBM Plex Sans SemiBold"/>
                <a:ea typeface="IBM Plex Sans SemiBold"/>
                <a:cs typeface="IBM Plex Sans SemiBold"/>
              </a:endParaRPr>
            </a:p>
          </p:txBody>
        </p:sp>
        <p:sp>
          <p:nvSpPr>
            <p:cNvPr id="69" name="node20.roles.slot-001.surface"/>
            <p:cNvSpPr/>
            <p:nvPr/>
          </p:nvSpPr>
          <p:spPr>
            <a:xfrm>
              <a:off x="5410200" y="4686300"/>
              <a:ext cx="1828800" cy="457200"/>
            </a:xfrm>
            <a:prstGeom prst="rect">
              <a:avLst/>
            </a:prstGeom>
            <a:solidFill>
              <a:srgbClr val="E8EEF8"/>
            </a:solidFill>
            <a:ln>
              <a:noFill/>
            </a:ln>
          </p:spPr>
        </p:sp>
        <p:sp>
          <p:nvSpPr>
            <p:cNvPr id="70" name="node20.roles.slot-001.text"/>
            <p:cNvSpPr/>
            <p:nvPr/>
          </p:nvSpPr>
          <p:spPr>
            <a:xfrm>
              <a:off x="5562600" y="48006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data engineer</a:t>
              </a:r>
              <a:endParaRPr lang="en-US" sz="1200" spc="0" kern="0" b="0" i="0" dirty="0">
                <a:solidFill>
                  <a:srgbClr val="070154"/>
                </a:solidFill>
                <a:latin typeface="IBM Plex Sans"/>
                <a:ea typeface="IBM Plex Sans"/>
                <a:cs typeface="IBM Plex Sans"/>
              </a:endParaRPr>
            </a:p>
          </p:txBody>
        </p:sp>
        <p:sp>
          <p:nvSpPr>
            <p:cNvPr id="71" name="node20.roles.slot-002.surface"/>
            <p:cNvSpPr/>
            <p:nvPr/>
          </p:nvSpPr>
          <p:spPr>
            <a:xfrm>
              <a:off x="5410200" y="5219700"/>
              <a:ext cx="1828800" cy="457200"/>
            </a:xfrm>
            <a:prstGeom prst="rect">
              <a:avLst/>
            </a:prstGeom>
            <a:solidFill>
              <a:srgbClr val="E8EEF8"/>
            </a:solidFill>
            <a:ln>
              <a:noFill/>
            </a:ln>
          </p:spPr>
        </p:sp>
        <p:sp>
          <p:nvSpPr>
            <p:cNvPr id="72" name="node20.roles.slot-002.text"/>
            <p:cNvSpPr/>
            <p:nvPr/>
          </p:nvSpPr>
          <p:spPr>
            <a:xfrm>
              <a:off x="5562600" y="53340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scientist</a:t>
              </a:r>
              <a:endParaRPr lang="en-US" sz="1200" spc="0" kern="0" b="0" i="0" dirty="0">
                <a:solidFill>
                  <a:srgbClr val="070154"/>
                </a:solidFill>
                <a:latin typeface="IBM Plex Sans"/>
                <a:ea typeface="IBM Plex Sans"/>
                <a:cs typeface="IBM Plex Sans"/>
              </a:endParaRPr>
            </a:p>
          </p:txBody>
        </p:sp>
      </p:grpSp>
      <p:grpSp>
        <p:nvGrpSpPr>
          <p:cNvPr id="123" name="node21"/>
          <p:cNvGrpSpPr/>
          <p:nvPr/>
        </p:nvGrpSpPr>
        <p:grpSpPr>
          <a:xfrm>
            <a:off x="8039100" y="1600200"/>
            <a:ext cx="3429000" cy="2743200"/>
            <a:chOff x="8039100" y="1600200"/>
            <a:chExt cx="3429000" cy="2743200"/>
          </a:xfrm>
        </p:grpSpPr>
        <p:sp>
          <p:nvSpPr>
            <p:cNvPr id="73" name="node21.surface"/>
            <p:cNvSpPr/>
            <p:nvPr/>
          </p:nvSpPr>
          <p:spPr>
            <a:xfrm>
              <a:off x="8039100" y="1600200"/>
              <a:ext cx="3429000" cy="2743200"/>
            </a:xfrm>
            <a:prstGeom prst="rect">
              <a:avLst/>
            </a:prstGeom>
            <a:solidFill>
              <a:srgbClr val="E8EEF8"/>
            </a:solidFill>
            <a:ln>
              <a:noFill/>
            </a:ln>
          </p:spPr>
        </p:sp>
        <p:sp>
          <p:nvSpPr>
            <p:cNvPr id="74" name="node21.label"/>
            <p:cNvSpPr/>
            <p:nvPr/>
          </p:nvSpPr>
          <p:spPr>
            <a:xfrm>
              <a:off x="8191500" y="1714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Northfield leadership roles</a:t>
              </a:r>
              <a:endParaRPr lang="en-US" sz="1800" spc="-18" kern="0" b="0" i="0" dirty="0">
                <a:solidFill>
                  <a:srgbClr val="070154"/>
                </a:solidFill>
                <a:latin typeface="IBM Plex Sans SemiBold"/>
                <a:ea typeface="IBM Plex Sans SemiBold"/>
                <a:cs typeface="IBM Plex Sans SemiBold"/>
              </a:endParaRPr>
            </a:p>
          </p:txBody>
        </p:sp>
        <p:grpSp>
          <p:nvGrpSpPr>
            <p:cNvPr id="122" name="node21.bullets"/>
            <p:cNvGrpSpPr/>
            <p:nvPr/>
          </p:nvGrpSpPr>
          <p:grpSpPr>
            <a:xfrm>
              <a:off x="8191500" y="2019300"/>
              <a:ext cx="3124200" cy="2133600"/>
              <a:chOff x="8191500" y="2019300"/>
              <a:chExt cx="3124200" cy="2133600"/>
            </a:xfrm>
          </p:grpSpPr>
          <p:sp>
            <p:nvSpPr>
              <p:cNvPr id="75" name="node21.bullets.source-001.bullet"/>
              <p:cNvSpPr/>
              <p:nvPr/>
            </p:nvSpPr>
            <p:spPr>
              <a:xfrm>
                <a:off x="8191500" y="2108200"/>
                <a:ext cx="38100" cy="38100"/>
              </a:xfrm>
              <a:prstGeom prst="rect">
                <a:avLst/>
              </a:prstGeom>
              <a:solidFill>
                <a:srgbClr val="070154"/>
              </a:solidFill>
              <a:ln>
                <a:noFill/>
              </a:ln>
            </p:spPr>
          </p:sp>
          <p:sp>
            <p:nvSpPr>
              <p:cNvPr id="76" name="node21.bullets.source-001.text"/>
              <p:cNvSpPr/>
              <p:nvPr/>
            </p:nvSpPr>
            <p:spPr>
              <a:xfrm>
                <a:off x="8343900" y="2019300"/>
                <a:ext cx="2971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Executive sponsor (5%).</a:t>
                </a:r>
                <a:r>
                  <a:rPr lang="en-US" sz="1200" spc="0" kern="0" b="0" i="0" dirty="0">
                    <a:solidFill>
                      <a:srgbClr val="50658E"/>
                    </a:solidFill>
                    <a:latin typeface="IBM Plex Sans"/>
                    <a:ea typeface="IBM Plex Sans"/>
                    <a:cs typeface="IBM Plex Sans"/>
                  </a:rPr>
                  <a:t xml:space="preserve"> Sets direction, removes blockers, approves major decisions.</a:t>
                </a:r>
                <a:endParaRPr lang="en-US" sz="1200" spc="0" kern="0" b="0" i="0" dirty="0">
                  <a:solidFill>
                    <a:srgbClr val="070154"/>
                  </a:solidFill>
                  <a:latin typeface="IBM Plex Sans"/>
                  <a:ea typeface="IBM Plex Sans"/>
                  <a:cs typeface="IBM Plex Sans"/>
                </a:endParaRPr>
              </a:p>
            </p:txBody>
          </p:sp>
          <p:sp>
            <p:nvSpPr>
              <p:cNvPr id="77" name="node21.bullets.source-002.bullet"/>
              <p:cNvSpPr/>
              <p:nvPr/>
            </p:nvSpPr>
            <p:spPr>
              <a:xfrm>
                <a:off x="8191500" y="2832100"/>
                <a:ext cx="38100" cy="38100"/>
              </a:xfrm>
              <a:prstGeom prst="rect">
                <a:avLst/>
              </a:prstGeom>
              <a:solidFill>
                <a:srgbClr val="070154"/>
              </a:solidFill>
              <a:ln>
                <a:noFill/>
              </a:ln>
            </p:spPr>
          </p:sp>
          <p:sp>
            <p:nvSpPr>
              <p:cNvPr id="78" name="node21.bullets.source-002.text"/>
              <p:cNvSpPr/>
              <p:nvPr/>
            </p:nvSpPr>
            <p:spPr>
              <a:xfrm>
                <a:off x="8343900" y="2743200"/>
                <a:ext cx="2971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Program lead (50–75%).</a:t>
                </a:r>
                <a:r>
                  <a:rPr lang="en-US" sz="1200" spc="0" kern="0" b="0" i="0" dirty="0">
                    <a:solidFill>
                      <a:srgbClr val="50658E"/>
                    </a:solidFill>
                    <a:latin typeface="IBM Plex Sans"/>
                    <a:ea typeface="IBM Plex Sans"/>
                    <a:cs typeface="IBM Plex Sans"/>
                  </a:rPr>
                  <a:t xml:space="preserve"> Planning, coordination, dependencies, approvals and RAID.</a:t>
                </a:r>
                <a:endParaRPr lang="en-US" sz="1200" spc="0" kern="0" b="0" i="0" dirty="0">
                  <a:solidFill>
                    <a:srgbClr val="070154"/>
                  </a:solidFill>
                  <a:latin typeface="IBM Plex Sans"/>
                  <a:ea typeface="IBM Plex Sans"/>
                  <a:cs typeface="IBM Plex Sans"/>
                </a:endParaRPr>
              </a:p>
            </p:txBody>
          </p:sp>
          <p:sp>
            <p:nvSpPr>
              <p:cNvPr id="79" name="node21.bullets.source-003.bullet"/>
              <p:cNvSpPr/>
              <p:nvPr/>
            </p:nvSpPr>
            <p:spPr>
              <a:xfrm>
                <a:off x="8191500" y="3556000"/>
                <a:ext cx="38100" cy="38100"/>
              </a:xfrm>
              <a:prstGeom prst="rect">
                <a:avLst/>
              </a:prstGeom>
              <a:solidFill>
                <a:srgbClr val="070154"/>
              </a:solidFill>
              <a:ln>
                <a:noFill/>
              </a:ln>
            </p:spPr>
          </p:sp>
          <p:sp>
            <p:nvSpPr>
              <p:cNvPr id="80" name="node21.bullets.source-003.text"/>
              <p:cNvSpPr/>
              <p:nvPr/>
            </p:nvSpPr>
            <p:spPr>
              <a:xfrm>
                <a:off x="8343900" y="3467100"/>
                <a:ext cx="2971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Platform owner (50–75%).</a:t>
                </a:r>
                <a:r>
                  <a:rPr lang="en-US" sz="1200" spc="0" kern="0" b="0" i="0" dirty="0">
                    <a:solidFill>
                      <a:srgbClr val="50658E"/>
                    </a:solidFill>
                    <a:latin typeface="IBM Plex Sans"/>
                    <a:ea typeface="IBM Plex Sans"/>
                    <a:cs typeface="IBM Plex Sans"/>
                  </a:rPr>
                  <a:t xml:space="preserve"> Priorities, backlog, acceptance and operating-model calls.</a:t>
                </a:r>
                <a:endParaRPr lang="en-US" sz="1200" spc="0" kern="0" b="0" i="0" dirty="0">
                  <a:solidFill>
                    <a:srgbClr val="070154"/>
                  </a:solidFill>
                  <a:latin typeface="IBM Plex Sans"/>
                  <a:ea typeface="IBM Plex Sans"/>
                  <a:cs typeface="IBM Plex Sans"/>
                </a:endParaRPr>
              </a:p>
            </p:txBody>
          </p:sp>
        </p:grpSp>
      </p:grpSp>
      <p:grpSp>
        <p:nvGrpSpPr>
          <p:cNvPr id="124" name="node22"/>
          <p:cNvGrpSpPr/>
          <p:nvPr/>
        </p:nvGrpSpPr>
        <p:grpSpPr>
          <a:xfrm>
            <a:off x="8039100" y="4572000"/>
            <a:ext cx="1862138" cy="914400"/>
            <a:chOff x="8039100" y="4572000"/>
            <a:chExt cx="1862138" cy="914400"/>
          </a:xfrm>
        </p:grpSpPr>
        <p:sp>
          <p:nvSpPr>
            <p:cNvPr id="81" name="node22.items.slot-001.swatch"/>
            <p:cNvSpPr/>
            <p:nvPr/>
          </p:nvSpPr>
          <p:spPr>
            <a:xfrm>
              <a:off x="8039100" y="4622800"/>
              <a:ext cx="127000" cy="127000"/>
            </a:xfrm>
            <a:prstGeom prst="rect">
              <a:avLst/>
            </a:prstGeom>
            <a:solidFill>
              <a:srgbClr val="070154"/>
            </a:solidFill>
            <a:ln w="9525">
              <a:solidFill>
                <a:srgbClr val="070154"/>
              </a:solidFill>
              <a:prstDash val="solid"/>
            </a:ln>
          </p:spPr>
        </p:sp>
        <p:sp>
          <p:nvSpPr>
            <p:cNvPr id="82" name="node22.items.slot-001.text"/>
            <p:cNvSpPr/>
            <p:nvPr/>
          </p:nvSpPr>
          <p:spPr>
            <a:xfrm>
              <a:off x="8280400" y="4572000"/>
              <a:ext cx="15605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 full time</a:t>
              </a:r>
              <a:endParaRPr lang="en-US" sz="1200" spc="0" kern="0" b="0" i="0" dirty="0">
                <a:solidFill>
                  <a:srgbClr val="070154"/>
                </a:solidFill>
                <a:latin typeface="IBM Plex Sans"/>
                <a:ea typeface="IBM Plex Sans"/>
                <a:cs typeface="IBM Plex Sans"/>
              </a:endParaRPr>
            </a:p>
          </p:txBody>
        </p:sp>
        <p:sp>
          <p:nvSpPr>
            <p:cNvPr id="83" name="node22.items.slot-002.swatch"/>
            <p:cNvSpPr/>
            <p:nvPr/>
          </p:nvSpPr>
          <p:spPr>
            <a:xfrm>
              <a:off x="8039100" y="4965700"/>
              <a:ext cx="127000" cy="127000"/>
            </a:xfrm>
            <a:prstGeom prst="rect">
              <a:avLst/>
            </a:prstGeom>
            <a:solidFill>
              <a:srgbClr val="CED7E6"/>
            </a:solidFill>
            <a:ln w="9525">
              <a:solidFill>
                <a:srgbClr val="070154"/>
              </a:solidFill>
              <a:prstDash val="solid"/>
            </a:ln>
          </p:spPr>
        </p:sp>
        <p:sp>
          <p:nvSpPr>
            <p:cNvPr id="84" name="node22.items.slot-002.text"/>
            <p:cNvSpPr/>
            <p:nvPr/>
          </p:nvSpPr>
          <p:spPr>
            <a:xfrm>
              <a:off x="8280400" y="4914900"/>
              <a:ext cx="16208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 part time</a:t>
              </a:r>
              <a:endParaRPr lang="en-US" sz="1200" spc="0" kern="0" b="0" i="0" dirty="0">
                <a:solidFill>
                  <a:srgbClr val="070154"/>
                </a:solidFill>
                <a:latin typeface="IBM Plex Sans"/>
                <a:ea typeface="IBM Plex Sans"/>
                <a:cs typeface="IBM Plex Sans"/>
              </a:endParaRPr>
            </a:p>
          </p:txBody>
        </p:sp>
        <p:sp>
          <p:nvSpPr>
            <p:cNvPr id="85" name="node22.items.slot-003.swatch"/>
            <p:cNvSpPr/>
            <p:nvPr/>
          </p:nvSpPr>
          <p:spPr>
            <a:xfrm>
              <a:off x="8039100" y="5308600"/>
              <a:ext cx="127000" cy="127000"/>
            </a:xfrm>
            <a:prstGeom prst="rect">
              <a:avLst/>
            </a:prstGeom>
            <a:solidFill>
              <a:srgbClr val="F900D3"/>
            </a:solidFill>
            <a:ln w="9525">
              <a:solidFill>
                <a:srgbClr val="070154"/>
              </a:solidFill>
              <a:prstDash val="solid"/>
            </a:ln>
          </p:spPr>
        </p:sp>
        <p:sp>
          <p:nvSpPr>
            <p:cNvPr id="86" name="node22.items.slot-003.text"/>
            <p:cNvSpPr/>
            <p:nvPr/>
          </p:nvSpPr>
          <p:spPr>
            <a:xfrm>
              <a:off x="8280400" y="5257800"/>
              <a:ext cx="14033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part time</a:t>
              </a:r>
              <a:endParaRPr lang="en-US" sz="1200" spc="0" kern="0" b="0" i="0" dirty="0">
                <a:solidFill>
                  <a:srgbClr val="070154"/>
                </a:solidFill>
                <a:latin typeface="IBM Plex Sans"/>
                <a:ea typeface="IBM Plex Sans"/>
                <a:cs typeface="IBM Plex Sans"/>
              </a:endParaRPr>
            </a:p>
          </p:txBody>
        </p:sp>
      </p:grpSp>
      <p:grpSp>
        <p:nvGrpSpPr>
          <p:cNvPr id="125" name="node23"/>
          <p:cNvGrpSpPr/>
          <p:nvPr/>
        </p:nvGrpSpPr>
        <p:grpSpPr>
          <a:xfrm>
            <a:off x="2349500" y="2014779"/>
            <a:ext cx="406400" cy="85242"/>
            <a:chOff x="2349500" y="2014779"/>
            <a:chExt cx="406400" cy="85242"/>
          </a:xfrm>
        </p:grpSpPr>
        <p:sp>
          <p:nvSpPr>
            <p:cNvPr id="87" name="node23.segment-1"/>
            <p:cNvSpPr/>
            <p:nvPr/>
          </p:nvSpPr>
          <p:spPr>
            <a:xfrm>
              <a:off x="2349500" y="2057400"/>
              <a:ext cx="406400" cy="0"/>
            </a:xfrm>
            <a:custGeom>
              <a:avLst/>
              <a:gdLst/>
              <a:ahLst/>
              <a:cxnLst/>
              <a:rect l="l" t="t" r="r" b="b"/>
              <a:pathLst>
                <a:path w="406400">
                  <a:moveTo>
                    <a:pt x="0" y="0"/>
                  </a:moveTo>
                  <a:lnTo>
                    <a:pt x="406400" y="0"/>
                  </a:lnTo>
                </a:path>
              </a:pathLst>
            </a:custGeom>
            <a:ln w="12700">
              <a:solidFill>
                <a:srgbClr val="070154"/>
              </a:solidFill>
              <a:prstDash val="solid"/>
            </a:ln>
          </p:spPr>
        </p:sp>
        <p:sp>
          <p:nvSpPr>
            <p:cNvPr id="88" name="node23.head-end.0"/>
            <p:cNvSpPr/>
            <p:nvPr/>
          </p:nvSpPr>
          <p:spPr>
            <a:xfrm>
              <a:off x="2677883" y="2057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9" name="node23.head-end.1"/>
            <p:cNvSpPr/>
            <p:nvPr/>
          </p:nvSpPr>
          <p:spPr>
            <a:xfrm>
              <a:off x="2677883" y="2014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90" name="node23.head-start.0"/>
            <p:cNvSpPr/>
            <p:nvPr/>
          </p:nvSpPr>
          <p:spPr>
            <a:xfrm>
              <a:off x="2349500" y="20147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91" name="node23.head-start.1"/>
            <p:cNvSpPr/>
            <p:nvPr/>
          </p:nvSpPr>
          <p:spPr>
            <a:xfrm>
              <a:off x="2349500" y="20574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26" name="node24"/>
          <p:cNvGrpSpPr/>
          <p:nvPr/>
        </p:nvGrpSpPr>
        <p:grpSpPr>
          <a:xfrm>
            <a:off x="2349500" y="2700579"/>
            <a:ext cx="406400" cy="85242"/>
            <a:chOff x="2349500" y="2700579"/>
            <a:chExt cx="406400" cy="85242"/>
          </a:xfrm>
        </p:grpSpPr>
        <p:sp>
          <p:nvSpPr>
            <p:cNvPr id="92" name="node24.segment-1"/>
            <p:cNvSpPr/>
            <p:nvPr/>
          </p:nvSpPr>
          <p:spPr>
            <a:xfrm>
              <a:off x="2349500" y="2743200"/>
              <a:ext cx="406400" cy="0"/>
            </a:xfrm>
            <a:custGeom>
              <a:avLst/>
              <a:gdLst/>
              <a:ahLst/>
              <a:cxnLst/>
              <a:rect l="l" t="t" r="r" b="b"/>
              <a:pathLst>
                <a:path w="406400">
                  <a:moveTo>
                    <a:pt x="0" y="0"/>
                  </a:moveTo>
                  <a:lnTo>
                    <a:pt x="406400" y="0"/>
                  </a:lnTo>
                </a:path>
              </a:pathLst>
            </a:custGeom>
            <a:ln w="12700">
              <a:solidFill>
                <a:srgbClr val="070154"/>
              </a:solidFill>
              <a:prstDash val="solid"/>
            </a:ln>
          </p:spPr>
        </p:sp>
        <p:sp>
          <p:nvSpPr>
            <p:cNvPr id="93" name="node24.head-end.0"/>
            <p:cNvSpPr/>
            <p:nvPr/>
          </p:nvSpPr>
          <p:spPr>
            <a:xfrm>
              <a:off x="26778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94" name="node24.head-end.1"/>
            <p:cNvSpPr/>
            <p:nvPr/>
          </p:nvSpPr>
          <p:spPr>
            <a:xfrm>
              <a:off x="26778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95" name="node24.head-start.0"/>
            <p:cNvSpPr/>
            <p:nvPr/>
          </p:nvSpPr>
          <p:spPr>
            <a:xfrm>
              <a:off x="2349500" y="27005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96" name="node24.head-start.1"/>
            <p:cNvSpPr/>
            <p:nvPr/>
          </p:nvSpPr>
          <p:spPr>
            <a:xfrm>
              <a:off x="2349500" y="27432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27" name="node25"/>
          <p:cNvGrpSpPr/>
          <p:nvPr/>
        </p:nvGrpSpPr>
        <p:grpSpPr>
          <a:xfrm>
            <a:off x="2349500" y="3386379"/>
            <a:ext cx="406400" cy="85242"/>
            <a:chOff x="2349500" y="3386379"/>
            <a:chExt cx="406400" cy="85242"/>
          </a:xfrm>
        </p:grpSpPr>
        <p:sp>
          <p:nvSpPr>
            <p:cNvPr id="97" name="node25.segment-1"/>
            <p:cNvSpPr/>
            <p:nvPr/>
          </p:nvSpPr>
          <p:spPr>
            <a:xfrm>
              <a:off x="2349500" y="3429000"/>
              <a:ext cx="406400" cy="0"/>
            </a:xfrm>
            <a:custGeom>
              <a:avLst/>
              <a:gdLst/>
              <a:ahLst/>
              <a:cxnLst/>
              <a:rect l="l" t="t" r="r" b="b"/>
              <a:pathLst>
                <a:path w="406400">
                  <a:moveTo>
                    <a:pt x="0" y="0"/>
                  </a:moveTo>
                  <a:lnTo>
                    <a:pt x="406400" y="0"/>
                  </a:lnTo>
                </a:path>
              </a:pathLst>
            </a:custGeom>
            <a:ln w="12700">
              <a:solidFill>
                <a:srgbClr val="070154"/>
              </a:solidFill>
              <a:prstDash val="solid"/>
            </a:ln>
          </p:spPr>
        </p:sp>
        <p:sp>
          <p:nvSpPr>
            <p:cNvPr id="98" name="node25.head-end.0"/>
            <p:cNvSpPr/>
            <p:nvPr/>
          </p:nvSpPr>
          <p:spPr>
            <a:xfrm>
              <a:off x="2677883" y="3429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99" name="node25.head-end.1"/>
            <p:cNvSpPr/>
            <p:nvPr/>
          </p:nvSpPr>
          <p:spPr>
            <a:xfrm>
              <a:off x="2677883" y="3386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100" name="node25.head-start.0"/>
            <p:cNvSpPr/>
            <p:nvPr/>
          </p:nvSpPr>
          <p:spPr>
            <a:xfrm>
              <a:off x="2349500" y="33863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101" name="node25.head-start.1"/>
            <p:cNvSpPr/>
            <p:nvPr/>
          </p:nvSpPr>
          <p:spPr>
            <a:xfrm>
              <a:off x="2349500" y="34290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ource-066">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ENGAGEMENT LEAD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Jordan Ellis leads the engagement</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E8EEF8"/>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070154"/>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TEAM</a:t>
            </a:r>
            <a:endParaRPr lang="en-US" sz="800" spc="80" kern="0" b="0" i="0" dirty="0">
              <a:solidFill>
                <a:srgbClr val="FFFFFF"/>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107</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457200"/>
            <a:ext cx="3429000" cy="5486400"/>
            <a:chOff x="723900" y="457200"/>
            <a:chExt cx="3429000" cy="5486400"/>
          </a:xfrm>
        </p:grpSpPr>
        <p:pic>
          <p:nvPicPr>
            <p:cNvPr id="16" name="node01.image" descr="photo-headshot; canonical SHA256=296801383ca36ace437e526edbbf16a0e387072468b87185313e9502001ef07c">    </p:cNvPr>
            <p:cNvPicPr>
              <a:picLocks noChangeAspect="1"/>
            </p:cNvPicPr>
            <p:nvPr/>
          </p:nvPicPr>
          <p:blipFill>
            <a:blip r:embed="rId1"/>
            <a:srcRect l="10951" r="10951" t="0" b="0"/>
            <a:stretch/>
          </p:blipFill>
          <p:spPr>
            <a:xfrm>
              <a:off x="723900" y="457200"/>
              <a:ext cx="3429000" cy="5486400"/>
            </a:xfrm>
            <a:prstGeom prst="rect">
              <a:avLst/>
            </a:prstGeom>
          </p:spPr>
        </p:pic>
      </p:grpSp>
      <p:grpSp>
        <p:nvGrpSpPr>
          <p:cNvPr id="34" name="node02"/>
          <p:cNvGrpSpPr/>
          <p:nvPr/>
        </p:nvGrpSpPr>
        <p:grpSpPr>
          <a:xfrm>
            <a:off x="4381500" y="1600200"/>
            <a:ext cx="7086600" cy="381000"/>
            <a:chOff x="4381500" y="1600200"/>
            <a:chExt cx="7086600" cy="381000"/>
          </a:xfrm>
        </p:grpSpPr>
        <p:sp>
          <p:nvSpPr>
            <p:cNvPr id="17" name="node02.text"/>
            <p:cNvSpPr/>
            <p:nvPr/>
          </p:nvSpPr>
          <p:spPr>
            <a:xfrm>
              <a:off x="4381500" y="1600200"/>
              <a:ext cx="7086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Jordan Ellis · Managing Director</a:t>
              </a:r>
              <a:endParaRPr lang="en-US" sz="2400" spc="-36" kern="0" b="0" i="0" dirty="0">
                <a:solidFill>
                  <a:srgbClr val="070154"/>
                </a:solidFill>
                <a:latin typeface="IBM Plex Sans SemiBold"/>
                <a:ea typeface="IBM Plex Sans SemiBold"/>
                <a:cs typeface="IBM Plex Sans SemiBold"/>
              </a:endParaRPr>
            </a:p>
          </p:txBody>
        </p:sp>
      </p:grpSp>
      <p:grpSp>
        <p:nvGrpSpPr>
          <p:cNvPr id="35" name="node03"/>
          <p:cNvGrpSpPr/>
          <p:nvPr/>
        </p:nvGrpSpPr>
        <p:grpSpPr>
          <a:xfrm>
            <a:off x="4381500" y="2286000"/>
            <a:ext cx="7086600" cy="762000"/>
            <a:chOff x="4381500" y="2286000"/>
            <a:chExt cx="7086600" cy="762000"/>
          </a:xfrm>
        </p:grpSpPr>
        <p:sp>
          <p:nvSpPr>
            <p:cNvPr id="18" name="node03.label"/>
            <p:cNvSpPr/>
            <p:nvPr/>
          </p:nvSpPr>
          <p:spPr>
            <a:xfrm>
              <a:off x="4381500" y="2286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ROLE</a:t>
              </a:r>
              <a:endParaRPr lang="en-US" sz="900" spc="54" kern="0" b="0" i="0" dirty="0">
                <a:solidFill>
                  <a:srgbClr val="0047FF"/>
                </a:solidFill>
                <a:latin typeface="IBM Plex Mono Medium"/>
                <a:ea typeface="IBM Plex Mono Medium"/>
                <a:cs typeface="IBM Plex Mono Medium"/>
              </a:endParaRPr>
            </a:p>
          </p:txBody>
        </p:sp>
        <p:sp>
          <p:nvSpPr>
            <p:cNvPr id="19" name="node03.body"/>
            <p:cNvSpPr/>
            <p:nvPr/>
          </p:nvSpPr>
          <p:spPr>
            <a:xfrm>
              <a:off x="4381500" y="25146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Jordan sets direction, chairs the steering committee and is accountable for the five-day close.</a:t>
              </a:r>
              <a:endParaRPr lang="en-US" sz="1400" spc="0" kern="0" b="0" i="0" dirty="0">
                <a:solidFill>
                  <a:srgbClr val="50658E"/>
                </a:solidFill>
                <a:latin typeface="IBM Plex Sans"/>
                <a:ea typeface="IBM Plex Sans"/>
                <a:cs typeface="IBM Plex Sans"/>
              </a:endParaRPr>
            </a:p>
          </p:txBody>
        </p:sp>
      </p:grpSp>
      <p:grpSp>
        <p:nvGrpSpPr>
          <p:cNvPr id="36" name="node04"/>
          <p:cNvGrpSpPr/>
          <p:nvPr/>
        </p:nvGrpSpPr>
        <p:grpSpPr>
          <a:xfrm>
            <a:off x="4381500" y="3200400"/>
            <a:ext cx="3429000" cy="762000"/>
            <a:chOff x="4381500" y="3200400"/>
            <a:chExt cx="3429000" cy="762000"/>
          </a:xfrm>
        </p:grpSpPr>
        <p:sp>
          <p:nvSpPr>
            <p:cNvPr id="20" name="node04.label"/>
            <p:cNvSpPr/>
            <p:nvPr/>
          </p:nvSpPr>
          <p:spPr>
            <a:xfrm>
              <a:off x="43815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BACKGROUND</a:t>
              </a:r>
              <a:endParaRPr lang="en-US" sz="900" spc="54" kern="0" b="0" i="0" dirty="0">
                <a:solidFill>
                  <a:srgbClr val="0047FF"/>
                </a:solidFill>
                <a:latin typeface="IBM Plex Mono Medium"/>
                <a:ea typeface="IBM Plex Mono Medium"/>
                <a:cs typeface="IBM Plex Mono Medium"/>
              </a:endParaRPr>
            </a:p>
          </p:txBody>
        </p:sp>
        <p:sp>
          <p:nvSpPr>
            <p:cNvPr id="21" name="node04.body"/>
            <p:cNvSpPr/>
            <p:nvPr/>
          </p:nvSpPr>
          <p:spPr>
            <a:xfrm>
              <a:off x="4381500" y="34290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Thirty years in health-system finance, most of them spent redesigning the close.</a:t>
              </a:r>
              <a:endParaRPr lang="en-US" sz="1400" spc="0" kern="0" b="0" i="0" dirty="0">
                <a:solidFill>
                  <a:srgbClr val="50658E"/>
                </a:solidFill>
                <a:latin typeface="IBM Plex Sans"/>
                <a:ea typeface="IBM Plex Sans"/>
                <a:cs typeface="IBM Plex Sans"/>
              </a:endParaRPr>
            </a:p>
          </p:txBody>
        </p:sp>
      </p:grpSp>
      <p:grpSp>
        <p:nvGrpSpPr>
          <p:cNvPr id="37" name="node05"/>
          <p:cNvGrpSpPr/>
          <p:nvPr/>
        </p:nvGrpSpPr>
        <p:grpSpPr>
          <a:xfrm>
            <a:off x="8039100" y="3200400"/>
            <a:ext cx="3429000" cy="228600"/>
            <a:chOff x="8039100" y="3200400"/>
            <a:chExt cx="3429000" cy="228600"/>
          </a:xfrm>
        </p:grpSpPr>
        <p:sp>
          <p:nvSpPr>
            <p:cNvPr id="22" name="node05.label"/>
            <p:cNvSpPr/>
            <p:nvPr/>
          </p:nvSpPr>
          <p:spPr>
            <a:xfrm>
              <a:off x="8039100" y="32004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SELECTED EXPERIENCE</a:t>
              </a:r>
              <a:endParaRPr lang="en-US" sz="900" spc="54" kern="0" b="0" i="0" dirty="0">
                <a:solidFill>
                  <a:srgbClr val="50658E"/>
                </a:solidFill>
                <a:latin typeface="IBM Plex Mono Medium"/>
                <a:ea typeface="IBM Plex Mono Medium"/>
                <a:cs typeface="IBM Plex Mono Medium"/>
              </a:endParaRPr>
            </a:p>
          </p:txBody>
        </p:sp>
        <p:sp>
          <p:nvSpPr>
            <p:cNvPr id="23" name="node05.rule"/>
            <p:cNvSpPr/>
            <p:nvPr/>
          </p:nvSpPr>
          <p:spPr>
            <a:xfrm>
              <a:off x="9618799" y="3309938"/>
              <a:ext cx="1849301" cy="9525"/>
            </a:xfrm>
            <a:prstGeom prst="rect">
              <a:avLst/>
            </a:prstGeom>
            <a:solidFill>
              <a:srgbClr val="CED7E6"/>
            </a:solidFill>
            <a:ln>
              <a:noFill/>
            </a:ln>
          </p:spPr>
        </p:sp>
      </p:grpSp>
      <p:grpSp>
        <p:nvGrpSpPr>
          <p:cNvPr id="38" name="node06"/>
          <p:cNvGrpSpPr/>
          <p:nvPr/>
        </p:nvGrpSpPr>
        <p:grpSpPr>
          <a:xfrm>
            <a:off x="8039100" y="3505200"/>
            <a:ext cx="3429000" cy="952500"/>
            <a:chOff x="8039100" y="3505200"/>
            <a:chExt cx="3429000" cy="952500"/>
          </a:xfrm>
        </p:grpSpPr>
        <p:sp>
          <p:nvSpPr>
            <p:cNvPr id="24" name="node06.source-001.bullet"/>
            <p:cNvSpPr/>
            <p:nvPr/>
          </p:nvSpPr>
          <p:spPr>
            <a:xfrm>
              <a:off x="8039100" y="3613150"/>
              <a:ext cx="50800" cy="50800"/>
            </a:xfrm>
            <a:prstGeom prst="rect">
              <a:avLst/>
            </a:prstGeom>
            <a:solidFill>
              <a:srgbClr val="070154"/>
            </a:solidFill>
            <a:ln>
              <a:noFill/>
            </a:ln>
          </p:spPr>
        </p:sp>
        <p:sp>
          <p:nvSpPr>
            <p:cNvPr id="25" name="node06.source-001.text"/>
            <p:cNvSpPr/>
            <p:nvPr/>
          </p:nvSpPr>
          <p:spPr>
            <a:xfrm>
              <a:off x="8229600" y="35052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30+ close transformations</a:t>
              </a:r>
              <a:endParaRPr lang="en-US" sz="1400" spc="0" kern="0" b="0" i="0" dirty="0">
                <a:solidFill>
                  <a:srgbClr val="070154"/>
                </a:solidFill>
                <a:latin typeface="IBM Plex Sans"/>
                <a:ea typeface="IBM Plex Sans"/>
                <a:cs typeface="IBM Plex Sans"/>
              </a:endParaRPr>
            </a:p>
          </p:txBody>
        </p:sp>
        <p:sp>
          <p:nvSpPr>
            <p:cNvPr id="26" name="node06.source-002.bullet"/>
            <p:cNvSpPr/>
            <p:nvPr/>
          </p:nvSpPr>
          <p:spPr>
            <a:xfrm>
              <a:off x="8039100" y="3956050"/>
              <a:ext cx="50800" cy="50800"/>
            </a:xfrm>
            <a:prstGeom prst="rect">
              <a:avLst/>
            </a:prstGeom>
            <a:solidFill>
              <a:srgbClr val="070154"/>
            </a:solidFill>
            <a:ln>
              <a:noFill/>
            </a:ln>
          </p:spPr>
        </p:sp>
        <p:sp>
          <p:nvSpPr>
            <p:cNvPr id="27" name="node06.source-002.text"/>
            <p:cNvSpPr/>
            <p:nvPr/>
          </p:nvSpPr>
          <p:spPr>
            <a:xfrm>
              <a:off x="8229600" y="38481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14-entity finance redesign</a:t>
              </a:r>
              <a:endParaRPr lang="en-US" sz="1400" spc="0" kern="0" b="0" i="0" dirty="0">
                <a:solidFill>
                  <a:srgbClr val="070154"/>
                </a:solidFill>
                <a:latin typeface="IBM Plex Sans"/>
                <a:ea typeface="IBM Plex Sans"/>
                <a:cs typeface="IBM Plex Sans"/>
              </a:endParaRPr>
            </a:p>
          </p:txBody>
        </p:sp>
        <p:sp>
          <p:nvSpPr>
            <p:cNvPr id="28" name="node06.source-003.bullet"/>
            <p:cNvSpPr/>
            <p:nvPr/>
          </p:nvSpPr>
          <p:spPr>
            <a:xfrm>
              <a:off x="8039100" y="4298950"/>
              <a:ext cx="50800" cy="50800"/>
            </a:xfrm>
            <a:prstGeom prst="rect">
              <a:avLst/>
            </a:prstGeom>
            <a:solidFill>
              <a:srgbClr val="070154"/>
            </a:solidFill>
            <a:ln>
              <a:noFill/>
            </a:ln>
          </p:spPr>
        </p:sp>
        <p:sp>
          <p:nvSpPr>
            <p:cNvPr id="29" name="node06.source-003.text"/>
            <p:cNvSpPr/>
            <p:nvPr/>
          </p:nvSpPr>
          <p:spPr>
            <a:xfrm>
              <a:off x="8229600" y="4191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Former health-system CFO</a:t>
              </a:r>
              <a:endParaRPr lang="en-US" sz="1400" spc="0" kern="0" b="0" i="0" dirty="0">
                <a:solidFill>
                  <a:srgbClr val="070154"/>
                </a:solidFill>
                <a:latin typeface="IBM Plex Sans"/>
                <a:ea typeface="IBM Plex Sans"/>
                <a:cs typeface="IBM Plex Sans"/>
              </a:endParaRPr>
            </a:p>
          </p:txBody>
        </p:sp>
      </p:grpSp>
      <p:grpSp>
        <p:nvGrpSpPr>
          <p:cNvPr id="39" name="node07"/>
          <p:cNvGrpSpPr/>
          <p:nvPr/>
        </p:nvGrpSpPr>
        <p:grpSpPr>
          <a:xfrm>
            <a:off x="4381500" y="4724400"/>
            <a:ext cx="7086600" cy="1143000"/>
            <a:chOff x="4381500" y="4724400"/>
            <a:chExt cx="7086600" cy="1143000"/>
          </a:xfrm>
        </p:grpSpPr>
        <p:sp>
          <p:nvSpPr>
            <p:cNvPr id="30" name="node07.quote-mark"/>
            <p:cNvSpPr/>
            <p:nvPr/>
          </p:nvSpPr>
          <p:spPr>
            <a:xfrm>
              <a:off x="4381500" y="4724400"/>
              <a:ext cx="7086600" cy="479171"/>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31" name="node07.quote"/>
            <p:cNvSpPr/>
            <p:nvPr/>
          </p:nvSpPr>
          <p:spPr>
            <a:xfrm>
              <a:off x="4381500" y="5219700"/>
              <a:ext cx="7086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Our close became a calendar, not a fire drill.</a:t>
              </a:r>
              <a:endParaRPr lang="en-US" sz="2400" spc="-36" kern="0" b="0" i="0" dirty="0">
                <a:solidFill>
                  <a:srgbClr val="070154"/>
                </a:solidFill>
                <a:latin typeface="IBM Plex Sans SemiBold"/>
                <a:ea typeface="IBM Plex Sans SemiBold"/>
                <a:cs typeface="IBM Plex Sans SemiBold"/>
              </a:endParaRPr>
            </a:p>
          </p:txBody>
        </p:sp>
        <p:sp>
          <p:nvSpPr>
            <p:cNvPr id="32" name="node07.by"/>
            <p:cNvSpPr/>
            <p:nvPr/>
          </p:nvSpPr>
          <p:spPr>
            <a:xfrm>
              <a:off x="4381500" y="5715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VP FINANCE · REGIONAL HEALTH PARTNER</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ource-00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ABOUT US</a:t>
            </a:r>
            <a:endParaRPr lang="en-US" sz="1000" spc="80" kern="0" b="0" i="0" dirty="0">
              <a:solidFill>
                <a:srgbClr val="0047FF"/>
              </a:solidFill>
              <a:latin typeface="IBM Plex Mono SemiBold"/>
              <a:ea typeface="IBM Plex Mono SemiBold"/>
              <a:cs typeface="IBM Plex Mono SemiBold"/>
            </a:endParaRPr>
          </a:p>
        </p:txBody>
      </p:sp>
      <p:pic>
        <p:nvPicPr>
          <p:cNvPr id="4" name="title.mark-001-001" descr="highlight-1; canonical SHA256=b0048aa39744978d339a9910f5cc1482814a8a0eae4c5a63e1f80d6a2885b314">    </p:cNvPr>
          <p:cNvPicPr>
            <a:picLocks noChangeAspect="1"/>
          </p:cNvPicPr>
          <p:nvPr/>
        </p:nvPicPr>
        <p:blipFill>
          <a:blip r:embed="rId1"/>
          <a:stretch>
            <a:fillRect/>
          </a:stretch>
        </p:blipFill>
        <p:spPr>
          <a:xfrm>
            <a:off x="703581" y="733532"/>
            <a:ext cx="2471562"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West Monroe</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at a glance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108</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3429000" cy="1219200"/>
            <a:chOff x="723900" y="1600200"/>
            <a:chExt cx="3429000" cy="1219200"/>
          </a:xfrm>
        </p:grpSpPr>
        <p:sp>
          <p:nvSpPr>
            <p:cNvPr id="8" name="node01.text"/>
            <p:cNvSpPr/>
            <p:nvPr/>
          </p:nvSpPr>
          <p:spPr>
            <a:xfrm>
              <a:off x="723900" y="1600200"/>
              <a:ext cx="3429000" cy="12192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We are tech-forward advisors who draw on decades of industry experience to create value quickly and execute with precision.</a:t>
              </a:r>
              <a:endParaRPr lang="en-US" sz="1600" spc="0" kern="0" b="0" i="0" dirty="0">
                <a:solidFill>
                  <a:srgbClr val="070154"/>
                </a:solidFill>
                <a:latin typeface="IBM Plex Sans"/>
                <a:ea typeface="IBM Plex Sans"/>
                <a:cs typeface="IBM Plex Sans"/>
              </a:endParaRPr>
            </a:p>
          </p:txBody>
        </p:sp>
      </p:grpSp>
      <p:grpSp>
        <p:nvGrpSpPr>
          <p:cNvPr id="38" name="node02"/>
          <p:cNvGrpSpPr/>
          <p:nvPr/>
        </p:nvGrpSpPr>
        <p:grpSpPr>
          <a:xfrm>
            <a:off x="723900" y="3886200"/>
            <a:ext cx="3429000" cy="1828800"/>
            <a:chOff x="723900" y="3886200"/>
            <a:chExt cx="3429000" cy="1828800"/>
          </a:xfrm>
        </p:grpSpPr>
        <p:sp>
          <p:nvSpPr>
            <p:cNvPr id="9" name="node02.container"/>
            <p:cNvSpPr/>
            <p:nvPr/>
          </p:nvSpPr>
          <p:spPr>
            <a:xfrm>
              <a:off x="723900" y="3886200"/>
              <a:ext cx="3429000" cy="1828800"/>
            </a:xfrm>
            <a:prstGeom prst="rect">
              <a:avLst/>
            </a:prstGeom>
            <a:solidFill>
              <a:srgbClr val="E8EEF8"/>
            </a:solidFill>
            <a:ln>
              <a:noFill/>
            </a:ln>
          </p:spPr>
        </p:sp>
        <p:sp>
          <p:nvSpPr>
            <p:cNvPr id="10" name="node02.quote.mark"/>
            <p:cNvSpPr/>
            <p:nvPr/>
          </p:nvSpPr>
          <p:spPr>
            <a:xfrm>
              <a:off x="952500" y="4114800"/>
              <a:ext cx="2971800" cy="49765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0047FF"/>
                  </a:solidFill>
                  <a:latin typeface="IBM Plex Sans SemiBold"/>
                  <a:ea typeface="IBM Plex Sans SemiBold"/>
                  <a:cs typeface="IBM Plex Sans SemiBold"/>
                </a:rPr>
                <a:t>“</a:t>
              </a:r>
              <a:endParaRPr lang="en-US" sz="4800" spc="-72" kern="0" b="0" i="0" dirty="0">
                <a:solidFill>
                  <a:srgbClr val="0047FF"/>
                </a:solidFill>
                <a:latin typeface="IBM Plex Sans SemiBold"/>
                <a:ea typeface="IBM Plex Sans SemiBold"/>
                <a:cs typeface="IBM Plex Sans SemiBold"/>
              </a:endParaRPr>
            </a:p>
          </p:txBody>
        </p:sp>
        <p:sp>
          <p:nvSpPr>
            <p:cNvPr id="11" name="node02.quote.text"/>
            <p:cNvSpPr/>
            <p:nvPr/>
          </p:nvSpPr>
          <p:spPr>
            <a:xfrm>
              <a:off x="1409700" y="4114800"/>
              <a:ext cx="2514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 team that excels at every phase of complex work.</a:t>
              </a:r>
              <a:endParaRPr lang="en-US" sz="1400" spc="0" kern="0" b="0" i="0" dirty="0">
                <a:solidFill>
                  <a:srgbClr val="070154"/>
                </a:solidFill>
                <a:latin typeface="IBM Plex Sans"/>
                <a:ea typeface="IBM Plex Sans"/>
                <a:cs typeface="IBM Plex Sans"/>
              </a:endParaRPr>
            </a:p>
          </p:txBody>
        </p:sp>
        <p:sp>
          <p:nvSpPr>
            <p:cNvPr id="12" name="node02.quote.by"/>
            <p:cNvSpPr/>
            <p:nvPr/>
          </p:nvSpPr>
          <p:spPr>
            <a:xfrm>
              <a:off x="1409700" y="5181600"/>
              <a:ext cx="2514600" cy="3048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CHIEF DATA OFFICER, REGIONAL PAYER</a:t>
              </a:r>
              <a:endParaRPr lang="en-US" sz="900" spc="54" kern="0" b="0" i="0" dirty="0">
                <a:solidFill>
                  <a:srgbClr val="50658E"/>
                </a:solidFill>
                <a:latin typeface="IBM Plex Mono Medium"/>
                <a:ea typeface="IBM Plex Mono Medium"/>
                <a:cs typeface="IBM Plex Mono Medium"/>
              </a:endParaRPr>
            </a:p>
          </p:txBody>
        </p:sp>
      </p:grpSp>
      <p:grpSp>
        <p:nvGrpSpPr>
          <p:cNvPr id="39" name="node03"/>
          <p:cNvGrpSpPr/>
          <p:nvPr/>
        </p:nvGrpSpPr>
        <p:grpSpPr>
          <a:xfrm>
            <a:off x="4381500" y="1600200"/>
            <a:ext cx="3429000" cy="228600"/>
            <a:chOff x="4381500" y="1600200"/>
            <a:chExt cx="3429000" cy="228600"/>
          </a:xfrm>
        </p:grpSpPr>
        <p:sp>
          <p:nvSpPr>
            <p:cNvPr id="13" name="node03.label"/>
            <p:cNvSpPr/>
            <p:nvPr/>
          </p:nvSpPr>
          <p:spPr>
            <a:xfrm>
              <a:off x="4381500" y="1600200"/>
              <a:ext cx="77661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 WE DO</a:t>
              </a:r>
              <a:endParaRPr lang="en-US" sz="900" spc="54" kern="0" b="0" i="0" dirty="0">
                <a:solidFill>
                  <a:srgbClr val="50658E"/>
                </a:solidFill>
                <a:latin typeface="IBM Plex Mono Medium"/>
                <a:ea typeface="IBM Plex Mono Medium"/>
                <a:cs typeface="IBM Plex Mono Medium"/>
              </a:endParaRPr>
            </a:p>
          </p:txBody>
        </p:sp>
        <p:sp>
          <p:nvSpPr>
            <p:cNvPr id="14" name="node03.rule"/>
            <p:cNvSpPr/>
            <p:nvPr/>
          </p:nvSpPr>
          <p:spPr>
            <a:xfrm>
              <a:off x="5285110" y="1709738"/>
              <a:ext cx="2525390" cy="9525"/>
            </a:xfrm>
            <a:prstGeom prst="rect">
              <a:avLst/>
            </a:prstGeom>
            <a:solidFill>
              <a:srgbClr val="CED7E6"/>
            </a:solidFill>
            <a:ln>
              <a:noFill/>
            </a:ln>
          </p:spPr>
        </p:sp>
      </p:grpSp>
      <p:grpSp>
        <p:nvGrpSpPr>
          <p:cNvPr id="40" name="node04"/>
          <p:cNvGrpSpPr/>
          <p:nvPr/>
        </p:nvGrpSpPr>
        <p:grpSpPr>
          <a:xfrm>
            <a:off x="4381500" y="1905000"/>
            <a:ext cx="3429000" cy="952500"/>
            <a:chOff x="4381500" y="1905000"/>
            <a:chExt cx="3429000" cy="952500"/>
          </a:xfrm>
        </p:grpSpPr>
        <p:sp>
          <p:nvSpPr>
            <p:cNvPr id="15" name="node04.source-001.bullet"/>
            <p:cNvSpPr/>
            <p:nvPr/>
          </p:nvSpPr>
          <p:spPr>
            <a:xfrm>
              <a:off x="4381500" y="2012950"/>
              <a:ext cx="50800" cy="50800"/>
            </a:xfrm>
            <a:prstGeom prst="rect">
              <a:avLst/>
            </a:prstGeom>
            <a:solidFill>
              <a:srgbClr val="070154"/>
            </a:solidFill>
            <a:ln>
              <a:noFill/>
            </a:ln>
          </p:spPr>
        </p:sp>
        <p:sp>
          <p:nvSpPr>
            <p:cNvPr id="16" name="node04.source-001.text"/>
            <p:cNvSpPr/>
            <p:nvPr/>
          </p:nvSpPr>
          <p:spPr>
            <a:xfrm>
              <a:off x="4572000" y="1905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Artificial intelligence</a:t>
              </a:r>
              <a:endParaRPr lang="en-US" sz="1400" spc="0" kern="0" b="0" i="0" dirty="0">
                <a:solidFill>
                  <a:srgbClr val="070154"/>
                </a:solidFill>
                <a:latin typeface="IBM Plex Sans"/>
                <a:ea typeface="IBM Plex Sans"/>
                <a:cs typeface="IBM Plex Sans"/>
              </a:endParaRPr>
            </a:p>
          </p:txBody>
        </p:sp>
        <p:sp>
          <p:nvSpPr>
            <p:cNvPr id="17" name="node04.source-002.bullet"/>
            <p:cNvSpPr/>
            <p:nvPr/>
          </p:nvSpPr>
          <p:spPr>
            <a:xfrm>
              <a:off x="4381500" y="2355850"/>
              <a:ext cx="50800" cy="50800"/>
            </a:xfrm>
            <a:prstGeom prst="rect">
              <a:avLst/>
            </a:prstGeom>
            <a:solidFill>
              <a:srgbClr val="070154"/>
            </a:solidFill>
            <a:ln>
              <a:noFill/>
            </a:ln>
          </p:spPr>
        </p:sp>
        <p:sp>
          <p:nvSpPr>
            <p:cNvPr id="18" name="node04.source-002.text"/>
            <p:cNvSpPr/>
            <p:nvPr/>
          </p:nvSpPr>
          <p:spPr>
            <a:xfrm>
              <a:off x="4572000" y="2247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Operations and technology</a:t>
              </a:r>
              <a:endParaRPr lang="en-US" sz="1400" spc="0" kern="0" b="0" i="0" dirty="0">
                <a:solidFill>
                  <a:srgbClr val="070154"/>
                </a:solidFill>
                <a:latin typeface="IBM Plex Sans"/>
                <a:ea typeface="IBM Plex Sans"/>
                <a:cs typeface="IBM Plex Sans"/>
              </a:endParaRPr>
            </a:p>
          </p:txBody>
        </p:sp>
        <p:sp>
          <p:nvSpPr>
            <p:cNvPr id="19" name="node04.source-003.bullet"/>
            <p:cNvSpPr/>
            <p:nvPr/>
          </p:nvSpPr>
          <p:spPr>
            <a:xfrm>
              <a:off x="4381500" y="2698750"/>
              <a:ext cx="50800" cy="50800"/>
            </a:xfrm>
            <a:prstGeom prst="rect">
              <a:avLst/>
            </a:prstGeom>
            <a:solidFill>
              <a:srgbClr val="070154"/>
            </a:solidFill>
            <a:ln>
              <a:noFill/>
            </a:ln>
          </p:spPr>
        </p:sp>
        <p:sp>
          <p:nvSpPr>
            <p:cNvPr id="20" name="node04.source-003.text"/>
            <p:cNvSpPr/>
            <p:nvPr/>
          </p:nvSpPr>
          <p:spPr>
            <a:xfrm>
              <a:off x="4572000" y="2590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Organization and people</a:t>
              </a:r>
              <a:endParaRPr lang="en-US" sz="1400" spc="0" kern="0" b="0" i="0" dirty="0">
                <a:solidFill>
                  <a:srgbClr val="070154"/>
                </a:solidFill>
                <a:latin typeface="IBM Plex Sans"/>
                <a:ea typeface="IBM Plex Sans"/>
                <a:cs typeface="IBM Plex Sans"/>
              </a:endParaRPr>
            </a:p>
          </p:txBody>
        </p:sp>
      </p:grpSp>
      <p:grpSp>
        <p:nvGrpSpPr>
          <p:cNvPr id="41" name="node05"/>
          <p:cNvGrpSpPr/>
          <p:nvPr/>
        </p:nvGrpSpPr>
        <p:grpSpPr>
          <a:xfrm>
            <a:off x="8039100" y="1600200"/>
            <a:ext cx="3429000" cy="228600"/>
            <a:chOff x="8039100" y="1600200"/>
            <a:chExt cx="3429000" cy="228600"/>
          </a:xfrm>
        </p:grpSpPr>
        <p:sp>
          <p:nvSpPr>
            <p:cNvPr id="21" name="node05.label"/>
            <p:cNvSpPr/>
            <p:nvPr/>
          </p:nvSpPr>
          <p:spPr>
            <a:xfrm>
              <a:off x="8039100" y="16002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WHERE WE DO IT</a:t>
              </a:r>
              <a:endParaRPr lang="en-US" sz="900" spc="54" kern="0" b="0" i="0" dirty="0">
                <a:solidFill>
                  <a:srgbClr val="50658E"/>
                </a:solidFill>
                <a:latin typeface="IBM Plex Mono Medium"/>
                <a:ea typeface="IBM Plex Mono Medium"/>
                <a:cs typeface="IBM Plex Mono Medium"/>
              </a:endParaRPr>
            </a:p>
          </p:txBody>
        </p:sp>
        <p:sp>
          <p:nvSpPr>
            <p:cNvPr id="22" name="node05.rule"/>
            <p:cNvSpPr/>
            <p:nvPr/>
          </p:nvSpPr>
          <p:spPr>
            <a:xfrm>
              <a:off x="9243194" y="1709738"/>
              <a:ext cx="2224906" cy="9525"/>
            </a:xfrm>
            <a:prstGeom prst="rect">
              <a:avLst/>
            </a:prstGeom>
            <a:solidFill>
              <a:srgbClr val="CED7E6"/>
            </a:solidFill>
            <a:ln>
              <a:noFill/>
            </a:ln>
          </p:spPr>
        </p:sp>
      </p:grpSp>
      <p:grpSp>
        <p:nvGrpSpPr>
          <p:cNvPr id="42" name="node06"/>
          <p:cNvGrpSpPr/>
          <p:nvPr/>
        </p:nvGrpSpPr>
        <p:grpSpPr>
          <a:xfrm>
            <a:off x="8039100" y="1905000"/>
            <a:ext cx="3429000" cy="952500"/>
            <a:chOff x="8039100" y="1905000"/>
            <a:chExt cx="3429000" cy="952500"/>
          </a:xfrm>
        </p:grpSpPr>
        <p:sp>
          <p:nvSpPr>
            <p:cNvPr id="23" name="node06.source-001.bullet"/>
            <p:cNvSpPr/>
            <p:nvPr/>
          </p:nvSpPr>
          <p:spPr>
            <a:xfrm>
              <a:off x="8039100" y="2012950"/>
              <a:ext cx="50800" cy="50800"/>
            </a:xfrm>
            <a:prstGeom prst="rect">
              <a:avLst/>
            </a:prstGeom>
            <a:solidFill>
              <a:srgbClr val="070154"/>
            </a:solidFill>
            <a:ln>
              <a:noFill/>
            </a:ln>
          </p:spPr>
        </p:sp>
        <p:sp>
          <p:nvSpPr>
            <p:cNvPr id="24" name="node06.source-001.text"/>
            <p:cNvSpPr/>
            <p:nvPr/>
          </p:nvSpPr>
          <p:spPr>
            <a:xfrm>
              <a:off x="8229600" y="1905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Healthcare and life sciences</a:t>
              </a:r>
              <a:endParaRPr lang="en-US" sz="1400" spc="0" kern="0" b="0" i="0" dirty="0">
                <a:solidFill>
                  <a:srgbClr val="070154"/>
                </a:solidFill>
                <a:latin typeface="IBM Plex Sans"/>
                <a:ea typeface="IBM Plex Sans"/>
                <a:cs typeface="IBM Plex Sans"/>
              </a:endParaRPr>
            </a:p>
          </p:txBody>
        </p:sp>
        <p:sp>
          <p:nvSpPr>
            <p:cNvPr id="25" name="node06.source-002.bullet"/>
            <p:cNvSpPr/>
            <p:nvPr/>
          </p:nvSpPr>
          <p:spPr>
            <a:xfrm>
              <a:off x="8039100" y="2355850"/>
              <a:ext cx="50800" cy="50800"/>
            </a:xfrm>
            <a:prstGeom prst="rect">
              <a:avLst/>
            </a:prstGeom>
            <a:solidFill>
              <a:srgbClr val="070154"/>
            </a:solidFill>
            <a:ln>
              <a:noFill/>
            </a:ln>
          </p:spPr>
        </p:sp>
        <p:sp>
          <p:nvSpPr>
            <p:cNvPr id="26" name="node06.source-002.text"/>
            <p:cNvSpPr/>
            <p:nvPr/>
          </p:nvSpPr>
          <p:spPr>
            <a:xfrm>
              <a:off x="8229600" y="2247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Financial services and insurance</a:t>
              </a:r>
              <a:endParaRPr lang="en-US" sz="1400" spc="0" kern="0" b="0" i="0" dirty="0">
                <a:solidFill>
                  <a:srgbClr val="070154"/>
                </a:solidFill>
                <a:latin typeface="IBM Plex Sans"/>
                <a:ea typeface="IBM Plex Sans"/>
                <a:cs typeface="IBM Plex Sans"/>
              </a:endParaRPr>
            </a:p>
          </p:txBody>
        </p:sp>
        <p:sp>
          <p:nvSpPr>
            <p:cNvPr id="27" name="node06.source-003.bullet"/>
            <p:cNvSpPr/>
            <p:nvPr/>
          </p:nvSpPr>
          <p:spPr>
            <a:xfrm>
              <a:off x="8039100" y="2698750"/>
              <a:ext cx="50800" cy="50800"/>
            </a:xfrm>
            <a:prstGeom prst="rect">
              <a:avLst/>
            </a:prstGeom>
            <a:solidFill>
              <a:srgbClr val="070154"/>
            </a:solidFill>
            <a:ln>
              <a:noFill/>
            </a:ln>
          </p:spPr>
        </p:sp>
        <p:sp>
          <p:nvSpPr>
            <p:cNvPr id="28" name="node06.source-003.text"/>
            <p:cNvSpPr/>
            <p:nvPr/>
          </p:nvSpPr>
          <p:spPr>
            <a:xfrm>
              <a:off x="8229600" y="2590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Energy, industrial and high-tech</a:t>
              </a:r>
              <a:endParaRPr lang="en-US" sz="1400" spc="0" kern="0" b="0" i="0" dirty="0">
                <a:solidFill>
                  <a:srgbClr val="070154"/>
                </a:solidFill>
                <a:latin typeface="IBM Plex Sans"/>
                <a:ea typeface="IBM Plex Sans"/>
                <a:cs typeface="IBM Plex Sans"/>
              </a:endParaRPr>
            </a:p>
          </p:txBody>
        </p:sp>
      </p:grpSp>
      <p:grpSp>
        <p:nvGrpSpPr>
          <p:cNvPr id="43" name="node07"/>
          <p:cNvGrpSpPr/>
          <p:nvPr/>
        </p:nvGrpSpPr>
        <p:grpSpPr>
          <a:xfrm>
            <a:off x="4381500" y="3429000"/>
            <a:ext cx="7086600" cy="2286000"/>
            <a:chOff x="4381500" y="3429000"/>
            <a:chExt cx="7086600" cy="2286000"/>
          </a:xfrm>
        </p:grpSpPr>
        <p:sp>
          <p:nvSpPr>
            <p:cNvPr id="29" name="node07.surface"/>
            <p:cNvSpPr/>
            <p:nvPr/>
          </p:nvSpPr>
          <p:spPr>
            <a:xfrm>
              <a:off x="4381500" y="3429000"/>
              <a:ext cx="7086600" cy="2286000"/>
            </a:xfrm>
            <a:prstGeom prst="rect">
              <a:avLst/>
            </a:prstGeom>
            <a:solidFill>
              <a:srgbClr val="070154"/>
            </a:solidFill>
            <a:ln>
              <a:noFill/>
            </a:ln>
          </p:spPr>
        </p:sp>
      </p:grpSp>
      <p:grpSp>
        <p:nvGrpSpPr>
          <p:cNvPr id="44" name="node08"/>
          <p:cNvGrpSpPr/>
          <p:nvPr/>
        </p:nvGrpSpPr>
        <p:grpSpPr>
          <a:xfrm>
            <a:off x="4610100" y="3657600"/>
            <a:ext cx="6629400" cy="304800"/>
            <a:chOff x="4610100" y="3657600"/>
            <a:chExt cx="6629400" cy="304800"/>
          </a:xfrm>
        </p:grpSpPr>
        <p:sp>
          <p:nvSpPr>
            <p:cNvPr id="30" name="node08.text"/>
            <p:cNvSpPr/>
            <p:nvPr/>
          </p:nvSpPr>
          <p:spPr>
            <a:xfrm>
              <a:off x="4610100" y="3657600"/>
              <a:ext cx="6629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People are at the core of everything we do</a:t>
              </a:r>
              <a:endParaRPr lang="en-US" sz="1800" spc="-18" kern="0" b="0" i="0" dirty="0">
                <a:solidFill>
                  <a:srgbClr val="FFFFFF"/>
                </a:solidFill>
                <a:latin typeface="IBM Plex Sans SemiBold"/>
                <a:ea typeface="IBM Plex Sans SemiBold"/>
                <a:cs typeface="IBM Plex Sans SemiBold"/>
              </a:endParaRPr>
            </a:p>
          </p:txBody>
        </p:sp>
      </p:grpSp>
      <p:grpSp>
        <p:nvGrpSpPr>
          <p:cNvPr id="45" name="node09"/>
          <p:cNvGrpSpPr/>
          <p:nvPr/>
        </p:nvGrpSpPr>
        <p:grpSpPr>
          <a:xfrm>
            <a:off x="4610100" y="4343400"/>
            <a:ext cx="2057400" cy="1221550"/>
            <a:chOff x="4610100" y="4343400"/>
            <a:chExt cx="2057400" cy="1221550"/>
          </a:xfrm>
        </p:grpSpPr>
        <p:sp>
          <p:nvSpPr>
            <p:cNvPr id="31" name="node09.value"/>
            <p:cNvSpPr/>
            <p:nvPr/>
          </p:nvSpPr>
          <p:spPr>
            <a:xfrm>
              <a:off x="4610100" y="4343400"/>
              <a:ext cx="20574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99%</a:t>
              </a:r>
              <a:endParaRPr lang="en-US" sz="4800" spc="-96" kern="0" b="0" i="0" dirty="0">
                <a:solidFill>
                  <a:srgbClr val="FFFFFF"/>
                </a:solidFill>
                <a:latin typeface="IBM Plex Mono SemiBold"/>
                <a:ea typeface="IBM Plex Mono SemiBold"/>
                <a:cs typeface="IBM Plex Mono SemiBold"/>
              </a:endParaRPr>
            </a:p>
          </p:txBody>
        </p:sp>
        <p:sp>
          <p:nvSpPr>
            <p:cNvPr id="32" name="node09.label"/>
            <p:cNvSpPr/>
            <p:nvPr/>
          </p:nvSpPr>
          <p:spPr>
            <a:xfrm>
              <a:off x="4610100" y="503155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of clients consider us a strategic advisor</a:t>
              </a:r>
              <a:endParaRPr lang="en-US" sz="1400" spc="0" kern="0" b="0" i="0" dirty="0">
                <a:solidFill>
                  <a:srgbClr val="CED7E6"/>
                </a:solidFill>
                <a:latin typeface="IBM Plex Sans"/>
                <a:ea typeface="IBM Plex Sans"/>
                <a:cs typeface="IBM Plex Sans"/>
              </a:endParaRPr>
            </a:p>
          </p:txBody>
        </p:sp>
      </p:grpSp>
      <p:grpSp>
        <p:nvGrpSpPr>
          <p:cNvPr id="46" name="node10"/>
          <p:cNvGrpSpPr/>
          <p:nvPr/>
        </p:nvGrpSpPr>
        <p:grpSpPr>
          <a:xfrm>
            <a:off x="6896100" y="4343400"/>
            <a:ext cx="2057400" cy="1221550"/>
            <a:chOff x="6896100" y="4343400"/>
            <a:chExt cx="2057400" cy="1221550"/>
          </a:xfrm>
        </p:grpSpPr>
        <p:sp>
          <p:nvSpPr>
            <p:cNvPr id="33" name="node10.value"/>
            <p:cNvSpPr/>
            <p:nvPr/>
          </p:nvSpPr>
          <p:spPr>
            <a:xfrm>
              <a:off x="6896100" y="4343400"/>
              <a:ext cx="20574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71%</a:t>
              </a:r>
              <a:endParaRPr lang="en-US" sz="4800" spc="-96" kern="0" b="0" i="0" dirty="0">
                <a:solidFill>
                  <a:srgbClr val="FFFFFF"/>
                </a:solidFill>
                <a:latin typeface="IBM Plex Mono SemiBold"/>
                <a:ea typeface="IBM Plex Mono SemiBold"/>
                <a:cs typeface="IBM Plex Mono SemiBold"/>
              </a:endParaRPr>
            </a:p>
          </p:txBody>
        </p:sp>
        <p:sp>
          <p:nvSpPr>
            <p:cNvPr id="34" name="node10.label"/>
            <p:cNvSpPr/>
            <p:nvPr/>
          </p:nvSpPr>
          <p:spPr>
            <a:xfrm>
              <a:off x="6896100" y="503155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of employees say their work has real impact</a:t>
              </a:r>
              <a:endParaRPr lang="en-US" sz="1400" spc="0" kern="0" b="0" i="0" dirty="0">
                <a:solidFill>
                  <a:srgbClr val="CED7E6"/>
                </a:solidFill>
                <a:latin typeface="IBM Plex Sans"/>
                <a:ea typeface="IBM Plex Sans"/>
                <a:cs typeface="IBM Plex Sans"/>
              </a:endParaRPr>
            </a:p>
          </p:txBody>
        </p:sp>
      </p:grpSp>
      <p:grpSp>
        <p:nvGrpSpPr>
          <p:cNvPr id="47" name="node11"/>
          <p:cNvGrpSpPr/>
          <p:nvPr/>
        </p:nvGrpSpPr>
        <p:grpSpPr>
          <a:xfrm>
            <a:off x="9182100" y="4343400"/>
            <a:ext cx="2057400" cy="1221550"/>
            <a:chOff x="9182100" y="4343400"/>
            <a:chExt cx="2057400" cy="1221550"/>
          </a:xfrm>
        </p:grpSpPr>
        <p:sp>
          <p:nvSpPr>
            <p:cNvPr id="35" name="node11.value"/>
            <p:cNvSpPr/>
            <p:nvPr/>
          </p:nvSpPr>
          <p:spPr>
            <a:xfrm>
              <a:off x="9182100" y="4343400"/>
              <a:ext cx="20574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10K+</a:t>
              </a:r>
              <a:endParaRPr lang="en-US" sz="4800" spc="-96" kern="0" b="0" i="0" dirty="0">
                <a:solidFill>
                  <a:srgbClr val="FFFFFF"/>
                </a:solidFill>
                <a:latin typeface="IBM Plex Mono SemiBold"/>
                <a:ea typeface="IBM Plex Mono SemiBold"/>
                <a:cs typeface="IBM Plex Mono SemiBold"/>
              </a:endParaRPr>
            </a:p>
          </p:txBody>
        </p:sp>
        <p:sp>
          <p:nvSpPr>
            <p:cNvPr id="36" name="node11.label"/>
            <p:cNvSpPr/>
            <p:nvPr/>
          </p:nvSpPr>
          <p:spPr>
            <a:xfrm>
              <a:off x="9182100" y="503155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pro-bono and volunteer hours last year</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ource-00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ABOUT US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Eight offices and six talent hubs across the US, plus two abroad</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109</a:t>
            </a:fld>
            <a:endParaRPr lang="en-US" sz="700" spc="0" kern="0" b="0" i="0" dirty="0">
              <a:solidFill>
                <a:srgbClr val="070154"/>
              </a:solidFill>
              <a:latin typeface="IBM Plex Mono SemiBold"/>
              <a:ea typeface="IBM Plex Mono SemiBold"/>
              <a:cs typeface="IBM Plex Mono SemiBold"/>
            </a:endParaRPr>
          </a:p>
        </p:txBody>
      </p:sp>
      <p:grpSp>
        <p:nvGrpSpPr>
          <p:cNvPr id="55" name="node01"/>
          <p:cNvGrpSpPr/>
          <p:nvPr/>
        </p:nvGrpSpPr>
        <p:grpSpPr>
          <a:xfrm>
            <a:off x="723900" y="2514600"/>
            <a:ext cx="3429000" cy="228600"/>
            <a:chOff x="723900" y="2514600"/>
            <a:chExt cx="3429000" cy="228600"/>
          </a:xfrm>
        </p:grpSpPr>
        <p:sp>
          <p:nvSpPr>
            <p:cNvPr id="6" name="node01.label"/>
            <p:cNvSpPr/>
            <p:nvPr/>
          </p:nvSpPr>
          <p:spPr>
            <a:xfrm>
              <a:off x="723900" y="2514600"/>
              <a:ext cx="1602941"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INTERNATIONAL OFFICES</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2453841" y="2624138"/>
              <a:ext cx="1699059" cy="9525"/>
            </a:xfrm>
            <a:prstGeom prst="rect">
              <a:avLst/>
            </a:prstGeom>
            <a:solidFill>
              <a:srgbClr val="CED7E6"/>
            </a:solidFill>
            <a:ln>
              <a:noFill/>
            </a:ln>
          </p:spPr>
        </p:sp>
      </p:grpSp>
      <p:grpSp>
        <p:nvGrpSpPr>
          <p:cNvPr id="56" name="node02"/>
          <p:cNvGrpSpPr/>
          <p:nvPr/>
        </p:nvGrpSpPr>
        <p:grpSpPr>
          <a:xfrm>
            <a:off x="723900" y="2819400"/>
            <a:ext cx="3429000" cy="609600"/>
            <a:chOff x="723900" y="2819400"/>
            <a:chExt cx="3429000" cy="609600"/>
          </a:xfrm>
        </p:grpSpPr>
        <p:sp>
          <p:nvSpPr>
            <p:cNvPr id="8" name="node02.source-001.bullet"/>
            <p:cNvSpPr/>
            <p:nvPr/>
          </p:nvSpPr>
          <p:spPr>
            <a:xfrm>
              <a:off x="723900" y="2927350"/>
              <a:ext cx="50800" cy="50800"/>
            </a:xfrm>
            <a:prstGeom prst="rect">
              <a:avLst/>
            </a:prstGeom>
            <a:solidFill>
              <a:srgbClr val="070154"/>
            </a:solidFill>
            <a:ln>
              <a:noFill/>
            </a:ln>
          </p:spPr>
        </p:sp>
        <p:sp>
          <p:nvSpPr>
            <p:cNvPr id="9" name="node02.source-001.text"/>
            <p:cNvSpPr/>
            <p:nvPr/>
          </p:nvSpPr>
          <p:spPr>
            <a:xfrm>
              <a:off x="914400" y="28194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London</a:t>
              </a:r>
              <a:endParaRPr lang="en-US" sz="1400" spc="0" kern="0" b="0" i="0" dirty="0">
                <a:solidFill>
                  <a:srgbClr val="070154"/>
                </a:solidFill>
                <a:latin typeface="IBM Plex Sans"/>
                <a:ea typeface="IBM Plex Sans"/>
                <a:cs typeface="IBM Plex Sans"/>
              </a:endParaRPr>
            </a:p>
          </p:txBody>
        </p:sp>
        <p:sp>
          <p:nvSpPr>
            <p:cNvPr id="10" name="node02.source-002.bullet"/>
            <p:cNvSpPr/>
            <p:nvPr/>
          </p:nvSpPr>
          <p:spPr>
            <a:xfrm>
              <a:off x="723900" y="3270250"/>
              <a:ext cx="50800" cy="50800"/>
            </a:xfrm>
            <a:prstGeom prst="rect">
              <a:avLst/>
            </a:prstGeom>
            <a:solidFill>
              <a:srgbClr val="070154"/>
            </a:solidFill>
            <a:ln>
              <a:noFill/>
            </a:ln>
          </p:spPr>
        </p:sp>
        <p:sp>
          <p:nvSpPr>
            <p:cNvPr id="11" name="node02.source-002.text"/>
            <p:cNvSpPr/>
            <p:nvPr/>
          </p:nvSpPr>
          <p:spPr>
            <a:xfrm>
              <a:off x="914400" y="31623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Costa Rica</a:t>
              </a:r>
              <a:endParaRPr lang="en-US" sz="1400" spc="0" kern="0" b="0" i="0" dirty="0">
                <a:solidFill>
                  <a:srgbClr val="070154"/>
                </a:solidFill>
                <a:latin typeface="IBM Plex Sans"/>
                <a:ea typeface="IBM Plex Sans"/>
                <a:cs typeface="IBM Plex Sans"/>
              </a:endParaRPr>
            </a:p>
          </p:txBody>
        </p:sp>
      </p:grpSp>
      <p:grpSp>
        <p:nvGrpSpPr>
          <p:cNvPr id="57" name="node03"/>
          <p:cNvGrpSpPr/>
          <p:nvPr/>
        </p:nvGrpSpPr>
        <p:grpSpPr>
          <a:xfrm>
            <a:off x="723900" y="3886200"/>
            <a:ext cx="3429000" cy="228600"/>
            <a:chOff x="723900" y="3886200"/>
            <a:chExt cx="3429000" cy="228600"/>
          </a:xfrm>
        </p:grpSpPr>
        <p:sp>
          <p:nvSpPr>
            <p:cNvPr id="12" name="node03.label"/>
            <p:cNvSpPr/>
            <p:nvPr/>
          </p:nvSpPr>
          <p:spPr>
            <a:xfrm>
              <a:off x="723900" y="3886200"/>
              <a:ext cx="851731"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TALENT HUBS</a:t>
              </a:r>
              <a:endParaRPr lang="en-US" sz="900" spc="54" kern="0" b="0" i="0" dirty="0">
                <a:solidFill>
                  <a:srgbClr val="50658E"/>
                </a:solidFill>
                <a:latin typeface="IBM Plex Mono Medium"/>
                <a:ea typeface="IBM Plex Mono Medium"/>
                <a:cs typeface="IBM Plex Mono Medium"/>
              </a:endParaRPr>
            </a:p>
          </p:txBody>
        </p:sp>
        <p:sp>
          <p:nvSpPr>
            <p:cNvPr id="13" name="node03.rule"/>
            <p:cNvSpPr/>
            <p:nvPr/>
          </p:nvSpPr>
          <p:spPr>
            <a:xfrm>
              <a:off x="1702631" y="3995738"/>
              <a:ext cx="2450269" cy="9525"/>
            </a:xfrm>
            <a:prstGeom prst="rect">
              <a:avLst/>
            </a:prstGeom>
            <a:solidFill>
              <a:srgbClr val="CED7E6"/>
            </a:solidFill>
            <a:ln>
              <a:noFill/>
            </a:ln>
          </p:spPr>
        </p:sp>
      </p:grpSp>
      <p:grpSp>
        <p:nvGrpSpPr>
          <p:cNvPr id="58" name="node04"/>
          <p:cNvGrpSpPr/>
          <p:nvPr/>
        </p:nvGrpSpPr>
        <p:grpSpPr>
          <a:xfrm>
            <a:off x="723900" y="4191000"/>
            <a:ext cx="3429000" cy="457200"/>
            <a:chOff x="723900" y="4191000"/>
            <a:chExt cx="3429000" cy="457200"/>
          </a:xfrm>
        </p:grpSpPr>
        <p:sp>
          <p:nvSpPr>
            <p:cNvPr id="14" name="node04.text"/>
            <p:cNvSpPr/>
            <p:nvPr/>
          </p:nvSpPr>
          <p:spPr>
            <a:xfrm>
              <a:off x="723900" y="41910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Teams of consultants who work from a metro area without a local office.</a:t>
              </a:r>
              <a:endParaRPr lang="en-US" sz="1200" spc="0" kern="0" b="0" i="0" dirty="0">
                <a:solidFill>
                  <a:srgbClr val="50658E"/>
                </a:solidFill>
                <a:latin typeface="IBM Plex Sans"/>
                <a:ea typeface="IBM Plex Sans"/>
                <a:cs typeface="IBM Plex Sans"/>
              </a:endParaRPr>
            </a:p>
          </p:txBody>
        </p:sp>
      </p:grpSp>
      <p:grpSp>
        <p:nvGrpSpPr>
          <p:cNvPr id="59" name="node05"/>
          <p:cNvGrpSpPr/>
          <p:nvPr/>
        </p:nvGrpSpPr>
        <p:grpSpPr>
          <a:xfrm>
            <a:off x="4907719" y="660400"/>
            <a:ext cx="6342759" cy="2878061"/>
            <a:chOff x="4907719" y="660400"/>
            <a:chExt cx="6342759" cy="2878061"/>
          </a:xfrm>
        </p:grpSpPr>
        <p:pic>
          <p:nvPicPr>
            <p:cNvPr id="15" name="node05.map" descr="Frozen geographic dot field; data SHA256=21db9412e80dee64125ebbef72e82e7fdf59defe690a95d85b2c976a2483a415">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41900" y="660400"/>
              <a:ext cx="5308600" cy="2878061"/>
            </a:xfrm>
            <a:prstGeom prst="rect">
              <a:avLst/>
            </a:prstGeom>
          </p:spPr>
        </p:pic>
        <p:sp>
          <p:nvSpPr>
            <p:cNvPr id="16" name="node05.points.source-001.marker"/>
            <p:cNvSpPr/>
            <p:nvPr/>
          </p:nvSpPr>
          <p:spPr>
            <a:xfrm>
              <a:off x="8334037" y="1484049"/>
              <a:ext cx="127000" cy="127000"/>
            </a:xfrm>
            <a:prstGeom prst="ellipse">
              <a:avLst/>
            </a:prstGeom>
            <a:solidFill>
              <a:srgbClr val="070154"/>
            </a:solidFill>
            <a:ln>
              <a:noFill/>
            </a:ln>
          </p:spPr>
        </p:sp>
        <p:sp>
          <p:nvSpPr>
            <p:cNvPr id="17" name="node05.points.source-001.label"/>
            <p:cNvSpPr/>
            <p:nvPr/>
          </p:nvSpPr>
          <p:spPr>
            <a:xfrm>
              <a:off x="7635537" y="1280849"/>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CHICAGO (HQ)</a:t>
              </a:r>
              <a:endParaRPr lang="en-US" sz="900" spc="54" kern="0" b="0" i="0" dirty="0">
                <a:solidFill>
                  <a:srgbClr val="070154"/>
                </a:solidFill>
                <a:latin typeface="IBM Plex Mono SemiBold"/>
                <a:ea typeface="IBM Plex Mono SemiBold"/>
                <a:cs typeface="IBM Plex Mono SemiBold"/>
              </a:endParaRPr>
            </a:p>
          </p:txBody>
        </p:sp>
        <p:sp>
          <p:nvSpPr>
            <p:cNvPr id="18" name="node05.points.source-002.marker"/>
            <p:cNvSpPr/>
            <p:nvPr/>
          </p:nvSpPr>
          <p:spPr>
            <a:xfrm>
              <a:off x="5606219" y="2369547"/>
              <a:ext cx="127000" cy="127000"/>
            </a:xfrm>
            <a:prstGeom prst="ellipse">
              <a:avLst/>
            </a:prstGeom>
            <a:solidFill>
              <a:srgbClr val="070154"/>
            </a:solidFill>
            <a:ln>
              <a:noFill/>
            </a:ln>
          </p:spPr>
        </p:sp>
        <p:sp>
          <p:nvSpPr>
            <p:cNvPr id="19" name="node05.points.source-002.label"/>
            <p:cNvSpPr/>
            <p:nvPr/>
          </p:nvSpPr>
          <p:spPr>
            <a:xfrm>
              <a:off x="4907719" y="2166347"/>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LOS ANGELES</a:t>
              </a:r>
              <a:endParaRPr lang="en-US" sz="900" spc="54" kern="0" b="0" i="0" dirty="0">
                <a:solidFill>
                  <a:srgbClr val="070154"/>
                </a:solidFill>
                <a:latin typeface="IBM Plex Mono SemiBold"/>
                <a:ea typeface="IBM Plex Mono SemiBold"/>
                <a:cs typeface="IBM Plex Mono SemiBold"/>
              </a:endParaRPr>
            </a:p>
          </p:txBody>
        </p:sp>
        <p:sp>
          <p:nvSpPr>
            <p:cNvPr id="20" name="node05.points.source-003.marker"/>
            <p:cNvSpPr/>
            <p:nvPr/>
          </p:nvSpPr>
          <p:spPr>
            <a:xfrm>
              <a:off x="9548678" y="1616365"/>
              <a:ext cx="127000" cy="127000"/>
            </a:xfrm>
            <a:prstGeom prst="ellipse">
              <a:avLst/>
            </a:prstGeom>
            <a:solidFill>
              <a:srgbClr val="070154"/>
            </a:solidFill>
            <a:ln>
              <a:noFill/>
            </a:ln>
          </p:spPr>
        </p:sp>
        <p:sp>
          <p:nvSpPr>
            <p:cNvPr id="21" name="node05.points.source-003.label"/>
            <p:cNvSpPr/>
            <p:nvPr/>
          </p:nvSpPr>
          <p:spPr>
            <a:xfrm>
              <a:off x="9726478" y="1590965"/>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NEW YORK</a:t>
              </a:r>
              <a:endParaRPr lang="en-US" sz="900" spc="54" kern="0" b="0" i="0" dirty="0">
                <a:solidFill>
                  <a:srgbClr val="070154"/>
                </a:solidFill>
                <a:latin typeface="IBM Plex Mono SemiBold"/>
                <a:ea typeface="IBM Plex Mono SemiBold"/>
                <a:cs typeface="IBM Plex Mono SemiBold"/>
              </a:endParaRPr>
            </a:p>
          </p:txBody>
        </p:sp>
        <p:sp>
          <p:nvSpPr>
            <p:cNvPr id="22" name="node05.points.source-004.marker"/>
            <p:cNvSpPr/>
            <p:nvPr/>
          </p:nvSpPr>
          <p:spPr>
            <a:xfrm>
              <a:off x="5241738" y="836041"/>
              <a:ext cx="127000" cy="127000"/>
            </a:xfrm>
            <a:prstGeom prst="ellipse">
              <a:avLst/>
            </a:prstGeom>
            <a:solidFill>
              <a:srgbClr val="070154"/>
            </a:solidFill>
            <a:ln>
              <a:noFill/>
            </a:ln>
          </p:spPr>
        </p:sp>
        <p:sp>
          <p:nvSpPr>
            <p:cNvPr id="23" name="node05.points.source-004.label"/>
            <p:cNvSpPr/>
            <p:nvPr/>
          </p:nvSpPr>
          <p:spPr>
            <a:xfrm>
              <a:off x="5419538" y="810641"/>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SEATTLE</a:t>
              </a:r>
              <a:endParaRPr lang="en-US" sz="900" spc="54" kern="0" b="0" i="0" dirty="0">
                <a:solidFill>
                  <a:srgbClr val="070154"/>
                </a:solidFill>
                <a:latin typeface="IBM Plex Mono SemiBold"/>
                <a:ea typeface="IBM Plex Mono SemiBold"/>
                <a:cs typeface="IBM Plex Mono SemiBold"/>
              </a:endParaRPr>
            </a:p>
          </p:txBody>
        </p:sp>
        <p:sp>
          <p:nvSpPr>
            <p:cNvPr id="24" name="node05.points.source-005.marker"/>
            <p:cNvSpPr/>
            <p:nvPr/>
          </p:nvSpPr>
          <p:spPr>
            <a:xfrm>
              <a:off x="7516850" y="2513172"/>
              <a:ext cx="127000" cy="127000"/>
            </a:xfrm>
            <a:prstGeom prst="ellipse">
              <a:avLst/>
            </a:prstGeom>
            <a:solidFill>
              <a:srgbClr val="070154"/>
            </a:solidFill>
            <a:ln>
              <a:noFill/>
            </a:ln>
          </p:spPr>
        </p:sp>
        <p:sp>
          <p:nvSpPr>
            <p:cNvPr id="25" name="node05.points.source-005.label"/>
            <p:cNvSpPr/>
            <p:nvPr/>
          </p:nvSpPr>
          <p:spPr>
            <a:xfrm>
              <a:off x="7694650" y="2487772"/>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DALLAS</a:t>
              </a:r>
              <a:endParaRPr lang="en-US" sz="900" spc="54" kern="0" b="0" i="0" dirty="0">
                <a:solidFill>
                  <a:srgbClr val="070154"/>
                </a:solidFill>
                <a:latin typeface="IBM Plex Mono SemiBold"/>
                <a:ea typeface="IBM Plex Mono SemiBold"/>
                <a:cs typeface="IBM Plex Mono SemiBold"/>
              </a:endParaRPr>
            </a:p>
          </p:txBody>
        </p:sp>
        <p:sp>
          <p:nvSpPr>
            <p:cNvPr id="26" name="node05.points.source-006.marker"/>
            <p:cNvSpPr/>
            <p:nvPr/>
          </p:nvSpPr>
          <p:spPr>
            <a:xfrm>
              <a:off x="7831427" y="1133469"/>
              <a:ext cx="127000" cy="127000"/>
            </a:xfrm>
            <a:prstGeom prst="ellipse">
              <a:avLst/>
            </a:prstGeom>
            <a:solidFill>
              <a:srgbClr val="070154"/>
            </a:solidFill>
            <a:ln>
              <a:noFill/>
            </a:ln>
          </p:spPr>
        </p:sp>
        <p:sp>
          <p:nvSpPr>
            <p:cNvPr id="27" name="node05.points.source-006.label"/>
            <p:cNvSpPr/>
            <p:nvPr/>
          </p:nvSpPr>
          <p:spPr>
            <a:xfrm>
              <a:off x="7132927" y="930269"/>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MINNEAPOLIS</a:t>
              </a:r>
              <a:endParaRPr lang="en-US" sz="900" spc="54" kern="0" b="0" i="0" dirty="0">
                <a:solidFill>
                  <a:srgbClr val="070154"/>
                </a:solidFill>
                <a:latin typeface="IBM Plex Mono SemiBold"/>
                <a:ea typeface="IBM Plex Mono SemiBold"/>
                <a:cs typeface="IBM Plex Mono SemiBold"/>
              </a:endParaRPr>
            </a:p>
          </p:txBody>
        </p:sp>
        <p:sp>
          <p:nvSpPr>
            <p:cNvPr id="28" name="node05.points.source-007.marker"/>
            <p:cNvSpPr/>
            <p:nvPr/>
          </p:nvSpPr>
          <p:spPr>
            <a:xfrm>
              <a:off x="5233717" y="1948851"/>
              <a:ext cx="127000" cy="127000"/>
            </a:xfrm>
            <a:prstGeom prst="ellipse">
              <a:avLst/>
            </a:prstGeom>
            <a:solidFill>
              <a:srgbClr val="070154"/>
            </a:solidFill>
            <a:ln>
              <a:noFill/>
            </a:ln>
          </p:spPr>
        </p:sp>
        <p:sp>
          <p:nvSpPr>
            <p:cNvPr id="29" name="node05.points.source-007.label"/>
            <p:cNvSpPr/>
            <p:nvPr/>
          </p:nvSpPr>
          <p:spPr>
            <a:xfrm>
              <a:off x="5411517" y="1923451"/>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SAN FRANCISCO</a:t>
              </a:r>
              <a:endParaRPr lang="en-US" sz="900" spc="54" kern="0" b="0" i="0" dirty="0">
                <a:solidFill>
                  <a:srgbClr val="070154"/>
                </a:solidFill>
                <a:latin typeface="IBM Plex Mono SemiBold"/>
                <a:ea typeface="IBM Plex Mono SemiBold"/>
                <a:cs typeface="IBM Plex Mono SemiBold"/>
              </a:endParaRPr>
            </a:p>
          </p:txBody>
        </p:sp>
        <p:sp>
          <p:nvSpPr>
            <p:cNvPr id="30" name="node05.points.source-008.marker"/>
            <p:cNvSpPr/>
            <p:nvPr/>
          </p:nvSpPr>
          <p:spPr>
            <a:xfrm>
              <a:off x="9277768" y="1821058"/>
              <a:ext cx="127000" cy="127000"/>
            </a:xfrm>
            <a:prstGeom prst="ellipse">
              <a:avLst/>
            </a:prstGeom>
            <a:solidFill>
              <a:srgbClr val="070154"/>
            </a:solidFill>
            <a:ln>
              <a:noFill/>
            </a:ln>
          </p:spPr>
        </p:sp>
        <p:sp>
          <p:nvSpPr>
            <p:cNvPr id="31" name="node05.points.source-008.label"/>
            <p:cNvSpPr/>
            <p:nvPr/>
          </p:nvSpPr>
          <p:spPr>
            <a:xfrm>
              <a:off x="9455568" y="1795658"/>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WASHINGTON, D.C.</a:t>
              </a:r>
              <a:endParaRPr lang="en-US" sz="900" spc="54" kern="0" b="0" i="0" dirty="0">
                <a:solidFill>
                  <a:srgbClr val="070154"/>
                </a:solidFill>
                <a:latin typeface="IBM Plex Mono SemiBold"/>
                <a:ea typeface="IBM Plex Mono SemiBold"/>
                <a:cs typeface="IBM Plex Mono SemiBold"/>
              </a:endParaRPr>
            </a:p>
          </p:txBody>
        </p:sp>
        <p:sp>
          <p:nvSpPr>
            <p:cNvPr id="32" name="node05.points.source-009.marker"/>
            <p:cNvSpPr/>
            <p:nvPr/>
          </p:nvSpPr>
          <p:spPr>
            <a:xfrm>
              <a:off x="6793346" y="1732413"/>
              <a:ext cx="114300" cy="114300"/>
            </a:xfrm>
            <a:prstGeom prst="ellipse">
              <a:avLst/>
            </a:prstGeom>
            <a:solidFill>
              <a:srgbClr val="FFFFFF"/>
            </a:solidFill>
            <a:ln w="25400">
              <a:solidFill>
                <a:srgbClr val="0047FF"/>
              </a:solidFill>
              <a:prstDash val="solid"/>
            </a:ln>
          </p:spPr>
        </p:sp>
        <p:sp>
          <p:nvSpPr>
            <p:cNvPr id="33" name="node05.points.source-009.label"/>
            <p:cNvSpPr/>
            <p:nvPr/>
          </p:nvSpPr>
          <p:spPr>
            <a:xfrm>
              <a:off x="6088496" y="1522863"/>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DENVER</a:t>
              </a:r>
              <a:endParaRPr lang="en-US" sz="900" spc="54" kern="0" b="0" i="0" dirty="0">
                <a:solidFill>
                  <a:srgbClr val="0047FF"/>
                </a:solidFill>
                <a:latin typeface="IBM Plex Mono SemiBold"/>
                <a:ea typeface="IBM Plex Mono SemiBold"/>
                <a:cs typeface="IBM Plex Mono SemiBold"/>
              </a:endParaRPr>
            </a:p>
          </p:txBody>
        </p:sp>
        <p:sp>
          <p:nvSpPr>
            <p:cNvPr id="34" name="node05.points.source-010.marker"/>
            <p:cNvSpPr/>
            <p:nvPr/>
          </p:nvSpPr>
          <p:spPr>
            <a:xfrm>
              <a:off x="5649106" y="2413217"/>
              <a:ext cx="114300" cy="114300"/>
            </a:xfrm>
            <a:prstGeom prst="ellipse">
              <a:avLst/>
            </a:prstGeom>
            <a:solidFill>
              <a:srgbClr val="FFFFFF"/>
            </a:solidFill>
            <a:ln w="25400">
              <a:solidFill>
                <a:srgbClr val="0047FF"/>
              </a:solidFill>
              <a:prstDash val="solid"/>
            </a:ln>
          </p:spPr>
        </p:sp>
        <p:sp>
          <p:nvSpPr>
            <p:cNvPr id="35" name="node05.points.source-010.label"/>
            <p:cNvSpPr/>
            <p:nvPr/>
          </p:nvSpPr>
          <p:spPr>
            <a:xfrm>
              <a:off x="4944256" y="2559267"/>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ORANGE COUNTY</a:t>
              </a:r>
              <a:endParaRPr lang="en-US" sz="900" spc="54" kern="0" b="0" i="0" dirty="0">
                <a:solidFill>
                  <a:srgbClr val="0047FF"/>
                </a:solidFill>
                <a:latin typeface="IBM Plex Mono SemiBold"/>
                <a:ea typeface="IBM Plex Mono SemiBold"/>
                <a:cs typeface="IBM Plex Mono SemiBold"/>
              </a:endParaRPr>
            </a:p>
          </p:txBody>
        </p:sp>
        <p:sp>
          <p:nvSpPr>
            <p:cNvPr id="36" name="node05.points.source-011.marker"/>
            <p:cNvSpPr/>
            <p:nvPr/>
          </p:nvSpPr>
          <p:spPr>
            <a:xfrm>
              <a:off x="8752991" y="1707533"/>
              <a:ext cx="114300" cy="114300"/>
            </a:xfrm>
            <a:prstGeom prst="ellipse">
              <a:avLst/>
            </a:prstGeom>
            <a:solidFill>
              <a:srgbClr val="FFFFFF"/>
            </a:solidFill>
            <a:ln w="25400">
              <a:solidFill>
                <a:srgbClr val="0047FF"/>
              </a:solidFill>
              <a:prstDash val="solid"/>
            </a:ln>
          </p:spPr>
        </p:sp>
        <p:sp>
          <p:nvSpPr>
            <p:cNvPr id="37" name="node05.points.source-011.label"/>
            <p:cNvSpPr/>
            <p:nvPr/>
          </p:nvSpPr>
          <p:spPr>
            <a:xfrm>
              <a:off x="8048141" y="1853583"/>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COLUMBUS</a:t>
              </a:r>
              <a:endParaRPr lang="en-US" sz="900" spc="54" kern="0" b="0" i="0" dirty="0">
                <a:solidFill>
                  <a:srgbClr val="0047FF"/>
                </a:solidFill>
                <a:latin typeface="IBM Plex Mono SemiBold"/>
                <a:ea typeface="IBM Plex Mono SemiBold"/>
                <a:cs typeface="IBM Plex Mono SemiBold"/>
              </a:endParaRPr>
            </a:p>
          </p:txBody>
        </p:sp>
        <p:sp>
          <p:nvSpPr>
            <p:cNvPr id="38" name="node05.points.source-012.marker"/>
            <p:cNvSpPr/>
            <p:nvPr/>
          </p:nvSpPr>
          <p:spPr>
            <a:xfrm>
              <a:off x="9021228" y="1653249"/>
              <a:ext cx="114300" cy="114300"/>
            </a:xfrm>
            <a:prstGeom prst="ellipse">
              <a:avLst/>
            </a:prstGeom>
            <a:solidFill>
              <a:srgbClr val="FFFFFF"/>
            </a:solidFill>
            <a:ln w="25400">
              <a:solidFill>
                <a:srgbClr val="0047FF"/>
              </a:solidFill>
              <a:prstDash val="solid"/>
            </a:ln>
          </p:spPr>
        </p:sp>
        <p:sp>
          <p:nvSpPr>
            <p:cNvPr id="39" name="node05.points.source-012.label"/>
            <p:cNvSpPr/>
            <p:nvPr/>
          </p:nvSpPr>
          <p:spPr>
            <a:xfrm>
              <a:off x="8316378" y="1443699"/>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PITTSBURGH</a:t>
              </a:r>
              <a:endParaRPr lang="en-US" sz="900" spc="54" kern="0" b="0" i="0" dirty="0">
                <a:solidFill>
                  <a:srgbClr val="0047FF"/>
                </a:solidFill>
                <a:latin typeface="IBM Plex Mono SemiBold"/>
                <a:ea typeface="IBM Plex Mono SemiBold"/>
                <a:cs typeface="IBM Plex Mono SemiBold"/>
              </a:endParaRPr>
            </a:p>
          </p:txBody>
        </p:sp>
        <p:sp>
          <p:nvSpPr>
            <p:cNvPr id="40" name="node05.points.source-013.marker"/>
            <p:cNvSpPr/>
            <p:nvPr/>
          </p:nvSpPr>
          <p:spPr>
            <a:xfrm>
              <a:off x="8547134" y="2262807"/>
              <a:ext cx="114300" cy="114300"/>
            </a:xfrm>
            <a:prstGeom prst="ellipse">
              <a:avLst/>
            </a:prstGeom>
            <a:solidFill>
              <a:srgbClr val="FFFFFF"/>
            </a:solidFill>
            <a:ln w="25400">
              <a:solidFill>
                <a:srgbClr val="0047FF"/>
              </a:solidFill>
              <a:prstDash val="solid"/>
            </a:ln>
          </p:spPr>
        </p:sp>
        <p:sp>
          <p:nvSpPr>
            <p:cNvPr id="41" name="node05.points.source-013.label"/>
            <p:cNvSpPr/>
            <p:nvPr/>
          </p:nvSpPr>
          <p:spPr>
            <a:xfrm>
              <a:off x="7842284" y="2408857"/>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CHATTANOOGA</a:t>
              </a:r>
              <a:endParaRPr lang="en-US" sz="900" spc="54" kern="0" b="0" i="0" dirty="0">
                <a:solidFill>
                  <a:srgbClr val="0047FF"/>
                </a:solidFill>
                <a:latin typeface="IBM Plex Mono SemiBold"/>
                <a:ea typeface="IBM Plex Mono SemiBold"/>
                <a:cs typeface="IBM Plex Mono SemiBold"/>
              </a:endParaRPr>
            </a:p>
          </p:txBody>
        </p:sp>
        <p:sp>
          <p:nvSpPr>
            <p:cNvPr id="42" name="node05.points.source-014.marker"/>
            <p:cNvSpPr/>
            <p:nvPr/>
          </p:nvSpPr>
          <p:spPr>
            <a:xfrm>
              <a:off x="5216897" y="1078750"/>
              <a:ext cx="114300" cy="114300"/>
            </a:xfrm>
            <a:prstGeom prst="ellipse">
              <a:avLst/>
            </a:prstGeom>
            <a:solidFill>
              <a:srgbClr val="FFFFFF"/>
            </a:solidFill>
            <a:ln w="25400">
              <a:solidFill>
                <a:srgbClr val="0047FF"/>
              </a:solidFill>
              <a:prstDash val="solid"/>
            </a:ln>
          </p:spPr>
        </p:sp>
        <p:sp>
          <p:nvSpPr>
            <p:cNvPr id="43" name="node05.points.source-014.label"/>
            <p:cNvSpPr/>
            <p:nvPr/>
          </p:nvSpPr>
          <p:spPr>
            <a:xfrm>
              <a:off x="5388347" y="10470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PORTLAND</a:t>
              </a:r>
              <a:endParaRPr lang="en-US" sz="900" spc="54" kern="0" b="0" i="0" dirty="0">
                <a:solidFill>
                  <a:srgbClr val="0047FF"/>
                </a:solidFill>
                <a:latin typeface="IBM Plex Mono SemiBold"/>
                <a:ea typeface="IBM Plex Mono SemiBold"/>
                <a:cs typeface="IBM Plex Mono SemiBold"/>
              </a:endParaRPr>
            </a:p>
          </p:txBody>
        </p:sp>
      </p:grpSp>
      <p:grpSp>
        <p:nvGrpSpPr>
          <p:cNvPr id="60" name="node06"/>
          <p:cNvGrpSpPr/>
          <p:nvPr/>
        </p:nvGrpSpPr>
        <p:grpSpPr>
          <a:xfrm>
            <a:off x="4381500" y="3657600"/>
            <a:ext cx="127000" cy="127000"/>
            <a:chOff x="4381500" y="3657600"/>
            <a:chExt cx="127000" cy="127000"/>
          </a:xfrm>
        </p:grpSpPr>
        <p:sp>
          <p:nvSpPr>
            <p:cNvPr id="44" name="node06.surface"/>
            <p:cNvSpPr/>
            <p:nvPr/>
          </p:nvSpPr>
          <p:spPr>
            <a:xfrm>
              <a:off x="4381500" y="3657600"/>
              <a:ext cx="127000" cy="127000"/>
            </a:xfrm>
            <a:prstGeom prst="rect">
              <a:avLst/>
            </a:prstGeom>
            <a:solidFill>
              <a:srgbClr val="05013F"/>
            </a:solidFill>
            <a:ln>
              <a:noFill/>
            </a:ln>
          </p:spPr>
        </p:sp>
      </p:grpSp>
      <p:grpSp>
        <p:nvGrpSpPr>
          <p:cNvPr id="61" name="node07"/>
          <p:cNvGrpSpPr/>
          <p:nvPr/>
        </p:nvGrpSpPr>
        <p:grpSpPr>
          <a:xfrm>
            <a:off x="4610100" y="3632200"/>
            <a:ext cx="1524000" cy="152400"/>
            <a:chOff x="4610100" y="3632200"/>
            <a:chExt cx="1524000" cy="152400"/>
          </a:xfrm>
        </p:grpSpPr>
        <p:sp>
          <p:nvSpPr>
            <p:cNvPr id="45" name="node07.text"/>
            <p:cNvSpPr/>
            <p:nvPr/>
          </p:nvSpPr>
          <p:spPr>
            <a:xfrm>
              <a:off x="4610100" y="36322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OFFICE</a:t>
              </a:r>
              <a:endParaRPr lang="en-US" sz="900" spc="54" kern="0" b="0" i="0" dirty="0">
                <a:solidFill>
                  <a:srgbClr val="070154"/>
                </a:solidFill>
                <a:latin typeface="IBM Plex Mono Medium"/>
                <a:ea typeface="IBM Plex Mono Medium"/>
                <a:cs typeface="IBM Plex Mono Medium"/>
              </a:endParaRPr>
            </a:p>
          </p:txBody>
        </p:sp>
      </p:grpSp>
      <p:grpSp>
        <p:nvGrpSpPr>
          <p:cNvPr id="62" name="node08"/>
          <p:cNvGrpSpPr/>
          <p:nvPr/>
        </p:nvGrpSpPr>
        <p:grpSpPr>
          <a:xfrm>
            <a:off x="4381500" y="3886200"/>
            <a:ext cx="127000" cy="127000"/>
            <a:chOff x="4381500" y="3886200"/>
            <a:chExt cx="127000" cy="127000"/>
          </a:xfrm>
        </p:grpSpPr>
        <p:sp>
          <p:nvSpPr>
            <p:cNvPr id="46" name="node08.surface"/>
            <p:cNvSpPr/>
            <p:nvPr/>
          </p:nvSpPr>
          <p:spPr>
            <a:xfrm>
              <a:off x="4387850" y="3892550"/>
              <a:ext cx="114300" cy="114300"/>
            </a:xfrm>
            <a:prstGeom prst="rect">
              <a:avLst/>
            </a:prstGeom>
            <a:solidFill>
              <a:srgbClr val="FFFFFF"/>
            </a:solidFill>
            <a:ln w="12700">
              <a:solidFill>
                <a:srgbClr val="CED7E6"/>
              </a:solidFill>
              <a:prstDash val="solid"/>
            </a:ln>
          </p:spPr>
        </p:sp>
      </p:grpSp>
      <p:grpSp>
        <p:nvGrpSpPr>
          <p:cNvPr id="63" name="node09"/>
          <p:cNvGrpSpPr/>
          <p:nvPr/>
        </p:nvGrpSpPr>
        <p:grpSpPr>
          <a:xfrm>
            <a:off x="4610100" y="3860800"/>
            <a:ext cx="1524000" cy="152400"/>
            <a:chOff x="4610100" y="3860800"/>
            <a:chExt cx="1524000" cy="152400"/>
          </a:xfrm>
        </p:grpSpPr>
        <p:sp>
          <p:nvSpPr>
            <p:cNvPr id="47" name="node09.text"/>
            <p:cNvSpPr/>
            <p:nvPr/>
          </p:nvSpPr>
          <p:spPr>
            <a:xfrm>
              <a:off x="4610100" y="38608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TALENT HUB</a:t>
              </a:r>
              <a:endParaRPr lang="en-US" sz="900" spc="54" kern="0" b="0" i="0" dirty="0">
                <a:solidFill>
                  <a:srgbClr val="070154"/>
                </a:solidFill>
                <a:latin typeface="IBM Plex Mono Medium"/>
                <a:ea typeface="IBM Plex Mono Medium"/>
                <a:cs typeface="IBM Plex Mono Medium"/>
              </a:endParaRPr>
            </a:p>
          </p:txBody>
        </p:sp>
      </p:grpSp>
      <p:grpSp>
        <p:nvGrpSpPr>
          <p:cNvPr id="64" name="node10"/>
          <p:cNvGrpSpPr/>
          <p:nvPr/>
        </p:nvGrpSpPr>
        <p:grpSpPr>
          <a:xfrm>
            <a:off x="4381500" y="4800600"/>
            <a:ext cx="2057400" cy="458978"/>
            <a:chOff x="4381500" y="4800600"/>
            <a:chExt cx="2057400" cy="458978"/>
          </a:xfrm>
        </p:grpSpPr>
        <p:sp>
          <p:nvSpPr>
            <p:cNvPr id="48" name="node10.text"/>
            <p:cNvSpPr/>
            <p:nvPr/>
          </p:nvSpPr>
          <p:spPr>
            <a:xfrm>
              <a:off x="4381500" y="4800600"/>
              <a:ext cx="20574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8</a:t>
              </a:r>
              <a:endParaRPr lang="en-US" sz="3600" spc="-72" kern="0" b="0" i="0" dirty="0">
                <a:solidFill>
                  <a:srgbClr val="070154"/>
                </a:solidFill>
                <a:latin typeface="IBM Plex Mono SemiBold"/>
                <a:ea typeface="IBM Plex Mono SemiBold"/>
                <a:cs typeface="IBM Plex Mono SemiBold"/>
              </a:endParaRPr>
            </a:p>
          </p:txBody>
        </p:sp>
      </p:grpSp>
      <p:grpSp>
        <p:nvGrpSpPr>
          <p:cNvPr id="65" name="node11"/>
          <p:cNvGrpSpPr/>
          <p:nvPr/>
        </p:nvGrpSpPr>
        <p:grpSpPr>
          <a:xfrm>
            <a:off x="4381500" y="5257800"/>
            <a:ext cx="2057400" cy="228600"/>
            <a:chOff x="4381500" y="5257800"/>
            <a:chExt cx="2057400" cy="228600"/>
          </a:xfrm>
        </p:grpSpPr>
        <p:sp>
          <p:nvSpPr>
            <p:cNvPr id="49" name="node11.text"/>
            <p:cNvSpPr/>
            <p:nvPr/>
          </p:nvSpPr>
          <p:spPr>
            <a:xfrm>
              <a:off x="4381500" y="52578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 offices</a:t>
              </a:r>
              <a:endParaRPr lang="en-US" sz="1200" spc="0" kern="0" b="0" i="0" dirty="0">
                <a:solidFill>
                  <a:srgbClr val="50658E"/>
                </a:solidFill>
                <a:latin typeface="IBM Plex Sans"/>
                <a:ea typeface="IBM Plex Sans"/>
                <a:cs typeface="IBM Plex Sans"/>
              </a:endParaRPr>
            </a:p>
          </p:txBody>
        </p:sp>
      </p:grpSp>
      <p:grpSp>
        <p:nvGrpSpPr>
          <p:cNvPr id="66" name="node12"/>
          <p:cNvGrpSpPr/>
          <p:nvPr/>
        </p:nvGrpSpPr>
        <p:grpSpPr>
          <a:xfrm>
            <a:off x="6667500" y="4800600"/>
            <a:ext cx="2057400" cy="458978"/>
            <a:chOff x="6667500" y="4800600"/>
            <a:chExt cx="2057400" cy="458978"/>
          </a:xfrm>
        </p:grpSpPr>
        <p:sp>
          <p:nvSpPr>
            <p:cNvPr id="50" name="node12.text"/>
            <p:cNvSpPr/>
            <p:nvPr/>
          </p:nvSpPr>
          <p:spPr>
            <a:xfrm>
              <a:off x="6667500" y="4800600"/>
              <a:ext cx="20574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6</a:t>
              </a:r>
              <a:endParaRPr lang="en-US" sz="3600" spc="-72" kern="0" b="0" i="0" dirty="0">
                <a:solidFill>
                  <a:srgbClr val="070154"/>
                </a:solidFill>
                <a:latin typeface="IBM Plex Mono SemiBold"/>
                <a:ea typeface="IBM Plex Mono SemiBold"/>
                <a:cs typeface="IBM Plex Mono SemiBold"/>
              </a:endParaRPr>
            </a:p>
          </p:txBody>
        </p:sp>
      </p:grpSp>
      <p:grpSp>
        <p:nvGrpSpPr>
          <p:cNvPr id="67" name="node13"/>
          <p:cNvGrpSpPr/>
          <p:nvPr/>
        </p:nvGrpSpPr>
        <p:grpSpPr>
          <a:xfrm>
            <a:off x="6667500" y="5257800"/>
            <a:ext cx="2057400" cy="228600"/>
            <a:chOff x="6667500" y="5257800"/>
            <a:chExt cx="2057400" cy="228600"/>
          </a:xfrm>
        </p:grpSpPr>
        <p:sp>
          <p:nvSpPr>
            <p:cNvPr id="51" name="node13.text"/>
            <p:cNvSpPr/>
            <p:nvPr/>
          </p:nvSpPr>
          <p:spPr>
            <a:xfrm>
              <a:off x="6667500" y="52578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talent hubs</a:t>
              </a:r>
              <a:endParaRPr lang="en-US" sz="1200" spc="0" kern="0" b="0" i="0" dirty="0">
                <a:solidFill>
                  <a:srgbClr val="50658E"/>
                </a:solidFill>
                <a:latin typeface="IBM Plex Sans"/>
                <a:ea typeface="IBM Plex Sans"/>
                <a:cs typeface="IBM Plex Sans"/>
              </a:endParaRPr>
            </a:p>
          </p:txBody>
        </p:sp>
      </p:grpSp>
      <p:grpSp>
        <p:nvGrpSpPr>
          <p:cNvPr id="68" name="node14"/>
          <p:cNvGrpSpPr/>
          <p:nvPr/>
        </p:nvGrpSpPr>
        <p:grpSpPr>
          <a:xfrm>
            <a:off x="8953500" y="4800600"/>
            <a:ext cx="2057400" cy="458978"/>
            <a:chOff x="8953500" y="4800600"/>
            <a:chExt cx="2057400" cy="458978"/>
          </a:xfrm>
        </p:grpSpPr>
        <p:sp>
          <p:nvSpPr>
            <p:cNvPr id="52" name="node14.text"/>
            <p:cNvSpPr/>
            <p:nvPr/>
          </p:nvSpPr>
          <p:spPr>
            <a:xfrm>
              <a:off x="8953500" y="4800600"/>
              <a:ext cx="20574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1,500+</a:t>
              </a:r>
              <a:endParaRPr lang="en-US" sz="3600" spc="-72" kern="0" b="0" i="0" dirty="0">
                <a:solidFill>
                  <a:srgbClr val="070154"/>
                </a:solidFill>
                <a:latin typeface="IBM Plex Mono SemiBold"/>
                <a:ea typeface="IBM Plex Mono SemiBold"/>
                <a:cs typeface="IBM Plex Mono SemiBold"/>
              </a:endParaRPr>
            </a:p>
          </p:txBody>
        </p:sp>
      </p:grpSp>
      <p:grpSp>
        <p:nvGrpSpPr>
          <p:cNvPr id="69" name="node15"/>
          <p:cNvGrpSpPr/>
          <p:nvPr/>
        </p:nvGrpSpPr>
        <p:grpSpPr>
          <a:xfrm>
            <a:off x="8953500" y="5257800"/>
            <a:ext cx="2057400" cy="228600"/>
            <a:chOff x="8953500" y="5257800"/>
            <a:chExt cx="2057400" cy="228600"/>
          </a:xfrm>
        </p:grpSpPr>
        <p:sp>
          <p:nvSpPr>
            <p:cNvPr id="53" name="node15.text"/>
            <p:cNvSpPr/>
            <p:nvPr/>
          </p:nvSpPr>
          <p:spPr>
            <a:xfrm>
              <a:off x="8953500" y="52578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people in all locations</a:t>
              </a:r>
              <a:endParaRPr lang="en-US" sz="1200" spc="0" kern="0" b="0" i="0" dirty="0">
                <a:solidFill>
                  <a:srgbClr val="50658E"/>
                </a:solidFill>
                <a:latin typeface="IBM Plex Sans"/>
                <a:ea typeface="IBM Plex Sans"/>
                <a:cs typeface="IBM Plex Sans"/>
              </a:endParaRPr>
            </a:p>
          </p:txBody>
        </p:sp>
      </p:grpSp>
      <p:grpSp>
        <p:nvGrpSpPr>
          <p:cNvPr id="70" name="node16"/>
          <p:cNvGrpSpPr/>
          <p:nvPr/>
        </p:nvGrpSpPr>
        <p:grpSpPr>
          <a:xfrm>
            <a:off x="4381500" y="5638800"/>
            <a:ext cx="7086600" cy="152400"/>
            <a:chOff x="4381500" y="5638800"/>
            <a:chExt cx="7086600" cy="152400"/>
          </a:xfrm>
        </p:grpSpPr>
        <p:sp>
          <p:nvSpPr>
            <p:cNvPr id="54" name="node16.text"/>
            <p:cNvSpPr/>
            <p:nvPr/>
          </p:nvSpPr>
          <p:spPr>
            <a:xfrm>
              <a:off x="4381500" y="56388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ource-010">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ABOUT US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Ten offices and six talent hubs across three countries</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110</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723900" y="2514600"/>
            <a:ext cx="127000" cy="127000"/>
            <a:chOff x="723900" y="2514600"/>
            <a:chExt cx="127000" cy="127000"/>
          </a:xfrm>
        </p:grpSpPr>
        <p:sp>
          <p:nvSpPr>
            <p:cNvPr id="6" name="node01.surface"/>
            <p:cNvSpPr/>
            <p:nvPr/>
          </p:nvSpPr>
          <p:spPr>
            <a:xfrm>
              <a:off x="723900" y="2514600"/>
              <a:ext cx="127000" cy="127000"/>
            </a:xfrm>
            <a:prstGeom prst="rect">
              <a:avLst/>
            </a:prstGeom>
            <a:solidFill>
              <a:srgbClr val="05013F"/>
            </a:solidFill>
            <a:ln>
              <a:noFill/>
            </a:ln>
          </p:spPr>
        </p:sp>
      </p:grpSp>
      <p:grpSp>
        <p:nvGrpSpPr>
          <p:cNvPr id="52" name="node02"/>
          <p:cNvGrpSpPr/>
          <p:nvPr/>
        </p:nvGrpSpPr>
        <p:grpSpPr>
          <a:xfrm>
            <a:off x="952500" y="2489200"/>
            <a:ext cx="3200400" cy="152400"/>
            <a:chOff x="952500" y="2489200"/>
            <a:chExt cx="3200400" cy="152400"/>
          </a:xfrm>
        </p:grpSpPr>
        <p:sp>
          <p:nvSpPr>
            <p:cNvPr id="7" name="node02.text"/>
            <p:cNvSpPr/>
            <p:nvPr/>
          </p:nvSpPr>
          <p:spPr>
            <a:xfrm>
              <a:off x="952500" y="24892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OFFICE</a:t>
              </a:r>
              <a:endParaRPr lang="en-US" sz="900" spc="54" kern="0" b="0" i="0" dirty="0">
                <a:solidFill>
                  <a:srgbClr val="070154"/>
                </a:solidFill>
                <a:latin typeface="IBM Plex Mono Medium"/>
                <a:ea typeface="IBM Plex Mono Medium"/>
                <a:cs typeface="IBM Plex Mono Medium"/>
              </a:endParaRPr>
            </a:p>
          </p:txBody>
        </p:sp>
      </p:grpSp>
      <p:grpSp>
        <p:nvGrpSpPr>
          <p:cNvPr id="53" name="node03"/>
          <p:cNvGrpSpPr/>
          <p:nvPr/>
        </p:nvGrpSpPr>
        <p:grpSpPr>
          <a:xfrm>
            <a:off x="723900" y="2743200"/>
            <a:ext cx="127000" cy="127000"/>
            <a:chOff x="723900" y="2743200"/>
            <a:chExt cx="127000" cy="127000"/>
          </a:xfrm>
        </p:grpSpPr>
        <p:sp>
          <p:nvSpPr>
            <p:cNvPr id="8" name="node03.surface"/>
            <p:cNvSpPr/>
            <p:nvPr/>
          </p:nvSpPr>
          <p:spPr>
            <a:xfrm>
              <a:off x="730250" y="2749550"/>
              <a:ext cx="114300" cy="114300"/>
            </a:xfrm>
            <a:prstGeom prst="rect">
              <a:avLst/>
            </a:prstGeom>
            <a:solidFill>
              <a:srgbClr val="FFFFFF"/>
            </a:solidFill>
            <a:ln w="12700">
              <a:solidFill>
                <a:srgbClr val="CED7E6"/>
              </a:solidFill>
              <a:prstDash val="solid"/>
            </a:ln>
          </p:spPr>
        </p:sp>
      </p:grpSp>
      <p:grpSp>
        <p:nvGrpSpPr>
          <p:cNvPr id="54" name="node04"/>
          <p:cNvGrpSpPr/>
          <p:nvPr/>
        </p:nvGrpSpPr>
        <p:grpSpPr>
          <a:xfrm>
            <a:off x="952500" y="2717800"/>
            <a:ext cx="3200400" cy="152400"/>
            <a:chOff x="952500" y="2717800"/>
            <a:chExt cx="3200400" cy="152400"/>
          </a:xfrm>
        </p:grpSpPr>
        <p:sp>
          <p:nvSpPr>
            <p:cNvPr id="9" name="node04.text"/>
            <p:cNvSpPr/>
            <p:nvPr/>
          </p:nvSpPr>
          <p:spPr>
            <a:xfrm>
              <a:off x="952500" y="27178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TALENT HUB</a:t>
              </a:r>
              <a:endParaRPr lang="en-US" sz="900" spc="54" kern="0" b="0" i="0" dirty="0">
                <a:solidFill>
                  <a:srgbClr val="070154"/>
                </a:solidFill>
                <a:latin typeface="IBM Plex Mono Medium"/>
                <a:ea typeface="IBM Plex Mono Medium"/>
                <a:cs typeface="IBM Plex Mono Medium"/>
              </a:endParaRPr>
            </a:p>
          </p:txBody>
        </p:sp>
      </p:grpSp>
      <p:grpSp>
        <p:nvGrpSpPr>
          <p:cNvPr id="55" name="node05"/>
          <p:cNvGrpSpPr/>
          <p:nvPr/>
        </p:nvGrpSpPr>
        <p:grpSpPr>
          <a:xfrm>
            <a:off x="723900" y="3505200"/>
            <a:ext cx="1676400" cy="458978"/>
            <a:chOff x="723900" y="3505200"/>
            <a:chExt cx="1676400" cy="458978"/>
          </a:xfrm>
        </p:grpSpPr>
        <p:sp>
          <p:nvSpPr>
            <p:cNvPr id="10" name="node05.text"/>
            <p:cNvSpPr/>
            <p:nvPr/>
          </p:nvSpPr>
          <p:spPr>
            <a:xfrm>
              <a:off x="723900" y="3505200"/>
              <a:ext cx="16764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10</a:t>
              </a:r>
              <a:endParaRPr lang="en-US" sz="3600" spc="-72" kern="0" b="0" i="0" dirty="0">
                <a:solidFill>
                  <a:srgbClr val="070154"/>
                </a:solidFill>
                <a:latin typeface="IBM Plex Mono SemiBold"/>
                <a:ea typeface="IBM Plex Mono SemiBold"/>
                <a:cs typeface="IBM Plex Mono SemiBold"/>
              </a:endParaRPr>
            </a:p>
          </p:txBody>
        </p:sp>
      </p:grpSp>
      <p:grpSp>
        <p:nvGrpSpPr>
          <p:cNvPr id="56" name="node06"/>
          <p:cNvGrpSpPr/>
          <p:nvPr/>
        </p:nvGrpSpPr>
        <p:grpSpPr>
          <a:xfrm>
            <a:off x="2476500" y="3581400"/>
            <a:ext cx="1676400" cy="457200"/>
            <a:chOff x="2476500" y="3581400"/>
            <a:chExt cx="1676400" cy="457200"/>
          </a:xfrm>
        </p:grpSpPr>
        <p:sp>
          <p:nvSpPr>
            <p:cNvPr id="11" name="node06.text"/>
            <p:cNvSpPr/>
            <p:nvPr/>
          </p:nvSpPr>
          <p:spPr>
            <a:xfrm>
              <a:off x="2476500" y="3581400"/>
              <a:ext cx="1676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offices in three countries</a:t>
              </a:r>
              <a:endParaRPr lang="en-US" sz="1200" spc="0" kern="0" b="0" i="0" dirty="0">
                <a:solidFill>
                  <a:srgbClr val="50658E"/>
                </a:solidFill>
                <a:latin typeface="IBM Plex Sans"/>
                <a:ea typeface="IBM Plex Sans"/>
                <a:cs typeface="IBM Plex Sans"/>
              </a:endParaRPr>
            </a:p>
          </p:txBody>
        </p:sp>
      </p:grpSp>
      <p:grpSp>
        <p:nvGrpSpPr>
          <p:cNvPr id="57" name="node07"/>
          <p:cNvGrpSpPr/>
          <p:nvPr/>
        </p:nvGrpSpPr>
        <p:grpSpPr>
          <a:xfrm>
            <a:off x="723900" y="4267200"/>
            <a:ext cx="1676400" cy="458978"/>
            <a:chOff x="723900" y="4267200"/>
            <a:chExt cx="1676400" cy="458978"/>
          </a:xfrm>
        </p:grpSpPr>
        <p:sp>
          <p:nvSpPr>
            <p:cNvPr id="12" name="node07.text"/>
            <p:cNvSpPr/>
            <p:nvPr/>
          </p:nvSpPr>
          <p:spPr>
            <a:xfrm>
              <a:off x="723900" y="4267200"/>
              <a:ext cx="16764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6</a:t>
              </a:r>
              <a:endParaRPr lang="en-US" sz="3600" spc="-72" kern="0" b="0" i="0" dirty="0">
                <a:solidFill>
                  <a:srgbClr val="070154"/>
                </a:solidFill>
                <a:latin typeface="IBM Plex Mono SemiBold"/>
                <a:ea typeface="IBM Plex Mono SemiBold"/>
                <a:cs typeface="IBM Plex Mono SemiBold"/>
              </a:endParaRPr>
            </a:p>
          </p:txBody>
        </p:sp>
      </p:grpSp>
      <p:grpSp>
        <p:nvGrpSpPr>
          <p:cNvPr id="58" name="node08"/>
          <p:cNvGrpSpPr/>
          <p:nvPr/>
        </p:nvGrpSpPr>
        <p:grpSpPr>
          <a:xfrm>
            <a:off x="2476500" y="4343400"/>
            <a:ext cx="1676400" cy="228600"/>
            <a:chOff x="2476500" y="4343400"/>
            <a:chExt cx="1676400" cy="228600"/>
          </a:xfrm>
        </p:grpSpPr>
        <p:sp>
          <p:nvSpPr>
            <p:cNvPr id="13" name="node08.text"/>
            <p:cNvSpPr/>
            <p:nvPr/>
          </p:nvSpPr>
          <p:spPr>
            <a:xfrm>
              <a:off x="2476500" y="4343400"/>
              <a:ext cx="1676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 talent hubs</a:t>
              </a:r>
              <a:endParaRPr lang="en-US" sz="1200" spc="0" kern="0" b="0" i="0" dirty="0">
                <a:solidFill>
                  <a:srgbClr val="50658E"/>
                </a:solidFill>
                <a:latin typeface="IBM Plex Sans"/>
                <a:ea typeface="IBM Plex Sans"/>
                <a:cs typeface="IBM Plex Sans"/>
              </a:endParaRPr>
            </a:p>
          </p:txBody>
        </p:sp>
      </p:grpSp>
      <p:grpSp>
        <p:nvGrpSpPr>
          <p:cNvPr id="59" name="node09"/>
          <p:cNvGrpSpPr/>
          <p:nvPr/>
        </p:nvGrpSpPr>
        <p:grpSpPr>
          <a:xfrm>
            <a:off x="723900" y="5029200"/>
            <a:ext cx="1676400" cy="458978"/>
            <a:chOff x="723900" y="5029200"/>
            <a:chExt cx="1676400" cy="458978"/>
          </a:xfrm>
        </p:grpSpPr>
        <p:sp>
          <p:nvSpPr>
            <p:cNvPr id="14" name="node09.text"/>
            <p:cNvSpPr/>
            <p:nvPr/>
          </p:nvSpPr>
          <p:spPr>
            <a:xfrm>
              <a:off x="723900" y="5029200"/>
              <a:ext cx="16764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1,500+</a:t>
              </a:r>
              <a:endParaRPr lang="en-US" sz="3600" spc="-72" kern="0" b="0" i="0" dirty="0">
                <a:solidFill>
                  <a:srgbClr val="070154"/>
                </a:solidFill>
                <a:latin typeface="IBM Plex Mono SemiBold"/>
                <a:ea typeface="IBM Plex Mono SemiBold"/>
                <a:cs typeface="IBM Plex Mono SemiBold"/>
              </a:endParaRPr>
            </a:p>
          </p:txBody>
        </p:sp>
      </p:grpSp>
      <p:grpSp>
        <p:nvGrpSpPr>
          <p:cNvPr id="60" name="node10"/>
          <p:cNvGrpSpPr/>
          <p:nvPr/>
        </p:nvGrpSpPr>
        <p:grpSpPr>
          <a:xfrm>
            <a:off x="2476500" y="5105400"/>
            <a:ext cx="1676400" cy="228600"/>
            <a:chOff x="2476500" y="5105400"/>
            <a:chExt cx="1676400" cy="228600"/>
          </a:xfrm>
        </p:grpSpPr>
        <p:sp>
          <p:nvSpPr>
            <p:cNvPr id="15" name="node10.text"/>
            <p:cNvSpPr/>
            <p:nvPr/>
          </p:nvSpPr>
          <p:spPr>
            <a:xfrm>
              <a:off x="2476500" y="5105400"/>
              <a:ext cx="1676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people in all locations</a:t>
              </a:r>
              <a:endParaRPr lang="en-US" sz="1200" spc="0" kern="0" b="0" i="0" dirty="0">
                <a:solidFill>
                  <a:srgbClr val="50658E"/>
                </a:solidFill>
                <a:latin typeface="IBM Plex Sans"/>
                <a:ea typeface="IBM Plex Sans"/>
                <a:cs typeface="IBM Plex Sans"/>
              </a:endParaRPr>
            </a:p>
          </p:txBody>
        </p:sp>
      </p:grpSp>
      <p:grpSp>
        <p:nvGrpSpPr>
          <p:cNvPr id="61" name="node11"/>
          <p:cNvGrpSpPr/>
          <p:nvPr/>
        </p:nvGrpSpPr>
        <p:grpSpPr>
          <a:xfrm>
            <a:off x="4381500" y="5181600"/>
            <a:ext cx="7086600" cy="228600"/>
            <a:chOff x="4381500" y="5181600"/>
            <a:chExt cx="7086600" cy="228600"/>
          </a:xfrm>
        </p:grpSpPr>
        <p:sp>
          <p:nvSpPr>
            <p:cNvPr id="16" name="node11.text"/>
            <p:cNvSpPr/>
            <p:nvPr/>
          </p:nvSpPr>
          <p:spPr>
            <a:xfrm>
              <a:off x="4381500" y="51816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Talent hubs are consultant teams who work from a metro area without a local office.</a:t>
              </a:r>
              <a:endParaRPr lang="en-US" sz="1200" spc="0" kern="0" b="0" i="0" dirty="0">
                <a:solidFill>
                  <a:srgbClr val="50658E"/>
                </a:solidFill>
                <a:latin typeface="IBM Plex Sans"/>
                <a:ea typeface="IBM Plex Sans"/>
                <a:cs typeface="IBM Plex Sans"/>
              </a:endParaRPr>
            </a:p>
          </p:txBody>
        </p:sp>
      </p:grpSp>
      <p:grpSp>
        <p:nvGrpSpPr>
          <p:cNvPr id="62" name="node12"/>
          <p:cNvGrpSpPr/>
          <p:nvPr/>
        </p:nvGrpSpPr>
        <p:grpSpPr>
          <a:xfrm>
            <a:off x="4390801" y="596900"/>
            <a:ext cx="6969362" cy="4053445"/>
            <a:chOff x="4390801" y="596900"/>
            <a:chExt cx="6969362" cy="4053445"/>
          </a:xfrm>
        </p:grpSpPr>
        <p:pic>
          <p:nvPicPr>
            <p:cNvPr id="17" name="node12.map" descr="Frozen geographic dot field; data SHA256=21db9412e80dee64125ebbef72e82e7fdf59defe690a95d85b2c976a2483a415">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84700" y="596900"/>
              <a:ext cx="6515100" cy="4053445"/>
            </a:xfrm>
            <a:prstGeom prst="rect">
              <a:avLst/>
            </a:prstGeom>
          </p:spPr>
        </p:pic>
        <p:sp>
          <p:nvSpPr>
            <p:cNvPr id="18" name="node12.points.source-001.marker"/>
            <p:cNvSpPr/>
            <p:nvPr/>
          </p:nvSpPr>
          <p:spPr>
            <a:xfrm>
              <a:off x="7546709" y="1325453"/>
              <a:ext cx="127000" cy="127000"/>
            </a:xfrm>
            <a:prstGeom prst="ellipse">
              <a:avLst/>
            </a:prstGeom>
            <a:solidFill>
              <a:srgbClr val="070154"/>
            </a:solidFill>
            <a:ln>
              <a:noFill/>
            </a:ln>
          </p:spPr>
        </p:sp>
        <p:sp>
          <p:nvSpPr>
            <p:cNvPr id="19" name="node12.points.source-001.label"/>
            <p:cNvSpPr/>
            <p:nvPr/>
          </p:nvSpPr>
          <p:spPr>
            <a:xfrm>
              <a:off x="5971909" y="1300053"/>
              <a:ext cx="1524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70154"/>
                  </a:solidFill>
                  <a:latin typeface="IBM Plex Mono SemiBold"/>
                  <a:ea typeface="IBM Plex Mono SemiBold"/>
                  <a:cs typeface="IBM Plex Mono SemiBold"/>
                </a:rPr>
                <a:t>CHICAGO (HQ)</a:t>
              </a:r>
              <a:endParaRPr lang="en-US" sz="900" spc="54" kern="0" b="0" i="0" dirty="0">
                <a:solidFill>
                  <a:srgbClr val="070154"/>
                </a:solidFill>
                <a:latin typeface="IBM Plex Mono SemiBold"/>
                <a:ea typeface="IBM Plex Mono SemiBold"/>
                <a:cs typeface="IBM Plex Mono SemiBold"/>
              </a:endParaRPr>
            </a:p>
          </p:txBody>
        </p:sp>
        <p:sp>
          <p:nvSpPr>
            <p:cNvPr id="20" name="node12.points.source-002.marker"/>
            <p:cNvSpPr/>
            <p:nvPr/>
          </p:nvSpPr>
          <p:spPr>
            <a:xfrm>
              <a:off x="5089301" y="2047984"/>
              <a:ext cx="127000" cy="127000"/>
            </a:xfrm>
            <a:prstGeom prst="ellipse">
              <a:avLst/>
            </a:prstGeom>
            <a:solidFill>
              <a:srgbClr val="070154"/>
            </a:solidFill>
            <a:ln>
              <a:noFill/>
            </a:ln>
          </p:spPr>
        </p:sp>
        <p:sp>
          <p:nvSpPr>
            <p:cNvPr id="21" name="node12.points.source-002.label"/>
            <p:cNvSpPr/>
            <p:nvPr/>
          </p:nvSpPr>
          <p:spPr>
            <a:xfrm>
              <a:off x="4390801" y="1844784"/>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LOS ANGELES</a:t>
              </a:r>
              <a:endParaRPr lang="en-US" sz="900" spc="54" kern="0" b="0" i="0" dirty="0">
                <a:solidFill>
                  <a:srgbClr val="070154"/>
                </a:solidFill>
                <a:latin typeface="IBM Plex Mono SemiBold"/>
                <a:ea typeface="IBM Plex Mono SemiBold"/>
                <a:cs typeface="IBM Plex Mono SemiBold"/>
              </a:endParaRPr>
            </a:p>
          </p:txBody>
        </p:sp>
        <p:sp>
          <p:nvSpPr>
            <p:cNvPr id="22" name="node12.points.source-003.marker"/>
            <p:cNvSpPr/>
            <p:nvPr/>
          </p:nvSpPr>
          <p:spPr>
            <a:xfrm>
              <a:off x="8640942" y="1433417"/>
              <a:ext cx="127000" cy="127000"/>
            </a:xfrm>
            <a:prstGeom prst="ellipse">
              <a:avLst/>
            </a:prstGeom>
            <a:solidFill>
              <a:srgbClr val="070154"/>
            </a:solidFill>
            <a:ln>
              <a:noFill/>
            </a:ln>
          </p:spPr>
        </p:sp>
        <p:sp>
          <p:nvSpPr>
            <p:cNvPr id="23" name="node12.points.source-003.label"/>
            <p:cNvSpPr/>
            <p:nvPr/>
          </p:nvSpPr>
          <p:spPr>
            <a:xfrm>
              <a:off x="8818742" y="1408017"/>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NEW YORK</a:t>
              </a:r>
              <a:endParaRPr lang="en-US" sz="900" spc="54" kern="0" b="0" i="0" dirty="0">
                <a:solidFill>
                  <a:srgbClr val="070154"/>
                </a:solidFill>
                <a:latin typeface="IBM Plex Mono SemiBold"/>
                <a:ea typeface="IBM Plex Mono SemiBold"/>
                <a:cs typeface="IBM Plex Mono SemiBold"/>
              </a:endParaRPr>
            </a:p>
          </p:txBody>
        </p:sp>
        <p:sp>
          <p:nvSpPr>
            <p:cNvPr id="24" name="node12.points.source-004.marker"/>
            <p:cNvSpPr/>
            <p:nvPr/>
          </p:nvSpPr>
          <p:spPr>
            <a:xfrm>
              <a:off x="4760951" y="796704"/>
              <a:ext cx="127000" cy="127000"/>
            </a:xfrm>
            <a:prstGeom prst="ellipse">
              <a:avLst/>
            </a:prstGeom>
            <a:solidFill>
              <a:srgbClr val="070154"/>
            </a:solidFill>
            <a:ln>
              <a:noFill/>
            </a:ln>
          </p:spPr>
        </p:sp>
        <p:sp>
          <p:nvSpPr>
            <p:cNvPr id="25" name="node12.points.source-004.label"/>
            <p:cNvSpPr/>
            <p:nvPr/>
          </p:nvSpPr>
          <p:spPr>
            <a:xfrm>
              <a:off x="4938751" y="771304"/>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SEATTLE</a:t>
              </a:r>
              <a:endParaRPr lang="en-US" sz="900" spc="54" kern="0" b="0" i="0" dirty="0">
                <a:solidFill>
                  <a:srgbClr val="070154"/>
                </a:solidFill>
                <a:latin typeface="IBM Plex Mono SemiBold"/>
                <a:ea typeface="IBM Plex Mono SemiBold"/>
                <a:cs typeface="IBM Plex Mono SemiBold"/>
              </a:endParaRPr>
            </a:p>
          </p:txBody>
        </p:sp>
        <p:sp>
          <p:nvSpPr>
            <p:cNvPr id="26" name="node12.points.source-005.marker"/>
            <p:cNvSpPr/>
            <p:nvPr/>
          </p:nvSpPr>
          <p:spPr>
            <a:xfrm>
              <a:off x="6810530" y="2165176"/>
              <a:ext cx="127000" cy="127000"/>
            </a:xfrm>
            <a:prstGeom prst="ellipse">
              <a:avLst/>
            </a:prstGeom>
            <a:solidFill>
              <a:srgbClr val="070154"/>
            </a:solidFill>
            <a:ln>
              <a:noFill/>
            </a:ln>
          </p:spPr>
        </p:sp>
        <p:sp>
          <p:nvSpPr>
            <p:cNvPr id="27" name="node12.points.source-005.label"/>
            <p:cNvSpPr/>
            <p:nvPr/>
          </p:nvSpPr>
          <p:spPr>
            <a:xfrm>
              <a:off x="6112030" y="2317576"/>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DALLAS</a:t>
              </a:r>
              <a:endParaRPr lang="en-US" sz="900" spc="54" kern="0" b="0" i="0" dirty="0">
                <a:solidFill>
                  <a:srgbClr val="070154"/>
                </a:solidFill>
                <a:latin typeface="IBM Plex Mono SemiBold"/>
                <a:ea typeface="IBM Plex Mono SemiBold"/>
                <a:cs typeface="IBM Plex Mono SemiBold"/>
              </a:endParaRPr>
            </a:p>
          </p:txBody>
        </p:sp>
        <p:sp>
          <p:nvSpPr>
            <p:cNvPr id="28" name="node12.points.source-006.marker"/>
            <p:cNvSpPr/>
            <p:nvPr/>
          </p:nvSpPr>
          <p:spPr>
            <a:xfrm>
              <a:off x="7093923" y="1039393"/>
              <a:ext cx="127000" cy="127000"/>
            </a:xfrm>
            <a:prstGeom prst="ellipse">
              <a:avLst/>
            </a:prstGeom>
            <a:solidFill>
              <a:srgbClr val="070154"/>
            </a:solidFill>
            <a:ln>
              <a:noFill/>
            </a:ln>
          </p:spPr>
        </p:sp>
        <p:sp>
          <p:nvSpPr>
            <p:cNvPr id="29" name="node12.points.source-006.label"/>
            <p:cNvSpPr/>
            <p:nvPr/>
          </p:nvSpPr>
          <p:spPr>
            <a:xfrm>
              <a:off x="6395423" y="836193"/>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MINNEAPOLIS</a:t>
              </a:r>
              <a:endParaRPr lang="en-US" sz="900" spc="54" kern="0" b="0" i="0" dirty="0">
                <a:solidFill>
                  <a:srgbClr val="070154"/>
                </a:solidFill>
                <a:latin typeface="IBM Plex Mono SemiBold"/>
                <a:ea typeface="IBM Plex Mono SemiBold"/>
                <a:cs typeface="IBM Plex Mono SemiBold"/>
              </a:endParaRPr>
            </a:p>
          </p:txBody>
        </p:sp>
        <p:sp>
          <p:nvSpPr>
            <p:cNvPr id="30" name="node12.points.source-007.marker"/>
            <p:cNvSpPr/>
            <p:nvPr/>
          </p:nvSpPr>
          <p:spPr>
            <a:xfrm>
              <a:off x="4753726" y="1704712"/>
              <a:ext cx="127000" cy="127000"/>
            </a:xfrm>
            <a:prstGeom prst="ellipse">
              <a:avLst/>
            </a:prstGeom>
            <a:solidFill>
              <a:srgbClr val="070154"/>
            </a:solidFill>
            <a:ln>
              <a:noFill/>
            </a:ln>
          </p:spPr>
        </p:sp>
        <p:sp>
          <p:nvSpPr>
            <p:cNvPr id="31" name="node12.points.source-007.label"/>
            <p:cNvSpPr/>
            <p:nvPr/>
          </p:nvSpPr>
          <p:spPr>
            <a:xfrm>
              <a:off x="4931526" y="1679312"/>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SAN FRANCISCO</a:t>
              </a:r>
              <a:endParaRPr lang="en-US" sz="900" spc="54" kern="0" b="0" i="0" dirty="0">
                <a:solidFill>
                  <a:srgbClr val="070154"/>
                </a:solidFill>
                <a:latin typeface="IBM Plex Mono SemiBold"/>
                <a:ea typeface="IBM Plex Mono SemiBold"/>
                <a:cs typeface="IBM Plex Mono SemiBold"/>
              </a:endParaRPr>
            </a:p>
          </p:txBody>
        </p:sp>
        <p:sp>
          <p:nvSpPr>
            <p:cNvPr id="32" name="node12.points.source-008.marker"/>
            <p:cNvSpPr/>
            <p:nvPr/>
          </p:nvSpPr>
          <p:spPr>
            <a:xfrm>
              <a:off x="8396887" y="1600439"/>
              <a:ext cx="127000" cy="127000"/>
            </a:xfrm>
            <a:prstGeom prst="ellipse">
              <a:avLst/>
            </a:prstGeom>
            <a:solidFill>
              <a:srgbClr val="070154"/>
            </a:solidFill>
            <a:ln>
              <a:noFill/>
            </a:ln>
          </p:spPr>
        </p:sp>
        <p:sp>
          <p:nvSpPr>
            <p:cNvPr id="33" name="node12.points.source-008.label"/>
            <p:cNvSpPr/>
            <p:nvPr/>
          </p:nvSpPr>
          <p:spPr>
            <a:xfrm>
              <a:off x="7698387" y="1752839"/>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WASHINGTON, D.C.</a:t>
              </a:r>
              <a:endParaRPr lang="en-US" sz="900" spc="54" kern="0" b="0" i="0" dirty="0">
                <a:solidFill>
                  <a:srgbClr val="070154"/>
                </a:solidFill>
                <a:latin typeface="IBM Plex Mono SemiBold"/>
                <a:ea typeface="IBM Plex Mono SemiBold"/>
                <a:cs typeface="IBM Plex Mono SemiBold"/>
              </a:endParaRPr>
            </a:p>
          </p:txBody>
        </p:sp>
        <p:sp>
          <p:nvSpPr>
            <p:cNvPr id="34" name="node12.points.source-009.marker"/>
            <p:cNvSpPr/>
            <p:nvPr/>
          </p:nvSpPr>
          <p:spPr>
            <a:xfrm>
              <a:off x="6159377" y="1529276"/>
              <a:ext cx="114300" cy="114300"/>
            </a:xfrm>
            <a:prstGeom prst="ellipse">
              <a:avLst/>
            </a:prstGeom>
            <a:solidFill>
              <a:srgbClr val="FFFFFF"/>
            </a:solidFill>
            <a:ln w="25400">
              <a:solidFill>
                <a:srgbClr val="0047FF"/>
              </a:solidFill>
              <a:prstDash val="solid"/>
            </a:ln>
          </p:spPr>
        </p:sp>
        <p:sp>
          <p:nvSpPr>
            <p:cNvPr id="35" name="node12.points.source-009.label"/>
            <p:cNvSpPr/>
            <p:nvPr/>
          </p:nvSpPr>
          <p:spPr>
            <a:xfrm>
              <a:off x="5454527" y="1319726"/>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DENVER</a:t>
              </a:r>
              <a:endParaRPr lang="en-US" sz="900" spc="54" kern="0" b="0" i="0" dirty="0">
                <a:solidFill>
                  <a:srgbClr val="0047FF"/>
                </a:solidFill>
                <a:latin typeface="IBM Plex Mono SemiBold"/>
                <a:ea typeface="IBM Plex Mono SemiBold"/>
                <a:cs typeface="IBM Plex Mono SemiBold"/>
              </a:endParaRPr>
            </a:p>
          </p:txBody>
        </p:sp>
        <p:sp>
          <p:nvSpPr>
            <p:cNvPr id="36" name="node12.points.source-010.marker"/>
            <p:cNvSpPr/>
            <p:nvPr/>
          </p:nvSpPr>
          <p:spPr>
            <a:xfrm>
              <a:off x="5128566" y="2084785"/>
              <a:ext cx="114300" cy="114300"/>
            </a:xfrm>
            <a:prstGeom prst="ellipse">
              <a:avLst/>
            </a:prstGeom>
            <a:solidFill>
              <a:srgbClr val="FFFFFF"/>
            </a:solidFill>
            <a:ln w="25400">
              <a:solidFill>
                <a:srgbClr val="0047FF"/>
              </a:solidFill>
              <a:prstDash val="solid"/>
            </a:ln>
          </p:spPr>
        </p:sp>
        <p:sp>
          <p:nvSpPr>
            <p:cNvPr id="37" name="node12.points.source-010.label"/>
            <p:cNvSpPr/>
            <p:nvPr/>
          </p:nvSpPr>
          <p:spPr>
            <a:xfrm>
              <a:off x="4423716" y="2230835"/>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ORANGE COUNTY</a:t>
              </a:r>
              <a:endParaRPr lang="en-US" sz="900" spc="54" kern="0" b="0" i="0" dirty="0">
                <a:solidFill>
                  <a:srgbClr val="0047FF"/>
                </a:solidFill>
                <a:latin typeface="IBM Plex Mono SemiBold"/>
                <a:ea typeface="IBM Plex Mono SemiBold"/>
                <a:cs typeface="IBM Plex Mono SemiBold"/>
              </a:endParaRPr>
            </a:p>
          </p:txBody>
        </p:sp>
        <p:sp>
          <p:nvSpPr>
            <p:cNvPr id="38" name="node12.points.source-011.marker"/>
            <p:cNvSpPr/>
            <p:nvPr/>
          </p:nvSpPr>
          <p:spPr>
            <a:xfrm>
              <a:off x="7924761" y="1508975"/>
              <a:ext cx="114300" cy="114300"/>
            </a:xfrm>
            <a:prstGeom prst="ellipse">
              <a:avLst/>
            </a:prstGeom>
            <a:solidFill>
              <a:srgbClr val="FFFFFF"/>
            </a:solidFill>
            <a:ln w="25400">
              <a:solidFill>
                <a:srgbClr val="0047FF"/>
              </a:solidFill>
              <a:prstDash val="solid"/>
            </a:ln>
          </p:spPr>
        </p:sp>
        <p:sp>
          <p:nvSpPr>
            <p:cNvPr id="39" name="node12.points.source-011.label"/>
            <p:cNvSpPr/>
            <p:nvPr/>
          </p:nvSpPr>
          <p:spPr>
            <a:xfrm>
              <a:off x="6343611" y="1477225"/>
              <a:ext cx="15240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COLUMBUS</a:t>
              </a:r>
              <a:endParaRPr lang="en-US" sz="900" spc="54" kern="0" b="0" i="0" dirty="0">
                <a:solidFill>
                  <a:srgbClr val="0047FF"/>
                </a:solidFill>
                <a:latin typeface="IBM Plex Mono SemiBold"/>
                <a:ea typeface="IBM Plex Mono SemiBold"/>
                <a:cs typeface="IBM Plex Mono SemiBold"/>
              </a:endParaRPr>
            </a:p>
          </p:txBody>
        </p:sp>
        <p:sp>
          <p:nvSpPr>
            <p:cNvPr id="40" name="node12.points.source-012.marker"/>
            <p:cNvSpPr/>
            <p:nvPr/>
          </p:nvSpPr>
          <p:spPr>
            <a:xfrm>
              <a:off x="8166408" y="1464682"/>
              <a:ext cx="114300" cy="114300"/>
            </a:xfrm>
            <a:prstGeom prst="ellipse">
              <a:avLst/>
            </a:prstGeom>
            <a:solidFill>
              <a:srgbClr val="FFFFFF"/>
            </a:solidFill>
            <a:ln w="25400">
              <a:solidFill>
                <a:srgbClr val="0047FF"/>
              </a:solidFill>
              <a:prstDash val="solid"/>
            </a:ln>
          </p:spPr>
        </p:sp>
        <p:sp>
          <p:nvSpPr>
            <p:cNvPr id="41" name="node12.points.source-012.label"/>
            <p:cNvSpPr/>
            <p:nvPr/>
          </p:nvSpPr>
          <p:spPr>
            <a:xfrm>
              <a:off x="7461558" y="1255132"/>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PITTSBURGH</a:t>
              </a:r>
              <a:endParaRPr lang="en-US" sz="900" spc="54" kern="0" b="0" i="0" dirty="0">
                <a:solidFill>
                  <a:srgbClr val="0047FF"/>
                </a:solidFill>
                <a:latin typeface="IBM Plex Mono SemiBold"/>
                <a:ea typeface="IBM Plex Mono SemiBold"/>
                <a:cs typeface="IBM Plex Mono SemiBold"/>
              </a:endParaRPr>
            </a:p>
          </p:txBody>
        </p:sp>
        <p:sp>
          <p:nvSpPr>
            <p:cNvPr id="42" name="node12.points.source-013.marker"/>
            <p:cNvSpPr/>
            <p:nvPr/>
          </p:nvSpPr>
          <p:spPr>
            <a:xfrm>
              <a:off x="7739312" y="1962056"/>
              <a:ext cx="114300" cy="114300"/>
            </a:xfrm>
            <a:prstGeom prst="ellipse">
              <a:avLst/>
            </a:prstGeom>
            <a:solidFill>
              <a:srgbClr val="FFFFFF"/>
            </a:solidFill>
            <a:ln w="25400">
              <a:solidFill>
                <a:srgbClr val="0047FF"/>
              </a:solidFill>
              <a:prstDash val="solid"/>
            </a:ln>
          </p:spPr>
        </p:sp>
        <p:sp>
          <p:nvSpPr>
            <p:cNvPr id="43" name="node12.points.source-013.label"/>
            <p:cNvSpPr/>
            <p:nvPr/>
          </p:nvSpPr>
          <p:spPr>
            <a:xfrm>
              <a:off x="7034462" y="2108106"/>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CHATTANOOGA</a:t>
              </a:r>
              <a:endParaRPr lang="en-US" sz="900" spc="54" kern="0" b="0" i="0" dirty="0">
                <a:solidFill>
                  <a:srgbClr val="0047FF"/>
                </a:solidFill>
                <a:latin typeface="IBM Plex Mono SemiBold"/>
                <a:ea typeface="IBM Plex Mono SemiBold"/>
                <a:cs typeface="IBM Plex Mono SemiBold"/>
              </a:endParaRPr>
            </a:p>
          </p:txBody>
        </p:sp>
        <p:sp>
          <p:nvSpPr>
            <p:cNvPr id="44" name="node12.points.source-014.marker"/>
            <p:cNvSpPr/>
            <p:nvPr/>
          </p:nvSpPr>
          <p:spPr>
            <a:xfrm>
              <a:off x="4739202" y="995914"/>
              <a:ext cx="114300" cy="114300"/>
            </a:xfrm>
            <a:prstGeom prst="ellipse">
              <a:avLst/>
            </a:prstGeom>
            <a:solidFill>
              <a:srgbClr val="FFFFFF"/>
            </a:solidFill>
            <a:ln w="25400">
              <a:solidFill>
                <a:srgbClr val="0047FF"/>
              </a:solidFill>
              <a:prstDash val="solid"/>
            </a:ln>
          </p:spPr>
        </p:sp>
        <p:sp>
          <p:nvSpPr>
            <p:cNvPr id="45" name="node12.points.source-014.label"/>
            <p:cNvSpPr/>
            <p:nvPr/>
          </p:nvSpPr>
          <p:spPr>
            <a:xfrm>
              <a:off x="4910652" y="964164"/>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PORTLAND</a:t>
              </a:r>
              <a:endParaRPr lang="en-US" sz="900" spc="54" kern="0" b="0" i="0" dirty="0">
                <a:solidFill>
                  <a:srgbClr val="0047FF"/>
                </a:solidFill>
                <a:latin typeface="IBM Plex Mono SemiBold"/>
                <a:ea typeface="IBM Plex Mono SemiBold"/>
                <a:cs typeface="IBM Plex Mono SemiBold"/>
              </a:endParaRPr>
            </a:p>
          </p:txBody>
        </p:sp>
        <p:sp>
          <p:nvSpPr>
            <p:cNvPr id="46" name="node12.points.source-015.marker"/>
            <p:cNvSpPr/>
            <p:nvPr/>
          </p:nvSpPr>
          <p:spPr>
            <a:xfrm>
              <a:off x="10534663" y="2658797"/>
              <a:ext cx="127000" cy="127000"/>
            </a:xfrm>
            <a:prstGeom prst="ellipse">
              <a:avLst/>
            </a:prstGeom>
            <a:solidFill>
              <a:srgbClr val="070154"/>
            </a:solidFill>
            <a:ln>
              <a:noFill/>
            </a:ln>
          </p:spPr>
        </p:sp>
        <p:sp>
          <p:nvSpPr>
            <p:cNvPr id="47" name="node12.points.source-015.label"/>
            <p:cNvSpPr/>
            <p:nvPr/>
          </p:nvSpPr>
          <p:spPr>
            <a:xfrm>
              <a:off x="9836163" y="2811197"/>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LONDON</a:t>
              </a:r>
              <a:endParaRPr lang="en-US" sz="900" spc="54" kern="0" b="0" i="0" dirty="0">
                <a:solidFill>
                  <a:srgbClr val="070154"/>
                </a:solidFill>
                <a:latin typeface="IBM Plex Mono SemiBold"/>
                <a:ea typeface="IBM Plex Mono SemiBold"/>
                <a:cs typeface="IBM Plex Mono SemiBold"/>
              </a:endParaRPr>
            </a:p>
          </p:txBody>
        </p:sp>
        <p:sp>
          <p:nvSpPr>
            <p:cNvPr id="48" name="node12.points.source-016.marker"/>
            <p:cNvSpPr/>
            <p:nvPr/>
          </p:nvSpPr>
          <p:spPr>
            <a:xfrm>
              <a:off x="7830905" y="4273711"/>
              <a:ext cx="127000" cy="127000"/>
            </a:xfrm>
            <a:prstGeom prst="ellipse">
              <a:avLst/>
            </a:prstGeom>
            <a:solidFill>
              <a:srgbClr val="070154"/>
            </a:solidFill>
            <a:ln>
              <a:noFill/>
            </a:ln>
          </p:spPr>
        </p:sp>
        <p:sp>
          <p:nvSpPr>
            <p:cNvPr id="49" name="node12.points.source-016.label"/>
            <p:cNvSpPr/>
            <p:nvPr/>
          </p:nvSpPr>
          <p:spPr>
            <a:xfrm>
              <a:off x="8008705" y="4248311"/>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COSTA RICA</a:t>
              </a:r>
              <a:endParaRPr lang="en-US" sz="900" spc="54" kern="0" b="0" i="0" dirty="0">
                <a:solidFill>
                  <a:srgbClr val="070154"/>
                </a:solidFill>
                <a:latin typeface="IBM Plex Mono SemiBold"/>
                <a:ea typeface="IBM Plex Mono SemiBold"/>
                <a:cs typeface="IBM Plex Mono SemiBold"/>
              </a:endParaRPr>
            </a:p>
          </p:txBody>
        </p:sp>
      </p:grpSp>
      <p:grpSp>
        <p:nvGrpSpPr>
          <p:cNvPr id="63" name="node13"/>
          <p:cNvGrpSpPr/>
          <p:nvPr/>
        </p:nvGrpSpPr>
        <p:grpSpPr>
          <a:xfrm>
            <a:off x="4381500" y="5638800"/>
            <a:ext cx="7086600" cy="152400"/>
            <a:chOff x="4381500" y="5638800"/>
            <a:chExt cx="7086600" cy="152400"/>
          </a:xfrm>
        </p:grpSpPr>
        <p:sp>
          <p:nvSpPr>
            <p:cNvPr id="50" name="node13.text"/>
            <p:cNvSpPr/>
            <p:nvPr/>
          </p:nvSpPr>
          <p:spPr>
            <a:xfrm>
              <a:off x="4381500" y="56388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ource-00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ABOUT US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Our data and cloud alliances multiply what we deliver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111</a:t>
            </a:fld>
            <a:endParaRPr lang="en-US" sz="700" spc="0" kern="0" b="0" i="0" dirty="0">
              <a:solidFill>
                <a:srgbClr val="070154"/>
              </a:solidFill>
              <a:latin typeface="IBM Plex Mono SemiBold"/>
              <a:ea typeface="IBM Plex Mono SemiBold"/>
              <a:cs typeface="IBM Plex Mono SemiBold"/>
            </a:endParaRPr>
          </a:p>
        </p:txBody>
      </p:sp>
      <p:grpSp>
        <p:nvGrpSpPr>
          <p:cNvPr id="94" name="node01"/>
          <p:cNvGrpSpPr/>
          <p:nvPr/>
        </p:nvGrpSpPr>
        <p:grpSpPr>
          <a:xfrm>
            <a:off x="723900" y="1600200"/>
            <a:ext cx="3429000" cy="3657600"/>
            <a:chOff x="723900" y="1600200"/>
            <a:chExt cx="3429000" cy="3657600"/>
          </a:xfrm>
        </p:grpSpPr>
        <p:sp>
          <p:nvSpPr>
            <p:cNvPr id="7" name="node01.surface"/>
            <p:cNvSpPr/>
            <p:nvPr/>
          </p:nvSpPr>
          <p:spPr>
            <a:xfrm>
              <a:off x="723900" y="1600200"/>
              <a:ext cx="3429000" cy="3657600"/>
            </a:xfrm>
            <a:prstGeom prst="rect">
              <a:avLst/>
            </a:prstGeom>
            <a:solidFill>
              <a:srgbClr val="E8EEF8"/>
            </a:solidFill>
            <a:ln>
              <a:noFill/>
            </a:ln>
          </p:spPr>
        </p:sp>
      </p:grpSp>
      <p:grpSp>
        <p:nvGrpSpPr>
          <p:cNvPr id="95" name="node02"/>
          <p:cNvGrpSpPr/>
          <p:nvPr/>
        </p:nvGrpSpPr>
        <p:grpSpPr>
          <a:xfrm>
            <a:off x="952500" y="1828800"/>
            <a:ext cx="2971800" cy="914400"/>
            <a:chOff x="952500" y="1828800"/>
            <a:chExt cx="2971800" cy="914400"/>
          </a:xfrm>
        </p:grpSpPr>
        <p:sp>
          <p:nvSpPr>
            <p:cNvPr id="8" name="node02.background"/>
            <p:cNvSpPr/>
            <p:nvPr/>
          </p:nvSpPr>
          <p:spPr>
            <a:xfrm>
              <a:off x="952500" y="1828800"/>
              <a:ext cx="2971800" cy="914400"/>
            </a:xfrm>
            <a:prstGeom prst="rect">
              <a:avLst/>
            </a:prstGeom>
            <a:solidFill>
              <a:srgbClr val="FFFFFF"/>
            </a:solidFill>
            <a:ln>
              <a:noFill/>
            </a:ln>
          </p:spPr>
        </p:sp>
        <p:sp>
          <p:nvSpPr>
            <p:cNvPr id="9" name="node02.hatch.000"/>
            <p:cNvSpPr/>
            <p:nvPr/>
          </p:nvSpPr>
          <p:spPr>
            <a:xfrm>
              <a:off x="952500" y="1828800"/>
              <a:ext cx="2971800" cy="914400"/>
            </a:xfrm>
            <a:custGeom>
              <a:avLst/>
              <a:gdLst/>
              <a:ahLst/>
              <a:cxnLst/>
              <a:rect l="l" t="t" r="r" b="b"/>
              <a:pathLst>
                <a:path w="2971800" h="914400">
                  <a:moveTo>
                    <a:pt x="0" y="215526"/>
                  </a:moveTo>
                  <a:lnTo>
                    <a:pt x="0" y="107763"/>
                  </a:lnTo>
                  <a:lnTo>
                    <a:pt x="107763" y="0"/>
                  </a:lnTo>
                  <a:lnTo>
                    <a:pt x="215526" y="0"/>
                  </a:lnTo>
                  <a:close/>
                </a:path>
              </a:pathLst>
            </a:custGeom>
            <a:solidFill>
              <a:srgbClr val="F3F6FC"/>
            </a:solidFill>
            <a:ln>
              <a:noFill/>
            </a:ln>
          </p:spPr>
        </p:sp>
        <p:sp>
          <p:nvSpPr>
            <p:cNvPr id="10" name="node02.hatch.001"/>
            <p:cNvSpPr/>
            <p:nvPr/>
          </p:nvSpPr>
          <p:spPr>
            <a:xfrm>
              <a:off x="952500" y="1828800"/>
              <a:ext cx="2971800" cy="914400"/>
            </a:xfrm>
            <a:custGeom>
              <a:avLst/>
              <a:gdLst/>
              <a:ahLst/>
              <a:cxnLst/>
              <a:rect l="l" t="t" r="r" b="b"/>
              <a:pathLst>
                <a:path w="2971800" h="914400">
                  <a:moveTo>
                    <a:pt x="0" y="431052"/>
                  </a:moveTo>
                  <a:lnTo>
                    <a:pt x="0" y="323289"/>
                  </a:lnTo>
                  <a:lnTo>
                    <a:pt x="323289" y="0"/>
                  </a:lnTo>
                  <a:lnTo>
                    <a:pt x="431052" y="0"/>
                  </a:lnTo>
                  <a:close/>
                </a:path>
              </a:pathLst>
            </a:custGeom>
            <a:solidFill>
              <a:srgbClr val="F3F6FC"/>
            </a:solidFill>
            <a:ln>
              <a:noFill/>
            </a:ln>
          </p:spPr>
        </p:sp>
        <p:sp>
          <p:nvSpPr>
            <p:cNvPr id="11" name="node02.hatch.002"/>
            <p:cNvSpPr/>
            <p:nvPr/>
          </p:nvSpPr>
          <p:spPr>
            <a:xfrm>
              <a:off x="952500" y="1828800"/>
              <a:ext cx="2971800" cy="914400"/>
            </a:xfrm>
            <a:custGeom>
              <a:avLst/>
              <a:gdLst/>
              <a:ahLst/>
              <a:cxnLst/>
              <a:rect l="l" t="t" r="r" b="b"/>
              <a:pathLst>
                <a:path w="2971800" h="914400">
                  <a:moveTo>
                    <a:pt x="0" y="646578"/>
                  </a:moveTo>
                  <a:lnTo>
                    <a:pt x="0" y="538815"/>
                  </a:lnTo>
                  <a:lnTo>
                    <a:pt x="538815" y="0"/>
                  </a:lnTo>
                  <a:lnTo>
                    <a:pt x="646578" y="0"/>
                  </a:lnTo>
                  <a:close/>
                </a:path>
              </a:pathLst>
            </a:custGeom>
            <a:solidFill>
              <a:srgbClr val="F3F6FC"/>
            </a:solidFill>
            <a:ln>
              <a:noFill/>
            </a:ln>
          </p:spPr>
        </p:sp>
        <p:sp>
          <p:nvSpPr>
            <p:cNvPr id="12" name="node02.hatch.003"/>
            <p:cNvSpPr/>
            <p:nvPr/>
          </p:nvSpPr>
          <p:spPr>
            <a:xfrm>
              <a:off x="952500" y="1828800"/>
              <a:ext cx="2971800" cy="914400"/>
            </a:xfrm>
            <a:custGeom>
              <a:avLst/>
              <a:gdLst/>
              <a:ahLst/>
              <a:cxnLst/>
              <a:rect l="l" t="t" r="r" b="b"/>
              <a:pathLst>
                <a:path w="2971800" h="914400">
                  <a:moveTo>
                    <a:pt x="0" y="862105"/>
                  </a:moveTo>
                  <a:lnTo>
                    <a:pt x="0" y="754342"/>
                  </a:lnTo>
                  <a:lnTo>
                    <a:pt x="754342" y="0"/>
                  </a:lnTo>
                  <a:lnTo>
                    <a:pt x="862105" y="0"/>
                  </a:lnTo>
                  <a:close/>
                </a:path>
              </a:pathLst>
            </a:custGeom>
            <a:solidFill>
              <a:srgbClr val="F3F6FC"/>
            </a:solidFill>
            <a:ln>
              <a:noFill/>
            </a:ln>
          </p:spPr>
        </p:sp>
        <p:sp>
          <p:nvSpPr>
            <p:cNvPr id="13" name="node02.hatch.004"/>
            <p:cNvSpPr/>
            <p:nvPr/>
          </p:nvSpPr>
          <p:spPr>
            <a:xfrm>
              <a:off x="952500" y="1828800"/>
              <a:ext cx="2971800" cy="914400"/>
            </a:xfrm>
            <a:custGeom>
              <a:avLst/>
              <a:gdLst/>
              <a:ahLst/>
              <a:cxnLst/>
              <a:rect l="l" t="t" r="r" b="b"/>
              <a:pathLst>
                <a:path w="2971800" h="914400">
                  <a:moveTo>
                    <a:pt x="969868" y="0"/>
                  </a:moveTo>
                  <a:lnTo>
                    <a:pt x="1077631" y="0"/>
                  </a:lnTo>
                  <a:lnTo>
                    <a:pt x="163231" y="914400"/>
                  </a:lnTo>
                  <a:lnTo>
                    <a:pt x="55468" y="914400"/>
                  </a:lnTo>
                  <a:close/>
                </a:path>
              </a:pathLst>
            </a:custGeom>
            <a:solidFill>
              <a:srgbClr val="F3F6FC"/>
            </a:solidFill>
            <a:ln>
              <a:noFill/>
            </a:ln>
          </p:spPr>
        </p:sp>
        <p:sp>
          <p:nvSpPr>
            <p:cNvPr id="14" name="node02.hatch.005"/>
            <p:cNvSpPr/>
            <p:nvPr/>
          </p:nvSpPr>
          <p:spPr>
            <a:xfrm>
              <a:off x="952500" y="1828800"/>
              <a:ext cx="2971800" cy="914400"/>
            </a:xfrm>
            <a:custGeom>
              <a:avLst/>
              <a:gdLst/>
              <a:ahLst/>
              <a:cxnLst/>
              <a:rect l="l" t="t" r="r" b="b"/>
              <a:pathLst>
                <a:path w="2971800" h="914400">
                  <a:moveTo>
                    <a:pt x="1185394" y="0"/>
                  </a:moveTo>
                  <a:lnTo>
                    <a:pt x="1293157" y="0"/>
                  </a:lnTo>
                  <a:lnTo>
                    <a:pt x="378757" y="914400"/>
                  </a:lnTo>
                  <a:lnTo>
                    <a:pt x="270994" y="914400"/>
                  </a:lnTo>
                  <a:close/>
                </a:path>
              </a:pathLst>
            </a:custGeom>
            <a:solidFill>
              <a:srgbClr val="F3F6FC"/>
            </a:solidFill>
            <a:ln>
              <a:noFill/>
            </a:ln>
          </p:spPr>
        </p:sp>
        <p:sp>
          <p:nvSpPr>
            <p:cNvPr id="15" name="node02.hatch.006"/>
            <p:cNvSpPr/>
            <p:nvPr/>
          </p:nvSpPr>
          <p:spPr>
            <a:xfrm>
              <a:off x="952500" y="1828800"/>
              <a:ext cx="2971800" cy="914400"/>
            </a:xfrm>
            <a:custGeom>
              <a:avLst/>
              <a:gdLst/>
              <a:ahLst/>
              <a:cxnLst/>
              <a:rect l="l" t="t" r="r" b="b"/>
              <a:pathLst>
                <a:path w="2971800" h="914400">
                  <a:moveTo>
                    <a:pt x="1400920" y="0"/>
                  </a:moveTo>
                  <a:lnTo>
                    <a:pt x="1508683" y="0"/>
                  </a:lnTo>
                  <a:lnTo>
                    <a:pt x="594283" y="914400"/>
                  </a:lnTo>
                  <a:lnTo>
                    <a:pt x="486520" y="914400"/>
                  </a:lnTo>
                  <a:close/>
                </a:path>
              </a:pathLst>
            </a:custGeom>
            <a:solidFill>
              <a:srgbClr val="F3F6FC"/>
            </a:solidFill>
            <a:ln>
              <a:noFill/>
            </a:ln>
          </p:spPr>
        </p:sp>
        <p:sp>
          <p:nvSpPr>
            <p:cNvPr id="16" name="node02.hatch.007"/>
            <p:cNvSpPr/>
            <p:nvPr/>
          </p:nvSpPr>
          <p:spPr>
            <a:xfrm>
              <a:off x="952500" y="1828800"/>
              <a:ext cx="2971800" cy="914400"/>
            </a:xfrm>
            <a:custGeom>
              <a:avLst/>
              <a:gdLst/>
              <a:ahLst/>
              <a:cxnLst/>
              <a:rect l="l" t="t" r="r" b="b"/>
              <a:pathLst>
                <a:path w="2971800" h="914400">
                  <a:moveTo>
                    <a:pt x="1616446" y="0"/>
                  </a:moveTo>
                  <a:lnTo>
                    <a:pt x="1724209" y="0"/>
                  </a:lnTo>
                  <a:lnTo>
                    <a:pt x="809809" y="914400"/>
                  </a:lnTo>
                  <a:lnTo>
                    <a:pt x="702046" y="914400"/>
                  </a:lnTo>
                  <a:close/>
                </a:path>
              </a:pathLst>
            </a:custGeom>
            <a:solidFill>
              <a:srgbClr val="F3F6FC"/>
            </a:solidFill>
            <a:ln>
              <a:noFill/>
            </a:ln>
          </p:spPr>
        </p:sp>
        <p:sp>
          <p:nvSpPr>
            <p:cNvPr id="17" name="node02.hatch.008"/>
            <p:cNvSpPr/>
            <p:nvPr/>
          </p:nvSpPr>
          <p:spPr>
            <a:xfrm>
              <a:off x="952500" y="1828800"/>
              <a:ext cx="2971800" cy="914400"/>
            </a:xfrm>
            <a:custGeom>
              <a:avLst/>
              <a:gdLst/>
              <a:ahLst/>
              <a:cxnLst/>
              <a:rect l="l" t="t" r="r" b="b"/>
              <a:pathLst>
                <a:path w="2971800" h="914400">
                  <a:moveTo>
                    <a:pt x="1831972" y="0"/>
                  </a:moveTo>
                  <a:lnTo>
                    <a:pt x="1939735" y="0"/>
                  </a:lnTo>
                  <a:lnTo>
                    <a:pt x="1025335" y="914400"/>
                  </a:lnTo>
                  <a:lnTo>
                    <a:pt x="917572" y="914400"/>
                  </a:lnTo>
                  <a:close/>
                </a:path>
              </a:pathLst>
            </a:custGeom>
            <a:solidFill>
              <a:srgbClr val="F3F6FC"/>
            </a:solidFill>
            <a:ln>
              <a:noFill/>
            </a:ln>
          </p:spPr>
        </p:sp>
        <p:sp>
          <p:nvSpPr>
            <p:cNvPr id="18" name="node02.hatch.009"/>
            <p:cNvSpPr/>
            <p:nvPr/>
          </p:nvSpPr>
          <p:spPr>
            <a:xfrm>
              <a:off x="952500" y="1828800"/>
              <a:ext cx="2971800" cy="914400"/>
            </a:xfrm>
            <a:custGeom>
              <a:avLst/>
              <a:gdLst/>
              <a:ahLst/>
              <a:cxnLst/>
              <a:rect l="l" t="t" r="r" b="b"/>
              <a:pathLst>
                <a:path w="2971800" h="914400">
                  <a:moveTo>
                    <a:pt x="2047498" y="0"/>
                  </a:moveTo>
                  <a:lnTo>
                    <a:pt x="2155261" y="0"/>
                  </a:lnTo>
                  <a:lnTo>
                    <a:pt x="1240861" y="914400"/>
                  </a:lnTo>
                  <a:lnTo>
                    <a:pt x="1133098" y="914400"/>
                  </a:lnTo>
                  <a:close/>
                </a:path>
              </a:pathLst>
            </a:custGeom>
            <a:solidFill>
              <a:srgbClr val="F3F6FC"/>
            </a:solidFill>
            <a:ln>
              <a:noFill/>
            </a:ln>
          </p:spPr>
        </p:sp>
        <p:sp>
          <p:nvSpPr>
            <p:cNvPr id="19" name="node02.hatch.010"/>
            <p:cNvSpPr/>
            <p:nvPr/>
          </p:nvSpPr>
          <p:spPr>
            <a:xfrm>
              <a:off x="952500" y="1828800"/>
              <a:ext cx="2971800" cy="914400"/>
            </a:xfrm>
            <a:custGeom>
              <a:avLst/>
              <a:gdLst/>
              <a:ahLst/>
              <a:cxnLst/>
              <a:rect l="l" t="t" r="r" b="b"/>
              <a:pathLst>
                <a:path w="2971800" h="914400">
                  <a:moveTo>
                    <a:pt x="2263025" y="0"/>
                  </a:moveTo>
                  <a:lnTo>
                    <a:pt x="2370788" y="0"/>
                  </a:lnTo>
                  <a:lnTo>
                    <a:pt x="1456388" y="914400"/>
                  </a:lnTo>
                  <a:lnTo>
                    <a:pt x="1348625" y="914400"/>
                  </a:lnTo>
                  <a:close/>
                </a:path>
              </a:pathLst>
            </a:custGeom>
            <a:solidFill>
              <a:srgbClr val="F3F6FC"/>
            </a:solidFill>
            <a:ln>
              <a:noFill/>
            </a:ln>
          </p:spPr>
        </p:sp>
        <p:sp>
          <p:nvSpPr>
            <p:cNvPr id="20" name="node02.hatch.011"/>
            <p:cNvSpPr/>
            <p:nvPr/>
          </p:nvSpPr>
          <p:spPr>
            <a:xfrm>
              <a:off x="952500" y="1828800"/>
              <a:ext cx="2971800" cy="914400"/>
            </a:xfrm>
            <a:custGeom>
              <a:avLst/>
              <a:gdLst/>
              <a:ahLst/>
              <a:cxnLst/>
              <a:rect l="l" t="t" r="r" b="b"/>
              <a:pathLst>
                <a:path w="2971800" h="914400">
                  <a:moveTo>
                    <a:pt x="2478551" y="0"/>
                  </a:moveTo>
                  <a:lnTo>
                    <a:pt x="2586314" y="0"/>
                  </a:lnTo>
                  <a:lnTo>
                    <a:pt x="1671914" y="914400"/>
                  </a:lnTo>
                  <a:lnTo>
                    <a:pt x="1564151" y="914400"/>
                  </a:lnTo>
                  <a:close/>
                </a:path>
              </a:pathLst>
            </a:custGeom>
            <a:solidFill>
              <a:srgbClr val="F3F6FC"/>
            </a:solidFill>
            <a:ln>
              <a:noFill/>
            </a:ln>
          </p:spPr>
        </p:sp>
        <p:sp>
          <p:nvSpPr>
            <p:cNvPr id="21" name="node02.hatch.012"/>
            <p:cNvSpPr/>
            <p:nvPr/>
          </p:nvSpPr>
          <p:spPr>
            <a:xfrm>
              <a:off x="952500" y="1828800"/>
              <a:ext cx="2971800" cy="914400"/>
            </a:xfrm>
            <a:custGeom>
              <a:avLst/>
              <a:gdLst/>
              <a:ahLst/>
              <a:cxnLst/>
              <a:rect l="l" t="t" r="r" b="b"/>
              <a:pathLst>
                <a:path w="2971800" h="914400">
                  <a:moveTo>
                    <a:pt x="2694077" y="0"/>
                  </a:moveTo>
                  <a:lnTo>
                    <a:pt x="2801840" y="0"/>
                  </a:lnTo>
                  <a:lnTo>
                    <a:pt x="1887440" y="914400"/>
                  </a:lnTo>
                  <a:lnTo>
                    <a:pt x="1779677" y="914400"/>
                  </a:lnTo>
                  <a:close/>
                </a:path>
              </a:pathLst>
            </a:custGeom>
            <a:solidFill>
              <a:srgbClr val="F3F6FC"/>
            </a:solidFill>
            <a:ln>
              <a:noFill/>
            </a:ln>
          </p:spPr>
        </p:sp>
        <p:sp>
          <p:nvSpPr>
            <p:cNvPr id="22" name="node02.hatch.013"/>
            <p:cNvSpPr/>
            <p:nvPr/>
          </p:nvSpPr>
          <p:spPr>
            <a:xfrm>
              <a:off x="952500" y="1828800"/>
              <a:ext cx="2971800" cy="914400"/>
            </a:xfrm>
            <a:custGeom>
              <a:avLst/>
              <a:gdLst/>
              <a:ahLst/>
              <a:cxnLst/>
              <a:rect l="l" t="t" r="r" b="b"/>
              <a:pathLst>
                <a:path w="2971800" h="914400">
                  <a:moveTo>
                    <a:pt x="2909603" y="0"/>
                  </a:moveTo>
                  <a:lnTo>
                    <a:pt x="2971800" y="0"/>
                  </a:lnTo>
                  <a:lnTo>
                    <a:pt x="2971800" y="45566"/>
                  </a:lnTo>
                  <a:lnTo>
                    <a:pt x="2102966" y="914400"/>
                  </a:lnTo>
                  <a:lnTo>
                    <a:pt x="1995203" y="914400"/>
                  </a:lnTo>
                  <a:close/>
                </a:path>
              </a:pathLst>
            </a:custGeom>
            <a:solidFill>
              <a:srgbClr val="F3F6FC"/>
            </a:solidFill>
            <a:ln>
              <a:noFill/>
            </a:ln>
          </p:spPr>
        </p:sp>
        <p:sp>
          <p:nvSpPr>
            <p:cNvPr id="23" name="node02.hatch.014"/>
            <p:cNvSpPr/>
            <p:nvPr/>
          </p:nvSpPr>
          <p:spPr>
            <a:xfrm>
              <a:off x="952500" y="1828800"/>
              <a:ext cx="2971800" cy="914400"/>
            </a:xfrm>
            <a:custGeom>
              <a:avLst/>
              <a:gdLst/>
              <a:ahLst/>
              <a:cxnLst/>
              <a:rect l="l" t="t" r="r" b="b"/>
              <a:pathLst>
                <a:path w="2971800" h="914400">
                  <a:moveTo>
                    <a:pt x="2971800" y="153329"/>
                  </a:moveTo>
                  <a:lnTo>
                    <a:pt x="2971800" y="261092"/>
                  </a:lnTo>
                  <a:lnTo>
                    <a:pt x="2318492" y="914400"/>
                  </a:lnTo>
                  <a:lnTo>
                    <a:pt x="2210729" y="914400"/>
                  </a:lnTo>
                  <a:close/>
                </a:path>
              </a:pathLst>
            </a:custGeom>
            <a:solidFill>
              <a:srgbClr val="F3F6FC"/>
            </a:solidFill>
            <a:ln>
              <a:noFill/>
            </a:ln>
          </p:spPr>
        </p:sp>
        <p:sp>
          <p:nvSpPr>
            <p:cNvPr id="24" name="node02.hatch.015"/>
            <p:cNvSpPr/>
            <p:nvPr/>
          </p:nvSpPr>
          <p:spPr>
            <a:xfrm>
              <a:off x="952500" y="1828800"/>
              <a:ext cx="2971800" cy="914400"/>
            </a:xfrm>
            <a:custGeom>
              <a:avLst/>
              <a:gdLst/>
              <a:ahLst/>
              <a:cxnLst/>
              <a:rect l="l" t="t" r="r" b="b"/>
              <a:pathLst>
                <a:path w="2971800" h="914400">
                  <a:moveTo>
                    <a:pt x="2971800" y="368855"/>
                  </a:moveTo>
                  <a:lnTo>
                    <a:pt x="2971800" y="476618"/>
                  </a:lnTo>
                  <a:lnTo>
                    <a:pt x="2534018" y="914400"/>
                  </a:lnTo>
                  <a:lnTo>
                    <a:pt x="2426255" y="914400"/>
                  </a:lnTo>
                  <a:close/>
                </a:path>
              </a:pathLst>
            </a:custGeom>
            <a:solidFill>
              <a:srgbClr val="F3F6FC"/>
            </a:solidFill>
            <a:ln>
              <a:noFill/>
            </a:ln>
          </p:spPr>
        </p:sp>
        <p:sp>
          <p:nvSpPr>
            <p:cNvPr id="25" name="node02.hatch.016"/>
            <p:cNvSpPr/>
            <p:nvPr/>
          </p:nvSpPr>
          <p:spPr>
            <a:xfrm>
              <a:off x="952500" y="1828800"/>
              <a:ext cx="2971800" cy="914400"/>
            </a:xfrm>
            <a:custGeom>
              <a:avLst/>
              <a:gdLst/>
              <a:ahLst/>
              <a:cxnLst/>
              <a:rect l="l" t="t" r="r" b="b"/>
              <a:pathLst>
                <a:path w="2971800" h="914400">
                  <a:moveTo>
                    <a:pt x="2971800" y="584381"/>
                  </a:moveTo>
                  <a:lnTo>
                    <a:pt x="2971800" y="692144"/>
                  </a:lnTo>
                  <a:lnTo>
                    <a:pt x="2749544" y="914400"/>
                  </a:lnTo>
                  <a:lnTo>
                    <a:pt x="2641781" y="914400"/>
                  </a:lnTo>
                  <a:close/>
                </a:path>
              </a:pathLst>
            </a:custGeom>
            <a:solidFill>
              <a:srgbClr val="F3F6FC"/>
            </a:solidFill>
            <a:ln>
              <a:noFill/>
            </a:ln>
          </p:spPr>
        </p:sp>
        <p:sp>
          <p:nvSpPr>
            <p:cNvPr id="26" name="node02.hatch.017"/>
            <p:cNvSpPr/>
            <p:nvPr/>
          </p:nvSpPr>
          <p:spPr>
            <a:xfrm>
              <a:off x="952500" y="1828800"/>
              <a:ext cx="2971800" cy="914400"/>
            </a:xfrm>
            <a:custGeom>
              <a:avLst/>
              <a:gdLst/>
              <a:ahLst/>
              <a:cxnLst/>
              <a:rect l="l" t="t" r="r" b="b"/>
              <a:pathLst>
                <a:path w="2971800" h="914400">
                  <a:moveTo>
                    <a:pt x="2971800" y="799908"/>
                  </a:moveTo>
                  <a:lnTo>
                    <a:pt x="2971800" y="907671"/>
                  </a:lnTo>
                  <a:lnTo>
                    <a:pt x="2965071" y="914400"/>
                  </a:lnTo>
                  <a:lnTo>
                    <a:pt x="2857308" y="914400"/>
                  </a:lnTo>
                  <a:close/>
                </a:path>
              </a:pathLst>
            </a:custGeom>
            <a:solidFill>
              <a:srgbClr val="F3F6FC"/>
            </a:solidFill>
            <a:ln>
              <a:noFill/>
            </a:ln>
          </p:spPr>
        </p:sp>
        <p:sp>
          <p:nvSpPr>
            <p:cNvPr id="27" name="node02.border"/>
            <p:cNvSpPr/>
            <p:nvPr/>
          </p:nvSpPr>
          <p:spPr>
            <a:xfrm>
              <a:off x="952500" y="1828800"/>
              <a:ext cx="2971800" cy="914400"/>
            </a:xfrm>
            <a:prstGeom prst="rect">
              <a:avLst/>
            </a:prstGeom>
            <a:ln w="12700">
              <a:solidFill>
                <a:srgbClr val="97A4BA"/>
              </a:solidFill>
              <a:prstDash val="solid"/>
            </a:ln>
          </p:spPr>
        </p:sp>
        <p:sp>
          <p:nvSpPr>
            <p:cNvPr id="28" name="node02.placeholder"/>
            <p:cNvSpPr/>
            <p:nvPr/>
          </p:nvSpPr>
          <p:spPr>
            <a:xfrm>
              <a:off x="977900" y="2209800"/>
              <a:ext cx="2921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96" name="node03"/>
          <p:cNvGrpSpPr/>
          <p:nvPr/>
        </p:nvGrpSpPr>
        <p:grpSpPr>
          <a:xfrm>
            <a:off x="952500" y="2971800"/>
            <a:ext cx="2971800" cy="304800"/>
            <a:chOff x="952500" y="2971800"/>
            <a:chExt cx="2971800" cy="304800"/>
          </a:xfrm>
        </p:grpSpPr>
        <p:sp>
          <p:nvSpPr>
            <p:cNvPr id="29" name="node03.text"/>
            <p:cNvSpPr/>
            <p:nvPr/>
          </p:nvSpPr>
          <p:spPr>
            <a:xfrm>
              <a:off x="952500" y="2971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Alliance partner A</a:t>
              </a:r>
              <a:endParaRPr lang="en-US" sz="1800" spc="-18" kern="0" b="0" i="0" dirty="0">
                <a:solidFill>
                  <a:srgbClr val="070154"/>
                </a:solidFill>
                <a:latin typeface="IBM Plex Sans SemiBold"/>
                <a:ea typeface="IBM Plex Sans SemiBold"/>
                <a:cs typeface="IBM Plex Sans SemiBold"/>
              </a:endParaRPr>
            </a:p>
          </p:txBody>
        </p:sp>
      </p:grpSp>
      <p:grpSp>
        <p:nvGrpSpPr>
          <p:cNvPr id="97" name="node04"/>
          <p:cNvGrpSpPr/>
          <p:nvPr/>
        </p:nvGrpSpPr>
        <p:grpSpPr>
          <a:xfrm>
            <a:off x="952500" y="3429000"/>
            <a:ext cx="2971800" cy="152400"/>
            <a:chOff x="952500" y="3429000"/>
            <a:chExt cx="2971800" cy="152400"/>
          </a:xfrm>
        </p:grpSpPr>
        <p:sp>
          <p:nvSpPr>
            <p:cNvPr id="30" name="node04.text"/>
            <p:cNvSpPr/>
            <p:nvPr/>
          </p:nvSpPr>
          <p:spPr>
            <a:xfrm>
              <a:off x="952500" y="3429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PREMIER PARTNER</a:t>
              </a:r>
              <a:endParaRPr lang="en-US" sz="900" spc="54" kern="0" b="0" i="0" dirty="0">
                <a:solidFill>
                  <a:srgbClr val="0047FF"/>
                </a:solidFill>
                <a:latin typeface="IBM Plex Mono Medium"/>
                <a:ea typeface="IBM Plex Mono Medium"/>
                <a:cs typeface="IBM Plex Mono Medium"/>
              </a:endParaRPr>
            </a:p>
          </p:txBody>
        </p:sp>
      </p:grpSp>
      <p:sp>
        <p:nvSpPr>
          <p:cNvPr id="31" name="node05"/>
          <p:cNvSpPr/>
          <p:nvPr/>
        </p:nvSpPr>
        <p:spPr>
          <a:xfrm>
            <a:off x="952500" y="3886200"/>
            <a:ext cx="2971800" cy="9525"/>
          </a:xfrm>
          <a:prstGeom prst="rect">
            <a:avLst/>
          </a:prstGeom>
          <a:solidFill>
            <a:srgbClr val="CED7E6"/>
          </a:solidFill>
          <a:ln>
            <a:noFill/>
          </a:ln>
        </p:spPr>
      </p:sp>
      <p:grpSp>
        <p:nvGrpSpPr>
          <p:cNvPr id="98" name="node06"/>
          <p:cNvGrpSpPr/>
          <p:nvPr/>
        </p:nvGrpSpPr>
        <p:grpSpPr>
          <a:xfrm>
            <a:off x="952500" y="4114800"/>
            <a:ext cx="1600200" cy="954850"/>
            <a:chOff x="952500" y="4114800"/>
            <a:chExt cx="1600200" cy="954850"/>
          </a:xfrm>
        </p:grpSpPr>
        <p:sp>
          <p:nvSpPr>
            <p:cNvPr id="32" name="node06.value"/>
            <p:cNvSpPr/>
            <p:nvPr/>
          </p:nvSpPr>
          <p:spPr>
            <a:xfrm>
              <a:off x="952500" y="41148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86</a:t>
              </a:r>
              <a:endParaRPr lang="en-US" sz="4800" spc="-96" kern="0" b="0" i="0" dirty="0">
                <a:solidFill>
                  <a:srgbClr val="070154"/>
                </a:solidFill>
                <a:latin typeface="IBM Plex Mono SemiBold"/>
                <a:ea typeface="IBM Plex Mono SemiBold"/>
                <a:cs typeface="IBM Plex Mono SemiBold"/>
              </a:endParaRPr>
            </a:p>
          </p:txBody>
        </p:sp>
        <p:sp>
          <p:nvSpPr>
            <p:cNvPr id="33" name="node06.label"/>
            <p:cNvSpPr/>
            <p:nvPr/>
          </p:nvSpPr>
          <p:spPr>
            <a:xfrm>
              <a:off x="952500" y="48029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joint engagements</a:t>
              </a:r>
              <a:endParaRPr lang="en-US" sz="1400" spc="0" kern="0" b="0" i="0" dirty="0">
                <a:solidFill>
                  <a:srgbClr val="50658E"/>
                </a:solidFill>
                <a:latin typeface="IBM Plex Sans"/>
                <a:ea typeface="IBM Plex Sans"/>
                <a:cs typeface="IBM Plex Sans"/>
              </a:endParaRPr>
            </a:p>
          </p:txBody>
        </p:sp>
      </p:grpSp>
      <p:grpSp>
        <p:nvGrpSpPr>
          <p:cNvPr id="99" name="node07"/>
          <p:cNvGrpSpPr/>
          <p:nvPr/>
        </p:nvGrpSpPr>
        <p:grpSpPr>
          <a:xfrm>
            <a:off x="2552700" y="4114800"/>
            <a:ext cx="1371600" cy="954850"/>
            <a:chOff x="2552700" y="4114800"/>
            <a:chExt cx="1371600" cy="954850"/>
          </a:xfrm>
        </p:grpSpPr>
        <p:sp>
          <p:nvSpPr>
            <p:cNvPr id="34" name="node07.value"/>
            <p:cNvSpPr/>
            <p:nvPr/>
          </p:nvSpPr>
          <p:spPr>
            <a:xfrm>
              <a:off x="2552700" y="4114800"/>
              <a:ext cx="1371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52</a:t>
              </a:r>
              <a:endParaRPr lang="en-US" sz="4800" spc="-96" kern="0" b="0" i="0" dirty="0">
                <a:solidFill>
                  <a:srgbClr val="070154"/>
                </a:solidFill>
                <a:latin typeface="IBM Plex Mono SemiBold"/>
                <a:ea typeface="IBM Plex Mono SemiBold"/>
                <a:cs typeface="IBM Plex Mono SemiBold"/>
              </a:endParaRPr>
            </a:p>
          </p:txBody>
        </p:sp>
        <p:sp>
          <p:nvSpPr>
            <p:cNvPr id="35" name="node07.label"/>
            <p:cNvSpPr/>
            <p:nvPr/>
          </p:nvSpPr>
          <p:spPr>
            <a:xfrm>
              <a:off x="2552700" y="4802950"/>
              <a:ext cx="137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clients served</a:t>
              </a:r>
              <a:endParaRPr lang="en-US" sz="1400" spc="0" kern="0" b="0" i="0" dirty="0">
                <a:solidFill>
                  <a:srgbClr val="50658E"/>
                </a:solidFill>
                <a:latin typeface="IBM Plex Sans"/>
                <a:ea typeface="IBM Plex Sans"/>
                <a:cs typeface="IBM Plex Sans"/>
              </a:endParaRPr>
            </a:p>
          </p:txBody>
        </p:sp>
      </p:grpSp>
      <p:grpSp>
        <p:nvGrpSpPr>
          <p:cNvPr id="100" name="node08"/>
          <p:cNvGrpSpPr/>
          <p:nvPr/>
        </p:nvGrpSpPr>
        <p:grpSpPr>
          <a:xfrm>
            <a:off x="4381500" y="1600200"/>
            <a:ext cx="3429000" cy="3657600"/>
            <a:chOff x="4381500" y="1600200"/>
            <a:chExt cx="3429000" cy="3657600"/>
          </a:xfrm>
        </p:grpSpPr>
        <p:sp>
          <p:nvSpPr>
            <p:cNvPr id="36" name="node08.surface"/>
            <p:cNvSpPr/>
            <p:nvPr/>
          </p:nvSpPr>
          <p:spPr>
            <a:xfrm>
              <a:off x="4381500" y="1600200"/>
              <a:ext cx="3429000" cy="3657600"/>
            </a:xfrm>
            <a:prstGeom prst="rect">
              <a:avLst/>
            </a:prstGeom>
            <a:solidFill>
              <a:srgbClr val="E8EEF8"/>
            </a:solidFill>
            <a:ln>
              <a:noFill/>
            </a:ln>
          </p:spPr>
        </p:sp>
      </p:grpSp>
      <p:grpSp>
        <p:nvGrpSpPr>
          <p:cNvPr id="101" name="node09"/>
          <p:cNvGrpSpPr/>
          <p:nvPr/>
        </p:nvGrpSpPr>
        <p:grpSpPr>
          <a:xfrm>
            <a:off x="4610100" y="1828800"/>
            <a:ext cx="2971800" cy="914400"/>
            <a:chOff x="4610100" y="1828800"/>
            <a:chExt cx="2971800" cy="914400"/>
          </a:xfrm>
        </p:grpSpPr>
        <p:sp>
          <p:nvSpPr>
            <p:cNvPr id="37" name="node09.background"/>
            <p:cNvSpPr/>
            <p:nvPr/>
          </p:nvSpPr>
          <p:spPr>
            <a:xfrm>
              <a:off x="4610100" y="1828800"/>
              <a:ext cx="2971800" cy="914400"/>
            </a:xfrm>
            <a:prstGeom prst="rect">
              <a:avLst/>
            </a:prstGeom>
            <a:solidFill>
              <a:srgbClr val="FFFFFF"/>
            </a:solidFill>
            <a:ln>
              <a:noFill/>
            </a:ln>
          </p:spPr>
        </p:sp>
        <p:sp>
          <p:nvSpPr>
            <p:cNvPr id="38" name="node09.hatch.000"/>
            <p:cNvSpPr/>
            <p:nvPr/>
          </p:nvSpPr>
          <p:spPr>
            <a:xfrm>
              <a:off x="4610100" y="1828800"/>
              <a:ext cx="2971800" cy="914400"/>
            </a:xfrm>
            <a:custGeom>
              <a:avLst/>
              <a:gdLst/>
              <a:ahLst/>
              <a:cxnLst/>
              <a:rect l="l" t="t" r="r" b="b"/>
              <a:pathLst>
                <a:path w="2971800" h="914400">
                  <a:moveTo>
                    <a:pt x="0" y="215526"/>
                  </a:moveTo>
                  <a:lnTo>
                    <a:pt x="0" y="107763"/>
                  </a:lnTo>
                  <a:lnTo>
                    <a:pt x="107763" y="0"/>
                  </a:lnTo>
                  <a:lnTo>
                    <a:pt x="215526" y="0"/>
                  </a:lnTo>
                  <a:close/>
                </a:path>
              </a:pathLst>
            </a:custGeom>
            <a:solidFill>
              <a:srgbClr val="F3F6FC"/>
            </a:solidFill>
            <a:ln>
              <a:noFill/>
            </a:ln>
          </p:spPr>
        </p:sp>
        <p:sp>
          <p:nvSpPr>
            <p:cNvPr id="39" name="node09.hatch.001"/>
            <p:cNvSpPr/>
            <p:nvPr/>
          </p:nvSpPr>
          <p:spPr>
            <a:xfrm>
              <a:off x="4610100" y="1828800"/>
              <a:ext cx="2971800" cy="914400"/>
            </a:xfrm>
            <a:custGeom>
              <a:avLst/>
              <a:gdLst/>
              <a:ahLst/>
              <a:cxnLst/>
              <a:rect l="l" t="t" r="r" b="b"/>
              <a:pathLst>
                <a:path w="2971800" h="914400">
                  <a:moveTo>
                    <a:pt x="0" y="431052"/>
                  </a:moveTo>
                  <a:lnTo>
                    <a:pt x="0" y="323289"/>
                  </a:lnTo>
                  <a:lnTo>
                    <a:pt x="323289" y="0"/>
                  </a:lnTo>
                  <a:lnTo>
                    <a:pt x="431052" y="0"/>
                  </a:lnTo>
                  <a:close/>
                </a:path>
              </a:pathLst>
            </a:custGeom>
            <a:solidFill>
              <a:srgbClr val="F3F6FC"/>
            </a:solidFill>
            <a:ln>
              <a:noFill/>
            </a:ln>
          </p:spPr>
        </p:sp>
        <p:sp>
          <p:nvSpPr>
            <p:cNvPr id="40" name="node09.hatch.002"/>
            <p:cNvSpPr/>
            <p:nvPr/>
          </p:nvSpPr>
          <p:spPr>
            <a:xfrm>
              <a:off x="4610100" y="1828800"/>
              <a:ext cx="2971800" cy="914400"/>
            </a:xfrm>
            <a:custGeom>
              <a:avLst/>
              <a:gdLst/>
              <a:ahLst/>
              <a:cxnLst/>
              <a:rect l="l" t="t" r="r" b="b"/>
              <a:pathLst>
                <a:path w="2971800" h="914400">
                  <a:moveTo>
                    <a:pt x="0" y="646578"/>
                  </a:moveTo>
                  <a:lnTo>
                    <a:pt x="0" y="538815"/>
                  </a:lnTo>
                  <a:lnTo>
                    <a:pt x="538815" y="0"/>
                  </a:lnTo>
                  <a:lnTo>
                    <a:pt x="646578" y="0"/>
                  </a:lnTo>
                  <a:close/>
                </a:path>
              </a:pathLst>
            </a:custGeom>
            <a:solidFill>
              <a:srgbClr val="F3F6FC"/>
            </a:solidFill>
            <a:ln>
              <a:noFill/>
            </a:ln>
          </p:spPr>
        </p:sp>
        <p:sp>
          <p:nvSpPr>
            <p:cNvPr id="41" name="node09.hatch.003"/>
            <p:cNvSpPr/>
            <p:nvPr/>
          </p:nvSpPr>
          <p:spPr>
            <a:xfrm>
              <a:off x="4610100" y="1828800"/>
              <a:ext cx="2971800" cy="914400"/>
            </a:xfrm>
            <a:custGeom>
              <a:avLst/>
              <a:gdLst/>
              <a:ahLst/>
              <a:cxnLst/>
              <a:rect l="l" t="t" r="r" b="b"/>
              <a:pathLst>
                <a:path w="2971800" h="914400">
                  <a:moveTo>
                    <a:pt x="0" y="862105"/>
                  </a:moveTo>
                  <a:lnTo>
                    <a:pt x="0" y="754342"/>
                  </a:lnTo>
                  <a:lnTo>
                    <a:pt x="754342" y="0"/>
                  </a:lnTo>
                  <a:lnTo>
                    <a:pt x="862105" y="0"/>
                  </a:lnTo>
                  <a:close/>
                </a:path>
              </a:pathLst>
            </a:custGeom>
            <a:solidFill>
              <a:srgbClr val="F3F6FC"/>
            </a:solidFill>
            <a:ln>
              <a:noFill/>
            </a:ln>
          </p:spPr>
        </p:sp>
        <p:sp>
          <p:nvSpPr>
            <p:cNvPr id="42" name="node09.hatch.004"/>
            <p:cNvSpPr/>
            <p:nvPr/>
          </p:nvSpPr>
          <p:spPr>
            <a:xfrm>
              <a:off x="4610100" y="1828800"/>
              <a:ext cx="2971800" cy="914400"/>
            </a:xfrm>
            <a:custGeom>
              <a:avLst/>
              <a:gdLst/>
              <a:ahLst/>
              <a:cxnLst/>
              <a:rect l="l" t="t" r="r" b="b"/>
              <a:pathLst>
                <a:path w="2971800" h="914400">
                  <a:moveTo>
                    <a:pt x="969868" y="0"/>
                  </a:moveTo>
                  <a:lnTo>
                    <a:pt x="1077631" y="0"/>
                  </a:lnTo>
                  <a:lnTo>
                    <a:pt x="163231" y="914400"/>
                  </a:lnTo>
                  <a:lnTo>
                    <a:pt x="55468" y="914400"/>
                  </a:lnTo>
                  <a:close/>
                </a:path>
              </a:pathLst>
            </a:custGeom>
            <a:solidFill>
              <a:srgbClr val="F3F6FC"/>
            </a:solidFill>
            <a:ln>
              <a:noFill/>
            </a:ln>
          </p:spPr>
        </p:sp>
        <p:sp>
          <p:nvSpPr>
            <p:cNvPr id="43" name="node09.hatch.005"/>
            <p:cNvSpPr/>
            <p:nvPr/>
          </p:nvSpPr>
          <p:spPr>
            <a:xfrm>
              <a:off x="4610100" y="1828800"/>
              <a:ext cx="2971800" cy="914400"/>
            </a:xfrm>
            <a:custGeom>
              <a:avLst/>
              <a:gdLst/>
              <a:ahLst/>
              <a:cxnLst/>
              <a:rect l="l" t="t" r="r" b="b"/>
              <a:pathLst>
                <a:path w="2971800" h="914400">
                  <a:moveTo>
                    <a:pt x="1185394" y="0"/>
                  </a:moveTo>
                  <a:lnTo>
                    <a:pt x="1293157" y="0"/>
                  </a:lnTo>
                  <a:lnTo>
                    <a:pt x="378757" y="914400"/>
                  </a:lnTo>
                  <a:lnTo>
                    <a:pt x="270994" y="914400"/>
                  </a:lnTo>
                  <a:close/>
                </a:path>
              </a:pathLst>
            </a:custGeom>
            <a:solidFill>
              <a:srgbClr val="F3F6FC"/>
            </a:solidFill>
            <a:ln>
              <a:noFill/>
            </a:ln>
          </p:spPr>
        </p:sp>
        <p:sp>
          <p:nvSpPr>
            <p:cNvPr id="44" name="node09.hatch.006"/>
            <p:cNvSpPr/>
            <p:nvPr/>
          </p:nvSpPr>
          <p:spPr>
            <a:xfrm>
              <a:off x="4610100" y="1828800"/>
              <a:ext cx="2971800" cy="914400"/>
            </a:xfrm>
            <a:custGeom>
              <a:avLst/>
              <a:gdLst/>
              <a:ahLst/>
              <a:cxnLst/>
              <a:rect l="l" t="t" r="r" b="b"/>
              <a:pathLst>
                <a:path w="2971800" h="914400">
                  <a:moveTo>
                    <a:pt x="1400920" y="0"/>
                  </a:moveTo>
                  <a:lnTo>
                    <a:pt x="1508683" y="0"/>
                  </a:lnTo>
                  <a:lnTo>
                    <a:pt x="594283" y="914400"/>
                  </a:lnTo>
                  <a:lnTo>
                    <a:pt x="486520" y="914400"/>
                  </a:lnTo>
                  <a:close/>
                </a:path>
              </a:pathLst>
            </a:custGeom>
            <a:solidFill>
              <a:srgbClr val="F3F6FC"/>
            </a:solidFill>
            <a:ln>
              <a:noFill/>
            </a:ln>
          </p:spPr>
        </p:sp>
        <p:sp>
          <p:nvSpPr>
            <p:cNvPr id="45" name="node09.hatch.007"/>
            <p:cNvSpPr/>
            <p:nvPr/>
          </p:nvSpPr>
          <p:spPr>
            <a:xfrm>
              <a:off x="4610100" y="1828800"/>
              <a:ext cx="2971800" cy="914400"/>
            </a:xfrm>
            <a:custGeom>
              <a:avLst/>
              <a:gdLst/>
              <a:ahLst/>
              <a:cxnLst/>
              <a:rect l="l" t="t" r="r" b="b"/>
              <a:pathLst>
                <a:path w="2971800" h="914400">
                  <a:moveTo>
                    <a:pt x="1616446" y="0"/>
                  </a:moveTo>
                  <a:lnTo>
                    <a:pt x="1724209" y="0"/>
                  </a:lnTo>
                  <a:lnTo>
                    <a:pt x="809809" y="914400"/>
                  </a:lnTo>
                  <a:lnTo>
                    <a:pt x="702046" y="914400"/>
                  </a:lnTo>
                  <a:close/>
                </a:path>
              </a:pathLst>
            </a:custGeom>
            <a:solidFill>
              <a:srgbClr val="F3F6FC"/>
            </a:solidFill>
            <a:ln>
              <a:noFill/>
            </a:ln>
          </p:spPr>
        </p:sp>
        <p:sp>
          <p:nvSpPr>
            <p:cNvPr id="46" name="node09.hatch.008"/>
            <p:cNvSpPr/>
            <p:nvPr/>
          </p:nvSpPr>
          <p:spPr>
            <a:xfrm>
              <a:off x="4610100" y="1828800"/>
              <a:ext cx="2971800" cy="914400"/>
            </a:xfrm>
            <a:custGeom>
              <a:avLst/>
              <a:gdLst/>
              <a:ahLst/>
              <a:cxnLst/>
              <a:rect l="l" t="t" r="r" b="b"/>
              <a:pathLst>
                <a:path w="2971800" h="914400">
                  <a:moveTo>
                    <a:pt x="1831972" y="0"/>
                  </a:moveTo>
                  <a:lnTo>
                    <a:pt x="1939735" y="0"/>
                  </a:lnTo>
                  <a:lnTo>
                    <a:pt x="1025335" y="914400"/>
                  </a:lnTo>
                  <a:lnTo>
                    <a:pt x="917572" y="914400"/>
                  </a:lnTo>
                  <a:close/>
                </a:path>
              </a:pathLst>
            </a:custGeom>
            <a:solidFill>
              <a:srgbClr val="F3F6FC"/>
            </a:solidFill>
            <a:ln>
              <a:noFill/>
            </a:ln>
          </p:spPr>
        </p:sp>
        <p:sp>
          <p:nvSpPr>
            <p:cNvPr id="47" name="node09.hatch.009"/>
            <p:cNvSpPr/>
            <p:nvPr/>
          </p:nvSpPr>
          <p:spPr>
            <a:xfrm>
              <a:off x="4610100" y="1828800"/>
              <a:ext cx="2971800" cy="914400"/>
            </a:xfrm>
            <a:custGeom>
              <a:avLst/>
              <a:gdLst/>
              <a:ahLst/>
              <a:cxnLst/>
              <a:rect l="l" t="t" r="r" b="b"/>
              <a:pathLst>
                <a:path w="2971800" h="914400">
                  <a:moveTo>
                    <a:pt x="2047498" y="0"/>
                  </a:moveTo>
                  <a:lnTo>
                    <a:pt x="2155261" y="0"/>
                  </a:lnTo>
                  <a:lnTo>
                    <a:pt x="1240861" y="914400"/>
                  </a:lnTo>
                  <a:lnTo>
                    <a:pt x="1133098" y="914400"/>
                  </a:lnTo>
                  <a:close/>
                </a:path>
              </a:pathLst>
            </a:custGeom>
            <a:solidFill>
              <a:srgbClr val="F3F6FC"/>
            </a:solidFill>
            <a:ln>
              <a:noFill/>
            </a:ln>
          </p:spPr>
        </p:sp>
        <p:sp>
          <p:nvSpPr>
            <p:cNvPr id="48" name="node09.hatch.010"/>
            <p:cNvSpPr/>
            <p:nvPr/>
          </p:nvSpPr>
          <p:spPr>
            <a:xfrm>
              <a:off x="4610100" y="1828800"/>
              <a:ext cx="2971800" cy="914400"/>
            </a:xfrm>
            <a:custGeom>
              <a:avLst/>
              <a:gdLst/>
              <a:ahLst/>
              <a:cxnLst/>
              <a:rect l="l" t="t" r="r" b="b"/>
              <a:pathLst>
                <a:path w="2971800" h="914400">
                  <a:moveTo>
                    <a:pt x="2263025" y="0"/>
                  </a:moveTo>
                  <a:lnTo>
                    <a:pt x="2370788" y="0"/>
                  </a:lnTo>
                  <a:lnTo>
                    <a:pt x="1456388" y="914400"/>
                  </a:lnTo>
                  <a:lnTo>
                    <a:pt x="1348625" y="914400"/>
                  </a:lnTo>
                  <a:close/>
                </a:path>
              </a:pathLst>
            </a:custGeom>
            <a:solidFill>
              <a:srgbClr val="F3F6FC"/>
            </a:solidFill>
            <a:ln>
              <a:noFill/>
            </a:ln>
          </p:spPr>
        </p:sp>
        <p:sp>
          <p:nvSpPr>
            <p:cNvPr id="49" name="node09.hatch.011"/>
            <p:cNvSpPr/>
            <p:nvPr/>
          </p:nvSpPr>
          <p:spPr>
            <a:xfrm>
              <a:off x="4610100" y="1828800"/>
              <a:ext cx="2971800" cy="914400"/>
            </a:xfrm>
            <a:custGeom>
              <a:avLst/>
              <a:gdLst/>
              <a:ahLst/>
              <a:cxnLst/>
              <a:rect l="l" t="t" r="r" b="b"/>
              <a:pathLst>
                <a:path w="2971800" h="914400">
                  <a:moveTo>
                    <a:pt x="2478551" y="0"/>
                  </a:moveTo>
                  <a:lnTo>
                    <a:pt x="2586314" y="0"/>
                  </a:lnTo>
                  <a:lnTo>
                    <a:pt x="1671914" y="914400"/>
                  </a:lnTo>
                  <a:lnTo>
                    <a:pt x="1564151" y="914400"/>
                  </a:lnTo>
                  <a:close/>
                </a:path>
              </a:pathLst>
            </a:custGeom>
            <a:solidFill>
              <a:srgbClr val="F3F6FC"/>
            </a:solidFill>
            <a:ln>
              <a:noFill/>
            </a:ln>
          </p:spPr>
        </p:sp>
        <p:sp>
          <p:nvSpPr>
            <p:cNvPr id="50" name="node09.hatch.012"/>
            <p:cNvSpPr/>
            <p:nvPr/>
          </p:nvSpPr>
          <p:spPr>
            <a:xfrm>
              <a:off x="4610100" y="1828800"/>
              <a:ext cx="2971800" cy="914400"/>
            </a:xfrm>
            <a:custGeom>
              <a:avLst/>
              <a:gdLst/>
              <a:ahLst/>
              <a:cxnLst/>
              <a:rect l="l" t="t" r="r" b="b"/>
              <a:pathLst>
                <a:path w="2971800" h="914400">
                  <a:moveTo>
                    <a:pt x="2694077" y="0"/>
                  </a:moveTo>
                  <a:lnTo>
                    <a:pt x="2801840" y="0"/>
                  </a:lnTo>
                  <a:lnTo>
                    <a:pt x="1887440" y="914400"/>
                  </a:lnTo>
                  <a:lnTo>
                    <a:pt x="1779677" y="914400"/>
                  </a:lnTo>
                  <a:close/>
                </a:path>
              </a:pathLst>
            </a:custGeom>
            <a:solidFill>
              <a:srgbClr val="F3F6FC"/>
            </a:solidFill>
            <a:ln>
              <a:noFill/>
            </a:ln>
          </p:spPr>
        </p:sp>
        <p:sp>
          <p:nvSpPr>
            <p:cNvPr id="51" name="node09.hatch.013"/>
            <p:cNvSpPr/>
            <p:nvPr/>
          </p:nvSpPr>
          <p:spPr>
            <a:xfrm>
              <a:off x="4610100" y="1828800"/>
              <a:ext cx="2971800" cy="914400"/>
            </a:xfrm>
            <a:custGeom>
              <a:avLst/>
              <a:gdLst/>
              <a:ahLst/>
              <a:cxnLst/>
              <a:rect l="l" t="t" r="r" b="b"/>
              <a:pathLst>
                <a:path w="2971800" h="914400">
                  <a:moveTo>
                    <a:pt x="2909603" y="0"/>
                  </a:moveTo>
                  <a:lnTo>
                    <a:pt x="2971800" y="0"/>
                  </a:lnTo>
                  <a:lnTo>
                    <a:pt x="2971800" y="45566"/>
                  </a:lnTo>
                  <a:lnTo>
                    <a:pt x="2102966" y="914400"/>
                  </a:lnTo>
                  <a:lnTo>
                    <a:pt x="1995203" y="914400"/>
                  </a:lnTo>
                  <a:close/>
                </a:path>
              </a:pathLst>
            </a:custGeom>
            <a:solidFill>
              <a:srgbClr val="F3F6FC"/>
            </a:solidFill>
            <a:ln>
              <a:noFill/>
            </a:ln>
          </p:spPr>
        </p:sp>
        <p:sp>
          <p:nvSpPr>
            <p:cNvPr id="52" name="node09.hatch.014"/>
            <p:cNvSpPr/>
            <p:nvPr/>
          </p:nvSpPr>
          <p:spPr>
            <a:xfrm>
              <a:off x="4610100" y="1828800"/>
              <a:ext cx="2971800" cy="914400"/>
            </a:xfrm>
            <a:custGeom>
              <a:avLst/>
              <a:gdLst/>
              <a:ahLst/>
              <a:cxnLst/>
              <a:rect l="l" t="t" r="r" b="b"/>
              <a:pathLst>
                <a:path w="2971800" h="914400">
                  <a:moveTo>
                    <a:pt x="2971800" y="153329"/>
                  </a:moveTo>
                  <a:lnTo>
                    <a:pt x="2971800" y="261092"/>
                  </a:lnTo>
                  <a:lnTo>
                    <a:pt x="2318492" y="914400"/>
                  </a:lnTo>
                  <a:lnTo>
                    <a:pt x="2210729" y="914400"/>
                  </a:lnTo>
                  <a:close/>
                </a:path>
              </a:pathLst>
            </a:custGeom>
            <a:solidFill>
              <a:srgbClr val="F3F6FC"/>
            </a:solidFill>
            <a:ln>
              <a:noFill/>
            </a:ln>
          </p:spPr>
        </p:sp>
        <p:sp>
          <p:nvSpPr>
            <p:cNvPr id="53" name="node09.hatch.015"/>
            <p:cNvSpPr/>
            <p:nvPr/>
          </p:nvSpPr>
          <p:spPr>
            <a:xfrm>
              <a:off x="4610100" y="1828800"/>
              <a:ext cx="2971800" cy="914400"/>
            </a:xfrm>
            <a:custGeom>
              <a:avLst/>
              <a:gdLst/>
              <a:ahLst/>
              <a:cxnLst/>
              <a:rect l="l" t="t" r="r" b="b"/>
              <a:pathLst>
                <a:path w="2971800" h="914400">
                  <a:moveTo>
                    <a:pt x="2971800" y="368855"/>
                  </a:moveTo>
                  <a:lnTo>
                    <a:pt x="2971800" y="476618"/>
                  </a:lnTo>
                  <a:lnTo>
                    <a:pt x="2534018" y="914400"/>
                  </a:lnTo>
                  <a:lnTo>
                    <a:pt x="2426255" y="914400"/>
                  </a:lnTo>
                  <a:close/>
                </a:path>
              </a:pathLst>
            </a:custGeom>
            <a:solidFill>
              <a:srgbClr val="F3F6FC"/>
            </a:solidFill>
            <a:ln>
              <a:noFill/>
            </a:ln>
          </p:spPr>
        </p:sp>
        <p:sp>
          <p:nvSpPr>
            <p:cNvPr id="54" name="node09.hatch.016"/>
            <p:cNvSpPr/>
            <p:nvPr/>
          </p:nvSpPr>
          <p:spPr>
            <a:xfrm>
              <a:off x="4610100" y="1828800"/>
              <a:ext cx="2971800" cy="914400"/>
            </a:xfrm>
            <a:custGeom>
              <a:avLst/>
              <a:gdLst/>
              <a:ahLst/>
              <a:cxnLst/>
              <a:rect l="l" t="t" r="r" b="b"/>
              <a:pathLst>
                <a:path w="2971800" h="914400">
                  <a:moveTo>
                    <a:pt x="2971800" y="584381"/>
                  </a:moveTo>
                  <a:lnTo>
                    <a:pt x="2971800" y="692144"/>
                  </a:lnTo>
                  <a:lnTo>
                    <a:pt x="2749544" y="914400"/>
                  </a:lnTo>
                  <a:lnTo>
                    <a:pt x="2641781" y="914400"/>
                  </a:lnTo>
                  <a:close/>
                </a:path>
              </a:pathLst>
            </a:custGeom>
            <a:solidFill>
              <a:srgbClr val="F3F6FC"/>
            </a:solidFill>
            <a:ln>
              <a:noFill/>
            </a:ln>
          </p:spPr>
        </p:sp>
        <p:sp>
          <p:nvSpPr>
            <p:cNvPr id="55" name="node09.hatch.017"/>
            <p:cNvSpPr/>
            <p:nvPr/>
          </p:nvSpPr>
          <p:spPr>
            <a:xfrm>
              <a:off x="4610100" y="1828800"/>
              <a:ext cx="2971800" cy="914400"/>
            </a:xfrm>
            <a:custGeom>
              <a:avLst/>
              <a:gdLst/>
              <a:ahLst/>
              <a:cxnLst/>
              <a:rect l="l" t="t" r="r" b="b"/>
              <a:pathLst>
                <a:path w="2971800" h="914400">
                  <a:moveTo>
                    <a:pt x="2971800" y="799908"/>
                  </a:moveTo>
                  <a:lnTo>
                    <a:pt x="2971800" y="907671"/>
                  </a:lnTo>
                  <a:lnTo>
                    <a:pt x="2965071" y="914400"/>
                  </a:lnTo>
                  <a:lnTo>
                    <a:pt x="2857308" y="914400"/>
                  </a:lnTo>
                  <a:close/>
                </a:path>
              </a:pathLst>
            </a:custGeom>
            <a:solidFill>
              <a:srgbClr val="F3F6FC"/>
            </a:solidFill>
            <a:ln>
              <a:noFill/>
            </a:ln>
          </p:spPr>
        </p:sp>
        <p:sp>
          <p:nvSpPr>
            <p:cNvPr id="56" name="node09.border"/>
            <p:cNvSpPr/>
            <p:nvPr/>
          </p:nvSpPr>
          <p:spPr>
            <a:xfrm>
              <a:off x="4610100" y="1828800"/>
              <a:ext cx="2971800" cy="914400"/>
            </a:xfrm>
            <a:prstGeom prst="rect">
              <a:avLst/>
            </a:prstGeom>
            <a:ln w="12700">
              <a:solidFill>
                <a:srgbClr val="97A4BA"/>
              </a:solidFill>
              <a:prstDash val="solid"/>
            </a:ln>
          </p:spPr>
        </p:sp>
        <p:sp>
          <p:nvSpPr>
            <p:cNvPr id="57" name="node09.placeholder"/>
            <p:cNvSpPr/>
            <p:nvPr/>
          </p:nvSpPr>
          <p:spPr>
            <a:xfrm>
              <a:off x="4635500" y="2209800"/>
              <a:ext cx="2921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102" name="node10"/>
          <p:cNvGrpSpPr/>
          <p:nvPr/>
        </p:nvGrpSpPr>
        <p:grpSpPr>
          <a:xfrm>
            <a:off x="4610100" y="2971800"/>
            <a:ext cx="2971800" cy="304800"/>
            <a:chOff x="4610100" y="2971800"/>
            <a:chExt cx="2971800" cy="304800"/>
          </a:xfrm>
        </p:grpSpPr>
        <p:sp>
          <p:nvSpPr>
            <p:cNvPr id="58" name="node10.text"/>
            <p:cNvSpPr/>
            <p:nvPr/>
          </p:nvSpPr>
          <p:spPr>
            <a:xfrm>
              <a:off x="4610100" y="2971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Alliance partner B</a:t>
              </a:r>
              <a:endParaRPr lang="en-US" sz="1800" spc="-18" kern="0" b="0" i="0" dirty="0">
                <a:solidFill>
                  <a:srgbClr val="070154"/>
                </a:solidFill>
                <a:latin typeface="IBM Plex Sans SemiBold"/>
                <a:ea typeface="IBM Plex Sans SemiBold"/>
                <a:cs typeface="IBM Plex Sans SemiBold"/>
              </a:endParaRPr>
            </a:p>
          </p:txBody>
        </p:sp>
      </p:grpSp>
      <p:grpSp>
        <p:nvGrpSpPr>
          <p:cNvPr id="103" name="node11"/>
          <p:cNvGrpSpPr/>
          <p:nvPr/>
        </p:nvGrpSpPr>
        <p:grpSpPr>
          <a:xfrm>
            <a:off x="4610100" y="3429000"/>
            <a:ext cx="2971800" cy="152400"/>
            <a:chOff x="4610100" y="3429000"/>
            <a:chExt cx="2971800" cy="152400"/>
          </a:xfrm>
        </p:grpSpPr>
        <p:sp>
          <p:nvSpPr>
            <p:cNvPr id="59" name="node11.text"/>
            <p:cNvSpPr/>
            <p:nvPr/>
          </p:nvSpPr>
          <p:spPr>
            <a:xfrm>
              <a:off x="4610100" y="3429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SELECT PARTNER</a:t>
              </a:r>
              <a:endParaRPr lang="en-US" sz="900" spc="54" kern="0" b="0" i="0" dirty="0">
                <a:solidFill>
                  <a:srgbClr val="0047FF"/>
                </a:solidFill>
                <a:latin typeface="IBM Plex Mono Medium"/>
                <a:ea typeface="IBM Plex Mono Medium"/>
                <a:cs typeface="IBM Plex Mono Medium"/>
              </a:endParaRPr>
            </a:p>
          </p:txBody>
        </p:sp>
      </p:grpSp>
      <p:sp>
        <p:nvSpPr>
          <p:cNvPr id="60" name="node12"/>
          <p:cNvSpPr/>
          <p:nvPr/>
        </p:nvSpPr>
        <p:spPr>
          <a:xfrm>
            <a:off x="4610100" y="3886200"/>
            <a:ext cx="2971800" cy="9525"/>
          </a:xfrm>
          <a:prstGeom prst="rect">
            <a:avLst/>
          </a:prstGeom>
          <a:solidFill>
            <a:srgbClr val="CED7E6"/>
          </a:solidFill>
          <a:ln>
            <a:noFill/>
          </a:ln>
        </p:spPr>
      </p:sp>
      <p:grpSp>
        <p:nvGrpSpPr>
          <p:cNvPr id="104" name="node13"/>
          <p:cNvGrpSpPr/>
          <p:nvPr/>
        </p:nvGrpSpPr>
        <p:grpSpPr>
          <a:xfrm>
            <a:off x="4610100" y="4114800"/>
            <a:ext cx="1600200" cy="954850"/>
            <a:chOff x="4610100" y="4114800"/>
            <a:chExt cx="1600200" cy="954850"/>
          </a:xfrm>
        </p:grpSpPr>
        <p:sp>
          <p:nvSpPr>
            <p:cNvPr id="61" name="node13.value"/>
            <p:cNvSpPr/>
            <p:nvPr/>
          </p:nvSpPr>
          <p:spPr>
            <a:xfrm>
              <a:off x="4610100" y="41148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61</a:t>
              </a:r>
              <a:endParaRPr lang="en-US" sz="4800" spc="-96" kern="0" b="0" i="0" dirty="0">
                <a:solidFill>
                  <a:srgbClr val="070154"/>
                </a:solidFill>
                <a:latin typeface="IBM Plex Mono SemiBold"/>
                <a:ea typeface="IBM Plex Mono SemiBold"/>
                <a:cs typeface="IBM Plex Mono SemiBold"/>
              </a:endParaRPr>
            </a:p>
          </p:txBody>
        </p:sp>
        <p:sp>
          <p:nvSpPr>
            <p:cNvPr id="62" name="node13.label"/>
            <p:cNvSpPr/>
            <p:nvPr/>
          </p:nvSpPr>
          <p:spPr>
            <a:xfrm>
              <a:off x="4610100" y="48029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joint engagements</a:t>
              </a:r>
              <a:endParaRPr lang="en-US" sz="1400" spc="0" kern="0" b="0" i="0" dirty="0">
                <a:solidFill>
                  <a:srgbClr val="50658E"/>
                </a:solidFill>
                <a:latin typeface="IBM Plex Sans"/>
                <a:ea typeface="IBM Plex Sans"/>
                <a:cs typeface="IBM Plex Sans"/>
              </a:endParaRPr>
            </a:p>
          </p:txBody>
        </p:sp>
      </p:grpSp>
      <p:grpSp>
        <p:nvGrpSpPr>
          <p:cNvPr id="105" name="node14"/>
          <p:cNvGrpSpPr/>
          <p:nvPr/>
        </p:nvGrpSpPr>
        <p:grpSpPr>
          <a:xfrm>
            <a:off x="6210300" y="4114800"/>
            <a:ext cx="1371600" cy="954850"/>
            <a:chOff x="6210300" y="4114800"/>
            <a:chExt cx="1371600" cy="954850"/>
          </a:xfrm>
        </p:grpSpPr>
        <p:sp>
          <p:nvSpPr>
            <p:cNvPr id="63" name="node14.value"/>
            <p:cNvSpPr/>
            <p:nvPr/>
          </p:nvSpPr>
          <p:spPr>
            <a:xfrm>
              <a:off x="6210300" y="4114800"/>
              <a:ext cx="1371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38</a:t>
              </a:r>
              <a:endParaRPr lang="en-US" sz="4800" spc="-96" kern="0" b="0" i="0" dirty="0">
                <a:solidFill>
                  <a:srgbClr val="070154"/>
                </a:solidFill>
                <a:latin typeface="IBM Plex Mono SemiBold"/>
                <a:ea typeface="IBM Plex Mono SemiBold"/>
                <a:cs typeface="IBM Plex Mono SemiBold"/>
              </a:endParaRPr>
            </a:p>
          </p:txBody>
        </p:sp>
        <p:sp>
          <p:nvSpPr>
            <p:cNvPr id="64" name="node14.label"/>
            <p:cNvSpPr/>
            <p:nvPr/>
          </p:nvSpPr>
          <p:spPr>
            <a:xfrm>
              <a:off x="6210300" y="4802950"/>
              <a:ext cx="137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clients served</a:t>
              </a:r>
              <a:endParaRPr lang="en-US" sz="1400" spc="0" kern="0" b="0" i="0" dirty="0">
                <a:solidFill>
                  <a:srgbClr val="50658E"/>
                </a:solidFill>
                <a:latin typeface="IBM Plex Sans"/>
                <a:ea typeface="IBM Plex Sans"/>
                <a:cs typeface="IBM Plex Sans"/>
              </a:endParaRPr>
            </a:p>
          </p:txBody>
        </p:sp>
      </p:grpSp>
      <p:grpSp>
        <p:nvGrpSpPr>
          <p:cNvPr id="106" name="node15"/>
          <p:cNvGrpSpPr/>
          <p:nvPr/>
        </p:nvGrpSpPr>
        <p:grpSpPr>
          <a:xfrm>
            <a:off x="8039100" y="1600200"/>
            <a:ext cx="3429000" cy="3657600"/>
            <a:chOff x="8039100" y="1600200"/>
            <a:chExt cx="3429000" cy="3657600"/>
          </a:xfrm>
        </p:grpSpPr>
        <p:sp>
          <p:nvSpPr>
            <p:cNvPr id="65" name="node15.surface"/>
            <p:cNvSpPr/>
            <p:nvPr/>
          </p:nvSpPr>
          <p:spPr>
            <a:xfrm>
              <a:off x="8039100" y="1600200"/>
              <a:ext cx="3429000" cy="3657600"/>
            </a:xfrm>
            <a:prstGeom prst="rect">
              <a:avLst/>
            </a:prstGeom>
            <a:solidFill>
              <a:srgbClr val="E8EEF8"/>
            </a:solidFill>
            <a:ln>
              <a:noFill/>
            </a:ln>
          </p:spPr>
        </p:sp>
      </p:grpSp>
      <p:grpSp>
        <p:nvGrpSpPr>
          <p:cNvPr id="107" name="node16"/>
          <p:cNvGrpSpPr/>
          <p:nvPr/>
        </p:nvGrpSpPr>
        <p:grpSpPr>
          <a:xfrm>
            <a:off x="8267700" y="1828800"/>
            <a:ext cx="2971800" cy="914400"/>
            <a:chOff x="8267700" y="1828800"/>
            <a:chExt cx="2971800" cy="914400"/>
          </a:xfrm>
        </p:grpSpPr>
        <p:sp>
          <p:nvSpPr>
            <p:cNvPr id="66" name="node16.background"/>
            <p:cNvSpPr/>
            <p:nvPr/>
          </p:nvSpPr>
          <p:spPr>
            <a:xfrm>
              <a:off x="8267700" y="1828800"/>
              <a:ext cx="2971800" cy="914400"/>
            </a:xfrm>
            <a:prstGeom prst="rect">
              <a:avLst/>
            </a:prstGeom>
            <a:solidFill>
              <a:srgbClr val="FFFFFF"/>
            </a:solidFill>
            <a:ln>
              <a:noFill/>
            </a:ln>
          </p:spPr>
        </p:sp>
        <p:sp>
          <p:nvSpPr>
            <p:cNvPr id="67" name="node16.hatch.000"/>
            <p:cNvSpPr/>
            <p:nvPr/>
          </p:nvSpPr>
          <p:spPr>
            <a:xfrm>
              <a:off x="8267700" y="1828800"/>
              <a:ext cx="2971800" cy="914400"/>
            </a:xfrm>
            <a:custGeom>
              <a:avLst/>
              <a:gdLst/>
              <a:ahLst/>
              <a:cxnLst/>
              <a:rect l="l" t="t" r="r" b="b"/>
              <a:pathLst>
                <a:path w="2971800" h="914400">
                  <a:moveTo>
                    <a:pt x="0" y="215526"/>
                  </a:moveTo>
                  <a:lnTo>
                    <a:pt x="0" y="107763"/>
                  </a:lnTo>
                  <a:lnTo>
                    <a:pt x="107763" y="0"/>
                  </a:lnTo>
                  <a:lnTo>
                    <a:pt x="215526" y="0"/>
                  </a:lnTo>
                  <a:close/>
                </a:path>
              </a:pathLst>
            </a:custGeom>
            <a:solidFill>
              <a:srgbClr val="F3F6FC"/>
            </a:solidFill>
            <a:ln>
              <a:noFill/>
            </a:ln>
          </p:spPr>
        </p:sp>
        <p:sp>
          <p:nvSpPr>
            <p:cNvPr id="68" name="node16.hatch.001"/>
            <p:cNvSpPr/>
            <p:nvPr/>
          </p:nvSpPr>
          <p:spPr>
            <a:xfrm>
              <a:off x="8267700" y="1828800"/>
              <a:ext cx="2971800" cy="914400"/>
            </a:xfrm>
            <a:custGeom>
              <a:avLst/>
              <a:gdLst/>
              <a:ahLst/>
              <a:cxnLst/>
              <a:rect l="l" t="t" r="r" b="b"/>
              <a:pathLst>
                <a:path w="2971800" h="914400">
                  <a:moveTo>
                    <a:pt x="0" y="431052"/>
                  </a:moveTo>
                  <a:lnTo>
                    <a:pt x="0" y="323289"/>
                  </a:lnTo>
                  <a:lnTo>
                    <a:pt x="323289" y="0"/>
                  </a:lnTo>
                  <a:lnTo>
                    <a:pt x="431052" y="0"/>
                  </a:lnTo>
                  <a:close/>
                </a:path>
              </a:pathLst>
            </a:custGeom>
            <a:solidFill>
              <a:srgbClr val="F3F6FC"/>
            </a:solidFill>
            <a:ln>
              <a:noFill/>
            </a:ln>
          </p:spPr>
        </p:sp>
        <p:sp>
          <p:nvSpPr>
            <p:cNvPr id="69" name="node16.hatch.002"/>
            <p:cNvSpPr/>
            <p:nvPr/>
          </p:nvSpPr>
          <p:spPr>
            <a:xfrm>
              <a:off x="8267700" y="1828800"/>
              <a:ext cx="2971800" cy="914400"/>
            </a:xfrm>
            <a:custGeom>
              <a:avLst/>
              <a:gdLst/>
              <a:ahLst/>
              <a:cxnLst/>
              <a:rect l="l" t="t" r="r" b="b"/>
              <a:pathLst>
                <a:path w="2971800" h="914400">
                  <a:moveTo>
                    <a:pt x="0" y="646578"/>
                  </a:moveTo>
                  <a:lnTo>
                    <a:pt x="0" y="538815"/>
                  </a:lnTo>
                  <a:lnTo>
                    <a:pt x="538815" y="0"/>
                  </a:lnTo>
                  <a:lnTo>
                    <a:pt x="646578" y="0"/>
                  </a:lnTo>
                  <a:close/>
                </a:path>
              </a:pathLst>
            </a:custGeom>
            <a:solidFill>
              <a:srgbClr val="F3F6FC"/>
            </a:solidFill>
            <a:ln>
              <a:noFill/>
            </a:ln>
          </p:spPr>
        </p:sp>
        <p:sp>
          <p:nvSpPr>
            <p:cNvPr id="70" name="node16.hatch.003"/>
            <p:cNvSpPr/>
            <p:nvPr/>
          </p:nvSpPr>
          <p:spPr>
            <a:xfrm>
              <a:off x="8267700" y="1828800"/>
              <a:ext cx="2971800" cy="914400"/>
            </a:xfrm>
            <a:custGeom>
              <a:avLst/>
              <a:gdLst/>
              <a:ahLst/>
              <a:cxnLst/>
              <a:rect l="l" t="t" r="r" b="b"/>
              <a:pathLst>
                <a:path w="2971800" h="914400">
                  <a:moveTo>
                    <a:pt x="0" y="862105"/>
                  </a:moveTo>
                  <a:lnTo>
                    <a:pt x="0" y="754342"/>
                  </a:lnTo>
                  <a:lnTo>
                    <a:pt x="754342" y="0"/>
                  </a:lnTo>
                  <a:lnTo>
                    <a:pt x="862105" y="0"/>
                  </a:lnTo>
                  <a:close/>
                </a:path>
              </a:pathLst>
            </a:custGeom>
            <a:solidFill>
              <a:srgbClr val="F3F6FC"/>
            </a:solidFill>
            <a:ln>
              <a:noFill/>
            </a:ln>
          </p:spPr>
        </p:sp>
        <p:sp>
          <p:nvSpPr>
            <p:cNvPr id="71" name="node16.hatch.004"/>
            <p:cNvSpPr/>
            <p:nvPr/>
          </p:nvSpPr>
          <p:spPr>
            <a:xfrm>
              <a:off x="8267700" y="1828800"/>
              <a:ext cx="2971800" cy="914400"/>
            </a:xfrm>
            <a:custGeom>
              <a:avLst/>
              <a:gdLst/>
              <a:ahLst/>
              <a:cxnLst/>
              <a:rect l="l" t="t" r="r" b="b"/>
              <a:pathLst>
                <a:path w="2971800" h="914400">
                  <a:moveTo>
                    <a:pt x="969868" y="0"/>
                  </a:moveTo>
                  <a:lnTo>
                    <a:pt x="1077631" y="0"/>
                  </a:lnTo>
                  <a:lnTo>
                    <a:pt x="163231" y="914400"/>
                  </a:lnTo>
                  <a:lnTo>
                    <a:pt x="55468" y="914400"/>
                  </a:lnTo>
                  <a:close/>
                </a:path>
              </a:pathLst>
            </a:custGeom>
            <a:solidFill>
              <a:srgbClr val="F3F6FC"/>
            </a:solidFill>
            <a:ln>
              <a:noFill/>
            </a:ln>
          </p:spPr>
        </p:sp>
        <p:sp>
          <p:nvSpPr>
            <p:cNvPr id="72" name="node16.hatch.005"/>
            <p:cNvSpPr/>
            <p:nvPr/>
          </p:nvSpPr>
          <p:spPr>
            <a:xfrm>
              <a:off x="8267700" y="1828800"/>
              <a:ext cx="2971800" cy="914400"/>
            </a:xfrm>
            <a:custGeom>
              <a:avLst/>
              <a:gdLst/>
              <a:ahLst/>
              <a:cxnLst/>
              <a:rect l="l" t="t" r="r" b="b"/>
              <a:pathLst>
                <a:path w="2971800" h="914400">
                  <a:moveTo>
                    <a:pt x="1185394" y="0"/>
                  </a:moveTo>
                  <a:lnTo>
                    <a:pt x="1293157" y="0"/>
                  </a:lnTo>
                  <a:lnTo>
                    <a:pt x="378757" y="914400"/>
                  </a:lnTo>
                  <a:lnTo>
                    <a:pt x="270994" y="914400"/>
                  </a:lnTo>
                  <a:close/>
                </a:path>
              </a:pathLst>
            </a:custGeom>
            <a:solidFill>
              <a:srgbClr val="F3F6FC"/>
            </a:solidFill>
            <a:ln>
              <a:noFill/>
            </a:ln>
          </p:spPr>
        </p:sp>
        <p:sp>
          <p:nvSpPr>
            <p:cNvPr id="73" name="node16.hatch.006"/>
            <p:cNvSpPr/>
            <p:nvPr/>
          </p:nvSpPr>
          <p:spPr>
            <a:xfrm>
              <a:off x="8267700" y="1828800"/>
              <a:ext cx="2971800" cy="914400"/>
            </a:xfrm>
            <a:custGeom>
              <a:avLst/>
              <a:gdLst/>
              <a:ahLst/>
              <a:cxnLst/>
              <a:rect l="l" t="t" r="r" b="b"/>
              <a:pathLst>
                <a:path w="2971800" h="914400">
                  <a:moveTo>
                    <a:pt x="1400920" y="0"/>
                  </a:moveTo>
                  <a:lnTo>
                    <a:pt x="1508683" y="0"/>
                  </a:lnTo>
                  <a:lnTo>
                    <a:pt x="594283" y="914400"/>
                  </a:lnTo>
                  <a:lnTo>
                    <a:pt x="486520" y="914400"/>
                  </a:lnTo>
                  <a:close/>
                </a:path>
              </a:pathLst>
            </a:custGeom>
            <a:solidFill>
              <a:srgbClr val="F3F6FC"/>
            </a:solidFill>
            <a:ln>
              <a:noFill/>
            </a:ln>
          </p:spPr>
        </p:sp>
        <p:sp>
          <p:nvSpPr>
            <p:cNvPr id="74" name="node16.hatch.007"/>
            <p:cNvSpPr/>
            <p:nvPr/>
          </p:nvSpPr>
          <p:spPr>
            <a:xfrm>
              <a:off x="8267700" y="1828800"/>
              <a:ext cx="2971800" cy="914400"/>
            </a:xfrm>
            <a:custGeom>
              <a:avLst/>
              <a:gdLst/>
              <a:ahLst/>
              <a:cxnLst/>
              <a:rect l="l" t="t" r="r" b="b"/>
              <a:pathLst>
                <a:path w="2971800" h="914400">
                  <a:moveTo>
                    <a:pt x="1616446" y="0"/>
                  </a:moveTo>
                  <a:lnTo>
                    <a:pt x="1724209" y="0"/>
                  </a:lnTo>
                  <a:lnTo>
                    <a:pt x="809809" y="914400"/>
                  </a:lnTo>
                  <a:lnTo>
                    <a:pt x="702046" y="914400"/>
                  </a:lnTo>
                  <a:close/>
                </a:path>
              </a:pathLst>
            </a:custGeom>
            <a:solidFill>
              <a:srgbClr val="F3F6FC"/>
            </a:solidFill>
            <a:ln>
              <a:noFill/>
            </a:ln>
          </p:spPr>
        </p:sp>
        <p:sp>
          <p:nvSpPr>
            <p:cNvPr id="75" name="node16.hatch.008"/>
            <p:cNvSpPr/>
            <p:nvPr/>
          </p:nvSpPr>
          <p:spPr>
            <a:xfrm>
              <a:off x="8267700" y="1828800"/>
              <a:ext cx="2971800" cy="914400"/>
            </a:xfrm>
            <a:custGeom>
              <a:avLst/>
              <a:gdLst/>
              <a:ahLst/>
              <a:cxnLst/>
              <a:rect l="l" t="t" r="r" b="b"/>
              <a:pathLst>
                <a:path w="2971800" h="914400">
                  <a:moveTo>
                    <a:pt x="1831972" y="0"/>
                  </a:moveTo>
                  <a:lnTo>
                    <a:pt x="1939735" y="0"/>
                  </a:lnTo>
                  <a:lnTo>
                    <a:pt x="1025335" y="914400"/>
                  </a:lnTo>
                  <a:lnTo>
                    <a:pt x="917572" y="914400"/>
                  </a:lnTo>
                  <a:close/>
                </a:path>
              </a:pathLst>
            </a:custGeom>
            <a:solidFill>
              <a:srgbClr val="F3F6FC"/>
            </a:solidFill>
            <a:ln>
              <a:noFill/>
            </a:ln>
          </p:spPr>
        </p:sp>
        <p:sp>
          <p:nvSpPr>
            <p:cNvPr id="76" name="node16.hatch.009"/>
            <p:cNvSpPr/>
            <p:nvPr/>
          </p:nvSpPr>
          <p:spPr>
            <a:xfrm>
              <a:off x="8267700" y="1828800"/>
              <a:ext cx="2971800" cy="914400"/>
            </a:xfrm>
            <a:custGeom>
              <a:avLst/>
              <a:gdLst/>
              <a:ahLst/>
              <a:cxnLst/>
              <a:rect l="l" t="t" r="r" b="b"/>
              <a:pathLst>
                <a:path w="2971800" h="914400">
                  <a:moveTo>
                    <a:pt x="2047498" y="0"/>
                  </a:moveTo>
                  <a:lnTo>
                    <a:pt x="2155261" y="0"/>
                  </a:lnTo>
                  <a:lnTo>
                    <a:pt x="1240861" y="914400"/>
                  </a:lnTo>
                  <a:lnTo>
                    <a:pt x="1133098" y="914400"/>
                  </a:lnTo>
                  <a:close/>
                </a:path>
              </a:pathLst>
            </a:custGeom>
            <a:solidFill>
              <a:srgbClr val="F3F6FC"/>
            </a:solidFill>
            <a:ln>
              <a:noFill/>
            </a:ln>
          </p:spPr>
        </p:sp>
        <p:sp>
          <p:nvSpPr>
            <p:cNvPr id="77" name="node16.hatch.010"/>
            <p:cNvSpPr/>
            <p:nvPr/>
          </p:nvSpPr>
          <p:spPr>
            <a:xfrm>
              <a:off x="8267700" y="1828800"/>
              <a:ext cx="2971800" cy="914400"/>
            </a:xfrm>
            <a:custGeom>
              <a:avLst/>
              <a:gdLst/>
              <a:ahLst/>
              <a:cxnLst/>
              <a:rect l="l" t="t" r="r" b="b"/>
              <a:pathLst>
                <a:path w="2971800" h="914400">
                  <a:moveTo>
                    <a:pt x="2263025" y="0"/>
                  </a:moveTo>
                  <a:lnTo>
                    <a:pt x="2370788" y="0"/>
                  </a:lnTo>
                  <a:lnTo>
                    <a:pt x="1456388" y="914400"/>
                  </a:lnTo>
                  <a:lnTo>
                    <a:pt x="1348625" y="914400"/>
                  </a:lnTo>
                  <a:close/>
                </a:path>
              </a:pathLst>
            </a:custGeom>
            <a:solidFill>
              <a:srgbClr val="F3F6FC"/>
            </a:solidFill>
            <a:ln>
              <a:noFill/>
            </a:ln>
          </p:spPr>
        </p:sp>
        <p:sp>
          <p:nvSpPr>
            <p:cNvPr id="78" name="node16.hatch.011"/>
            <p:cNvSpPr/>
            <p:nvPr/>
          </p:nvSpPr>
          <p:spPr>
            <a:xfrm>
              <a:off x="8267700" y="1828800"/>
              <a:ext cx="2971800" cy="914400"/>
            </a:xfrm>
            <a:custGeom>
              <a:avLst/>
              <a:gdLst/>
              <a:ahLst/>
              <a:cxnLst/>
              <a:rect l="l" t="t" r="r" b="b"/>
              <a:pathLst>
                <a:path w="2971800" h="914400">
                  <a:moveTo>
                    <a:pt x="2478551" y="0"/>
                  </a:moveTo>
                  <a:lnTo>
                    <a:pt x="2586314" y="0"/>
                  </a:lnTo>
                  <a:lnTo>
                    <a:pt x="1671914" y="914400"/>
                  </a:lnTo>
                  <a:lnTo>
                    <a:pt x="1564151" y="914400"/>
                  </a:lnTo>
                  <a:close/>
                </a:path>
              </a:pathLst>
            </a:custGeom>
            <a:solidFill>
              <a:srgbClr val="F3F6FC"/>
            </a:solidFill>
            <a:ln>
              <a:noFill/>
            </a:ln>
          </p:spPr>
        </p:sp>
        <p:sp>
          <p:nvSpPr>
            <p:cNvPr id="79" name="node16.hatch.012"/>
            <p:cNvSpPr/>
            <p:nvPr/>
          </p:nvSpPr>
          <p:spPr>
            <a:xfrm>
              <a:off x="8267700" y="1828800"/>
              <a:ext cx="2971800" cy="914400"/>
            </a:xfrm>
            <a:custGeom>
              <a:avLst/>
              <a:gdLst/>
              <a:ahLst/>
              <a:cxnLst/>
              <a:rect l="l" t="t" r="r" b="b"/>
              <a:pathLst>
                <a:path w="2971800" h="914400">
                  <a:moveTo>
                    <a:pt x="2694077" y="0"/>
                  </a:moveTo>
                  <a:lnTo>
                    <a:pt x="2801840" y="0"/>
                  </a:lnTo>
                  <a:lnTo>
                    <a:pt x="1887440" y="914400"/>
                  </a:lnTo>
                  <a:lnTo>
                    <a:pt x="1779677" y="914400"/>
                  </a:lnTo>
                  <a:close/>
                </a:path>
              </a:pathLst>
            </a:custGeom>
            <a:solidFill>
              <a:srgbClr val="F3F6FC"/>
            </a:solidFill>
            <a:ln>
              <a:noFill/>
            </a:ln>
          </p:spPr>
        </p:sp>
        <p:sp>
          <p:nvSpPr>
            <p:cNvPr id="80" name="node16.hatch.013"/>
            <p:cNvSpPr/>
            <p:nvPr/>
          </p:nvSpPr>
          <p:spPr>
            <a:xfrm>
              <a:off x="8267700" y="1828800"/>
              <a:ext cx="2971800" cy="914400"/>
            </a:xfrm>
            <a:custGeom>
              <a:avLst/>
              <a:gdLst/>
              <a:ahLst/>
              <a:cxnLst/>
              <a:rect l="l" t="t" r="r" b="b"/>
              <a:pathLst>
                <a:path w="2971800" h="914400">
                  <a:moveTo>
                    <a:pt x="2909603" y="0"/>
                  </a:moveTo>
                  <a:lnTo>
                    <a:pt x="2971800" y="0"/>
                  </a:lnTo>
                  <a:lnTo>
                    <a:pt x="2971800" y="45566"/>
                  </a:lnTo>
                  <a:lnTo>
                    <a:pt x="2102966" y="914400"/>
                  </a:lnTo>
                  <a:lnTo>
                    <a:pt x="1995203" y="914400"/>
                  </a:lnTo>
                  <a:close/>
                </a:path>
              </a:pathLst>
            </a:custGeom>
            <a:solidFill>
              <a:srgbClr val="F3F6FC"/>
            </a:solidFill>
            <a:ln>
              <a:noFill/>
            </a:ln>
          </p:spPr>
        </p:sp>
        <p:sp>
          <p:nvSpPr>
            <p:cNvPr id="81" name="node16.hatch.014"/>
            <p:cNvSpPr/>
            <p:nvPr/>
          </p:nvSpPr>
          <p:spPr>
            <a:xfrm>
              <a:off x="8267700" y="1828800"/>
              <a:ext cx="2971800" cy="914400"/>
            </a:xfrm>
            <a:custGeom>
              <a:avLst/>
              <a:gdLst/>
              <a:ahLst/>
              <a:cxnLst/>
              <a:rect l="l" t="t" r="r" b="b"/>
              <a:pathLst>
                <a:path w="2971800" h="914400">
                  <a:moveTo>
                    <a:pt x="2971800" y="153329"/>
                  </a:moveTo>
                  <a:lnTo>
                    <a:pt x="2971800" y="261092"/>
                  </a:lnTo>
                  <a:lnTo>
                    <a:pt x="2318492" y="914400"/>
                  </a:lnTo>
                  <a:lnTo>
                    <a:pt x="2210729" y="914400"/>
                  </a:lnTo>
                  <a:close/>
                </a:path>
              </a:pathLst>
            </a:custGeom>
            <a:solidFill>
              <a:srgbClr val="F3F6FC"/>
            </a:solidFill>
            <a:ln>
              <a:noFill/>
            </a:ln>
          </p:spPr>
        </p:sp>
        <p:sp>
          <p:nvSpPr>
            <p:cNvPr id="82" name="node16.hatch.015"/>
            <p:cNvSpPr/>
            <p:nvPr/>
          </p:nvSpPr>
          <p:spPr>
            <a:xfrm>
              <a:off x="8267700" y="1828800"/>
              <a:ext cx="2971800" cy="914400"/>
            </a:xfrm>
            <a:custGeom>
              <a:avLst/>
              <a:gdLst/>
              <a:ahLst/>
              <a:cxnLst/>
              <a:rect l="l" t="t" r="r" b="b"/>
              <a:pathLst>
                <a:path w="2971800" h="914400">
                  <a:moveTo>
                    <a:pt x="2971800" y="368855"/>
                  </a:moveTo>
                  <a:lnTo>
                    <a:pt x="2971800" y="476618"/>
                  </a:lnTo>
                  <a:lnTo>
                    <a:pt x="2534018" y="914400"/>
                  </a:lnTo>
                  <a:lnTo>
                    <a:pt x="2426255" y="914400"/>
                  </a:lnTo>
                  <a:close/>
                </a:path>
              </a:pathLst>
            </a:custGeom>
            <a:solidFill>
              <a:srgbClr val="F3F6FC"/>
            </a:solidFill>
            <a:ln>
              <a:noFill/>
            </a:ln>
          </p:spPr>
        </p:sp>
        <p:sp>
          <p:nvSpPr>
            <p:cNvPr id="83" name="node16.hatch.016"/>
            <p:cNvSpPr/>
            <p:nvPr/>
          </p:nvSpPr>
          <p:spPr>
            <a:xfrm>
              <a:off x="8267700" y="1828800"/>
              <a:ext cx="2971800" cy="914400"/>
            </a:xfrm>
            <a:custGeom>
              <a:avLst/>
              <a:gdLst/>
              <a:ahLst/>
              <a:cxnLst/>
              <a:rect l="l" t="t" r="r" b="b"/>
              <a:pathLst>
                <a:path w="2971800" h="914400">
                  <a:moveTo>
                    <a:pt x="2971800" y="584381"/>
                  </a:moveTo>
                  <a:lnTo>
                    <a:pt x="2971800" y="692144"/>
                  </a:lnTo>
                  <a:lnTo>
                    <a:pt x="2749544" y="914400"/>
                  </a:lnTo>
                  <a:lnTo>
                    <a:pt x="2641781" y="914400"/>
                  </a:lnTo>
                  <a:close/>
                </a:path>
              </a:pathLst>
            </a:custGeom>
            <a:solidFill>
              <a:srgbClr val="F3F6FC"/>
            </a:solidFill>
            <a:ln>
              <a:noFill/>
            </a:ln>
          </p:spPr>
        </p:sp>
        <p:sp>
          <p:nvSpPr>
            <p:cNvPr id="84" name="node16.hatch.017"/>
            <p:cNvSpPr/>
            <p:nvPr/>
          </p:nvSpPr>
          <p:spPr>
            <a:xfrm>
              <a:off x="8267700" y="1828800"/>
              <a:ext cx="2971800" cy="914400"/>
            </a:xfrm>
            <a:custGeom>
              <a:avLst/>
              <a:gdLst/>
              <a:ahLst/>
              <a:cxnLst/>
              <a:rect l="l" t="t" r="r" b="b"/>
              <a:pathLst>
                <a:path w="2971800" h="914400">
                  <a:moveTo>
                    <a:pt x="2971800" y="799908"/>
                  </a:moveTo>
                  <a:lnTo>
                    <a:pt x="2971800" y="907671"/>
                  </a:lnTo>
                  <a:lnTo>
                    <a:pt x="2965071" y="914400"/>
                  </a:lnTo>
                  <a:lnTo>
                    <a:pt x="2857308" y="914400"/>
                  </a:lnTo>
                  <a:close/>
                </a:path>
              </a:pathLst>
            </a:custGeom>
            <a:solidFill>
              <a:srgbClr val="F3F6FC"/>
            </a:solidFill>
            <a:ln>
              <a:noFill/>
            </a:ln>
          </p:spPr>
        </p:sp>
        <p:sp>
          <p:nvSpPr>
            <p:cNvPr id="85" name="node16.border"/>
            <p:cNvSpPr/>
            <p:nvPr/>
          </p:nvSpPr>
          <p:spPr>
            <a:xfrm>
              <a:off x="8267700" y="1828800"/>
              <a:ext cx="2971800" cy="914400"/>
            </a:xfrm>
            <a:prstGeom prst="rect">
              <a:avLst/>
            </a:prstGeom>
            <a:ln w="12700">
              <a:solidFill>
                <a:srgbClr val="97A4BA"/>
              </a:solidFill>
              <a:prstDash val="solid"/>
            </a:ln>
          </p:spPr>
        </p:sp>
        <p:sp>
          <p:nvSpPr>
            <p:cNvPr id="86" name="node16.placeholder"/>
            <p:cNvSpPr/>
            <p:nvPr/>
          </p:nvSpPr>
          <p:spPr>
            <a:xfrm>
              <a:off x="8293100" y="2209800"/>
              <a:ext cx="2921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108" name="node17"/>
          <p:cNvGrpSpPr/>
          <p:nvPr/>
        </p:nvGrpSpPr>
        <p:grpSpPr>
          <a:xfrm>
            <a:off x="8267700" y="2971800"/>
            <a:ext cx="2971800" cy="304800"/>
            <a:chOff x="8267700" y="2971800"/>
            <a:chExt cx="2971800" cy="304800"/>
          </a:xfrm>
        </p:grpSpPr>
        <p:sp>
          <p:nvSpPr>
            <p:cNvPr id="87" name="node17.text"/>
            <p:cNvSpPr/>
            <p:nvPr/>
          </p:nvSpPr>
          <p:spPr>
            <a:xfrm>
              <a:off x="8267700" y="2971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Alliance partner C</a:t>
              </a:r>
              <a:endParaRPr lang="en-US" sz="1800" spc="-18" kern="0" b="0" i="0" dirty="0">
                <a:solidFill>
                  <a:srgbClr val="070154"/>
                </a:solidFill>
                <a:latin typeface="IBM Plex Sans SemiBold"/>
                <a:ea typeface="IBM Plex Sans SemiBold"/>
                <a:cs typeface="IBM Plex Sans SemiBold"/>
              </a:endParaRPr>
            </a:p>
          </p:txBody>
        </p:sp>
      </p:grpSp>
      <p:grpSp>
        <p:nvGrpSpPr>
          <p:cNvPr id="109" name="node18"/>
          <p:cNvGrpSpPr/>
          <p:nvPr/>
        </p:nvGrpSpPr>
        <p:grpSpPr>
          <a:xfrm>
            <a:off x="8267700" y="3429000"/>
            <a:ext cx="2971800" cy="152400"/>
            <a:chOff x="8267700" y="3429000"/>
            <a:chExt cx="2971800" cy="152400"/>
          </a:xfrm>
        </p:grpSpPr>
        <p:sp>
          <p:nvSpPr>
            <p:cNvPr id="88" name="node18.text"/>
            <p:cNvSpPr/>
            <p:nvPr/>
          </p:nvSpPr>
          <p:spPr>
            <a:xfrm>
              <a:off x="8267700" y="3429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SELECT PARTNER</a:t>
              </a:r>
              <a:endParaRPr lang="en-US" sz="900" spc="54" kern="0" b="0" i="0" dirty="0">
                <a:solidFill>
                  <a:srgbClr val="0047FF"/>
                </a:solidFill>
                <a:latin typeface="IBM Plex Mono Medium"/>
                <a:ea typeface="IBM Plex Mono Medium"/>
                <a:cs typeface="IBM Plex Mono Medium"/>
              </a:endParaRPr>
            </a:p>
          </p:txBody>
        </p:sp>
      </p:grpSp>
      <p:sp>
        <p:nvSpPr>
          <p:cNvPr id="89" name="node19"/>
          <p:cNvSpPr/>
          <p:nvPr/>
        </p:nvSpPr>
        <p:spPr>
          <a:xfrm>
            <a:off x="8267700" y="3886200"/>
            <a:ext cx="2971800" cy="9525"/>
          </a:xfrm>
          <a:prstGeom prst="rect">
            <a:avLst/>
          </a:prstGeom>
          <a:solidFill>
            <a:srgbClr val="CED7E6"/>
          </a:solidFill>
          <a:ln>
            <a:noFill/>
          </a:ln>
        </p:spPr>
      </p:sp>
      <p:grpSp>
        <p:nvGrpSpPr>
          <p:cNvPr id="110" name="node20"/>
          <p:cNvGrpSpPr/>
          <p:nvPr/>
        </p:nvGrpSpPr>
        <p:grpSpPr>
          <a:xfrm>
            <a:off x="8267700" y="4114800"/>
            <a:ext cx="1600200" cy="954850"/>
            <a:chOff x="8267700" y="4114800"/>
            <a:chExt cx="1600200" cy="954850"/>
          </a:xfrm>
        </p:grpSpPr>
        <p:sp>
          <p:nvSpPr>
            <p:cNvPr id="90" name="node20.value"/>
            <p:cNvSpPr/>
            <p:nvPr/>
          </p:nvSpPr>
          <p:spPr>
            <a:xfrm>
              <a:off x="8267700" y="41148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47</a:t>
              </a:r>
              <a:endParaRPr lang="en-US" sz="4800" spc="-96" kern="0" b="0" i="0" dirty="0">
                <a:solidFill>
                  <a:srgbClr val="070154"/>
                </a:solidFill>
                <a:latin typeface="IBM Plex Mono SemiBold"/>
                <a:ea typeface="IBM Plex Mono SemiBold"/>
                <a:cs typeface="IBM Plex Mono SemiBold"/>
              </a:endParaRPr>
            </a:p>
          </p:txBody>
        </p:sp>
        <p:sp>
          <p:nvSpPr>
            <p:cNvPr id="91" name="node20.label"/>
            <p:cNvSpPr/>
            <p:nvPr/>
          </p:nvSpPr>
          <p:spPr>
            <a:xfrm>
              <a:off x="8267700" y="48029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joint engagements</a:t>
              </a:r>
              <a:endParaRPr lang="en-US" sz="1400" spc="0" kern="0" b="0" i="0" dirty="0">
                <a:solidFill>
                  <a:srgbClr val="50658E"/>
                </a:solidFill>
                <a:latin typeface="IBM Plex Sans"/>
                <a:ea typeface="IBM Plex Sans"/>
                <a:cs typeface="IBM Plex Sans"/>
              </a:endParaRPr>
            </a:p>
          </p:txBody>
        </p:sp>
      </p:grpSp>
      <p:grpSp>
        <p:nvGrpSpPr>
          <p:cNvPr id="111" name="node21"/>
          <p:cNvGrpSpPr/>
          <p:nvPr/>
        </p:nvGrpSpPr>
        <p:grpSpPr>
          <a:xfrm>
            <a:off x="9867900" y="4114800"/>
            <a:ext cx="1371600" cy="954850"/>
            <a:chOff x="9867900" y="4114800"/>
            <a:chExt cx="1371600" cy="954850"/>
          </a:xfrm>
        </p:grpSpPr>
        <p:sp>
          <p:nvSpPr>
            <p:cNvPr id="92" name="node21.value"/>
            <p:cNvSpPr/>
            <p:nvPr/>
          </p:nvSpPr>
          <p:spPr>
            <a:xfrm>
              <a:off x="9867900" y="4114800"/>
              <a:ext cx="1371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29</a:t>
              </a:r>
              <a:endParaRPr lang="en-US" sz="4800" spc="-96" kern="0" b="0" i="0" dirty="0">
                <a:solidFill>
                  <a:srgbClr val="070154"/>
                </a:solidFill>
                <a:latin typeface="IBM Plex Mono SemiBold"/>
                <a:ea typeface="IBM Plex Mono SemiBold"/>
                <a:cs typeface="IBM Plex Mono SemiBold"/>
              </a:endParaRPr>
            </a:p>
          </p:txBody>
        </p:sp>
        <p:sp>
          <p:nvSpPr>
            <p:cNvPr id="93" name="node21.label"/>
            <p:cNvSpPr/>
            <p:nvPr/>
          </p:nvSpPr>
          <p:spPr>
            <a:xfrm>
              <a:off x="9867900" y="4802950"/>
              <a:ext cx="137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clients served</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ource-00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ABOUT US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Our alliances multiply what we deliver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112</a:t>
            </a:fld>
            <a:endParaRPr lang="en-US" sz="700" spc="0" kern="0" b="0" i="0" dirty="0">
              <a:solidFill>
                <a:srgbClr val="FFFFFF"/>
              </a:solidFill>
              <a:latin typeface="IBM Plex Mono SemiBold"/>
              <a:ea typeface="IBM Plex Mono SemiBold"/>
              <a:cs typeface="IBM Plex Mono SemiBold"/>
            </a:endParaRPr>
          </a:p>
        </p:txBody>
      </p:sp>
      <p:grpSp>
        <p:nvGrpSpPr>
          <p:cNvPr id="83" name="node01"/>
          <p:cNvGrpSpPr/>
          <p:nvPr/>
        </p:nvGrpSpPr>
        <p:grpSpPr>
          <a:xfrm>
            <a:off x="723900" y="1600200"/>
            <a:ext cx="2286000" cy="4114800"/>
            <a:chOff x="723900" y="1600200"/>
            <a:chExt cx="2286000" cy="4114800"/>
          </a:xfrm>
        </p:grpSpPr>
        <p:sp>
          <p:nvSpPr>
            <p:cNvPr id="7" name="node01.surface"/>
            <p:cNvSpPr/>
            <p:nvPr/>
          </p:nvSpPr>
          <p:spPr>
            <a:xfrm>
              <a:off x="723900" y="1600200"/>
              <a:ext cx="2286000" cy="4114800"/>
            </a:xfrm>
            <a:prstGeom prst="rect">
              <a:avLst/>
            </a:prstGeom>
            <a:solidFill>
              <a:srgbClr val="E8EEF8"/>
            </a:solidFill>
            <a:ln>
              <a:noFill/>
            </a:ln>
          </p:spPr>
        </p:sp>
      </p:grpSp>
      <p:grpSp>
        <p:nvGrpSpPr>
          <p:cNvPr id="84" name="node02"/>
          <p:cNvGrpSpPr/>
          <p:nvPr/>
        </p:nvGrpSpPr>
        <p:grpSpPr>
          <a:xfrm>
            <a:off x="952500" y="1828800"/>
            <a:ext cx="1828800" cy="914400"/>
            <a:chOff x="952500" y="1828800"/>
            <a:chExt cx="1828800" cy="914400"/>
          </a:xfrm>
        </p:grpSpPr>
        <p:sp>
          <p:nvSpPr>
            <p:cNvPr id="8" name="node02.background"/>
            <p:cNvSpPr/>
            <p:nvPr/>
          </p:nvSpPr>
          <p:spPr>
            <a:xfrm>
              <a:off x="952500" y="1828800"/>
              <a:ext cx="1828800" cy="914400"/>
            </a:xfrm>
            <a:prstGeom prst="rect">
              <a:avLst/>
            </a:prstGeom>
            <a:solidFill>
              <a:srgbClr val="FFFFFF"/>
            </a:solidFill>
            <a:ln>
              <a:noFill/>
            </a:ln>
          </p:spPr>
        </p:sp>
        <p:sp>
          <p:nvSpPr>
            <p:cNvPr id="9" name="node02.hatch.000"/>
            <p:cNvSpPr/>
            <p:nvPr/>
          </p:nvSpPr>
          <p:spPr>
            <a:xfrm>
              <a:off x="952500" y="1828800"/>
              <a:ext cx="1828800" cy="914400"/>
            </a:xfrm>
            <a:custGeom>
              <a:avLst/>
              <a:gdLst/>
              <a:ahLst/>
              <a:cxnLst/>
              <a:rect l="l" t="t" r="r" b="b"/>
              <a:pathLst>
                <a:path w="1828800" h="914400">
                  <a:moveTo>
                    <a:pt x="0" y="215526"/>
                  </a:moveTo>
                  <a:lnTo>
                    <a:pt x="0" y="107763"/>
                  </a:lnTo>
                  <a:lnTo>
                    <a:pt x="107763" y="0"/>
                  </a:lnTo>
                  <a:lnTo>
                    <a:pt x="215526" y="0"/>
                  </a:lnTo>
                  <a:close/>
                </a:path>
              </a:pathLst>
            </a:custGeom>
            <a:solidFill>
              <a:srgbClr val="F3F6FC"/>
            </a:solidFill>
            <a:ln>
              <a:noFill/>
            </a:ln>
          </p:spPr>
        </p:sp>
        <p:sp>
          <p:nvSpPr>
            <p:cNvPr id="10" name="node02.hatch.001"/>
            <p:cNvSpPr/>
            <p:nvPr/>
          </p:nvSpPr>
          <p:spPr>
            <a:xfrm>
              <a:off x="952500" y="1828800"/>
              <a:ext cx="1828800" cy="914400"/>
            </a:xfrm>
            <a:custGeom>
              <a:avLst/>
              <a:gdLst/>
              <a:ahLst/>
              <a:cxnLst/>
              <a:rect l="l" t="t" r="r" b="b"/>
              <a:pathLst>
                <a:path w="1828800" h="914400">
                  <a:moveTo>
                    <a:pt x="0" y="431052"/>
                  </a:moveTo>
                  <a:lnTo>
                    <a:pt x="0" y="323289"/>
                  </a:lnTo>
                  <a:lnTo>
                    <a:pt x="323289" y="0"/>
                  </a:lnTo>
                  <a:lnTo>
                    <a:pt x="431052" y="0"/>
                  </a:lnTo>
                  <a:close/>
                </a:path>
              </a:pathLst>
            </a:custGeom>
            <a:solidFill>
              <a:srgbClr val="F3F6FC"/>
            </a:solidFill>
            <a:ln>
              <a:noFill/>
            </a:ln>
          </p:spPr>
        </p:sp>
        <p:sp>
          <p:nvSpPr>
            <p:cNvPr id="11" name="node02.hatch.002"/>
            <p:cNvSpPr/>
            <p:nvPr/>
          </p:nvSpPr>
          <p:spPr>
            <a:xfrm>
              <a:off x="952500" y="1828800"/>
              <a:ext cx="1828800" cy="914400"/>
            </a:xfrm>
            <a:custGeom>
              <a:avLst/>
              <a:gdLst/>
              <a:ahLst/>
              <a:cxnLst/>
              <a:rect l="l" t="t" r="r" b="b"/>
              <a:pathLst>
                <a:path w="1828800" h="914400">
                  <a:moveTo>
                    <a:pt x="0" y="646578"/>
                  </a:moveTo>
                  <a:lnTo>
                    <a:pt x="0" y="538815"/>
                  </a:lnTo>
                  <a:lnTo>
                    <a:pt x="538815" y="0"/>
                  </a:lnTo>
                  <a:lnTo>
                    <a:pt x="646578" y="0"/>
                  </a:lnTo>
                  <a:close/>
                </a:path>
              </a:pathLst>
            </a:custGeom>
            <a:solidFill>
              <a:srgbClr val="F3F6FC"/>
            </a:solidFill>
            <a:ln>
              <a:noFill/>
            </a:ln>
          </p:spPr>
        </p:sp>
        <p:sp>
          <p:nvSpPr>
            <p:cNvPr id="12" name="node02.hatch.003"/>
            <p:cNvSpPr/>
            <p:nvPr/>
          </p:nvSpPr>
          <p:spPr>
            <a:xfrm>
              <a:off x="952500" y="1828800"/>
              <a:ext cx="1828800" cy="914400"/>
            </a:xfrm>
            <a:custGeom>
              <a:avLst/>
              <a:gdLst/>
              <a:ahLst/>
              <a:cxnLst/>
              <a:rect l="l" t="t" r="r" b="b"/>
              <a:pathLst>
                <a:path w="1828800" h="914400">
                  <a:moveTo>
                    <a:pt x="0" y="862105"/>
                  </a:moveTo>
                  <a:lnTo>
                    <a:pt x="0" y="754342"/>
                  </a:lnTo>
                  <a:lnTo>
                    <a:pt x="754342" y="0"/>
                  </a:lnTo>
                  <a:lnTo>
                    <a:pt x="862105" y="0"/>
                  </a:lnTo>
                  <a:close/>
                </a:path>
              </a:pathLst>
            </a:custGeom>
            <a:solidFill>
              <a:srgbClr val="F3F6FC"/>
            </a:solidFill>
            <a:ln>
              <a:noFill/>
            </a:ln>
          </p:spPr>
        </p:sp>
        <p:sp>
          <p:nvSpPr>
            <p:cNvPr id="13" name="node02.hatch.004"/>
            <p:cNvSpPr/>
            <p:nvPr/>
          </p:nvSpPr>
          <p:spPr>
            <a:xfrm>
              <a:off x="952500" y="1828800"/>
              <a:ext cx="1828800" cy="914400"/>
            </a:xfrm>
            <a:custGeom>
              <a:avLst/>
              <a:gdLst/>
              <a:ahLst/>
              <a:cxnLst/>
              <a:rect l="l" t="t" r="r" b="b"/>
              <a:pathLst>
                <a:path w="1828800" h="914400">
                  <a:moveTo>
                    <a:pt x="969868" y="0"/>
                  </a:moveTo>
                  <a:lnTo>
                    <a:pt x="1077631" y="0"/>
                  </a:lnTo>
                  <a:lnTo>
                    <a:pt x="163231" y="914400"/>
                  </a:lnTo>
                  <a:lnTo>
                    <a:pt x="55468" y="914400"/>
                  </a:lnTo>
                  <a:close/>
                </a:path>
              </a:pathLst>
            </a:custGeom>
            <a:solidFill>
              <a:srgbClr val="F3F6FC"/>
            </a:solidFill>
            <a:ln>
              <a:noFill/>
            </a:ln>
          </p:spPr>
        </p:sp>
        <p:sp>
          <p:nvSpPr>
            <p:cNvPr id="14" name="node02.hatch.005"/>
            <p:cNvSpPr/>
            <p:nvPr/>
          </p:nvSpPr>
          <p:spPr>
            <a:xfrm>
              <a:off x="952500" y="1828800"/>
              <a:ext cx="1828800" cy="914400"/>
            </a:xfrm>
            <a:custGeom>
              <a:avLst/>
              <a:gdLst/>
              <a:ahLst/>
              <a:cxnLst/>
              <a:rect l="l" t="t" r="r" b="b"/>
              <a:pathLst>
                <a:path w="1828800" h="914400">
                  <a:moveTo>
                    <a:pt x="1185394" y="0"/>
                  </a:moveTo>
                  <a:lnTo>
                    <a:pt x="1293157" y="0"/>
                  </a:lnTo>
                  <a:lnTo>
                    <a:pt x="378757" y="914400"/>
                  </a:lnTo>
                  <a:lnTo>
                    <a:pt x="270994" y="914400"/>
                  </a:lnTo>
                  <a:close/>
                </a:path>
              </a:pathLst>
            </a:custGeom>
            <a:solidFill>
              <a:srgbClr val="F3F6FC"/>
            </a:solidFill>
            <a:ln>
              <a:noFill/>
            </a:ln>
          </p:spPr>
        </p:sp>
        <p:sp>
          <p:nvSpPr>
            <p:cNvPr id="15" name="node02.hatch.006"/>
            <p:cNvSpPr/>
            <p:nvPr/>
          </p:nvSpPr>
          <p:spPr>
            <a:xfrm>
              <a:off x="952500" y="1828800"/>
              <a:ext cx="1828800" cy="914400"/>
            </a:xfrm>
            <a:custGeom>
              <a:avLst/>
              <a:gdLst/>
              <a:ahLst/>
              <a:cxnLst/>
              <a:rect l="l" t="t" r="r" b="b"/>
              <a:pathLst>
                <a:path w="1828800" h="914400">
                  <a:moveTo>
                    <a:pt x="1400920" y="0"/>
                  </a:moveTo>
                  <a:lnTo>
                    <a:pt x="1508683" y="0"/>
                  </a:lnTo>
                  <a:lnTo>
                    <a:pt x="594283" y="914400"/>
                  </a:lnTo>
                  <a:lnTo>
                    <a:pt x="486520" y="914400"/>
                  </a:lnTo>
                  <a:close/>
                </a:path>
              </a:pathLst>
            </a:custGeom>
            <a:solidFill>
              <a:srgbClr val="F3F6FC"/>
            </a:solidFill>
            <a:ln>
              <a:noFill/>
            </a:ln>
          </p:spPr>
        </p:sp>
        <p:sp>
          <p:nvSpPr>
            <p:cNvPr id="16" name="node02.hatch.007"/>
            <p:cNvSpPr/>
            <p:nvPr/>
          </p:nvSpPr>
          <p:spPr>
            <a:xfrm>
              <a:off x="952500" y="1828800"/>
              <a:ext cx="1828800" cy="914400"/>
            </a:xfrm>
            <a:custGeom>
              <a:avLst/>
              <a:gdLst/>
              <a:ahLst/>
              <a:cxnLst/>
              <a:rect l="l" t="t" r="r" b="b"/>
              <a:pathLst>
                <a:path w="1828800" h="914400">
                  <a:moveTo>
                    <a:pt x="1616446" y="0"/>
                  </a:moveTo>
                  <a:lnTo>
                    <a:pt x="1724209" y="0"/>
                  </a:lnTo>
                  <a:lnTo>
                    <a:pt x="809809" y="914400"/>
                  </a:lnTo>
                  <a:lnTo>
                    <a:pt x="702046" y="914400"/>
                  </a:lnTo>
                  <a:close/>
                </a:path>
              </a:pathLst>
            </a:custGeom>
            <a:solidFill>
              <a:srgbClr val="F3F6FC"/>
            </a:solidFill>
            <a:ln>
              <a:noFill/>
            </a:ln>
          </p:spPr>
        </p:sp>
        <p:sp>
          <p:nvSpPr>
            <p:cNvPr id="17" name="node02.hatch.008"/>
            <p:cNvSpPr/>
            <p:nvPr/>
          </p:nvSpPr>
          <p:spPr>
            <a:xfrm>
              <a:off x="952500" y="1828800"/>
              <a:ext cx="1828800" cy="914400"/>
            </a:xfrm>
            <a:custGeom>
              <a:avLst/>
              <a:gdLst/>
              <a:ahLst/>
              <a:cxnLst/>
              <a:rect l="l" t="t" r="r" b="b"/>
              <a:pathLst>
                <a:path w="1828800" h="914400">
                  <a:moveTo>
                    <a:pt x="1828800" y="3172"/>
                  </a:moveTo>
                  <a:lnTo>
                    <a:pt x="1828800" y="110935"/>
                  </a:lnTo>
                  <a:lnTo>
                    <a:pt x="1025335" y="914400"/>
                  </a:lnTo>
                  <a:lnTo>
                    <a:pt x="917572" y="914400"/>
                  </a:lnTo>
                  <a:close/>
                </a:path>
              </a:pathLst>
            </a:custGeom>
            <a:solidFill>
              <a:srgbClr val="F3F6FC"/>
            </a:solidFill>
            <a:ln>
              <a:noFill/>
            </a:ln>
          </p:spPr>
        </p:sp>
        <p:sp>
          <p:nvSpPr>
            <p:cNvPr id="18" name="node02.hatch.009"/>
            <p:cNvSpPr/>
            <p:nvPr/>
          </p:nvSpPr>
          <p:spPr>
            <a:xfrm>
              <a:off x="952500" y="1828800"/>
              <a:ext cx="1828800" cy="914400"/>
            </a:xfrm>
            <a:custGeom>
              <a:avLst/>
              <a:gdLst/>
              <a:ahLst/>
              <a:cxnLst/>
              <a:rect l="l" t="t" r="r" b="b"/>
              <a:pathLst>
                <a:path w="1828800" h="914400">
                  <a:moveTo>
                    <a:pt x="1828800" y="218698"/>
                  </a:moveTo>
                  <a:lnTo>
                    <a:pt x="1828800" y="326461"/>
                  </a:lnTo>
                  <a:lnTo>
                    <a:pt x="1240861" y="914400"/>
                  </a:lnTo>
                  <a:lnTo>
                    <a:pt x="1133098" y="914400"/>
                  </a:lnTo>
                  <a:close/>
                </a:path>
              </a:pathLst>
            </a:custGeom>
            <a:solidFill>
              <a:srgbClr val="F3F6FC"/>
            </a:solidFill>
            <a:ln>
              <a:noFill/>
            </a:ln>
          </p:spPr>
        </p:sp>
        <p:sp>
          <p:nvSpPr>
            <p:cNvPr id="19" name="node02.hatch.010"/>
            <p:cNvSpPr/>
            <p:nvPr/>
          </p:nvSpPr>
          <p:spPr>
            <a:xfrm>
              <a:off x="952500" y="1828800"/>
              <a:ext cx="1828800" cy="914400"/>
            </a:xfrm>
            <a:custGeom>
              <a:avLst/>
              <a:gdLst/>
              <a:ahLst/>
              <a:cxnLst/>
              <a:rect l="l" t="t" r="r" b="b"/>
              <a:pathLst>
                <a:path w="1828800" h="914400">
                  <a:moveTo>
                    <a:pt x="1828800" y="434225"/>
                  </a:moveTo>
                  <a:lnTo>
                    <a:pt x="1828800" y="541988"/>
                  </a:lnTo>
                  <a:lnTo>
                    <a:pt x="1456388" y="914400"/>
                  </a:lnTo>
                  <a:lnTo>
                    <a:pt x="1348625" y="914400"/>
                  </a:lnTo>
                  <a:close/>
                </a:path>
              </a:pathLst>
            </a:custGeom>
            <a:solidFill>
              <a:srgbClr val="F3F6FC"/>
            </a:solidFill>
            <a:ln>
              <a:noFill/>
            </a:ln>
          </p:spPr>
        </p:sp>
        <p:sp>
          <p:nvSpPr>
            <p:cNvPr id="20" name="node02.hatch.011"/>
            <p:cNvSpPr/>
            <p:nvPr/>
          </p:nvSpPr>
          <p:spPr>
            <a:xfrm>
              <a:off x="952500" y="1828800"/>
              <a:ext cx="1828800" cy="914400"/>
            </a:xfrm>
            <a:custGeom>
              <a:avLst/>
              <a:gdLst/>
              <a:ahLst/>
              <a:cxnLst/>
              <a:rect l="l" t="t" r="r" b="b"/>
              <a:pathLst>
                <a:path w="1828800" h="914400">
                  <a:moveTo>
                    <a:pt x="1828800" y="649751"/>
                  </a:moveTo>
                  <a:lnTo>
                    <a:pt x="1828800" y="757514"/>
                  </a:lnTo>
                  <a:lnTo>
                    <a:pt x="1671914" y="914400"/>
                  </a:lnTo>
                  <a:lnTo>
                    <a:pt x="1564151" y="914400"/>
                  </a:lnTo>
                  <a:close/>
                </a:path>
              </a:pathLst>
            </a:custGeom>
            <a:solidFill>
              <a:srgbClr val="F3F6FC"/>
            </a:solidFill>
            <a:ln>
              <a:noFill/>
            </a:ln>
          </p:spPr>
        </p:sp>
        <p:sp>
          <p:nvSpPr>
            <p:cNvPr id="21" name="node02.hatch.012"/>
            <p:cNvSpPr/>
            <p:nvPr/>
          </p:nvSpPr>
          <p:spPr>
            <a:xfrm>
              <a:off x="952500" y="1828800"/>
              <a:ext cx="1828800" cy="914400"/>
            </a:xfrm>
            <a:custGeom>
              <a:avLst/>
              <a:gdLst/>
              <a:ahLst/>
              <a:cxnLst/>
              <a:rect l="l" t="t" r="r" b="b"/>
              <a:pathLst>
                <a:path w="1828800" h="914400">
                  <a:moveTo>
                    <a:pt x="1828800" y="865277"/>
                  </a:moveTo>
                  <a:lnTo>
                    <a:pt x="1828800" y="914400"/>
                  </a:lnTo>
                  <a:lnTo>
                    <a:pt x="1779677" y="914400"/>
                  </a:lnTo>
                  <a:close/>
                </a:path>
              </a:pathLst>
            </a:custGeom>
            <a:solidFill>
              <a:srgbClr val="F3F6FC"/>
            </a:solidFill>
            <a:ln>
              <a:noFill/>
            </a:ln>
          </p:spPr>
        </p:sp>
        <p:sp>
          <p:nvSpPr>
            <p:cNvPr id="22" name="node02.border"/>
            <p:cNvSpPr/>
            <p:nvPr/>
          </p:nvSpPr>
          <p:spPr>
            <a:xfrm>
              <a:off x="952500" y="1828800"/>
              <a:ext cx="1828800" cy="914400"/>
            </a:xfrm>
            <a:prstGeom prst="rect">
              <a:avLst/>
            </a:prstGeom>
            <a:ln w="12700">
              <a:solidFill>
                <a:srgbClr val="97A4BA"/>
              </a:solidFill>
              <a:prstDash val="solid"/>
            </a:ln>
          </p:spPr>
        </p:sp>
        <p:sp>
          <p:nvSpPr>
            <p:cNvPr id="23" name="node02.placeholder"/>
            <p:cNvSpPr/>
            <p:nvPr/>
          </p:nvSpPr>
          <p:spPr>
            <a:xfrm>
              <a:off x="977900" y="2209800"/>
              <a:ext cx="1778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85" name="node03"/>
          <p:cNvGrpSpPr/>
          <p:nvPr/>
        </p:nvGrpSpPr>
        <p:grpSpPr>
          <a:xfrm>
            <a:off x="952500" y="2971800"/>
            <a:ext cx="1828800" cy="304800"/>
            <a:chOff x="952500" y="2971800"/>
            <a:chExt cx="1828800" cy="304800"/>
          </a:xfrm>
        </p:grpSpPr>
        <p:sp>
          <p:nvSpPr>
            <p:cNvPr id="24" name="node03.text"/>
            <p:cNvSpPr/>
            <p:nvPr/>
          </p:nvSpPr>
          <p:spPr>
            <a:xfrm>
              <a:off x="952500" y="2971800"/>
              <a:ext cx="1828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Partner A</a:t>
              </a:r>
              <a:endParaRPr lang="en-US" sz="1800" spc="-18" kern="0" b="0" i="0" dirty="0">
                <a:solidFill>
                  <a:srgbClr val="070154"/>
                </a:solidFill>
                <a:latin typeface="IBM Plex Sans SemiBold"/>
                <a:ea typeface="IBM Plex Sans SemiBold"/>
                <a:cs typeface="IBM Plex Sans SemiBold"/>
              </a:endParaRPr>
            </a:p>
          </p:txBody>
        </p:sp>
      </p:grpSp>
      <p:grpSp>
        <p:nvGrpSpPr>
          <p:cNvPr id="86" name="node04"/>
          <p:cNvGrpSpPr/>
          <p:nvPr/>
        </p:nvGrpSpPr>
        <p:grpSpPr>
          <a:xfrm>
            <a:off x="952500" y="3429000"/>
            <a:ext cx="1828800" cy="152400"/>
            <a:chOff x="952500" y="3429000"/>
            <a:chExt cx="1828800" cy="152400"/>
          </a:xfrm>
        </p:grpSpPr>
        <p:sp>
          <p:nvSpPr>
            <p:cNvPr id="25" name="node04.text"/>
            <p:cNvSpPr/>
            <p:nvPr/>
          </p:nvSpPr>
          <p:spPr>
            <a:xfrm>
              <a:off x="952500" y="34290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PREMIER PARTNER</a:t>
              </a:r>
              <a:endParaRPr lang="en-US" sz="900" spc="54" kern="0" b="0" i="0" dirty="0">
                <a:solidFill>
                  <a:srgbClr val="0047FF"/>
                </a:solidFill>
                <a:latin typeface="IBM Plex Mono Medium"/>
                <a:ea typeface="IBM Plex Mono Medium"/>
                <a:cs typeface="IBM Plex Mono Medium"/>
              </a:endParaRPr>
            </a:p>
          </p:txBody>
        </p:sp>
      </p:grpSp>
      <p:sp>
        <p:nvSpPr>
          <p:cNvPr id="26" name="node05"/>
          <p:cNvSpPr/>
          <p:nvPr/>
        </p:nvSpPr>
        <p:spPr>
          <a:xfrm>
            <a:off x="952500" y="3886200"/>
            <a:ext cx="1828800" cy="9525"/>
          </a:xfrm>
          <a:prstGeom prst="rect">
            <a:avLst/>
          </a:prstGeom>
          <a:solidFill>
            <a:srgbClr val="CED7E6"/>
          </a:solidFill>
          <a:ln>
            <a:noFill/>
          </a:ln>
        </p:spPr>
      </p:sp>
      <p:grpSp>
        <p:nvGrpSpPr>
          <p:cNvPr id="87" name="node06"/>
          <p:cNvGrpSpPr/>
          <p:nvPr/>
        </p:nvGrpSpPr>
        <p:grpSpPr>
          <a:xfrm>
            <a:off x="952500" y="4114800"/>
            <a:ext cx="1828800" cy="458978"/>
            <a:chOff x="952500" y="4114800"/>
            <a:chExt cx="1828800" cy="458978"/>
          </a:xfrm>
        </p:grpSpPr>
        <p:sp>
          <p:nvSpPr>
            <p:cNvPr id="27" name="node06.text"/>
            <p:cNvSpPr/>
            <p:nvPr/>
          </p:nvSpPr>
          <p:spPr>
            <a:xfrm>
              <a:off x="952500" y="4114800"/>
              <a:ext cx="1828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86</a:t>
              </a:r>
              <a:endParaRPr lang="en-US" sz="3600" spc="-72" kern="0" b="0" i="0" dirty="0">
                <a:solidFill>
                  <a:srgbClr val="070154"/>
                </a:solidFill>
                <a:latin typeface="IBM Plex Mono SemiBold"/>
                <a:ea typeface="IBM Plex Mono SemiBold"/>
                <a:cs typeface="IBM Plex Mono SemiBold"/>
              </a:endParaRPr>
            </a:p>
          </p:txBody>
        </p:sp>
      </p:grpSp>
      <p:grpSp>
        <p:nvGrpSpPr>
          <p:cNvPr id="88" name="node07"/>
          <p:cNvGrpSpPr/>
          <p:nvPr/>
        </p:nvGrpSpPr>
        <p:grpSpPr>
          <a:xfrm>
            <a:off x="952500" y="4521200"/>
            <a:ext cx="1828800" cy="228600"/>
            <a:chOff x="952500" y="4521200"/>
            <a:chExt cx="1828800" cy="228600"/>
          </a:xfrm>
        </p:grpSpPr>
        <p:sp>
          <p:nvSpPr>
            <p:cNvPr id="28" name="node07.text"/>
            <p:cNvSpPr/>
            <p:nvPr/>
          </p:nvSpPr>
          <p:spPr>
            <a:xfrm>
              <a:off x="952500" y="45212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joint engagements</a:t>
              </a:r>
              <a:endParaRPr lang="en-US" sz="1200" spc="0" kern="0" b="0" i="0" dirty="0">
                <a:solidFill>
                  <a:srgbClr val="50658E"/>
                </a:solidFill>
                <a:latin typeface="IBM Plex Sans"/>
                <a:ea typeface="IBM Plex Sans"/>
                <a:cs typeface="IBM Plex Sans"/>
              </a:endParaRPr>
            </a:p>
          </p:txBody>
        </p:sp>
      </p:grpSp>
      <p:grpSp>
        <p:nvGrpSpPr>
          <p:cNvPr id="89" name="node08"/>
          <p:cNvGrpSpPr/>
          <p:nvPr/>
        </p:nvGrpSpPr>
        <p:grpSpPr>
          <a:xfrm>
            <a:off x="952500" y="4953000"/>
            <a:ext cx="1828800" cy="458978"/>
            <a:chOff x="952500" y="4953000"/>
            <a:chExt cx="1828800" cy="458978"/>
          </a:xfrm>
        </p:grpSpPr>
        <p:sp>
          <p:nvSpPr>
            <p:cNvPr id="29" name="node08.text"/>
            <p:cNvSpPr/>
            <p:nvPr/>
          </p:nvSpPr>
          <p:spPr>
            <a:xfrm>
              <a:off x="952500" y="4953000"/>
              <a:ext cx="1828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52</a:t>
              </a:r>
              <a:endParaRPr lang="en-US" sz="3600" spc="-72" kern="0" b="0" i="0" dirty="0">
                <a:solidFill>
                  <a:srgbClr val="070154"/>
                </a:solidFill>
                <a:latin typeface="IBM Plex Mono SemiBold"/>
                <a:ea typeface="IBM Plex Mono SemiBold"/>
                <a:cs typeface="IBM Plex Mono SemiBold"/>
              </a:endParaRPr>
            </a:p>
          </p:txBody>
        </p:sp>
      </p:grpSp>
      <p:grpSp>
        <p:nvGrpSpPr>
          <p:cNvPr id="90" name="node09"/>
          <p:cNvGrpSpPr/>
          <p:nvPr/>
        </p:nvGrpSpPr>
        <p:grpSpPr>
          <a:xfrm>
            <a:off x="952500" y="5359400"/>
            <a:ext cx="1828800" cy="228600"/>
            <a:chOff x="952500" y="5359400"/>
            <a:chExt cx="1828800" cy="228600"/>
          </a:xfrm>
        </p:grpSpPr>
        <p:sp>
          <p:nvSpPr>
            <p:cNvPr id="30" name="node09.text"/>
            <p:cNvSpPr/>
            <p:nvPr/>
          </p:nvSpPr>
          <p:spPr>
            <a:xfrm>
              <a:off x="952500" y="53594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clients served</a:t>
              </a:r>
              <a:endParaRPr lang="en-US" sz="1200" spc="0" kern="0" b="0" i="0" dirty="0">
                <a:solidFill>
                  <a:srgbClr val="50658E"/>
                </a:solidFill>
                <a:latin typeface="IBM Plex Sans"/>
                <a:ea typeface="IBM Plex Sans"/>
                <a:cs typeface="IBM Plex Sans"/>
              </a:endParaRPr>
            </a:p>
          </p:txBody>
        </p:sp>
      </p:grpSp>
      <p:grpSp>
        <p:nvGrpSpPr>
          <p:cNvPr id="91" name="node10"/>
          <p:cNvGrpSpPr/>
          <p:nvPr/>
        </p:nvGrpSpPr>
        <p:grpSpPr>
          <a:xfrm>
            <a:off x="3238500" y="1600200"/>
            <a:ext cx="2286000" cy="4114800"/>
            <a:chOff x="3238500" y="1600200"/>
            <a:chExt cx="2286000" cy="4114800"/>
          </a:xfrm>
        </p:grpSpPr>
        <p:sp>
          <p:nvSpPr>
            <p:cNvPr id="31" name="node10.surface"/>
            <p:cNvSpPr/>
            <p:nvPr/>
          </p:nvSpPr>
          <p:spPr>
            <a:xfrm>
              <a:off x="3238500" y="1600200"/>
              <a:ext cx="2286000" cy="4114800"/>
            </a:xfrm>
            <a:prstGeom prst="rect">
              <a:avLst/>
            </a:prstGeom>
            <a:solidFill>
              <a:srgbClr val="E8EEF8"/>
            </a:solidFill>
            <a:ln>
              <a:noFill/>
            </a:ln>
          </p:spPr>
        </p:sp>
      </p:grpSp>
      <p:grpSp>
        <p:nvGrpSpPr>
          <p:cNvPr id="92" name="node11"/>
          <p:cNvGrpSpPr/>
          <p:nvPr/>
        </p:nvGrpSpPr>
        <p:grpSpPr>
          <a:xfrm>
            <a:off x="3467100" y="1828800"/>
            <a:ext cx="1828800" cy="914400"/>
            <a:chOff x="3467100" y="1828800"/>
            <a:chExt cx="1828800" cy="914400"/>
          </a:xfrm>
        </p:grpSpPr>
        <p:sp>
          <p:nvSpPr>
            <p:cNvPr id="32" name="node11.background"/>
            <p:cNvSpPr/>
            <p:nvPr/>
          </p:nvSpPr>
          <p:spPr>
            <a:xfrm>
              <a:off x="3467100" y="1828800"/>
              <a:ext cx="1828800" cy="914400"/>
            </a:xfrm>
            <a:prstGeom prst="rect">
              <a:avLst/>
            </a:prstGeom>
            <a:solidFill>
              <a:srgbClr val="FFFFFF"/>
            </a:solidFill>
            <a:ln>
              <a:noFill/>
            </a:ln>
          </p:spPr>
        </p:sp>
        <p:sp>
          <p:nvSpPr>
            <p:cNvPr id="33" name="node11.hatch.000"/>
            <p:cNvSpPr/>
            <p:nvPr/>
          </p:nvSpPr>
          <p:spPr>
            <a:xfrm>
              <a:off x="3467100" y="1828800"/>
              <a:ext cx="1828800" cy="914400"/>
            </a:xfrm>
            <a:custGeom>
              <a:avLst/>
              <a:gdLst/>
              <a:ahLst/>
              <a:cxnLst/>
              <a:rect l="l" t="t" r="r" b="b"/>
              <a:pathLst>
                <a:path w="1828800" h="914400">
                  <a:moveTo>
                    <a:pt x="0" y="215526"/>
                  </a:moveTo>
                  <a:lnTo>
                    <a:pt x="0" y="107763"/>
                  </a:lnTo>
                  <a:lnTo>
                    <a:pt x="107763" y="0"/>
                  </a:lnTo>
                  <a:lnTo>
                    <a:pt x="215526" y="0"/>
                  </a:lnTo>
                  <a:close/>
                </a:path>
              </a:pathLst>
            </a:custGeom>
            <a:solidFill>
              <a:srgbClr val="F3F6FC"/>
            </a:solidFill>
            <a:ln>
              <a:noFill/>
            </a:ln>
          </p:spPr>
        </p:sp>
        <p:sp>
          <p:nvSpPr>
            <p:cNvPr id="34" name="node11.hatch.001"/>
            <p:cNvSpPr/>
            <p:nvPr/>
          </p:nvSpPr>
          <p:spPr>
            <a:xfrm>
              <a:off x="3467100" y="1828800"/>
              <a:ext cx="1828800" cy="914400"/>
            </a:xfrm>
            <a:custGeom>
              <a:avLst/>
              <a:gdLst/>
              <a:ahLst/>
              <a:cxnLst/>
              <a:rect l="l" t="t" r="r" b="b"/>
              <a:pathLst>
                <a:path w="1828800" h="914400">
                  <a:moveTo>
                    <a:pt x="0" y="431052"/>
                  </a:moveTo>
                  <a:lnTo>
                    <a:pt x="0" y="323289"/>
                  </a:lnTo>
                  <a:lnTo>
                    <a:pt x="323289" y="0"/>
                  </a:lnTo>
                  <a:lnTo>
                    <a:pt x="431052" y="0"/>
                  </a:lnTo>
                  <a:close/>
                </a:path>
              </a:pathLst>
            </a:custGeom>
            <a:solidFill>
              <a:srgbClr val="F3F6FC"/>
            </a:solidFill>
            <a:ln>
              <a:noFill/>
            </a:ln>
          </p:spPr>
        </p:sp>
        <p:sp>
          <p:nvSpPr>
            <p:cNvPr id="35" name="node11.hatch.002"/>
            <p:cNvSpPr/>
            <p:nvPr/>
          </p:nvSpPr>
          <p:spPr>
            <a:xfrm>
              <a:off x="3467100" y="1828800"/>
              <a:ext cx="1828800" cy="914400"/>
            </a:xfrm>
            <a:custGeom>
              <a:avLst/>
              <a:gdLst/>
              <a:ahLst/>
              <a:cxnLst/>
              <a:rect l="l" t="t" r="r" b="b"/>
              <a:pathLst>
                <a:path w="1828800" h="914400">
                  <a:moveTo>
                    <a:pt x="0" y="646578"/>
                  </a:moveTo>
                  <a:lnTo>
                    <a:pt x="0" y="538815"/>
                  </a:lnTo>
                  <a:lnTo>
                    <a:pt x="538815" y="0"/>
                  </a:lnTo>
                  <a:lnTo>
                    <a:pt x="646578" y="0"/>
                  </a:lnTo>
                  <a:close/>
                </a:path>
              </a:pathLst>
            </a:custGeom>
            <a:solidFill>
              <a:srgbClr val="F3F6FC"/>
            </a:solidFill>
            <a:ln>
              <a:noFill/>
            </a:ln>
          </p:spPr>
        </p:sp>
        <p:sp>
          <p:nvSpPr>
            <p:cNvPr id="36" name="node11.hatch.003"/>
            <p:cNvSpPr/>
            <p:nvPr/>
          </p:nvSpPr>
          <p:spPr>
            <a:xfrm>
              <a:off x="3467100" y="1828800"/>
              <a:ext cx="1828800" cy="914400"/>
            </a:xfrm>
            <a:custGeom>
              <a:avLst/>
              <a:gdLst/>
              <a:ahLst/>
              <a:cxnLst/>
              <a:rect l="l" t="t" r="r" b="b"/>
              <a:pathLst>
                <a:path w="1828800" h="914400">
                  <a:moveTo>
                    <a:pt x="0" y="862105"/>
                  </a:moveTo>
                  <a:lnTo>
                    <a:pt x="0" y="754342"/>
                  </a:lnTo>
                  <a:lnTo>
                    <a:pt x="754342" y="0"/>
                  </a:lnTo>
                  <a:lnTo>
                    <a:pt x="862105" y="0"/>
                  </a:lnTo>
                  <a:close/>
                </a:path>
              </a:pathLst>
            </a:custGeom>
            <a:solidFill>
              <a:srgbClr val="F3F6FC"/>
            </a:solidFill>
            <a:ln>
              <a:noFill/>
            </a:ln>
          </p:spPr>
        </p:sp>
        <p:sp>
          <p:nvSpPr>
            <p:cNvPr id="37" name="node11.hatch.004"/>
            <p:cNvSpPr/>
            <p:nvPr/>
          </p:nvSpPr>
          <p:spPr>
            <a:xfrm>
              <a:off x="3467100" y="1828800"/>
              <a:ext cx="1828800" cy="914400"/>
            </a:xfrm>
            <a:custGeom>
              <a:avLst/>
              <a:gdLst/>
              <a:ahLst/>
              <a:cxnLst/>
              <a:rect l="l" t="t" r="r" b="b"/>
              <a:pathLst>
                <a:path w="1828800" h="914400">
                  <a:moveTo>
                    <a:pt x="969868" y="0"/>
                  </a:moveTo>
                  <a:lnTo>
                    <a:pt x="1077631" y="0"/>
                  </a:lnTo>
                  <a:lnTo>
                    <a:pt x="163231" y="914400"/>
                  </a:lnTo>
                  <a:lnTo>
                    <a:pt x="55468" y="914400"/>
                  </a:lnTo>
                  <a:close/>
                </a:path>
              </a:pathLst>
            </a:custGeom>
            <a:solidFill>
              <a:srgbClr val="F3F6FC"/>
            </a:solidFill>
            <a:ln>
              <a:noFill/>
            </a:ln>
          </p:spPr>
        </p:sp>
        <p:sp>
          <p:nvSpPr>
            <p:cNvPr id="38" name="node11.hatch.005"/>
            <p:cNvSpPr/>
            <p:nvPr/>
          </p:nvSpPr>
          <p:spPr>
            <a:xfrm>
              <a:off x="3467100" y="1828800"/>
              <a:ext cx="1828800" cy="914400"/>
            </a:xfrm>
            <a:custGeom>
              <a:avLst/>
              <a:gdLst/>
              <a:ahLst/>
              <a:cxnLst/>
              <a:rect l="l" t="t" r="r" b="b"/>
              <a:pathLst>
                <a:path w="1828800" h="914400">
                  <a:moveTo>
                    <a:pt x="1185394" y="0"/>
                  </a:moveTo>
                  <a:lnTo>
                    <a:pt x="1293157" y="0"/>
                  </a:lnTo>
                  <a:lnTo>
                    <a:pt x="378757" y="914400"/>
                  </a:lnTo>
                  <a:lnTo>
                    <a:pt x="270994" y="914400"/>
                  </a:lnTo>
                  <a:close/>
                </a:path>
              </a:pathLst>
            </a:custGeom>
            <a:solidFill>
              <a:srgbClr val="F3F6FC"/>
            </a:solidFill>
            <a:ln>
              <a:noFill/>
            </a:ln>
          </p:spPr>
        </p:sp>
        <p:sp>
          <p:nvSpPr>
            <p:cNvPr id="39" name="node11.hatch.006"/>
            <p:cNvSpPr/>
            <p:nvPr/>
          </p:nvSpPr>
          <p:spPr>
            <a:xfrm>
              <a:off x="3467100" y="1828800"/>
              <a:ext cx="1828800" cy="914400"/>
            </a:xfrm>
            <a:custGeom>
              <a:avLst/>
              <a:gdLst/>
              <a:ahLst/>
              <a:cxnLst/>
              <a:rect l="l" t="t" r="r" b="b"/>
              <a:pathLst>
                <a:path w="1828800" h="914400">
                  <a:moveTo>
                    <a:pt x="1400920" y="0"/>
                  </a:moveTo>
                  <a:lnTo>
                    <a:pt x="1508683" y="0"/>
                  </a:lnTo>
                  <a:lnTo>
                    <a:pt x="594283" y="914400"/>
                  </a:lnTo>
                  <a:lnTo>
                    <a:pt x="486520" y="914400"/>
                  </a:lnTo>
                  <a:close/>
                </a:path>
              </a:pathLst>
            </a:custGeom>
            <a:solidFill>
              <a:srgbClr val="F3F6FC"/>
            </a:solidFill>
            <a:ln>
              <a:noFill/>
            </a:ln>
          </p:spPr>
        </p:sp>
        <p:sp>
          <p:nvSpPr>
            <p:cNvPr id="40" name="node11.hatch.007"/>
            <p:cNvSpPr/>
            <p:nvPr/>
          </p:nvSpPr>
          <p:spPr>
            <a:xfrm>
              <a:off x="3467100" y="1828800"/>
              <a:ext cx="1828800" cy="914400"/>
            </a:xfrm>
            <a:custGeom>
              <a:avLst/>
              <a:gdLst/>
              <a:ahLst/>
              <a:cxnLst/>
              <a:rect l="l" t="t" r="r" b="b"/>
              <a:pathLst>
                <a:path w="1828800" h="914400">
                  <a:moveTo>
                    <a:pt x="1616446" y="0"/>
                  </a:moveTo>
                  <a:lnTo>
                    <a:pt x="1724209" y="0"/>
                  </a:lnTo>
                  <a:lnTo>
                    <a:pt x="809809" y="914400"/>
                  </a:lnTo>
                  <a:lnTo>
                    <a:pt x="702046" y="914400"/>
                  </a:lnTo>
                  <a:close/>
                </a:path>
              </a:pathLst>
            </a:custGeom>
            <a:solidFill>
              <a:srgbClr val="F3F6FC"/>
            </a:solidFill>
            <a:ln>
              <a:noFill/>
            </a:ln>
          </p:spPr>
        </p:sp>
        <p:sp>
          <p:nvSpPr>
            <p:cNvPr id="41" name="node11.hatch.008"/>
            <p:cNvSpPr/>
            <p:nvPr/>
          </p:nvSpPr>
          <p:spPr>
            <a:xfrm>
              <a:off x="3467100" y="1828800"/>
              <a:ext cx="1828800" cy="914400"/>
            </a:xfrm>
            <a:custGeom>
              <a:avLst/>
              <a:gdLst/>
              <a:ahLst/>
              <a:cxnLst/>
              <a:rect l="l" t="t" r="r" b="b"/>
              <a:pathLst>
                <a:path w="1828800" h="914400">
                  <a:moveTo>
                    <a:pt x="1828800" y="3172"/>
                  </a:moveTo>
                  <a:lnTo>
                    <a:pt x="1828800" y="110935"/>
                  </a:lnTo>
                  <a:lnTo>
                    <a:pt x="1025335" y="914400"/>
                  </a:lnTo>
                  <a:lnTo>
                    <a:pt x="917572" y="914400"/>
                  </a:lnTo>
                  <a:close/>
                </a:path>
              </a:pathLst>
            </a:custGeom>
            <a:solidFill>
              <a:srgbClr val="F3F6FC"/>
            </a:solidFill>
            <a:ln>
              <a:noFill/>
            </a:ln>
          </p:spPr>
        </p:sp>
        <p:sp>
          <p:nvSpPr>
            <p:cNvPr id="42" name="node11.hatch.009"/>
            <p:cNvSpPr/>
            <p:nvPr/>
          </p:nvSpPr>
          <p:spPr>
            <a:xfrm>
              <a:off x="3467100" y="1828800"/>
              <a:ext cx="1828800" cy="914400"/>
            </a:xfrm>
            <a:custGeom>
              <a:avLst/>
              <a:gdLst/>
              <a:ahLst/>
              <a:cxnLst/>
              <a:rect l="l" t="t" r="r" b="b"/>
              <a:pathLst>
                <a:path w="1828800" h="914400">
                  <a:moveTo>
                    <a:pt x="1828800" y="218698"/>
                  </a:moveTo>
                  <a:lnTo>
                    <a:pt x="1828800" y="326461"/>
                  </a:lnTo>
                  <a:lnTo>
                    <a:pt x="1240861" y="914400"/>
                  </a:lnTo>
                  <a:lnTo>
                    <a:pt x="1133098" y="914400"/>
                  </a:lnTo>
                  <a:close/>
                </a:path>
              </a:pathLst>
            </a:custGeom>
            <a:solidFill>
              <a:srgbClr val="F3F6FC"/>
            </a:solidFill>
            <a:ln>
              <a:noFill/>
            </a:ln>
          </p:spPr>
        </p:sp>
        <p:sp>
          <p:nvSpPr>
            <p:cNvPr id="43" name="node11.hatch.010"/>
            <p:cNvSpPr/>
            <p:nvPr/>
          </p:nvSpPr>
          <p:spPr>
            <a:xfrm>
              <a:off x="3467100" y="1828800"/>
              <a:ext cx="1828800" cy="914400"/>
            </a:xfrm>
            <a:custGeom>
              <a:avLst/>
              <a:gdLst/>
              <a:ahLst/>
              <a:cxnLst/>
              <a:rect l="l" t="t" r="r" b="b"/>
              <a:pathLst>
                <a:path w="1828800" h="914400">
                  <a:moveTo>
                    <a:pt x="1828800" y="434225"/>
                  </a:moveTo>
                  <a:lnTo>
                    <a:pt x="1828800" y="541988"/>
                  </a:lnTo>
                  <a:lnTo>
                    <a:pt x="1456388" y="914400"/>
                  </a:lnTo>
                  <a:lnTo>
                    <a:pt x="1348625" y="914400"/>
                  </a:lnTo>
                  <a:close/>
                </a:path>
              </a:pathLst>
            </a:custGeom>
            <a:solidFill>
              <a:srgbClr val="F3F6FC"/>
            </a:solidFill>
            <a:ln>
              <a:noFill/>
            </a:ln>
          </p:spPr>
        </p:sp>
        <p:sp>
          <p:nvSpPr>
            <p:cNvPr id="44" name="node11.hatch.011"/>
            <p:cNvSpPr/>
            <p:nvPr/>
          </p:nvSpPr>
          <p:spPr>
            <a:xfrm>
              <a:off x="3467100" y="1828800"/>
              <a:ext cx="1828800" cy="914400"/>
            </a:xfrm>
            <a:custGeom>
              <a:avLst/>
              <a:gdLst/>
              <a:ahLst/>
              <a:cxnLst/>
              <a:rect l="l" t="t" r="r" b="b"/>
              <a:pathLst>
                <a:path w="1828800" h="914400">
                  <a:moveTo>
                    <a:pt x="1828800" y="649751"/>
                  </a:moveTo>
                  <a:lnTo>
                    <a:pt x="1828800" y="757514"/>
                  </a:lnTo>
                  <a:lnTo>
                    <a:pt x="1671914" y="914400"/>
                  </a:lnTo>
                  <a:lnTo>
                    <a:pt x="1564151" y="914400"/>
                  </a:lnTo>
                  <a:close/>
                </a:path>
              </a:pathLst>
            </a:custGeom>
            <a:solidFill>
              <a:srgbClr val="F3F6FC"/>
            </a:solidFill>
            <a:ln>
              <a:noFill/>
            </a:ln>
          </p:spPr>
        </p:sp>
        <p:sp>
          <p:nvSpPr>
            <p:cNvPr id="45" name="node11.hatch.012"/>
            <p:cNvSpPr/>
            <p:nvPr/>
          </p:nvSpPr>
          <p:spPr>
            <a:xfrm>
              <a:off x="3467100" y="1828800"/>
              <a:ext cx="1828800" cy="914400"/>
            </a:xfrm>
            <a:custGeom>
              <a:avLst/>
              <a:gdLst/>
              <a:ahLst/>
              <a:cxnLst/>
              <a:rect l="l" t="t" r="r" b="b"/>
              <a:pathLst>
                <a:path w="1828800" h="914400">
                  <a:moveTo>
                    <a:pt x="1828800" y="865277"/>
                  </a:moveTo>
                  <a:lnTo>
                    <a:pt x="1828800" y="914400"/>
                  </a:lnTo>
                  <a:lnTo>
                    <a:pt x="1779677" y="914400"/>
                  </a:lnTo>
                  <a:close/>
                </a:path>
              </a:pathLst>
            </a:custGeom>
            <a:solidFill>
              <a:srgbClr val="F3F6FC"/>
            </a:solidFill>
            <a:ln>
              <a:noFill/>
            </a:ln>
          </p:spPr>
        </p:sp>
        <p:sp>
          <p:nvSpPr>
            <p:cNvPr id="46" name="node11.border"/>
            <p:cNvSpPr/>
            <p:nvPr/>
          </p:nvSpPr>
          <p:spPr>
            <a:xfrm>
              <a:off x="3467100" y="1828800"/>
              <a:ext cx="1828800" cy="914400"/>
            </a:xfrm>
            <a:prstGeom prst="rect">
              <a:avLst/>
            </a:prstGeom>
            <a:ln w="12700">
              <a:solidFill>
                <a:srgbClr val="97A4BA"/>
              </a:solidFill>
              <a:prstDash val="solid"/>
            </a:ln>
          </p:spPr>
        </p:sp>
        <p:sp>
          <p:nvSpPr>
            <p:cNvPr id="47" name="node11.placeholder"/>
            <p:cNvSpPr/>
            <p:nvPr/>
          </p:nvSpPr>
          <p:spPr>
            <a:xfrm>
              <a:off x="3492500" y="2209800"/>
              <a:ext cx="1778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93" name="node12"/>
          <p:cNvGrpSpPr/>
          <p:nvPr/>
        </p:nvGrpSpPr>
        <p:grpSpPr>
          <a:xfrm>
            <a:off x="3467100" y="2971800"/>
            <a:ext cx="1828800" cy="304800"/>
            <a:chOff x="3467100" y="2971800"/>
            <a:chExt cx="1828800" cy="304800"/>
          </a:xfrm>
        </p:grpSpPr>
        <p:sp>
          <p:nvSpPr>
            <p:cNvPr id="48" name="node12.text"/>
            <p:cNvSpPr/>
            <p:nvPr/>
          </p:nvSpPr>
          <p:spPr>
            <a:xfrm>
              <a:off x="3467100" y="2971800"/>
              <a:ext cx="1828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Partner B</a:t>
              </a:r>
              <a:endParaRPr lang="en-US" sz="1800" spc="-18" kern="0" b="0" i="0" dirty="0">
                <a:solidFill>
                  <a:srgbClr val="070154"/>
                </a:solidFill>
                <a:latin typeface="IBM Plex Sans SemiBold"/>
                <a:ea typeface="IBM Plex Sans SemiBold"/>
                <a:cs typeface="IBM Plex Sans SemiBold"/>
              </a:endParaRPr>
            </a:p>
          </p:txBody>
        </p:sp>
      </p:grpSp>
      <p:grpSp>
        <p:nvGrpSpPr>
          <p:cNvPr id="94" name="node13"/>
          <p:cNvGrpSpPr/>
          <p:nvPr/>
        </p:nvGrpSpPr>
        <p:grpSpPr>
          <a:xfrm>
            <a:off x="3467100" y="3429000"/>
            <a:ext cx="1828800" cy="152400"/>
            <a:chOff x="3467100" y="3429000"/>
            <a:chExt cx="1828800" cy="152400"/>
          </a:xfrm>
        </p:grpSpPr>
        <p:sp>
          <p:nvSpPr>
            <p:cNvPr id="49" name="node13.text"/>
            <p:cNvSpPr/>
            <p:nvPr/>
          </p:nvSpPr>
          <p:spPr>
            <a:xfrm>
              <a:off x="3467100" y="34290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SELECT PARTNER</a:t>
              </a:r>
              <a:endParaRPr lang="en-US" sz="900" spc="54" kern="0" b="0" i="0" dirty="0">
                <a:solidFill>
                  <a:srgbClr val="0047FF"/>
                </a:solidFill>
                <a:latin typeface="IBM Plex Mono Medium"/>
                <a:ea typeface="IBM Plex Mono Medium"/>
                <a:cs typeface="IBM Plex Mono Medium"/>
              </a:endParaRPr>
            </a:p>
          </p:txBody>
        </p:sp>
      </p:grpSp>
      <p:sp>
        <p:nvSpPr>
          <p:cNvPr id="50" name="node14"/>
          <p:cNvSpPr/>
          <p:nvPr/>
        </p:nvSpPr>
        <p:spPr>
          <a:xfrm>
            <a:off x="3467100" y="3886200"/>
            <a:ext cx="1828800" cy="9525"/>
          </a:xfrm>
          <a:prstGeom prst="rect">
            <a:avLst/>
          </a:prstGeom>
          <a:solidFill>
            <a:srgbClr val="CED7E6"/>
          </a:solidFill>
          <a:ln>
            <a:noFill/>
          </a:ln>
        </p:spPr>
      </p:sp>
      <p:grpSp>
        <p:nvGrpSpPr>
          <p:cNvPr id="95" name="node15"/>
          <p:cNvGrpSpPr/>
          <p:nvPr/>
        </p:nvGrpSpPr>
        <p:grpSpPr>
          <a:xfrm>
            <a:off x="3467100" y="4114800"/>
            <a:ext cx="1828800" cy="458978"/>
            <a:chOff x="3467100" y="4114800"/>
            <a:chExt cx="1828800" cy="458978"/>
          </a:xfrm>
        </p:grpSpPr>
        <p:sp>
          <p:nvSpPr>
            <p:cNvPr id="51" name="node15.text"/>
            <p:cNvSpPr/>
            <p:nvPr/>
          </p:nvSpPr>
          <p:spPr>
            <a:xfrm>
              <a:off x="3467100" y="4114800"/>
              <a:ext cx="1828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61</a:t>
              </a:r>
              <a:endParaRPr lang="en-US" sz="3600" spc="-72" kern="0" b="0" i="0" dirty="0">
                <a:solidFill>
                  <a:srgbClr val="070154"/>
                </a:solidFill>
                <a:latin typeface="IBM Plex Mono SemiBold"/>
                <a:ea typeface="IBM Plex Mono SemiBold"/>
                <a:cs typeface="IBM Plex Mono SemiBold"/>
              </a:endParaRPr>
            </a:p>
          </p:txBody>
        </p:sp>
      </p:grpSp>
      <p:grpSp>
        <p:nvGrpSpPr>
          <p:cNvPr id="96" name="node16"/>
          <p:cNvGrpSpPr/>
          <p:nvPr/>
        </p:nvGrpSpPr>
        <p:grpSpPr>
          <a:xfrm>
            <a:off x="3467100" y="4521200"/>
            <a:ext cx="1828800" cy="228600"/>
            <a:chOff x="3467100" y="4521200"/>
            <a:chExt cx="1828800" cy="228600"/>
          </a:xfrm>
        </p:grpSpPr>
        <p:sp>
          <p:nvSpPr>
            <p:cNvPr id="52" name="node16.text"/>
            <p:cNvSpPr/>
            <p:nvPr/>
          </p:nvSpPr>
          <p:spPr>
            <a:xfrm>
              <a:off x="3467100" y="45212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joint engagements</a:t>
              </a:r>
              <a:endParaRPr lang="en-US" sz="1200" spc="0" kern="0" b="0" i="0" dirty="0">
                <a:solidFill>
                  <a:srgbClr val="50658E"/>
                </a:solidFill>
                <a:latin typeface="IBM Plex Sans"/>
                <a:ea typeface="IBM Plex Sans"/>
                <a:cs typeface="IBM Plex Sans"/>
              </a:endParaRPr>
            </a:p>
          </p:txBody>
        </p:sp>
      </p:grpSp>
      <p:grpSp>
        <p:nvGrpSpPr>
          <p:cNvPr id="97" name="node17"/>
          <p:cNvGrpSpPr/>
          <p:nvPr/>
        </p:nvGrpSpPr>
        <p:grpSpPr>
          <a:xfrm>
            <a:off x="3467100" y="4953000"/>
            <a:ext cx="1828800" cy="458978"/>
            <a:chOff x="3467100" y="4953000"/>
            <a:chExt cx="1828800" cy="458978"/>
          </a:xfrm>
        </p:grpSpPr>
        <p:sp>
          <p:nvSpPr>
            <p:cNvPr id="53" name="node17.text"/>
            <p:cNvSpPr/>
            <p:nvPr/>
          </p:nvSpPr>
          <p:spPr>
            <a:xfrm>
              <a:off x="3467100" y="4953000"/>
              <a:ext cx="1828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38</a:t>
              </a:r>
              <a:endParaRPr lang="en-US" sz="3600" spc="-72" kern="0" b="0" i="0" dirty="0">
                <a:solidFill>
                  <a:srgbClr val="070154"/>
                </a:solidFill>
                <a:latin typeface="IBM Plex Mono SemiBold"/>
                <a:ea typeface="IBM Plex Mono SemiBold"/>
                <a:cs typeface="IBM Plex Mono SemiBold"/>
              </a:endParaRPr>
            </a:p>
          </p:txBody>
        </p:sp>
      </p:grpSp>
      <p:grpSp>
        <p:nvGrpSpPr>
          <p:cNvPr id="98" name="node18"/>
          <p:cNvGrpSpPr/>
          <p:nvPr/>
        </p:nvGrpSpPr>
        <p:grpSpPr>
          <a:xfrm>
            <a:off x="3467100" y="5359400"/>
            <a:ext cx="1828800" cy="228600"/>
            <a:chOff x="3467100" y="5359400"/>
            <a:chExt cx="1828800" cy="228600"/>
          </a:xfrm>
        </p:grpSpPr>
        <p:sp>
          <p:nvSpPr>
            <p:cNvPr id="54" name="node18.text"/>
            <p:cNvSpPr/>
            <p:nvPr/>
          </p:nvSpPr>
          <p:spPr>
            <a:xfrm>
              <a:off x="3467100" y="53594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clients served</a:t>
              </a:r>
              <a:endParaRPr lang="en-US" sz="1200" spc="0" kern="0" b="0" i="0" dirty="0">
                <a:solidFill>
                  <a:srgbClr val="50658E"/>
                </a:solidFill>
                <a:latin typeface="IBM Plex Sans"/>
                <a:ea typeface="IBM Plex Sans"/>
                <a:cs typeface="IBM Plex Sans"/>
              </a:endParaRPr>
            </a:p>
          </p:txBody>
        </p:sp>
      </p:grpSp>
      <p:grpSp>
        <p:nvGrpSpPr>
          <p:cNvPr id="99" name="node19"/>
          <p:cNvGrpSpPr/>
          <p:nvPr/>
        </p:nvGrpSpPr>
        <p:grpSpPr>
          <a:xfrm>
            <a:off x="5753100" y="1600200"/>
            <a:ext cx="2057400" cy="4114800"/>
            <a:chOff x="5753100" y="1600200"/>
            <a:chExt cx="2057400" cy="4114800"/>
          </a:xfrm>
        </p:grpSpPr>
        <p:sp>
          <p:nvSpPr>
            <p:cNvPr id="55" name="node19.surface"/>
            <p:cNvSpPr/>
            <p:nvPr/>
          </p:nvSpPr>
          <p:spPr>
            <a:xfrm>
              <a:off x="5753100" y="1600200"/>
              <a:ext cx="2057400" cy="4114800"/>
            </a:xfrm>
            <a:prstGeom prst="rect">
              <a:avLst/>
            </a:prstGeom>
            <a:solidFill>
              <a:srgbClr val="E8EEF8"/>
            </a:solidFill>
            <a:ln>
              <a:noFill/>
            </a:ln>
          </p:spPr>
        </p:sp>
      </p:grpSp>
      <p:grpSp>
        <p:nvGrpSpPr>
          <p:cNvPr id="100" name="node20"/>
          <p:cNvGrpSpPr/>
          <p:nvPr/>
        </p:nvGrpSpPr>
        <p:grpSpPr>
          <a:xfrm>
            <a:off x="5981700" y="1828800"/>
            <a:ext cx="1600200" cy="914400"/>
            <a:chOff x="5981700" y="1828800"/>
            <a:chExt cx="1600200" cy="914400"/>
          </a:xfrm>
        </p:grpSpPr>
        <p:sp>
          <p:nvSpPr>
            <p:cNvPr id="56" name="node20.background"/>
            <p:cNvSpPr/>
            <p:nvPr/>
          </p:nvSpPr>
          <p:spPr>
            <a:xfrm>
              <a:off x="5981700" y="1828800"/>
              <a:ext cx="1600200" cy="914400"/>
            </a:xfrm>
            <a:prstGeom prst="rect">
              <a:avLst/>
            </a:prstGeom>
            <a:solidFill>
              <a:srgbClr val="FFFFFF"/>
            </a:solidFill>
            <a:ln>
              <a:noFill/>
            </a:ln>
          </p:spPr>
        </p:sp>
        <p:sp>
          <p:nvSpPr>
            <p:cNvPr id="57" name="node20.hatch.000"/>
            <p:cNvSpPr/>
            <p:nvPr/>
          </p:nvSpPr>
          <p:spPr>
            <a:xfrm>
              <a:off x="5981700" y="1828800"/>
              <a:ext cx="1600200" cy="914400"/>
            </a:xfrm>
            <a:custGeom>
              <a:avLst/>
              <a:gdLst/>
              <a:ahLst/>
              <a:cxnLst/>
              <a:rect l="l" t="t" r="r" b="b"/>
              <a:pathLst>
                <a:path w="1600200" h="914400">
                  <a:moveTo>
                    <a:pt x="0" y="215526"/>
                  </a:moveTo>
                  <a:lnTo>
                    <a:pt x="0" y="107763"/>
                  </a:lnTo>
                  <a:lnTo>
                    <a:pt x="107763" y="0"/>
                  </a:lnTo>
                  <a:lnTo>
                    <a:pt x="215526" y="0"/>
                  </a:lnTo>
                  <a:close/>
                </a:path>
              </a:pathLst>
            </a:custGeom>
            <a:solidFill>
              <a:srgbClr val="F3F6FC"/>
            </a:solidFill>
            <a:ln>
              <a:noFill/>
            </a:ln>
          </p:spPr>
        </p:sp>
        <p:sp>
          <p:nvSpPr>
            <p:cNvPr id="58" name="node20.hatch.001"/>
            <p:cNvSpPr/>
            <p:nvPr/>
          </p:nvSpPr>
          <p:spPr>
            <a:xfrm>
              <a:off x="5981700" y="1828800"/>
              <a:ext cx="1600200" cy="914400"/>
            </a:xfrm>
            <a:custGeom>
              <a:avLst/>
              <a:gdLst/>
              <a:ahLst/>
              <a:cxnLst/>
              <a:rect l="l" t="t" r="r" b="b"/>
              <a:pathLst>
                <a:path w="1600200" h="914400">
                  <a:moveTo>
                    <a:pt x="0" y="431052"/>
                  </a:moveTo>
                  <a:lnTo>
                    <a:pt x="0" y="323289"/>
                  </a:lnTo>
                  <a:lnTo>
                    <a:pt x="323289" y="0"/>
                  </a:lnTo>
                  <a:lnTo>
                    <a:pt x="431052" y="0"/>
                  </a:lnTo>
                  <a:close/>
                </a:path>
              </a:pathLst>
            </a:custGeom>
            <a:solidFill>
              <a:srgbClr val="F3F6FC"/>
            </a:solidFill>
            <a:ln>
              <a:noFill/>
            </a:ln>
          </p:spPr>
        </p:sp>
        <p:sp>
          <p:nvSpPr>
            <p:cNvPr id="59" name="node20.hatch.002"/>
            <p:cNvSpPr/>
            <p:nvPr/>
          </p:nvSpPr>
          <p:spPr>
            <a:xfrm>
              <a:off x="5981700" y="1828800"/>
              <a:ext cx="1600200" cy="914400"/>
            </a:xfrm>
            <a:custGeom>
              <a:avLst/>
              <a:gdLst/>
              <a:ahLst/>
              <a:cxnLst/>
              <a:rect l="l" t="t" r="r" b="b"/>
              <a:pathLst>
                <a:path w="1600200" h="914400">
                  <a:moveTo>
                    <a:pt x="0" y="646578"/>
                  </a:moveTo>
                  <a:lnTo>
                    <a:pt x="0" y="538815"/>
                  </a:lnTo>
                  <a:lnTo>
                    <a:pt x="538815" y="0"/>
                  </a:lnTo>
                  <a:lnTo>
                    <a:pt x="646578" y="0"/>
                  </a:lnTo>
                  <a:close/>
                </a:path>
              </a:pathLst>
            </a:custGeom>
            <a:solidFill>
              <a:srgbClr val="F3F6FC"/>
            </a:solidFill>
            <a:ln>
              <a:noFill/>
            </a:ln>
          </p:spPr>
        </p:sp>
        <p:sp>
          <p:nvSpPr>
            <p:cNvPr id="60" name="node20.hatch.003"/>
            <p:cNvSpPr/>
            <p:nvPr/>
          </p:nvSpPr>
          <p:spPr>
            <a:xfrm>
              <a:off x="5981700" y="1828800"/>
              <a:ext cx="1600200" cy="914400"/>
            </a:xfrm>
            <a:custGeom>
              <a:avLst/>
              <a:gdLst/>
              <a:ahLst/>
              <a:cxnLst/>
              <a:rect l="l" t="t" r="r" b="b"/>
              <a:pathLst>
                <a:path w="1600200" h="914400">
                  <a:moveTo>
                    <a:pt x="0" y="862105"/>
                  </a:moveTo>
                  <a:lnTo>
                    <a:pt x="0" y="754342"/>
                  </a:lnTo>
                  <a:lnTo>
                    <a:pt x="754342" y="0"/>
                  </a:lnTo>
                  <a:lnTo>
                    <a:pt x="862105" y="0"/>
                  </a:lnTo>
                  <a:close/>
                </a:path>
              </a:pathLst>
            </a:custGeom>
            <a:solidFill>
              <a:srgbClr val="F3F6FC"/>
            </a:solidFill>
            <a:ln>
              <a:noFill/>
            </a:ln>
          </p:spPr>
        </p:sp>
        <p:sp>
          <p:nvSpPr>
            <p:cNvPr id="61" name="node20.hatch.004"/>
            <p:cNvSpPr/>
            <p:nvPr/>
          </p:nvSpPr>
          <p:spPr>
            <a:xfrm>
              <a:off x="5981700" y="1828800"/>
              <a:ext cx="1600200" cy="914400"/>
            </a:xfrm>
            <a:custGeom>
              <a:avLst/>
              <a:gdLst/>
              <a:ahLst/>
              <a:cxnLst/>
              <a:rect l="l" t="t" r="r" b="b"/>
              <a:pathLst>
                <a:path w="1600200" h="914400">
                  <a:moveTo>
                    <a:pt x="969868" y="0"/>
                  </a:moveTo>
                  <a:lnTo>
                    <a:pt x="1077631" y="0"/>
                  </a:lnTo>
                  <a:lnTo>
                    <a:pt x="163231" y="914400"/>
                  </a:lnTo>
                  <a:lnTo>
                    <a:pt x="55468" y="914400"/>
                  </a:lnTo>
                  <a:close/>
                </a:path>
              </a:pathLst>
            </a:custGeom>
            <a:solidFill>
              <a:srgbClr val="F3F6FC"/>
            </a:solidFill>
            <a:ln>
              <a:noFill/>
            </a:ln>
          </p:spPr>
        </p:sp>
        <p:sp>
          <p:nvSpPr>
            <p:cNvPr id="62" name="node20.hatch.005"/>
            <p:cNvSpPr/>
            <p:nvPr/>
          </p:nvSpPr>
          <p:spPr>
            <a:xfrm>
              <a:off x="5981700" y="1828800"/>
              <a:ext cx="1600200" cy="914400"/>
            </a:xfrm>
            <a:custGeom>
              <a:avLst/>
              <a:gdLst/>
              <a:ahLst/>
              <a:cxnLst/>
              <a:rect l="l" t="t" r="r" b="b"/>
              <a:pathLst>
                <a:path w="1600200" h="914400">
                  <a:moveTo>
                    <a:pt x="1185394" y="0"/>
                  </a:moveTo>
                  <a:lnTo>
                    <a:pt x="1293157" y="0"/>
                  </a:lnTo>
                  <a:lnTo>
                    <a:pt x="378757" y="914400"/>
                  </a:lnTo>
                  <a:lnTo>
                    <a:pt x="270994" y="914400"/>
                  </a:lnTo>
                  <a:close/>
                </a:path>
              </a:pathLst>
            </a:custGeom>
            <a:solidFill>
              <a:srgbClr val="F3F6FC"/>
            </a:solidFill>
            <a:ln>
              <a:noFill/>
            </a:ln>
          </p:spPr>
        </p:sp>
        <p:sp>
          <p:nvSpPr>
            <p:cNvPr id="63" name="node20.hatch.006"/>
            <p:cNvSpPr/>
            <p:nvPr/>
          </p:nvSpPr>
          <p:spPr>
            <a:xfrm>
              <a:off x="5981700" y="1828800"/>
              <a:ext cx="1600200" cy="914400"/>
            </a:xfrm>
            <a:custGeom>
              <a:avLst/>
              <a:gdLst/>
              <a:ahLst/>
              <a:cxnLst/>
              <a:rect l="l" t="t" r="r" b="b"/>
              <a:pathLst>
                <a:path w="1600200" h="914400">
                  <a:moveTo>
                    <a:pt x="1400920" y="0"/>
                  </a:moveTo>
                  <a:lnTo>
                    <a:pt x="1508683" y="0"/>
                  </a:lnTo>
                  <a:lnTo>
                    <a:pt x="594283" y="914400"/>
                  </a:lnTo>
                  <a:lnTo>
                    <a:pt x="486520" y="914400"/>
                  </a:lnTo>
                  <a:close/>
                </a:path>
              </a:pathLst>
            </a:custGeom>
            <a:solidFill>
              <a:srgbClr val="F3F6FC"/>
            </a:solidFill>
            <a:ln>
              <a:noFill/>
            </a:ln>
          </p:spPr>
        </p:sp>
        <p:sp>
          <p:nvSpPr>
            <p:cNvPr id="64" name="node20.hatch.007"/>
            <p:cNvSpPr/>
            <p:nvPr/>
          </p:nvSpPr>
          <p:spPr>
            <a:xfrm>
              <a:off x="5981700" y="1828800"/>
              <a:ext cx="1600200" cy="914400"/>
            </a:xfrm>
            <a:custGeom>
              <a:avLst/>
              <a:gdLst/>
              <a:ahLst/>
              <a:cxnLst/>
              <a:rect l="l" t="t" r="r" b="b"/>
              <a:pathLst>
                <a:path w="1600200" h="914400">
                  <a:moveTo>
                    <a:pt x="1600200" y="16246"/>
                  </a:moveTo>
                  <a:lnTo>
                    <a:pt x="1600200" y="124009"/>
                  </a:lnTo>
                  <a:lnTo>
                    <a:pt x="809809" y="914400"/>
                  </a:lnTo>
                  <a:lnTo>
                    <a:pt x="702046" y="914400"/>
                  </a:lnTo>
                  <a:close/>
                </a:path>
              </a:pathLst>
            </a:custGeom>
            <a:solidFill>
              <a:srgbClr val="F3F6FC"/>
            </a:solidFill>
            <a:ln>
              <a:noFill/>
            </a:ln>
          </p:spPr>
        </p:sp>
        <p:sp>
          <p:nvSpPr>
            <p:cNvPr id="65" name="node20.hatch.008"/>
            <p:cNvSpPr/>
            <p:nvPr/>
          </p:nvSpPr>
          <p:spPr>
            <a:xfrm>
              <a:off x="5981700" y="1828800"/>
              <a:ext cx="1600200" cy="914400"/>
            </a:xfrm>
            <a:custGeom>
              <a:avLst/>
              <a:gdLst/>
              <a:ahLst/>
              <a:cxnLst/>
              <a:rect l="l" t="t" r="r" b="b"/>
              <a:pathLst>
                <a:path w="1600200" h="914400">
                  <a:moveTo>
                    <a:pt x="1600200" y="231772"/>
                  </a:moveTo>
                  <a:lnTo>
                    <a:pt x="1600200" y="339535"/>
                  </a:lnTo>
                  <a:lnTo>
                    <a:pt x="1025335" y="914400"/>
                  </a:lnTo>
                  <a:lnTo>
                    <a:pt x="917572" y="914400"/>
                  </a:lnTo>
                  <a:close/>
                </a:path>
              </a:pathLst>
            </a:custGeom>
            <a:solidFill>
              <a:srgbClr val="F3F6FC"/>
            </a:solidFill>
            <a:ln>
              <a:noFill/>
            </a:ln>
          </p:spPr>
        </p:sp>
        <p:sp>
          <p:nvSpPr>
            <p:cNvPr id="66" name="node20.hatch.009"/>
            <p:cNvSpPr/>
            <p:nvPr/>
          </p:nvSpPr>
          <p:spPr>
            <a:xfrm>
              <a:off x="5981700" y="1828800"/>
              <a:ext cx="1600200" cy="914400"/>
            </a:xfrm>
            <a:custGeom>
              <a:avLst/>
              <a:gdLst/>
              <a:ahLst/>
              <a:cxnLst/>
              <a:rect l="l" t="t" r="r" b="b"/>
              <a:pathLst>
                <a:path w="1600200" h="914400">
                  <a:moveTo>
                    <a:pt x="1600200" y="447298"/>
                  </a:moveTo>
                  <a:lnTo>
                    <a:pt x="1600200" y="555061"/>
                  </a:lnTo>
                  <a:lnTo>
                    <a:pt x="1240861" y="914400"/>
                  </a:lnTo>
                  <a:lnTo>
                    <a:pt x="1133098" y="914400"/>
                  </a:lnTo>
                  <a:close/>
                </a:path>
              </a:pathLst>
            </a:custGeom>
            <a:solidFill>
              <a:srgbClr val="F3F6FC"/>
            </a:solidFill>
            <a:ln>
              <a:noFill/>
            </a:ln>
          </p:spPr>
        </p:sp>
        <p:sp>
          <p:nvSpPr>
            <p:cNvPr id="67" name="node20.hatch.010"/>
            <p:cNvSpPr/>
            <p:nvPr/>
          </p:nvSpPr>
          <p:spPr>
            <a:xfrm>
              <a:off x="5981700" y="1828800"/>
              <a:ext cx="1600200" cy="914400"/>
            </a:xfrm>
            <a:custGeom>
              <a:avLst/>
              <a:gdLst/>
              <a:ahLst/>
              <a:cxnLst/>
              <a:rect l="l" t="t" r="r" b="b"/>
              <a:pathLst>
                <a:path w="1600200" h="914400">
                  <a:moveTo>
                    <a:pt x="1600200" y="662825"/>
                  </a:moveTo>
                  <a:lnTo>
                    <a:pt x="1600200" y="770588"/>
                  </a:lnTo>
                  <a:lnTo>
                    <a:pt x="1456388" y="914400"/>
                  </a:lnTo>
                  <a:lnTo>
                    <a:pt x="1348625" y="914400"/>
                  </a:lnTo>
                  <a:close/>
                </a:path>
              </a:pathLst>
            </a:custGeom>
            <a:solidFill>
              <a:srgbClr val="F3F6FC"/>
            </a:solidFill>
            <a:ln>
              <a:noFill/>
            </a:ln>
          </p:spPr>
        </p:sp>
        <p:sp>
          <p:nvSpPr>
            <p:cNvPr id="68" name="node20.hatch.011"/>
            <p:cNvSpPr/>
            <p:nvPr/>
          </p:nvSpPr>
          <p:spPr>
            <a:xfrm>
              <a:off x="5981700" y="1828800"/>
              <a:ext cx="1600200" cy="914400"/>
            </a:xfrm>
            <a:custGeom>
              <a:avLst/>
              <a:gdLst/>
              <a:ahLst/>
              <a:cxnLst/>
              <a:rect l="l" t="t" r="r" b="b"/>
              <a:pathLst>
                <a:path w="1600200" h="914400">
                  <a:moveTo>
                    <a:pt x="1600200" y="878351"/>
                  </a:moveTo>
                  <a:lnTo>
                    <a:pt x="1600200" y="914400"/>
                  </a:lnTo>
                  <a:lnTo>
                    <a:pt x="1564151" y="914400"/>
                  </a:lnTo>
                  <a:close/>
                </a:path>
              </a:pathLst>
            </a:custGeom>
            <a:solidFill>
              <a:srgbClr val="F3F6FC"/>
            </a:solidFill>
            <a:ln>
              <a:noFill/>
            </a:ln>
          </p:spPr>
        </p:sp>
        <p:sp>
          <p:nvSpPr>
            <p:cNvPr id="69" name="node20.border"/>
            <p:cNvSpPr/>
            <p:nvPr/>
          </p:nvSpPr>
          <p:spPr>
            <a:xfrm>
              <a:off x="5981700" y="1828800"/>
              <a:ext cx="1600200" cy="914400"/>
            </a:xfrm>
            <a:prstGeom prst="rect">
              <a:avLst/>
            </a:prstGeom>
            <a:ln w="12700">
              <a:solidFill>
                <a:srgbClr val="97A4BA"/>
              </a:solidFill>
              <a:prstDash val="solid"/>
            </a:ln>
          </p:spPr>
        </p:sp>
        <p:sp>
          <p:nvSpPr>
            <p:cNvPr id="70" name="node20.placeholder"/>
            <p:cNvSpPr/>
            <p:nvPr/>
          </p:nvSpPr>
          <p:spPr>
            <a:xfrm>
              <a:off x="6007100" y="22098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101" name="node21"/>
          <p:cNvGrpSpPr/>
          <p:nvPr/>
        </p:nvGrpSpPr>
        <p:grpSpPr>
          <a:xfrm>
            <a:off x="5981700" y="2971800"/>
            <a:ext cx="1600200" cy="304800"/>
            <a:chOff x="5981700" y="2971800"/>
            <a:chExt cx="1600200" cy="304800"/>
          </a:xfrm>
        </p:grpSpPr>
        <p:sp>
          <p:nvSpPr>
            <p:cNvPr id="71" name="node21.text"/>
            <p:cNvSpPr/>
            <p:nvPr/>
          </p:nvSpPr>
          <p:spPr>
            <a:xfrm>
              <a:off x="5981700" y="29718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Partner C</a:t>
              </a:r>
              <a:endParaRPr lang="en-US" sz="1800" spc="-18" kern="0" b="0" i="0" dirty="0">
                <a:solidFill>
                  <a:srgbClr val="070154"/>
                </a:solidFill>
                <a:latin typeface="IBM Plex Sans SemiBold"/>
                <a:ea typeface="IBM Plex Sans SemiBold"/>
                <a:cs typeface="IBM Plex Sans SemiBold"/>
              </a:endParaRPr>
            </a:p>
          </p:txBody>
        </p:sp>
      </p:grpSp>
      <p:grpSp>
        <p:nvGrpSpPr>
          <p:cNvPr id="102" name="node22"/>
          <p:cNvGrpSpPr/>
          <p:nvPr/>
        </p:nvGrpSpPr>
        <p:grpSpPr>
          <a:xfrm>
            <a:off x="5981700" y="3429000"/>
            <a:ext cx="1600200" cy="152400"/>
            <a:chOff x="5981700" y="3429000"/>
            <a:chExt cx="1600200" cy="152400"/>
          </a:xfrm>
        </p:grpSpPr>
        <p:sp>
          <p:nvSpPr>
            <p:cNvPr id="72" name="node22.text"/>
            <p:cNvSpPr/>
            <p:nvPr/>
          </p:nvSpPr>
          <p:spPr>
            <a:xfrm>
              <a:off x="5981700" y="34290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SELECT PARTNER</a:t>
              </a:r>
              <a:endParaRPr lang="en-US" sz="900" spc="54" kern="0" b="0" i="0" dirty="0">
                <a:solidFill>
                  <a:srgbClr val="0047FF"/>
                </a:solidFill>
                <a:latin typeface="IBM Plex Mono Medium"/>
                <a:ea typeface="IBM Plex Mono Medium"/>
                <a:cs typeface="IBM Plex Mono Medium"/>
              </a:endParaRPr>
            </a:p>
          </p:txBody>
        </p:sp>
      </p:grpSp>
      <p:sp>
        <p:nvSpPr>
          <p:cNvPr id="73" name="node23"/>
          <p:cNvSpPr/>
          <p:nvPr/>
        </p:nvSpPr>
        <p:spPr>
          <a:xfrm>
            <a:off x="5981700" y="3886200"/>
            <a:ext cx="1600200" cy="9525"/>
          </a:xfrm>
          <a:prstGeom prst="rect">
            <a:avLst/>
          </a:prstGeom>
          <a:solidFill>
            <a:srgbClr val="CED7E6"/>
          </a:solidFill>
          <a:ln>
            <a:noFill/>
          </a:ln>
        </p:spPr>
      </p:sp>
      <p:grpSp>
        <p:nvGrpSpPr>
          <p:cNvPr id="103" name="node24"/>
          <p:cNvGrpSpPr/>
          <p:nvPr/>
        </p:nvGrpSpPr>
        <p:grpSpPr>
          <a:xfrm>
            <a:off x="5981700" y="4114800"/>
            <a:ext cx="1600200" cy="458978"/>
            <a:chOff x="5981700" y="4114800"/>
            <a:chExt cx="1600200" cy="458978"/>
          </a:xfrm>
        </p:grpSpPr>
        <p:sp>
          <p:nvSpPr>
            <p:cNvPr id="74" name="node24.text"/>
            <p:cNvSpPr/>
            <p:nvPr/>
          </p:nvSpPr>
          <p:spPr>
            <a:xfrm>
              <a:off x="5981700" y="4114800"/>
              <a:ext cx="16002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47</a:t>
              </a:r>
              <a:endParaRPr lang="en-US" sz="3600" spc="-72" kern="0" b="0" i="0" dirty="0">
                <a:solidFill>
                  <a:srgbClr val="070154"/>
                </a:solidFill>
                <a:latin typeface="IBM Plex Mono SemiBold"/>
                <a:ea typeface="IBM Plex Mono SemiBold"/>
                <a:cs typeface="IBM Plex Mono SemiBold"/>
              </a:endParaRPr>
            </a:p>
          </p:txBody>
        </p:sp>
      </p:grpSp>
      <p:grpSp>
        <p:nvGrpSpPr>
          <p:cNvPr id="104" name="node25"/>
          <p:cNvGrpSpPr/>
          <p:nvPr/>
        </p:nvGrpSpPr>
        <p:grpSpPr>
          <a:xfrm>
            <a:off x="5981700" y="4521200"/>
            <a:ext cx="1600200" cy="228600"/>
            <a:chOff x="5981700" y="4521200"/>
            <a:chExt cx="1600200" cy="228600"/>
          </a:xfrm>
        </p:grpSpPr>
        <p:sp>
          <p:nvSpPr>
            <p:cNvPr id="75" name="node25.text"/>
            <p:cNvSpPr/>
            <p:nvPr/>
          </p:nvSpPr>
          <p:spPr>
            <a:xfrm>
              <a:off x="5981700" y="45212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joint engagements</a:t>
              </a:r>
              <a:endParaRPr lang="en-US" sz="1200" spc="0" kern="0" b="0" i="0" dirty="0">
                <a:solidFill>
                  <a:srgbClr val="50658E"/>
                </a:solidFill>
                <a:latin typeface="IBM Plex Sans"/>
                <a:ea typeface="IBM Plex Sans"/>
                <a:cs typeface="IBM Plex Sans"/>
              </a:endParaRPr>
            </a:p>
          </p:txBody>
        </p:sp>
      </p:grpSp>
      <p:grpSp>
        <p:nvGrpSpPr>
          <p:cNvPr id="105" name="node26"/>
          <p:cNvGrpSpPr/>
          <p:nvPr/>
        </p:nvGrpSpPr>
        <p:grpSpPr>
          <a:xfrm>
            <a:off x="5981700" y="4953000"/>
            <a:ext cx="1600200" cy="458978"/>
            <a:chOff x="5981700" y="4953000"/>
            <a:chExt cx="1600200" cy="458978"/>
          </a:xfrm>
        </p:grpSpPr>
        <p:sp>
          <p:nvSpPr>
            <p:cNvPr id="76" name="node26.text"/>
            <p:cNvSpPr/>
            <p:nvPr/>
          </p:nvSpPr>
          <p:spPr>
            <a:xfrm>
              <a:off x="5981700" y="4953000"/>
              <a:ext cx="16002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29</a:t>
              </a:r>
              <a:endParaRPr lang="en-US" sz="3600" spc="-72" kern="0" b="0" i="0" dirty="0">
                <a:solidFill>
                  <a:srgbClr val="070154"/>
                </a:solidFill>
                <a:latin typeface="IBM Plex Mono SemiBold"/>
                <a:ea typeface="IBM Plex Mono SemiBold"/>
                <a:cs typeface="IBM Plex Mono SemiBold"/>
              </a:endParaRPr>
            </a:p>
          </p:txBody>
        </p:sp>
      </p:grpSp>
      <p:grpSp>
        <p:nvGrpSpPr>
          <p:cNvPr id="106" name="node27"/>
          <p:cNvGrpSpPr/>
          <p:nvPr/>
        </p:nvGrpSpPr>
        <p:grpSpPr>
          <a:xfrm>
            <a:off x="5981700" y="5359400"/>
            <a:ext cx="1600200" cy="228600"/>
            <a:chOff x="5981700" y="5359400"/>
            <a:chExt cx="1600200" cy="228600"/>
          </a:xfrm>
        </p:grpSpPr>
        <p:sp>
          <p:nvSpPr>
            <p:cNvPr id="77" name="node27.text"/>
            <p:cNvSpPr/>
            <p:nvPr/>
          </p:nvSpPr>
          <p:spPr>
            <a:xfrm>
              <a:off x="5981700" y="53594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clients served</a:t>
              </a:r>
              <a:endParaRPr lang="en-US" sz="1200" spc="0" kern="0" b="0" i="0" dirty="0">
                <a:solidFill>
                  <a:srgbClr val="50658E"/>
                </a:solidFill>
                <a:latin typeface="IBM Plex Sans"/>
                <a:ea typeface="IBM Plex Sans"/>
                <a:cs typeface="IBM Plex Sans"/>
              </a:endParaRPr>
            </a:p>
          </p:txBody>
        </p:sp>
      </p:grpSp>
      <p:grpSp>
        <p:nvGrpSpPr>
          <p:cNvPr id="107" name="node28"/>
          <p:cNvGrpSpPr/>
          <p:nvPr/>
        </p:nvGrpSpPr>
        <p:grpSpPr>
          <a:xfrm>
            <a:off x="8953500" y="1600200"/>
            <a:ext cx="2514600" cy="152400"/>
            <a:chOff x="8953500" y="1600200"/>
            <a:chExt cx="2514600" cy="152400"/>
          </a:xfrm>
        </p:grpSpPr>
        <p:sp>
          <p:nvSpPr>
            <p:cNvPr id="78" name="node28.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WHY ALLIANCES MATTER</a:t>
              </a:r>
              <a:endParaRPr lang="en-US" sz="900" spc="54" kern="0" b="0" i="0" dirty="0">
                <a:solidFill>
                  <a:srgbClr val="CED7E6"/>
                </a:solidFill>
                <a:latin typeface="IBM Plex Mono Medium"/>
                <a:ea typeface="IBM Plex Mono Medium"/>
                <a:cs typeface="IBM Plex Mono Medium"/>
              </a:endParaRPr>
            </a:p>
          </p:txBody>
        </p:sp>
      </p:grpSp>
      <p:grpSp>
        <p:nvGrpSpPr>
          <p:cNvPr id="108" name="node29"/>
          <p:cNvGrpSpPr/>
          <p:nvPr/>
        </p:nvGrpSpPr>
        <p:grpSpPr>
          <a:xfrm>
            <a:off x="8953500" y="1828800"/>
            <a:ext cx="2514600" cy="611950"/>
            <a:chOff x="8953500" y="1828800"/>
            <a:chExt cx="2514600" cy="611950"/>
          </a:xfrm>
        </p:grpSpPr>
        <p:sp>
          <p:nvSpPr>
            <p:cNvPr id="79" name="node29.text"/>
            <p:cNvSpPr/>
            <p:nvPr/>
          </p:nvSpPr>
          <p:spPr>
            <a:xfrm>
              <a:off x="8953500" y="18288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194</a:t>
              </a:r>
              <a:endParaRPr lang="en-US" sz="4800" spc="-96" kern="0" b="0" i="0" dirty="0">
                <a:solidFill>
                  <a:srgbClr val="FFFFFF"/>
                </a:solidFill>
                <a:latin typeface="IBM Plex Mono SemiBold"/>
                <a:ea typeface="IBM Plex Mono SemiBold"/>
                <a:cs typeface="IBM Plex Mono SemiBold"/>
              </a:endParaRPr>
            </a:p>
          </p:txBody>
        </p:sp>
      </p:grpSp>
      <p:grpSp>
        <p:nvGrpSpPr>
          <p:cNvPr id="109" name="node30"/>
          <p:cNvGrpSpPr/>
          <p:nvPr/>
        </p:nvGrpSpPr>
        <p:grpSpPr>
          <a:xfrm>
            <a:off x="8953500" y="2514600"/>
            <a:ext cx="2514600" cy="457200"/>
            <a:chOff x="8953500" y="2514600"/>
            <a:chExt cx="2514600" cy="457200"/>
          </a:xfrm>
        </p:grpSpPr>
        <p:sp>
          <p:nvSpPr>
            <p:cNvPr id="80" name="node30.text"/>
            <p:cNvSpPr/>
            <p:nvPr/>
          </p:nvSpPr>
          <p:spPr>
            <a:xfrm>
              <a:off x="8953500" y="2514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joint engagements with our top three alliance partners</a:t>
              </a:r>
              <a:endParaRPr lang="en-US" sz="1200" spc="0" kern="0" b="0" i="0" dirty="0">
                <a:solidFill>
                  <a:srgbClr val="CED7E6"/>
                </a:solidFill>
                <a:latin typeface="IBM Plex Sans"/>
                <a:ea typeface="IBM Plex Sans"/>
                <a:cs typeface="IBM Plex Sans"/>
              </a:endParaRPr>
            </a:p>
          </p:txBody>
        </p:sp>
      </p:grpSp>
      <p:sp>
        <p:nvSpPr>
          <p:cNvPr id="81" name="node31"/>
          <p:cNvSpPr/>
          <p:nvPr/>
        </p:nvSpPr>
        <p:spPr>
          <a:xfrm>
            <a:off x="8953500" y="3200400"/>
            <a:ext cx="2514600" cy="9525"/>
          </a:xfrm>
          <a:prstGeom prst="rect">
            <a:avLst/>
          </a:prstGeom>
          <a:solidFill>
            <a:srgbClr val="50658E"/>
          </a:solidFill>
          <a:ln>
            <a:noFill/>
          </a:ln>
        </p:spPr>
      </p:sp>
      <p:grpSp>
        <p:nvGrpSpPr>
          <p:cNvPr id="110" name="node32"/>
          <p:cNvGrpSpPr/>
          <p:nvPr/>
        </p:nvGrpSpPr>
        <p:grpSpPr>
          <a:xfrm>
            <a:off x="8953500" y="3429000"/>
            <a:ext cx="2514600" cy="1066800"/>
            <a:chOff x="8953500" y="3429000"/>
            <a:chExt cx="2514600" cy="1066800"/>
          </a:xfrm>
        </p:grpSpPr>
        <p:sp>
          <p:nvSpPr>
            <p:cNvPr id="82" name="node32.text"/>
            <p:cNvSpPr/>
            <p:nvPr/>
          </p:nvSpPr>
          <p:spPr>
            <a:xfrm>
              <a:off x="8953500" y="34290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Joint teams bring platform depth to our industry expertise, so clients get one plan and one delivery team.</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ource-00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ABOUT US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Trusted by leaders across industries and technology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113</a:t>
            </a:fld>
            <a:endParaRPr lang="en-US" sz="700" spc="0" kern="0" b="0" i="0" dirty="0">
              <a:solidFill>
                <a:srgbClr val="070154"/>
              </a:solidFill>
              <a:latin typeface="IBM Plex Mono SemiBold"/>
              <a:ea typeface="IBM Plex Mono SemiBold"/>
              <a:cs typeface="IBM Plex Mono SemiBold"/>
            </a:endParaRPr>
          </a:p>
        </p:txBody>
      </p:sp>
      <p:grpSp>
        <p:nvGrpSpPr>
          <p:cNvPr id="346" name="node01"/>
          <p:cNvGrpSpPr/>
          <p:nvPr/>
        </p:nvGrpSpPr>
        <p:grpSpPr>
          <a:xfrm>
            <a:off x="723900" y="1600200"/>
            <a:ext cx="10744200" cy="228600"/>
            <a:chOff x="723900" y="1600200"/>
            <a:chExt cx="10744200" cy="228600"/>
          </a:xfrm>
        </p:grpSpPr>
        <p:sp>
          <p:nvSpPr>
            <p:cNvPr id="6" name="node01.label"/>
            <p:cNvSpPr/>
            <p:nvPr/>
          </p:nvSpPr>
          <p:spPr>
            <a:xfrm>
              <a:off x="723900" y="1600200"/>
              <a:ext cx="122733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CLIENTS WE SERVE</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2078236" y="1709738"/>
              <a:ext cx="9389864" cy="9525"/>
            </a:xfrm>
            <a:prstGeom prst="rect">
              <a:avLst/>
            </a:prstGeom>
            <a:solidFill>
              <a:srgbClr val="CED7E6"/>
            </a:solidFill>
            <a:ln>
              <a:noFill/>
            </a:ln>
          </p:spPr>
        </p:sp>
      </p:grpSp>
      <p:grpSp>
        <p:nvGrpSpPr>
          <p:cNvPr id="347" name="node02"/>
          <p:cNvGrpSpPr/>
          <p:nvPr/>
        </p:nvGrpSpPr>
        <p:grpSpPr>
          <a:xfrm>
            <a:off x="723900" y="1828800"/>
            <a:ext cx="1600200" cy="685800"/>
            <a:chOff x="723900" y="1828800"/>
            <a:chExt cx="1600200" cy="685800"/>
          </a:xfrm>
        </p:grpSpPr>
        <p:sp>
          <p:nvSpPr>
            <p:cNvPr id="8" name="node02.background"/>
            <p:cNvSpPr/>
            <p:nvPr/>
          </p:nvSpPr>
          <p:spPr>
            <a:xfrm>
              <a:off x="723900" y="1828800"/>
              <a:ext cx="1600200" cy="685800"/>
            </a:xfrm>
            <a:prstGeom prst="rect">
              <a:avLst/>
            </a:prstGeom>
            <a:solidFill>
              <a:srgbClr val="FFFFFF"/>
            </a:solidFill>
            <a:ln>
              <a:noFill/>
            </a:ln>
          </p:spPr>
        </p:sp>
        <p:sp>
          <p:nvSpPr>
            <p:cNvPr id="9" name="node02.hatch.000"/>
            <p:cNvSpPr/>
            <p:nvPr/>
          </p:nvSpPr>
          <p:spPr>
            <a:xfrm>
              <a:off x="723900" y="18288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10" name="node02.hatch.001"/>
            <p:cNvSpPr/>
            <p:nvPr/>
          </p:nvSpPr>
          <p:spPr>
            <a:xfrm>
              <a:off x="723900" y="18288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11" name="node02.hatch.002"/>
            <p:cNvSpPr/>
            <p:nvPr/>
          </p:nvSpPr>
          <p:spPr>
            <a:xfrm>
              <a:off x="723900" y="18288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12" name="node02.hatch.003"/>
            <p:cNvSpPr/>
            <p:nvPr/>
          </p:nvSpPr>
          <p:spPr>
            <a:xfrm>
              <a:off x="723900" y="18288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13" name="node02.hatch.004"/>
            <p:cNvSpPr/>
            <p:nvPr/>
          </p:nvSpPr>
          <p:spPr>
            <a:xfrm>
              <a:off x="723900" y="18288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14" name="node02.hatch.005"/>
            <p:cNvSpPr/>
            <p:nvPr/>
          </p:nvSpPr>
          <p:spPr>
            <a:xfrm>
              <a:off x="723900" y="18288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15" name="node02.hatch.006"/>
            <p:cNvSpPr/>
            <p:nvPr/>
          </p:nvSpPr>
          <p:spPr>
            <a:xfrm>
              <a:off x="723900" y="18288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16" name="node02.hatch.007"/>
            <p:cNvSpPr/>
            <p:nvPr/>
          </p:nvSpPr>
          <p:spPr>
            <a:xfrm>
              <a:off x="723900" y="18288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17" name="node02.hatch.008"/>
            <p:cNvSpPr/>
            <p:nvPr/>
          </p:nvSpPr>
          <p:spPr>
            <a:xfrm>
              <a:off x="723900" y="18288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18" name="node02.hatch.009"/>
            <p:cNvSpPr/>
            <p:nvPr/>
          </p:nvSpPr>
          <p:spPr>
            <a:xfrm>
              <a:off x="723900" y="18288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19" name="node02.hatch.010"/>
            <p:cNvSpPr/>
            <p:nvPr/>
          </p:nvSpPr>
          <p:spPr>
            <a:xfrm>
              <a:off x="723900" y="18288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20" name="node02.border"/>
            <p:cNvSpPr/>
            <p:nvPr/>
          </p:nvSpPr>
          <p:spPr>
            <a:xfrm>
              <a:off x="723900" y="1828800"/>
              <a:ext cx="1600200" cy="685800"/>
            </a:xfrm>
            <a:prstGeom prst="rect">
              <a:avLst/>
            </a:prstGeom>
            <a:ln w="12700">
              <a:solidFill>
                <a:srgbClr val="97A4BA"/>
              </a:solidFill>
              <a:prstDash val="solid"/>
            </a:ln>
          </p:spPr>
        </p:sp>
        <p:sp>
          <p:nvSpPr>
            <p:cNvPr id="21" name="node02.placeholder"/>
            <p:cNvSpPr/>
            <p:nvPr/>
          </p:nvSpPr>
          <p:spPr>
            <a:xfrm>
              <a:off x="749300" y="20955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48" name="node03"/>
          <p:cNvGrpSpPr/>
          <p:nvPr/>
        </p:nvGrpSpPr>
        <p:grpSpPr>
          <a:xfrm>
            <a:off x="2552700" y="1828800"/>
            <a:ext cx="1600200" cy="685800"/>
            <a:chOff x="2552700" y="1828800"/>
            <a:chExt cx="1600200" cy="685800"/>
          </a:xfrm>
        </p:grpSpPr>
        <p:sp>
          <p:nvSpPr>
            <p:cNvPr id="22" name="node03.background"/>
            <p:cNvSpPr/>
            <p:nvPr/>
          </p:nvSpPr>
          <p:spPr>
            <a:xfrm>
              <a:off x="2552700" y="1828800"/>
              <a:ext cx="1600200" cy="685800"/>
            </a:xfrm>
            <a:prstGeom prst="rect">
              <a:avLst/>
            </a:prstGeom>
            <a:solidFill>
              <a:srgbClr val="FFFFFF"/>
            </a:solidFill>
            <a:ln>
              <a:noFill/>
            </a:ln>
          </p:spPr>
        </p:sp>
        <p:sp>
          <p:nvSpPr>
            <p:cNvPr id="23" name="node03.hatch.000"/>
            <p:cNvSpPr/>
            <p:nvPr/>
          </p:nvSpPr>
          <p:spPr>
            <a:xfrm>
              <a:off x="2552700" y="18288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24" name="node03.hatch.001"/>
            <p:cNvSpPr/>
            <p:nvPr/>
          </p:nvSpPr>
          <p:spPr>
            <a:xfrm>
              <a:off x="2552700" y="18288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25" name="node03.hatch.002"/>
            <p:cNvSpPr/>
            <p:nvPr/>
          </p:nvSpPr>
          <p:spPr>
            <a:xfrm>
              <a:off x="2552700" y="18288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26" name="node03.hatch.003"/>
            <p:cNvSpPr/>
            <p:nvPr/>
          </p:nvSpPr>
          <p:spPr>
            <a:xfrm>
              <a:off x="2552700" y="18288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27" name="node03.hatch.004"/>
            <p:cNvSpPr/>
            <p:nvPr/>
          </p:nvSpPr>
          <p:spPr>
            <a:xfrm>
              <a:off x="2552700" y="18288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28" name="node03.hatch.005"/>
            <p:cNvSpPr/>
            <p:nvPr/>
          </p:nvSpPr>
          <p:spPr>
            <a:xfrm>
              <a:off x="2552700" y="18288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29" name="node03.hatch.006"/>
            <p:cNvSpPr/>
            <p:nvPr/>
          </p:nvSpPr>
          <p:spPr>
            <a:xfrm>
              <a:off x="2552700" y="18288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30" name="node03.hatch.007"/>
            <p:cNvSpPr/>
            <p:nvPr/>
          </p:nvSpPr>
          <p:spPr>
            <a:xfrm>
              <a:off x="2552700" y="18288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31" name="node03.hatch.008"/>
            <p:cNvSpPr/>
            <p:nvPr/>
          </p:nvSpPr>
          <p:spPr>
            <a:xfrm>
              <a:off x="2552700" y="18288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32" name="node03.hatch.009"/>
            <p:cNvSpPr/>
            <p:nvPr/>
          </p:nvSpPr>
          <p:spPr>
            <a:xfrm>
              <a:off x="2552700" y="18288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33" name="node03.hatch.010"/>
            <p:cNvSpPr/>
            <p:nvPr/>
          </p:nvSpPr>
          <p:spPr>
            <a:xfrm>
              <a:off x="2552700" y="18288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34" name="node03.border"/>
            <p:cNvSpPr/>
            <p:nvPr/>
          </p:nvSpPr>
          <p:spPr>
            <a:xfrm>
              <a:off x="2552700" y="1828800"/>
              <a:ext cx="1600200" cy="685800"/>
            </a:xfrm>
            <a:prstGeom prst="rect">
              <a:avLst/>
            </a:prstGeom>
            <a:ln w="12700">
              <a:solidFill>
                <a:srgbClr val="97A4BA"/>
              </a:solidFill>
              <a:prstDash val="solid"/>
            </a:ln>
          </p:spPr>
        </p:sp>
        <p:sp>
          <p:nvSpPr>
            <p:cNvPr id="35" name="node03.placeholder"/>
            <p:cNvSpPr/>
            <p:nvPr/>
          </p:nvSpPr>
          <p:spPr>
            <a:xfrm>
              <a:off x="2578100" y="20955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49" name="node04"/>
          <p:cNvGrpSpPr/>
          <p:nvPr/>
        </p:nvGrpSpPr>
        <p:grpSpPr>
          <a:xfrm>
            <a:off x="4381500" y="1828800"/>
            <a:ext cx="1600200" cy="685800"/>
            <a:chOff x="4381500" y="1828800"/>
            <a:chExt cx="1600200" cy="685800"/>
          </a:xfrm>
        </p:grpSpPr>
        <p:sp>
          <p:nvSpPr>
            <p:cNvPr id="36" name="node04.background"/>
            <p:cNvSpPr/>
            <p:nvPr/>
          </p:nvSpPr>
          <p:spPr>
            <a:xfrm>
              <a:off x="4381500" y="1828800"/>
              <a:ext cx="1600200" cy="685800"/>
            </a:xfrm>
            <a:prstGeom prst="rect">
              <a:avLst/>
            </a:prstGeom>
            <a:solidFill>
              <a:srgbClr val="FFFFFF"/>
            </a:solidFill>
            <a:ln>
              <a:noFill/>
            </a:ln>
          </p:spPr>
        </p:sp>
        <p:sp>
          <p:nvSpPr>
            <p:cNvPr id="37" name="node04.hatch.000"/>
            <p:cNvSpPr/>
            <p:nvPr/>
          </p:nvSpPr>
          <p:spPr>
            <a:xfrm>
              <a:off x="4381500" y="18288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38" name="node04.hatch.001"/>
            <p:cNvSpPr/>
            <p:nvPr/>
          </p:nvSpPr>
          <p:spPr>
            <a:xfrm>
              <a:off x="4381500" y="18288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39" name="node04.hatch.002"/>
            <p:cNvSpPr/>
            <p:nvPr/>
          </p:nvSpPr>
          <p:spPr>
            <a:xfrm>
              <a:off x="4381500" y="18288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40" name="node04.hatch.003"/>
            <p:cNvSpPr/>
            <p:nvPr/>
          </p:nvSpPr>
          <p:spPr>
            <a:xfrm>
              <a:off x="4381500" y="18288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41" name="node04.hatch.004"/>
            <p:cNvSpPr/>
            <p:nvPr/>
          </p:nvSpPr>
          <p:spPr>
            <a:xfrm>
              <a:off x="4381500" y="18288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42" name="node04.hatch.005"/>
            <p:cNvSpPr/>
            <p:nvPr/>
          </p:nvSpPr>
          <p:spPr>
            <a:xfrm>
              <a:off x="4381500" y="18288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43" name="node04.hatch.006"/>
            <p:cNvSpPr/>
            <p:nvPr/>
          </p:nvSpPr>
          <p:spPr>
            <a:xfrm>
              <a:off x="4381500" y="18288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44" name="node04.hatch.007"/>
            <p:cNvSpPr/>
            <p:nvPr/>
          </p:nvSpPr>
          <p:spPr>
            <a:xfrm>
              <a:off x="4381500" y="18288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45" name="node04.hatch.008"/>
            <p:cNvSpPr/>
            <p:nvPr/>
          </p:nvSpPr>
          <p:spPr>
            <a:xfrm>
              <a:off x="4381500" y="18288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46" name="node04.hatch.009"/>
            <p:cNvSpPr/>
            <p:nvPr/>
          </p:nvSpPr>
          <p:spPr>
            <a:xfrm>
              <a:off x="4381500" y="18288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47" name="node04.hatch.010"/>
            <p:cNvSpPr/>
            <p:nvPr/>
          </p:nvSpPr>
          <p:spPr>
            <a:xfrm>
              <a:off x="4381500" y="18288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48" name="node04.border"/>
            <p:cNvSpPr/>
            <p:nvPr/>
          </p:nvSpPr>
          <p:spPr>
            <a:xfrm>
              <a:off x="4381500" y="1828800"/>
              <a:ext cx="1600200" cy="685800"/>
            </a:xfrm>
            <a:prstGeom prst="rect">
              <a:avLst/>
            </a:prstGeom>
            <a:ln w="12700">
              <a:solidFill>
                <a:srgbClr val="97A4BA"/>
              </a:solidFill>
              <a:prstDash val="solid"/>
            </a:ln>
          </p:spPr>
        </p:sp>
        <p:sp>
          <p:nvSpPr>
            <p:cNvPr id="49" name="node04.placeholder"/>
            <p:cNvSpPr/>
            <p:nvPr/>
          </p:nvSpPr>
          <p:spPr>
            <a:xfrm>
              <a:off x="4406900" y="20955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0" name="node05"/>
          <p:cNvGrpSpPr/>
          <p:nvPr/>
        </p:nvGrpSpPr>
        <p:grpSpPr>
          <a:xfrm>
            <a:off x="6210300" y="1828800"/>
            <a:ext cx="1600200" cy="685800"/>
            <a:chOff x="6210300" y="1828800"/>
            <a:chExt cx="1600200" cy="685800"/>
          </a:xfrm>
        </p:grpSpPr>
        <p:sp>
          <p:nvSpPr>
            <p:cNvPr id="50" name="node05.background"/>
            <p:cNvSpPr/>
            <p:nvPr/>
          </p:nvSpPr>
          <p:spPr>
            <a:xfrm>
              <a:off x="6210300" y="1828800"/>
              <a:ext cx="1600200" cy="685800"/>
            </a:xfrm>
            <a:prstGeom prst="rect">
              <a:avLst/>
            </a:prstGeom>
            <a:solidFill>
              <a:srgbClr val="FFFFFF"/>
            </a:solidFill>
            <a:ln>
              <a:noFill/>
            </a:ln>
          </p:spPr>
        </p:sp>
        <p:sp>
          <p:nvSpPr>
            <p:cNvPr id="51" name="node05.hatch.000"/>
            <p:cNvSpPr/>
            <p:nvPr/>
          </p:nvSpPr>
          <p:spPr>
            <a:xfrm>
              <a:off x="6210300" y="18288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52" name="node05.hatch.001"/>
            <p:cNvSpPr/>
            <p:nvPr/>
          </p:nvSpPr>
          <p:spPr>
            <a:xfrm>
              <a:off x="6210300" y="18288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53" name="node05.hatch.002"/>
            <p:cNvSpPr/>
            <p:nvPr/>
          </p:nvSpPr>
          <p:spPr>
            <a:xfrm>
              <a:off x="6210300" y="18288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54" name="node05.hatch.003"/>
            <p:cNvSpPr/>
            <p:nvPr/>
          </p:nvSpPr>
          <p:spPr>
            <a:xfrm>
              <a:off x="6210300" y="18288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55" name="node05.hatch.004"/>
            <p:cNvSpPr/>
            <p:nvPr/>
          </p:nvSpPr>
          <p:spPr>
            <a:xfrm>
              <a:off x="6210300" y="18288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56" name="node05.hatch.005"/>
            <p:cNvSpPr/>
            <p:nvPr/>
          </p:nvSpPr>
          <p:spPr>
            <a:xfrm>
              <a:off x="6210300" y="18288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57" name="node05.hatch.006"/>
            <p:cNvSpPr/>
            <p:nvPr/>
          </p:nvSpPr>
          <p:spPr>
            <a:xfrm>
              <a:off x="6210300" y="18288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58" name="node05.hatch.007"/>
            <p:cNvSpPr/>
            <p:nvPr/>
          </p:nvSpPr>
          <p:spPr>
            <a:xfrm>
              <a:off x="6210300" y="18288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59" name="node05.hatch.008"/>
            <p:cNvSpPr/>
            <p:nvPr/>
          </p:nvSpPr>
          <p:spPr>
            <a:xfrm>
              <a:off x="6210300" y="18288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60" name="node05.hatch.009"/>
            <p:cNvSpPr/>
            <p:nvPr/>
          </p:nvSpPr>
          <p:spPr>
            <a:xfrm>
              <a:off x="6210300" y="18288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61" name="node05.hatch.010"/>
            <p:cNvSpPr/>
            <p:nvPr/>
          </p:nvSpPr>
          <p:spPr>
            <a:xfrm>
              <a:off x="6210300" y="18288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62" name="node05.border"/>
            <p:cNvSpPr/>
            <p:nvPr/>
          </p:nvSpPr>
          <p:spPr>
            <a:xfrm>
              <a:off x="6210300" y="1828800"/>
              <a:ext cx="1600200" cy="685800"/>
            </a:xfrm>
            <a:prstGeom prst="rect">
              <a:avLst/>
            </a:prstGeom>
            <a:ln w="12700">
              <a:solidFill>
                <a:srgbClr val="97A4BA"/>
              </a:solidFill>
              <a:prstDash val="solid"/>
            </a:ln>
          </p:spPr>
        </p:sp>
        <p:sp>
          <p:nvSpPr>
            <p:cNvPr id="63" name="node05.placeholder"/>
            <p:cNvSpPr/>
            <p:nvPr/>
          </p:nvSpPr>
          <p:spPr>
            <a:xfrm>
              <a:off x="6235700" y="20955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1" name="node06"/>
          <p:cNvGrpSpPr/>
          <p:nvPr/>
        </p:nvGrpSpPr>
        <p:grpSpPr>
          <a:xfrm>
            <a:off x="8039100" y="1828800"/>
            <a:ext cx="1600200" cy="685800"/>
            <a:chOff x="8039100" y="1828800"/>
            <a:chExt cx="1600200" cy="685800"/>
          </a:xfrm>
        </p:grpSpPr>
        <p:sp>
          <p:nvSpPr>
            <p:cNvPr id="64" name="node06.background"/>
            <p:cNvSpPr/>
            <p:nvPr/>
          </p:nvSpPr>
          <p:spPr>
            <a:xfrm>
              <a:off x="8039100" y="1828800"/>
              <a:ext cx="1600200" cy="685800"/>
            </a:xfrm>
            <a:prstGeom prst="rect">
              <a:avLst/>
            </a:prstGeom>
            <a:solidFill>
              <a:srgbClr val="FFFFFF"/>
            </a:solidFill>
            <a:ln>
              <a:noFill/>
            </a:ln>
          </p:spPr>
        </p:sp>
        <p:sp>
          <p:nvSpPr>
            <p:cNvPr id="65" name="node06.hatch.000"/>
            <p:cNvSpPr/>
            <p:nvPr/>
          </p:nvSpPr>
          <p:spPr>
            <a:xfrm>
              <a:off x="8039100" y="18288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66" name="node06.hatch.001"/>
            <p:cNvSpPr/>
            <p:nvPr/>
          </p:nvSpPr>
          <p:spPr>
            <a:xfrm>
              <a:off x="8039100" y="18288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67" name="node06.hatch.002"/>
            <p:cNvSpPr/>
            <p:nvPr/>
          </p:nvSpPr>
          <p:spPr>
            <a:xfrm>
              <a:off x="8039100" y="18288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68" name="node06.hatch.003"/>
            <p:cNvSpPr/>
            <p:nvPr/>
          </p:nvSpPr>
          <p:spPr>
            <a:xfrm>
              <a:off x="8039100" y="18288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69" name="node06.hatch.004"/>
            <p:cNvSpPr/>
            <p:nvPr/>
          </p:nvSpPr>
          <p:spPr>
            <a:xfrm>
              <a:off x="8039100" y="18288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70" name="node06.hatch.005"/>
            <p:cNvSpPr/>
            <p:nvPr/>
          </p:nvSpPr>
          <p:spPr>
            <a:xfrm>
              <a:off x="8039100" y="18288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71" name="node06.hatch.006"/>
            <p:cNvSpPr/>
            <p:nvPr/>
          </p:nvSpPr>
          <p:spPr>
            <a:xfrm>
              <a:off x="8039100" y="18288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72" name="node06.hatch.007"/>
            <p:cNvSpPr/>
            <p:nvPr/>
          </p:nvSpPr>
          <p:spPr>
            <a:xfrm>
              <a:off x="8039100" y="18288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73" name="node06.hatch.008"/>
            <p:cNvSpPr/>
            <p:nvPr/>
          </p:nvSpPr>
          <p:spPr>
            <a:xfrm>
              <a:off x="8039100" y="18288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74" name="node06.hatch.009"/>
            <p:cNvSpPr/>
            <p:nvPr/>
          </p:nvSpPr>
          <p:spPr>
            <a:xfrm>
              <a:off x="8039100" y="18288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75" name="node06.hatch.010"/>
            <p:cNvSpPr/>
            <p:nvPr/>
          </p:nvSpPr>
          <p:spPr>
            <a:xfrm>
              <a:off x="8039100" y="18288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76" name="node06.border"/>
            <p:cNvSpPr/>
            <p:nvPr/>
          </p:nvSpPr>
          <p:spPr>
            <a:xfrm>
              <a:off x="8039100" y="1828800"/>
              <a:ext cx="1600200" cy="685800"/>
            </a:xfrm>
            <a:prstGeom prst="rect">
              <a:avLst/>
            </a:prstGeom>
            <a:ln w="12700">
              <a:solidFill>
                <a:srgbClr val="97A4BA"/>
              </a:solidFill>
              <a:prstDash val="solid"/>
            </a:ln>
          </p:spPr>
        </p:sp>
        <p:sp>
          <p:nvSpPr>
            <p:cNvPr id="77" name="node06.placeholder"/>
            <p:cNvSpPr/>
            <p:nvPr/>
          </p:nvSpPr>
          <p:spPr>
            <a:xfrm>
              <a:off x="8064500" y="20955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2" name="node07"/>
          <p:cNvGrpSpPr/>
          <p:nvPr/>
        </p:nvGrpSpPr>
        <p:grpSpPr>
          <a:xfrm>
            <a:off x="9867900" y="1828800"/>
            <a:ext cx="1600200" cy="685800"/>
            <a:chOff x="9867900" y="1828800"/>
            <a:chExt cx="1600200" cy="685800"/>
          </a:xfrm>
        </p:grpSpPr>
        <p:sp>
          <p:nvSpPr>
            <p:cNvPr id="78" name="node07.background"/>
            <p:cNvSpPr/>
            <p:nvPr/>
          </p:nvSpPr>
          <p:spPr>
            <a:xfrm>
              <a:off x="9867900" y="1828800"/>
              <a:ext cx="1600200" cy="685800"/>
            </a:xfrm>
            <a:prstGeom prst="rect">
              <a:avLst/>
            </a:prstGeom>
            <a:solidFill>
              <a:srgbClr val="FFFFFF"/>
            </a:solidFill>
            <a:ln>
              <a:noFill/>
            </a:ln>
          </p:spPr>
        </p:sp>
        <p:sp>
          <p:nvSpPr>
            <p:cNvPr id="79" name="node07.hatch.000"/>
            <p:cNvSpPr/>
            <p:nvPr/>
          </p:nvSpPr>
          <p:spPr>
            <a:xfrm>
              <a:off x="9867900" y="18288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80" name="node07.hatch.001"/>
            <p:cNvSpPr/>
            <p:nvPr/>
          </p:nvSpPr>
          <p:spPr>
            <a:xfrm>
              <a:off x="9867900" y="18288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81" name="node07.hatch.002"/>
            <p:cNvSpPr/>
            <p:nvPr/>
          </p:nvSpPr>
          <p:spPr>
            <a:xfrm>
              <a:off x="9867900" y="18288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82" name="node07.hatch.003"/>
            <p:cNvSpPr/>
            <p:nvPr/>
          </p:nvSpPr>
          <p:spPr>
            <a:xfrm>
              <a:off x="9867900" y="18288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83" name="node07.hatch.004"/>
            <p:cNvSpPr/>
            <p:nvPr/>
          </p:nvSpPr>
          <p:spPr>
            <a:xfrm>
              <a:off x="9867900" y="18288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84" name="node07.hatch.005"/>
            <p:cNvSpPr/>
            <p:nvPr/>
          </p:nvSpPr>
          <p:spPr>
            <a:xfrm>
              <a:off x="9867900" y="18288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85" name="node07.hatch.006"/>
            <p:cNvSpPr/>
            <p:nvPr/>
          </p:nvSpPr>
          <p:spPr>
            <a:xfrm>
              <a:off x="9867900" y="18288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86" name="node07.hatch.007"/>
            <p:cNvSpPr/>
            <p:nvPr/>
          </p:nvSpPr>
          <p:spPr>
            <a:xfrm>
              <a:off x="9867900" y="18288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87" name="node07.hatch.008"/>
            <p:cNvSpPr/>
            <p:nvPr/>
          </p:nvSpPr>
          <p:spPr>
            <a:xfrm>
              <a:off x="9867900" y="18288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88" name="node07.hatch.009"/>
            <p:cNvSpPr/>
            <p:nvPr/>
          </p:nvSpPr>
          <p:spPr>
            <a:xfrm>
              <a:off x="9867900" y="18288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89" name="node07.hatch.010"/>
            <p:cNvSpPr/>
            <p:nvPr/>
          </p:nvSpPr>
          <p:spPr>
            <a:xfrm>
              <a:off x="9867900" y="18288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90" name="node07.border"/>
            <p:cNvSpPr/>
            <p:nvPr/>
          </p:nvSpPr>
          <p:spPr>
            <a:xfrm>
              <a:off x="9867900" y="1828800"/>
              <a:ext cx="1600200" cy="685800"/>
            </a:xfrm>
            <a:prstGeom prst="rect">
              <a:avLst/>
            </a:prstGeom>
            <a:ln w="12700">
              <a:solidFill>
                <a:srgbClr val="97A4BA"/>
              </a:solidFill>
              <a:prstDash val="solid"/>
            </a:ln>
          </p:spPr>
        </p:sp>
        <p:sp>
          <p:nvSpPr>
            <p:cNvPr id="91" name="node07.placeholder"/>
            <p:cNvSpPr/>
            <p:nvPr/>
          </p:nvSpPr>
          <p:spPr>
            <a:xfrm>
              <a:off x="9893300" y="20955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3" name="node08"/>
          <p:cNvGrpSpPr/>
          <p:nvPr/>
        </p:nvGrpSpPr>
        <p:grpSpPr>
          <a:xfrm>
            <a:off x="723900" y="2743200"/>
            <a:ext cx="1600200" cy="685800"/>
            <a:chOff x="723900" y="2743200"/>
            <a:chExt cx="1600200" cy="685800"/>
          </a:xfrm>
        </p:grpSpPr>
        <p:sp>
          <p:nvSpPr>
            <p:cNvPr id="92" name="node08.background"/>
            <p:cNvSpPr/>
            <p:nvPr/>
          </p:nvSpPr>
          <p:spPr>
            <a:xfrm>
              <a:off x="723900" y="2743200"/>
              <a:ext cx="1600200" cy="685800"/>
            </a:xfrm>
            <a:prstGeom prst="rect">
              <a:avLst/>
            </a:prstGeom>
            <a:solidFill>
              <a:srgbClr val="FFFFFF"/>
            </a:solidFill>
            <a:ln>
              <a:noFill/>
            </a:ln>
          </p:spPr>
        </p:sp>
        <p:sp>
          <p:nvSpPr>
            <p:cNvPr id="93" name="node08.hatch.000"/>
            <p:cNvSpPr/>
            <p:nvPr/>
          </p:nvSpPr>
          <p:spPr>
            <a:xfrm>
              <a:off x="723900" y="2743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94" name="node08.hatch.001"/>
            <p:cNvSpPr/>
            <p:nvPr/>
          </p:nvSpPr>
          <p:spPr>
            <a:xfrm>
              <a:off x="723900" y="2743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95" name="node08.hatch.002"/>
            <p:cNvSpPr/>
            <p:nvPr/>
          </p:nvSpPr>
          <p:spPr>
            <a:xfrm>
              <a:off x="723900" y="2743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96" name="node08.hatch.003"/>
            <p:cNvSpPr/>
            <p:nvPr/>
          </p:nvSpPr>
          <p:spPr>
            <a:xfrm>
              <a:off x="723900" y="2743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97" name="node08.hatch.004"/>
            <p:cNvSpPr/>
            <p:nvPr/>
          </p:nvSpPr>
          <p:spPr>
            <a:xfrm>
              <a:off x="723900" y="2743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98" name="node08.hatch.005"/>
            <p:cNvSpPr/>
            <p:nvPr/>
          </p:nvSpPr>
          <p:spPr>
            <a:xfrm>
              <a:off x="723900" y="2743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99" name="node08.hatch.006"/>
            <p:cNvSpPr/>
            <p:nvPr/>
          </p:nvSpPr>
          <p:spPr>
            <a:xfrm>
              <a:off x="723900" y="2743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100" name="node08.hatch.007"/>
            <p:cNvSpPr/>
            <p:nvPr/>
          </p:nvSpPr>
          <p:spPr>
            <a:xfrm>
              <a:off x="723900" y="2743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101" name="node08.hatch.008"/>
            <p:cNvSpPr/>
            <p:nvPr/>
          </p:nvSpPr>
          <p:spPr>
            <a:xfrm>
              <a:off x="723900" y="2743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102" name="node08.hatch.009"/>
            <p:cNvSpPr/>
            <p:nvPr/>
          </p:nvSpPr>
          <p:spPr>
            <a:xfrm>
              <a:off x="723900" y="2743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103" name="node08.hatch.010"/>
            <p:cNvSpPr/>
            <p:nvPr/>
          </p:nvSpPr>
          <p:spPr>
            <a:xfrm>
              <a:off x="723900" y="2743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104" name="node08.border"/>
            <p:cNvSpPr/>
            <p:nvPr/>
          </p:nvSpPr>
          <p:spPr>
            <a:xfrm>
              <a:off x="723900" y="2743200"/>
              <a:ext cx="1600200" cy="685800"/>
            </a:xfrm>
            <a:prstGeom prst="rect">
              <a:avLst/>
            </a:prstGeom>
            <a:ln w="12700">
              <a:solidFill>
                <a:srgbClr val="97A4BA"/>
              </a:solidFill>
              <a:prstDash val="solid"/>
            </a:ln>
          </p:spPr>
        </p:sp>
        <p:sp>
          <p:nvSpPr>
            <p:cNvPr id="105" name="node08.placeholder"/>
            <p:cNvSpPr/>
            <p:nvPr/>
          </p:nvSpPr>
          <p:spPr>
            <a:xfrm>
              <a:off x="749300" y="3009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4" name="node09"/>
          <p:cNvGrpSpPr/>
          <p:nvPr/>
        </p:nvGrpSpPr>
        <p:grpSpPr>
          <a:xfrm>
            <a:off x="2552700" y="2743200"/>
            <a:ext cx="1600200" cy="685800"/>
            <a:chOff x="2552700" y="2743200"/>
            <a:chExt cx="1600200" cy="685800"/>
          </a:xfrm>
        </p:grpSpPr>
        <p:sp>
          <p:nvSpPr>
            <p:cNvPr id="106" name="node09.background"/>
            <p:cNvSpPr/>
            <p:nvPr/>
          </p:nvSpPr>
          <p:spPr>
            <a:xfrm>
              <a:off x="2552700" y="2743200"/>
              <a:ext cx="1600200" cy="685800"/>
            </a:xfrm>
            <a:prstGeom prst="rect">
              <a:avLst/>
            </a:prstGeom>
            <a:solidFill>
              <a:srgbClr val="FFFFFF"/>
            </a:solidFill>
            <a:ln>
              <a:noFill/>
            </a:ln>
          </p:spPr>
        </p:sp>
        <p:sp>
          <p:nvSpPr>
            <p:cNvPr id="107" name="node09.hatch.000"/>
            <p:cNvSpPr/>
            <p:nvPr/>
          </p:nvSpPr>
          <p:spPr>
            <a:xfrm>
              <a:off x="2552700" y="2743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108" name="node09.hatch.001"/>
            <p:cNvSpPr/>
            <p:nvPr/>
          </p:nvSpPr>
          <p:spPr>
            <a:xfrm>
              <a:off x="2552700" y="2743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109" name="node09.hatch.002"/>
            <p:cNvSpPr/>
            <p:nvPr/>
          </p:nvSpPr>
          <p:spPr>
            <a:xfrm>
              <a:off x="2552700" y="2743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110" name="node09.hatch.003"/>
            <p:cNvSpPr/>
            <p:nvPr/>
          </p:nvSpPr>
          <p:spPr>
            <a:xfrm>
              <a:off x="2552700" y="2743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111" name="node09.hatch.004"/>
            <p:cNvSpPr/>
            <p:nvPr/>
          </p:nvSpPr>
          <p:spPr>
            <a:xfrm>
              <a:off x="2552700" y="2743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112" name="node09.hatch.005"/>
            <p:cNvSpPr/>
            <p:nvPr/>
          </p:nvSpPr>
          <p:spPr>
            <a:xfrm>
              <a:off x="2552700" y="2743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113" name="node09.hatch.006"/>
            <p:cNvSpPr/>
            <p:nvPr/>
          </p:nvSpPr>
          <p:spPr>
            <a:xfrm>
              <a:off x="2552700" y="2743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114" name="node09.hatch.007"/>
            <p:cNvSpPr/>
            <p:nvPr/>
          </p:nvSpPr>
          <p:spPr>
            <a:xfrm>
              <a:off x="2552700" y="2743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115" name="node09.hatch.008"/>
            <p:cNvSpPr/>
            <p:nvPr/>
          </p:nvSpPr>
          <p:spPr>
            <a:xfrm>
              <a:off x="2552700" y="2743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116" name="node09.hatch.009"/>
            <p:cNvSpPr/>
            <p:nvPr/>
          </p:nvSpPr>
          <p:spPr>
            <a:xfrm>
              <a:off x="2552700" y="2743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117" name="node09.hatch.010"/>
            <p:cNvSpPr/>
            <p:nvPr/>
          </p:nvSpPr>
          <p:spPr>
            <a:xfrm>
              <a:off x="2552700" y="2743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118" name="node09.border"/>
            <p:cNvSpPr/>
            <p:nvPr/>
          </p:nvSpPr>
          <p:spPr>
            <a:xfrm>
              <a:off x="2552700" y="2743200"/>
              <a:ext cx="1600200" cy="685800"/>
            </a:xfrm>
            <a:prstGeom prst="rect">
              <a:avLst/>
            </a:prstGeom>
            <a:ln w="12700">
              <a:solidFill>
                <a:srgbClr val="97A4BA"/>
              </a:solidFill>
              <a:prstDash val="solid"/>
            </a:ln>
          </p:spPr>
        </p:sp>
        <p:sp>
          <p:nvSpPr>
            <p:cNvPr id="119" name="node09.placeholder"/>
            <p:cNvSpPr/>
            <p:nvPr/>
          </p:nvSpPr>
          <p:spPr>
            <a:xfrm>
              <a:off x="2578100" y="3009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5" name="node10"/>
          <p:cNvGrpSpPr/>
          <p:nvPr/>
        </p:nvGrpSpPr>
        <p:grpSpPr>
          <a:xfrm>
            <a:off x="4381500" y="2743200"/>
            <a:ext cx="1600200" cy="685800"/>
            <a:chOff x="4381500" y="2743200"/>
            <a:chExt cx="1600200" cy="685800"/>
          </a:xfrm>
        </p:grpSpPr>
        <p:sp>
          <p:nvSpPr>
            <p:cNvPr id="120" name="node10.background"/>
            <p:cNvSpPr/>
            <p:nvPr/>
          </p:nvSpPr>
          <p:spPr>
            <a:xfrm>
              <a:off x="4381500" y="2743200"/>
              <a:ext cx="1600200" cy="685800"/>
            </a:xfrm>
            <a:prstGeom prst="rect">
              <a:avLst/>
            </a:prstGeom>
            <a:solidFill>
              <a:srgbClr val="FFFFFF"/>
            </a:solidFill>
            <a:ln>
              <a:noFill/>
            </a:ln>
          </p:spPr>
        </p:sp>
        <p:sp>
          <p:nvSpPr>
            <p:cNvPr id="121" name="node10.hatch.000"/>
            <p:cNvSpPr/>
            <p:nvPr/>
          </p:nvSpPr>
          <p:spPr>
            <a:xfrm>
              <a:off x="4381500" y="2743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122" name="node10.hatch.001"/>
            <p:cNvSpPr/>
            <p:nvPr/>
          </p:nvSpPr>
          <p:spPr>
            <a:xfrm>
              <a:off x="4381500" y="2743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123" name="node10.hatch.002"/>
            <p:cNvSpPr/>
            <p:nvPr/>
          </p:nvSpPr>
          <p:spPr>
            <a:xfrm>
              <a:off x="4381500" y="2743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124" name="node10.hatch.003"/>
            <p:cNvSpPr/>
            <p:nvPr/>
          </p:nvSpPr>
          <p:spPr>
            <a:xfrm>
              <a:off x="4381500" y="2743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125" name="node10.hatch.004"/>
            <p:cNvSpPr/>
            <p:nvPr/>
          </p:nvSpPr>
          <p:spPr>
            <a:xfrm>
              <a:off x="4381500" y="2743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126" name="node10.hatch.005"/>
            <p:cNvSpPr/>
            <p:nvPr/>
          </p:nvSpPr>
          <p:spPr>
            <a:xfrm>
              <a:off x="4381500" y="2743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127" name="node10.hatch.006"/>
            <p:cNvSpPr/>
            <p:nvPr/>
          </p:nvSpPr>
          <p:spPr>
            <a:xfrm>
              <a:off x="4381500" y="2743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128" name="node10.hatch.007"/>
            <p:cNvSpPr/>
            <p:nvPr/>
          </p:nvSpPr>
          <p:spPr>
            <a:xfrm>
              <a:off x="4381500" y="2743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129" name="node10.hatch.008"/>
            <p:cNvSpPr/>
            <p:nvPr/>
          </p:nvSpPr>
          <p:spPr>
            <a:xfrm>
              <a:off x="4381500" y="2743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130" name="node10.hatch.009"/>
            <p:cNvSpPr/>
            <p:nvPr/>
          </p:nvSpPr>
          <p:spPr>
            <a:xfrm>
              <a:off x="4381500" y="2743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131" name="node10.hatch.010"/>
            <p:cNvSpPr/>
            <p:nvPr/>
          </p:nvSpPr>
          <p:spPr>
            <a:xfrm>
              <a:off x="4381500" y="2743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132" name="node10.border"/>
            <p:cNvSpPr/>
            <p:nvPr/>
          </p:nvSpPr>
          <p:spPr>
            <a:xfrm>
              <a:off x="4381500" y="2743200"/>
              <a:ext cx="1600200" cy="685800"/>
            </a:xfrm>
            <a:prstGeom prst="rect">
              <a:avLst/>
            </a:prstGeom>
            <a:ln w="12700">
              <a:solidFill>
                <a:srgbClr val="97A4BA"/>
              </a:solidFill>
              <a:prstDash val="solid"/>
            </a:ln>
          </p:spPr>
        </p:sp>
        <p:sp>
          <p:nvSpPr>
            <p:cNvPr id="133" name="node10.placeholder"/>
            <p:cNvSpPr/>
            <p:nvPr/>
          </p:nvSpPr>
          <p:spPr>
            <a:xfrm>
              <a:off x="4406900" y="3009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6" name="node11"/>
          <p:cNvGrpSpPr/>
          <p:nvPr/>
        </p:nvGrpSpPr>
        <p:grpSpPr>
          <a:xfrm>
            <a:off x="6210300" y="2743200"/>
            <a:ext cx="1600200" cy="685800"/>
            <a:chOff x="6210300" y="2743200"/>
            <a:chExt cx="1600200" cy="685800"/>
          </a:xfrm>
        </p:grpSpPr>
        <p:sp>
          <p:nvSpPr>
            <p:cNvPr id="134" name="node11.background"/>
            <p:cNvSpPr/>
            <p:nvPr/>
          </p:nvSpPr>
          <p:spPr>
            <a:xfrm>
              <a:off x="6210300" y="2743200"/>
              <a:ext cx="1600200" cy="685800"/>
            </a:xfrm>
            <a:prstGeom prst="rect">
              <a:avLst/>
            </a:prstGeom>
            <a:solidFill>
              <a:srgbClr val="FFFFFF"/>
            </a:solidFill>
            <a:ln>
              <a:noFill/>
            </a:ln>
          </p:spPr>
        </p:sp>
        <p:sp>
          <p:nvSpPr>
            <p:cNvPr id="135" name="node11.hatch.000"/>
            <p:cNvSpPr/>
            <p:nvPr/>
          </p:nvSpPr>
          <p:spPr>
            <a:xfrm>
              <a:off x="6210300" y="2743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136" name="node11.hatch.001"/>
            <p:cNvSpPr/>
            <p:nvPr/>
          </p:nvSpPr>
          <p:spPr>
            <a:xfrm>
              <a:off x="6210300" y="2743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137" name="node11.hatch.002"/>
            <p:cNvSpPr/>
            <p:nvPr/>
          </p:nvSpPr>
          <p:spPr>
            <a:xfrm>
              <a:off x="6210300" y="2743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138" name="node11.hatch.003"/>
            <p:cNvSpPr/>
            <p:nvPr/>
          </p:nvSpPr>
          <p:spPr>
            <a:xfrm>
              <a:off x="6210300" y="2743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139" name="node11.hatch.004"/>
            <p:cNvSpPr/>
            <p:nvPr/>
          </p:nvSpPr>
          <p:spPr>
            <a:xfrm>
              <a:off x="6210300" y="2743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140" name="node11.hatch.005"/>
            <p:cNvSpPr/>
            <p:nvPr/>
          </p:nvSpPr>
          <p:spPr>
            <a:xfrm>
              <a:off x="6210300" y="2743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141" name="node11.hatch.006"/>
            <p:cNvSpPr/>
            <p:nvPr/>
          </p:nvSpPr>
          <p:spPr>
            <a:xfrm>
              <a:off x="6210300" y="2743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142" name="node11.hatch.007"/>
            <p:cNvSpPr/>
            <p:nvPr/>
          </p:nvSpPr>
          <p:spPr>
            <a:xfrm>
              <a:off x="6210300" y="2743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143" name="node11.hatch.008"/>
            <p:cNvSpPr/>
            <p:nvPr/>
          </p:nvSpPr>
          <p:spPr>
            <a:xfrm>
              <a:off x="6210300" y="2743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144" name="node11.hatch.009"/>
            <p:cNvSpPr/>
            <p:nvPr/>
          </p:nvSpPr>
          <p:spPr>
            <a:xfrm>
              <a:off x="6210300" y="2743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145" name="node11.hatch.010"/>
            <p:cNvSpPr/>
            <p:nvPr/>
          </p:nvSpPr>
          <p:spPr>
            <a:xfrm>
              <a:off x="6210300" y="2743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146" name="node11.border"/>
            <p:cNvSpPr/>
            <p:nvPr/>
          </p:nvSpPr>
          <p:spPr>
            <a:xfrm>
              <a:off x="6210300" y="2743200"/>
              <a:ext cx="1600200" cy="685800"/>
            </a:xfrm>
            <a:prstGeom prst="rect">
              <a:avLst/>
            </a:prstGeom>
            <a:ln w="12700">
              <a:solidFill>
                <a:srgbClr val="97A4BA"/>
              </a:solidFill>
              <a:prstDash val="solid"/>
            </a:ln>
          </p:spPr>
        </p:sp>
        <p:sp>
          <p:nvSpPr>
            <p:cNvPr id="147" name="node11.placeholder"/>
            <p:cNvSpPr/>
            <p:nvPr/>
          </p:nvSpPr>
          <p:spPr>
            <a:xfrm>
              <a:off x="6235700" y="3009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7" name="node12"/>
          <p:cNvGrpSpPr/>
          <p:nvPr/>
        </p:nvGrpSpPr>
        <p:grpSpPr>
          <a:xfrm>
            <a:off x="8039100" y="2743200"/>
            <a:ext cx="1600200" cy="685800"/>
            <a:chOff x="8039100" y="2743200"/>
            <a:chExt cx="1600200" cy="685800"/>
          </a:xfrm>
        </p:grpSpPr>
        <p:sp>
          <p:nvSpPr>
            <p:cNvPr id="148" name="node12.background"/>
            <p:cNvSpPr/>
            <p:nvPr/>
          </p:nvSpPr>
          <p:spPr>
            <a:xfrm>
              <a:off x="8039100" y="2743200"/>
              <a:ext cx="1600200" cy="685800"/>
            </a:xfrm>
            <a:prstGeom prst="rect">
              <a:avLst/>
            </a:prstGeom>
            <a:solidFill>
              <a:srgbClr val="FFFFFF"/>
            </a:solidFill>
            <a:ln>
              <a:noFill/>
            </a:ln>
          </p:spPr>
        </p:sp>
        <p:sp>
          <p:nvSpPr>
            <p:cNvPr id="149" name="node12.hatch.000"/>
            <p:cNvSpPr/>
            <p:nvPr/>
          </p:nvSpPr>
          <p:spPr>
            <a:xfrm>
              <a:off x="8039100" y="2743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150" name="node12.hatch.001"/>
            <p:cNvSpPr/>
            <p:nvPr/>
          </p:nvSpPr>
          <p:spPr>
            <a:xfrm>
              <a:off x="8039100" y="2743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151" name="node12.hatch.002"/>
            <p:cNvSpPr/>
            <p:nvPr/>
          </p:nvSpPr>
          <p:spPr>
            <a:xfrm>
              <a:off x="8039100" y="2743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152" name="node12.hatch.003"/>
            <p:cNvSpPr/>
            <p:nvPr/>
          </p:nvSpPr>
          <p:spPr>
            <a:xfrm>
              <a:off x="8039100" y="2743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153" name="node12.hatch.004"/>
            <p:cNvSpPr/>
            <p:nvPr/>
          </p:nvSpPr>
          <p:spPr>
            <a:xfrm>
              <a:off x="8039100" y="2743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154" name="node12.hatch.005"/>
            <p:cNvSpPr/>
            <p:nvPr/>
          </p:nvSpPr>
          <p:spPr>
            <a:xfrm>
              <a:off x="8039100" y="2743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155" name="node12.hatch.006"/>
            <p:cNvSpPr/>
            <p:nvPr/>
          </p:nvSpPr>
          <p:spPr>
            <a:xfrm>
              <a:off x="8039100" y="2743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156" name="node12.hatch.007"/>
            <p:cNvSpPr/>
            <p:nvPr/>
          </p:nvSpPr>
          <p:spPr>
            <a:xfrm>
              <a:off x="8039100" y="2743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157" name="node12.hatch.008"/>
            <p:cNvSpPr/>
            <p:nvPr/>
          </p:nvSpPr>
          <p:spPr>
            <a:xfrm>
              <a:off x="8039100" y="2743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158" name="node12.hatch.009"/>
            <p:cNvSpPr/>
            <p:nvPr/>
          </p:nvSpPr>
          <p:spPr>
            <a:xfrm>
              <a:off x="8039100" y="2743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159" name="node12.hatch.010"/>
            <p:cNvSpPr/>
            <p:nvPr/>
          </p:nvSpPr>
          <p:spPr>
            <a:xfrm>
              <a:off x="8039100" y="2743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160" name="node12.border"/>
            <p:cNvSpPr/>
            <p:nvPr/>
          </p:nvSpPr>
          <p:spPr>
            <a:xfrm>
              <a:off x="8039100" y="2743200"/>
              <a:ext cx="1600200" cy="685800"/>
            </a:xfrm>
            <a:prstGeom prst="rect">
              <a:avLst/>
            </a:prstGeom>
            <a:ln w="12700">
              <a:solidFill>
                <a:srgbClr val="97A4BA"/>
              </a:solidFill>
              <a:prstDash val="solid"/>
            </a:ln>
          </p:spPr>
        </p:sp>
        <p:sp>
          <p:nvSpPr>
            <p:cNvPr id="161" name="node12.placeholder"/>
            <p:cNvSpPr/>
            <p:nvPr/>
          </p:nvSpPr>
          <p:spPr>
            <a:xfrm>
              <a:off x="8064500" y="3009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8" name="node13"/>
          <p:cNvGrpSpPr/>
          <p:nvPr/>
        </p:nvGrpSpPr>
        <p:grpSpPr>
          <a:xfrm>
            <a:off x="9867900" y="2743200"/>
            <a:ext cx="1600200" cy="685800"/>
            <a:chOff x="9867900" y="2743200"/>
            <a:chExt cx="1600200" cy="685800"/>
          </a:xfrm>
        </p:grpSpPr>
        <p:sp>
          <p:nvSpPr>
            <p:cNvPr id="162" name="node13.background"/>
            <p:cNvSpPr/>
            <p:nvPr/>
          </p:nvSpPr>
          <p:spPr>
            <a:xfrm>
              <a:off x="9867900" y="2743200"/>
              <a:ext cx="1600200" cy="685800"/>
            </a:xfrm>
            <a:prstGeom prst="rect">
              <a:avLst/>
            </a:prstGeom>
            <a:solidFill>
              <a:srgbClr val="FFFFFF"/>
            </a:solidFill>
            <a:ln>
              <a:noFill/>
            </a:ln>
          </p:spPr>
        </p:sp>
        <p:sp>
          <p:nvSpPr>
            <p:cNvPr id="163" name="node13.hatch.000"/>
            <p:cNvSpPr/>
            <p:nvPr/>
          </p:nvSpPr>
          <p:spPr>
            <a:xfrm>
              <a:off x="9867900" y="2743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164" name="node13.hatch.001"/>
            <p:cNvSpPr/>
            <p:nvPr/>
          </p:nvSpPr>
          <p:spPr>
            <a:xfrm>
              <a:off x="9867900" y="2743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165" name="node13.hatch.002"/>
            <p:cNvSpPr/>
            <p:nvPr/>
          </p:nvSpPr>
          <p:spPr>
            <a:xfrm>
              <a:off x="9867900" y="2743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166" name="node13.hatch.003"/>
            <p:cNvSpPr/>
            <p:nvPr/>
          </p:nvSpPr>
          <p:spPr>
            <a:xfrm>
              <a:off x="9867900" y="2743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167" name="node13.hatch.004"/>
            <p:cNvSpPr/>
            <p:nvPr/>
          </p:nvSpPr>
          <p:spPr>
            <a:xfrm>
              <a:off x="9867900" y="2743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168" name="node13.hatch.005"/>
            <p:cNvSpPr/>
            <p:nvPr/>
          </p:nvSpPr>
          <p:spPr>
            <a:xfrm>
              <a:off x="9867900" y="2743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169" name="node13.hatch.006"/>
            <p:cNvSpPr/>
            <p:nvPr/>
          </p:nvSpPr>
          <p:spPr>
            <a:xfrm>
              <a:off x="9867900" y="2743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170" name="node13.hatch.007"/>
            <p:cNvSpPr/>
            <p:nvPr/>
          </p:nvSpPr>
          <p:spPr>
            <a:xfrm>
              <a:off x="9867900" y="2743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171" name="node13.hatch.008"/>
            <p:cNvSpPr/>
            <p:nvPr/>
          </p:nvSpPr>
          <p:spPr>
            <a:xfrm>
              <a:off x="9867900" y="2743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172" name="node13.hatch.009"/>
            <p:cNvSpPr/>
            <p:nvPr/>
          </p:nvSpPr>
          <p:spPr>
            <a:xfrm>
              <a:off x="9867900" y="2743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173" name="node13.hatch.010"/>
            <p:cNvSpPr/>
            <p:nvPr/>
          </p:nvSpPr>
          <p:spPr>
            <a:xfrm>
              <a:off x="9867900" y="2743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174" name="node13.border"/>
            <p:cNvSpPr/>
            <p:nvPr/>
          </p:nvSpPr>
          <p:spPr>
            <a:xfrm>
              <a:off x="9867900" y="2743200"/>
              <a:ext cx="1600200" cy="685800"/>
            </a:xfrm>
            <a:prstGeom prst="rect">
              <a:avLst/>
            </a:prstGeom>
            <a:ln w="12700">
              <a:solidFill>
                <a:srgbClr val="97A4BA"/>
              </a:solidFill>
              <a:prstDash val="solid"/>
            </a:ln>
          </p:spPr>
        </p:sp>
        <p:sp>
          <p:nvSpPr>
            <p:cNvPr id="175" name="node13.placeholder"/>
            <p:cNvSpPr/>
            <p:nvPr/>
          </p:nvSpPr>
          <p:spPr>
            <a:xfrm>
              <a:off x="9893300" y="3009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CLIENT LOGO</a:t>
              </a:r>
              <a:endParaRPr lang="en-US" sz="900" spc="54" kern="0" b="0" i="0" dirty="0">
                <a:solidFill>
                  <a:srgbClr val="50658E"/>
                </a:solidFill>
                <a:latin typeface="IBM Plex Mono SemiBold"/>
                <a:ea typeface="IBM Plex Mono SemiBold"/>
                <a:cs typeface="IBM Plex Mono SemiBold"/>
              </a:endParaRPr>
            </a:p>
          </p:txBody>
        </p:sp>
      </p:grpSp>
      <p:grpSp>
        <p:nvGrpSpPr>
          <p:cNvPr id="359" name="node14"/>
          <p:cNvGrpSpPr/>
          <p:nvPr/>
        </p:nvGrpSpPr>
        <p:grpSpPr>
          <a:xfrm>
            <a:off x="723900" y="3657600"/>
            <a:ext cx="10744200" cy="228600"/>
            <a:chOff x="723900" y="3657600"/>
            <a:chExt cx="10744200" cy="228600"/>
          </a:xfrm>
        </p:grpSpPr>
        <p:sp>
          <p:nvSpPr>
            <p:cNvPr id="176" name="node14.label"/>
            <p:cNvSpPr/>
            <p:nvPr/>
          </p:nvSpPr>
          <p:spPr>
            <a:xfrm>
              <a:off x="723900" y="3657600"/>
              <a:ext cx="1602941"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OUR PARTNER ECOSYSTEM</a:t>
              </a:r>
              <a:endParaRPr lang="en-US" sz="900" spc="54" kern="0" b="0" i="0" dirty="0">
                <a:solidFill>
                  <a:srgbClr val="50658E"/>
                </a:solidFill>
                <a:latin typeface="IBM Plex Mono Medium"/>
                <a:ea typeface="IBM Plex Mono Medium"/>
                <a:cs typeface="IBM Plex Mono Medium"/>
              </a:endParaRPr>
            </a:p>
          </p:txBody>
        </p:sp>
        <p:sp>
          <p:nvSpPr>
            <p:cNvPr id="177" name="node14.rule"/>
            <p:cNvSpPr/>
            <p:nvPr/>
          </p:nvSpPr>
          <p:spPr>
            <a:xfrm>
              <a:off x="2453841" y="3767138"/>
              <a:ext cx="9014259" cy="9525"/>
            </a:xfrm>
            <a:prstGeom prst="rect">
              <a:avLst/>
            </a:prstGeom>
            <a:solidFill>
              <a:srgbClr val="CED7E6"/>
            </a:solidFill>
            <a:ln>
              <a:noFill/>
            </a:ln>
          </p:spPr>
        </p:sp>
      </p:grpSp>
      <p:grpSp>
        <p:nvGrpSpPr>
          <p:cNvPr id="360" name="node15"/>
          <p:cNvGrpSpPr/>
          <p:nvPr/>
        </p:nvGrpSpPr>
        <p:grpSpPr>
          <a:xfrm>
            <a:off x="723900" y="3886200"/>
            <a:ext cx="1600200" cy="685800"/>
            <a:chOff x="723900" y="3886200"/>
            <a:chExt cx="1600200" cy="685800"/>
          </a:xfrm>
        </p:grpSpPr>
        <p:sp>
          <p:nvSpPr>
            <p:cNvPr id="178" name="node15.background"/>
            <p:cNvSpPr/>
            <p:nvPr/>
          </p:nvSpPr>
          <p:spPr>
            <a:xfrm>
              <a:off x="723900" y="3886200"/>
              <a:ext cx="1600200" cy="685800"/>
            </a:xfrm>
            <a:prstGeom prst="rect">
              <a:avLst/>
            </a:prstGeom>
            <a:solidFill>
              <a:srgbClr val="FFFFFF"/>
            </a:solidFill>
            <a:ln>
              <a:noFill/>
            </a:ln>
          </p:spPr>
        </p:sp>
        <p:sp>
          <p:nvSpPr>
            <p:cNvPr id="179" name="node15.hatch.000"/>
            <p:cNvSpPr/>
            <p:nvPr/>
          </p:nvSpPr>
          <p:spPr>
            <a:xfrm>
              <a:off x="723900" y="3886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180" name="node15.hatch.001"/>
            <p:cNvSpPr/>
            <p:nvPr/>
          </p:nvSpPr>
          <p:spPr>
            <a:xfrm>
              <a:off x="723900" y="3886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181" name="node15.hatch.002"/>
            <p:cNvSpPr/>
            <p:nvPr/>
          </p:nvSpPr>
          <p:spPr>
            <a:xfrm>
              <a:off x="723900" y="3886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182" name="node15.hatch.003"/>
            <p:cNvSpPr/>
            <p:nvPr/>
          </p:nvSpPr>
          <p:spPr>
            <a:xfrm>
              <a:off x="723900" y="3886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183" name="node15.hatch.004"/>
            <p:cNvSpPr/>
            <p:nvPr/>
          </p:nvSpPr>
          <p:spPr>
            <a:xfrm>
              <a:off x="723900" y="3886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184" name="node15.hatch.005"/>
            <p:cNvSpPr/>
            <p:nvPr/>
          </p:nvSpPr>
          <p:spPr>
            <a:xfrm>
              <a:off x="723900" y="3886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185" name="node15.hatch.006"/>
            <p:cNvSpPr/>
            <p:nvPr/>
          </p:nvSpPr>
          <p:spPr>
            <a:xfrm>
              <a:off x="723900" y="3886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186" name="node15.hatch.007"/>
            <p:cNvSpPr/>
            <p:nvPr/>
          </p:nvSpPr>
          <p:spPr>
            <a:xfrm>
              <a:off x="723900" y="3886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187" name="node15.hatch.008"/>
            <p:cNvSpPr/>
            <p:nvPr/>
          </p:nvSpPr>
          <p:spPr>
            <a:xfrm>
              <a:off x="723900" y="3886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188" name="node15.hatch.009"/>
            <p:cNvSpPr/>
            <p:nvPr/>
          </p:nvSpPr>
          <p:spPr>
            <a:xfrm>
              <a:off x="723900" y="3886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189" name="node15.hatch.010"/>
            <p:cNvSpPr/>
            <p:nvPr/>
          </p:nvSpPr>
          <p:spPr>
            <a:xfrm>
              <a:off x="723900" y="3886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190" name="node15.border"/>
            <p:cNvSpPr/>
            <p:nvPr/>
          </p:nvSpPr>
          <p:spPr>
            <a:xfrm>
              <a:off x="723900" y="3886200"/>
              <a:ext cx="1600200" cy="685800"/>
            </a:xfrm>
            <a:prstGeom prst="rect">
              <a:avLst/>
            </a:prstGeom>
            <a:ln w="12700">
              <a:solidFill>
                <a:srgbClr val="97A4BA"/>
              </a:solidFill>
              <a:prstDash val="solid"/>
            </a:ln>
          </p:spPr>
        </p:sp>
        <p:sp>
          <p:nvSpPr>
            <p:cNvPr id="191" name="node15.placeholder"/>
            <p:cNvSpPr/>
            <p:nvPr/>
          </p:nvSpPr>
          <p:spPr>
            <a:xfrm>
              <a:off x="749300" y="4152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1" name="node16"/>
          <p:cNvGrpSpPr/>
          <p:nvPr/>
        </p:nvGrpSpPr>
        <p:grpSpPr>
          <a:xfrm>
            <a:off x="2552700" y="3886200"/>
            <a:ext cx="1600200" cy="685800"/>
            <a:chOff x="2552700" y="3886200"/>
            <a:chExt cx="1600200" cy="685800"/>
          </a:xfrm>
        </p:grpSpPr>
        <p:sp>
          <p:nvSpPr>
            <p:cNvPr id="192" name="node16.background"/>
            <p:cNvSpPr/>
            <p:nvPr/>
          </p:nvSpPr>
          <p:spPr>
            <a:xfrm>
              <a:off x="2552700" y="3886200"/>
              <a:ext cx="1600200" cy="685800"/>
            </a:xfrm>
            <a:prstGeom prst="rect">
              <a:avLst/>
            </a:prstGeom>
            <a:solidFill>
              <a:srgbClr val="FFFFFF"/>
            </a:solidFill>
            <a:ln>
              <a:noFill/>
            </a:ln>
          </p:spPr>
        </p:sp>
        <p:sp>
          <p:nvSpPr>
            <p:cNvPr id="193" name="node16.hatch.000"/>
            <p:cNvSpPr/>
            <p:nvPr/>
          </p:nvSpPr>
          <p:spPr>
            <a:xfrm>
              <a:off x="2552700" y="3886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194" name="node16.hatch.001"/>
            <p:cNvSpPr/>
            <p:nvPr/>
          </p:nvSpPr>
          <p:spPr>
            <a:xfrm>
              <a:off x="2552700" y="3886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195" name="node16.hatch.002"/>
            <p:cNvSpPr/>
            <p:nvPr/>
          </p:nvSpPr>
          <p:spPr>
            <a:xfrm>
              <a:off x="2552700" y="3886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196" name="node16.hatch.003"/>
            <p:cNvSpPr/>
            <p:nvPr/>
          </p:nvSpPr>
          <p:spPr>
            <a:xfrm>
              <a:off x="2552700" y="3886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197" name="node16.hatch.004"/>
            <p:cNvSpPr/>
            <p:nvPr/>
          </p:nvSpPr>
          <p:spPr>
            <a:xfrm>
              <a:off x="2552700" y="3886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198" name="node16.hatch.005"/>
            <p:cNvSpPr/>
            <p:nvPr/>
          </p:nvSpPr>
          <p:spPr>
            <a:xfrm>
              <a:off x="2552700" y="3886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199" name="node16.hatch.006"/>
            <p:cNvSpPr/>
            <p:nvPr/>
          </p:nvSpPr>
          <p:spPr>
            <a:xfrm>
              <a:off x="2552700" y="3886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200" name="node16.hatch.007"/>
            <p:cNvSpPr/>
            <p:nvPr/>
          </p:nvSpPr>
          <p:spPr>
            <a:xfrm>
              <a:off x="2552700" y="3886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201" name="node16.hatch.008"/>
            <p:cNvSpPr/>
            <p:nvPr/>
          </p:nvSpPr>
          <p:spPr>
            <a:xfrm>
              <a:off x="2552700" y="3886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202" name="node16.hatch.009"/>
            <p:cNvSpPr/>
            <p:nvPr/>
          </p:nvSpPr>
          <p:spPr>
            <a:xfrm>
              <a:off x="2552700" y="3886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203" name="node16.hatch.010"/>
            <p:cNvSpPr/>
            <p:nvPr/>
          </p:nvSpPr>
          <p:spPr>
            <a:xfrm>
              <a:off x="2552700" y="3886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204" name="node16.border"/>
            <p:cNvSpPr/>
            <p:nvPr/>
          </p:nvSpPr>
          <p:spPr>
            <a:xfrm>
              <a:off x="2552700" y="3886200"/>
              <a:ext cx="1600200" cy="685800"/>
            </a:xfrm>
            <a:prstGeom prst="rect">
              <a:avLst/>
            </a:prstGeom>
            <a:ln w="12700">
              <a:solidFill>
                <a:srgbClr val="97A4BA"/>
              </a:solidFill>
              <a:prstDash val="solid"/>
            </a:ln>
          </p:spPr>
        </p:sp>
        <p:sp>
          <p:nvSpPr>
            <p:cNvPr id="205" name="node16.placeholder"/>
            <p:cNvSpPr/>
            <p:nvPr/>
          </p:nvSpPr>
          <p:spPr>
            <a:xfrm>
              <a:off x="2578100" y="4152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2" name="node17"/>
          <p:cNvGrpSpPr/>
          <p:nvPr/>
        </p:nvGrpSpPr>
        <p:grpSpPr>
          <a:xfrm>
            <a:off x="4381500" y="3886200"/>
            <a:ext cx="1600200" cy="685800"/>
            <a:chOff x="4381500" y="3886200"/>
            <a:chExt cx="1600200" cy="685800"/>
          </a:xfrm>
        </p:grpSpPr>
        <p:sp>
          <p:nvSpPr>
            <p:cNvPr id="206" name="node17.background"/>
            <p:cNvSpPr/>
            <p:nvPr/>
          </p:nvSpPr>
          <p:spPr>
            <a:xfrm>
              <a:off x="4381500" y="3886200"/>
              <a:ext cx="1600200" cy="685800"/>
            </a:xfrm>
            <a:prstGeom prst="rect">
              <a:avLst/>
            </a:prstGeom>
            <a:solidFill>
              <a:srgbClr val="FFFFFF"/>
            </a:solidFill>
            <a:ln>
              <a:noFill/>
            </a:ln>
          </p:spPr>
        </p:sp>
        <p:sp>
          <p:nvSpPr>
            <p:cNvPr id="207" name="node17.hatch.000"/>
            <p:cNvSpPr/>
            <p:nvPr/>
          </p:nvSpPr>
          <p:spPr>
            <a:xfrm>
              <a:off x="4381500" y="3886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208" name="node17.hatch.001"/>
            <p:cNvSpPr/>
            <p:nvPr/>
          </p:nvSpPr>
          <p:spPr>
            <a:xfrm>
              <a:off x="4381500" y="3886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209" name="node17.hatch.002"/>
            <p:cNvSpPr/>
            <p:nvPr/>
          </p:nvSpPr>
          <p:spPr>
            <a:xfrm>
              <a:off x="4381500" y="3886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210" name="node17.hatch.003"/>
            <p:cNvSpPr/>
            <p:nvPr/>
          </p:nvSpPr>
          <p:spPr>
            <a:xfrm>
              <a:off x="4381500" y="3886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211" name="node17.hatch.004"/>
            <p:cNvSpPr/>
            <p:nvPr/>
          </p:nvSpPr>
          <p:spPr>
            <a:xfrm>
              <a:off x="4381500" y="3886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212" name="node17.hatch.005"/>
            <p:cNvSpPr/>
            <p:nvPr/>
          </p:nvSpPr>
          <p:spPr>
            <a:xfrm>
              <a:off x="4381500" y="3886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213" name="node17.hatch.006"/>
            <p:cNvSpPr/>
            <p:nvPr/>
          </p:nvSpPr>
          <p:spPr>
            <a:xfrm>
              <a:off x="4381500" y="3886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214" name="node17.hatch.007"/>
            <p:cNvSpPr/>
            <p:nvPr/>
          </p:nvSpPr>
          <p:spPr>
            <a:xfrm>
              <a:off x="4381500" y="3886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215" name="node17.hatch.008"/>
            <p:cNvSpPr/>
            <p:nvPr/>
          </p:nvSpPr>
          <p:spPr>
            <a:xfrm>
              <a:off x="4381500" y="3886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216" name="node17.hatch.009"/>
            <p:cNvSpPr/>
            <p:nvPr/>
          </p:nvSpPr>
          <p:spPr>
            <a:xfrm>
              <a:off x="4381500" y="3886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217" name="node17.hatch.010"/>
            <p:cNvSpPr/>
            <p:nvPr/>
          </p:nvSpPr>
          <p:spPr>
            <a:xfrm>
              <a:off x="4381500" y="3886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218" name="node17.border"/>
            <p:cNvSpPr/>
            <p:nvPr/>
          </p:nvSpPr>
          <p:spPr>
            <a:xfrm>
              <a:off x="4381500" y="3886200"/>
              <a:ext cx="1600200" cy="685800"/>
            </a:xfrm>
            <a:prstGeom prst="rect">
              <a:avLst/>
            </a:prstGeom>
            <a:ln w="12700">
              <a:solidFill>
                <a:srgbClr val="97A4BA"/>
              </a:solidFill>
              <a:prstDash val="solid"/>
            </a:ln>
          </p:spPr>
        </p:sp>
        <p:sp>
          <p:nvSpPr>
            <p:cNvPr id="219" name="node17.placeholder"/>
            <p:cNvSpPr/>
            <p:nvPr/>
          </p:nvSpPr>
          <p:spPr>
            <a:xfrm>
              <a:off x="4406900" y="4152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3" name="node18"/>
          <p:cNvGrpSpPr/>
          <p:nvPr/>
        </p:nvGrpSpPr>
        <p:grpSpPr>
          <a:xfrm>
            <a:off x="6210300" y="3886200"/>
            <a:ext cx="1600200" cy="685800"/>
            <a:chOff x="6210300" y="3886200"/>
            <a:chExt cx="1600200" cy="685800"/>
          </a:xfrm>
        </p:grpSpPr>
        <p:sp>
          <p:nvSpPr>
            <p:cNvPr id="220" name="node18.background"/>
            <p:cNvSpPr/>
            <p:nvPr/>
          </p:nvSpPr>
          <p:spPr>
            <a:xfrm>
              <a:off x="6210300" y="3886200"/>
              <a:ext cx="1600200" cy="685800"/>
            </a:xfrm>
            <a:prstGeom prst="rect">
              <a:avLst/>
            </a:prstGeom>
            <a:solidFill>
              <a:srgbClr val="FFFFFF"/>
            </a:solidFill>
            <a:ln>
              <a:noFill/>
            </a:ln>
          </p:spPr>
        </p:sp>
        <p:sp>
          <p:nvSpPr>
            <p:cNvPr id="221" name="node18.hatch.000"/>
            <p:cNvSpPr/>
            <p:nvPr/>
          </p:nvSpPr>
          <p:spPr>
            <a:xfrm>
              <a:off x="6210300" y="3886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222" name="node18.hatch.001"/>
            <p:cNvSpPr/>
            <p:nvPr/>
          </p:nvSpPr>
          <p:spPr>
            <a:xfrm>
              <a:off x="6210300" y="3886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223" name="node18.hatch.002"/>
            <p:cNvSpPr/>
            <p:nvPr/>
          </p:nvSpPr>
          <p:spPr>
            <a:xfrm>
              <a:off x="6210300" y="3886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224" name="node18.hatch.003"/>
            <p:cNvSpPr/>
            <p:nvPr/>
          </p:nvSpPr>
          <p:spPr>
            <a:xfrm>
              <a:off x="6210300" y="3886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225" name="node18.hatch.004"/>
            <p:cNvSpPr/>
            <p:nvPr/>
          </p:nvSpPr>
          <p:spPr>
            <a:xfrm>
              <a:off x="6210300" y="3886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226" name="node18.hatch.005"/>
            <p:cNvSpPr/>
            <p:nvPr/>
          </p:nvSpPr>
          <p:spPr>
            <a:xfrm>
              <a:off x="6210300" y="3886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227" name="node18.hatch.006"/>
            <p:cNvSpPr/>
            <p:nvPr/>
          </p:nvSpPr>
          <p:spPr>
            <a:xfrm>
              <a:off x="6210300" y="3886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228" name="node18.hatch.007"/>
            <p:cNvSpPr/>
            <p:nvPr/>
          </p:nvSpPr>
          <p:spPr>
            <a:xfrm>
              <a:off x="6210300" y="3886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229" name="node18.hatch.008"/>
            <p:cNvSpPr/>
            <p:nvPr/>
          </p:nvSpPr>
          <p:spPr>
            <a:xfrm>
              <a:off x="6210300" y="3886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230" name="node18.hatch.009"/>
            <p:cNvSpPr/>
            <p:nvPr/>
          </p:nvSpPr>
          <p:spPr>
            <a:xfrm>
              <a:off x="6210300" y="3886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231" name="node18.hatch.010"/>
            <p:cNvSpPr/>
            <p:nvPr/>
          </p:nvSpPr>
          <p:spPr>
            <a:xfrm>
              <a:off x="6210300" y="3886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232" name="node18.border"/>
            <p:cNvSpPr/>
            <p:nvPr/>
          </p:nvSpPr>
          <p:spPr>
            <a:xfrm>
              <a:off x="6210300" y="3886200"/>
              <a:ext cx="1600200" cy="685800"/>
            </a:xfrm>
            <a:prstGeom prst="rect">
              <a:avLst/>
            </a:prstGeom>
            <a:ln w="12700">
              <a:solidFill>
                <a:srgbClr val="97A4BA"/>
              </a:solidFill>
              <a:prstDash val="solid"/>
            </a:ln>
          </p:spPr>
        </p:sp>
        <p:sp>
          <p:nvSpPr>
            <p:cNvPr id="233" name="node18.placeholder"/>
            <p:cNvSpPr/>
            <p:nvPr/>
          </p:nvSpPr>
          <p:spPr>
            <a:xfrm>
              <a:off x="6235700" y="4152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4" name="node19"/>
          <p:cNvGrpSpPr/>
          <p:nvPr/>
        </p:nvGrpSpPr>
        <p:grpSpPr>
          <a:xfrm>
            <a:off x="8039100" y="3886200"/>
            <a:ext cx="1600200" cy="685800"/>
            <a:chOff x="8039100" y="3886200"/>
            <a:chExt cx="1600200" cy="685800"/>
          </a:xfrm>
        </p:grpSpPr>
        <p:sp>
          <p:nvSpPr>
            <p:cNvPr id="234" name="node19.background"/>
            <p:cNvSpPr/>
            <p:nvPr/>
          </p:nvSpPr>
          <p:spPr>
            <a:xfrm>
              <a:off x="8039100" y="3886200"/>
              <a:ext cx="1600200" cy="685800"/>
            </a:xfrm>
            <a:prstGeom prst="rect">
              <a:avLst/>
            </a:prstGeom>
            <a:solidFill>
              <a:srgbClr val="FFFFFF"/>
            </a:solidFill>
            <a:ln>
              <a:noFill/>
            </a:ln>
          </p:spPr>
        </p:sp>
        <p:sp>
          <p:nvSpPr>
            <p:cNvPr id="235" name="node19.hatch.000"/>
            <p:cNvSpPr/>
            <p:nvPr/>
          </p:nvSpPr>
          <p:spPr>
            <a:xfrm>
              <a:off x="8039100" y="3886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236" name="node19.hatch.001"/>
            <p:cNvSpPr/>
            <p:nvPr/>
          </p:nvSpPr>
          <p:spPr>
            <a:xfrm>
              <a:off x="8039100" y="3886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237" name="node19.hatch.002"/>
            <p:cNvSpPr/>
            <p:nvPr/>
          </p:nvSpPr>
          <p:spPr>
            <a:xfrm>
              <a:off x="8039100" y="3886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238" name="node19.hatch.003"/>
            <p:cNvSpPr/>
            <p:nvPr/>
          </p:nvSpPr>
          <p:spPr>
            <a:xfrm>
              <a:off x="8039100" y="3886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239" name="node19.hatch.004"/>
            <p:cNvSpPr/>
            <p:nvPr/>
          </p:nvSpPr>
          <p:spPr>
            <a:xfrm>
              <a:off x="8039100" y="3886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240" name="node19.hatch.005"/>
            <p:cNvSpPr/>
            <p:nvPr/>
          </p:nvSpPr>
          <p:spPr>
            <a:xfrm>
              <a:off x="8039100" y="3886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241" name="node19.hatch.006"/>
            <p:cNvSpPr/>
            <p:nvPr/>
          </p:nvSpPr>
          <p:spPr>
            <a:xfrm>
              <a:off x="8039100" y="3886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242" name="node19.hatch.007"/>
            <p:cNvSpPr/>
            <p:nvPr/>
          </p:nvSpPr>
          <p:spPr>
            <a:xfrm>
              <a:off x="8039100" y="3886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243" name="node19.hatch.008"/>
            <p:cNvSpPr/>
            <p:nvPr/>
          </p:nvSpPr>
          <p:spPr>
            <a:xfrm>
              <a:off x="8039100" y="3886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244" name="node19.hatch.009"/>
            <p:cNvSpPr/>
            <p:nvPr/>
          </p:nvSpPr>
          <p:spPr>
            <a:xfrm>
              <a:off x="8039100" y="3886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245" name="node19.hatch.010"/>
            <p:cNvSpPr/>
            <p:nvPr/>
          </p:nvSpPr>
          <p:spPr>
            <a:xfrm>
              <a:off x="8039100" y="3886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246" name="node19.border"/>
            <p:cNvSpPr/>
            <p:nvPr/>
          </p:nvSpPr>
          <p:spPr>
            <a:xfrm>
              <a:off x="8039100" y="3886200"/>
              <a:ext cx="1600200" cy="685800"/>
            </a:xfrm>
            <a:prstGeom prst="rect">
              <a:avLst/>
            </a:prstGeom>
            <a:ln w="12700">
              <a:solidFill>
                <a:srgbClr val="97A4BA"/>
              </a:solidFill>
              <a:prstDash val="solid"/>
            </a:ln>
          </p:spPr>
        </p:sp>
        <p:sp>
          <p:nvSpPr>
            <p:cNvPr id="247" name="node19.placeholder"/>
            <p:cNvSpPr/>
            <p:nvPr/>
          </p:nvSpPr>
          <p:spPr>
            <a:xfrm>
              <a:off x="8064500" y="4152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5" name="node20"/>
          <p:cNvGrpSpPr/>
          <p:nvPr/>
        </p:nvGrpSpPr>
        <p:grpSpPr>
          <a:xfrm>
            <a:off x="9867900" y="3886200"/>
            <a:ext cx="1600200" cy="685800"/>
            <a:chOff x="9867900" y="3886200"/>
            <a:chExt cx="1600200" cy="685800"/>
          </a:xfrm>
        </p:grpSpPr>
        <p:sp>
          <p:nvSpPr>
            <p:cNvPr id="248" name="node20.background"/>
            <p:cNvSpPr/>
            <p:nvPr/>
          </p:nvSpPr>
          <p:spPr>
            <a:xfrm>
              <a:off x="9867900" y="3886200"/>
              <a:ext cx="1600200" cy="685800"/>
            </a:xfrm>
            <a:prstGeom prst="rect">
              <a:avLst/>
            </a:prstGeom>
            <a:solidFill>
              <a:srgbClr val="FFFFFF"/>
            </a:solidFill>
            <a:ln>
              <a:noFill/>
            </a:ln>
          </p:spPr>
        </p:sp>
        <p:sp>
          <p:nvSpPr>
            <p:cNvPr id="249" name="node20.hatch.000"/>
            <p:cNvSpPr/>
            <p:nvPr/>
          </p:nvSpPr>
          <p:spPr>
            <a:xfrm>
              <a:off x="9867900" y="38862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250" name="node20.hatch.001"/>
            <p:cNvSpPr/>
            <p:nvPr/>
          </p:nvSpPr>
          <p:spPr>
            <a:xfrm>
              <a:off x="9867900" y="38862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251" name="node20.hatch.002"/>
            <p:cNvSpPr/>
            <p:nvPr/>
          </p:nvSpPr>
          <p:spPr>
            <a:xfrm>
              <a:off x="9867900" y="38862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252" name="node20.hatch.003"/>
            <p:cNvSpPr/>
            <p:nvPr/>
          </p:nvSpPr>
          <p:spPr>
            <a:xfrm>
              <a:off x="9867900" y="38862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253" name="node20.hatch.004"/>
            <p:cNvSpPr/>
            <p:nvPr/>
          </p:nvSpPr>
          <p:spPr>
            <a:xfrm>
              <a:off x="9867900" y="38862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254" name="node20.hatch.005"/>
            <p:cNvSpPr/>
            <p:nvPr/>
          </p:nvSpPr>
          <p:spPr>
            <a:xfrm>
              <a:off x="9867900" y="38862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255" name="node20.hatch.006"/>
            <p:cNvSpPr/>
            <p:nvPr/>
          </p:nvSpPr>
          <p:spPr>
            <a:xfrm>
              <a:off x="9867900" y="38862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256" name="node20.hatch.007"/>
            <p:cNvSpPr/>
            <p:nvPr/>
          </p:nvSpPr>
          <p:spPr>
            <a:xfrm>
              <a:off x="9867900" y="38862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257" name="node20.hatch.008"/>
            <p:cNvSpPr/>
            <p:nvPr/>
          </p:nvSpPr>
          <p:spPr>
            <a:xfrm>
              <a:off x="9867900" y="38862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258" name="node20.hatch.009"/>
            <p:cNvSpPr/>
            <p:nvPr/>
          </p:nvSpPr>
          <p:spPr>
            <a:xfrm>
              <a:off x="9867900" y="38862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259" name="node20.hatch.010"/>
            <p:cNvSpPr/>
            <p:nvPr/>
          </p:nvSpPr>
          <p:spPr>
            <a:xfrm>
              <a:off x="9867900" y="38862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260" name="node20.border"/>
            <p:cNvSpPr/>
            <p:nvPr/>
          </p:nvSpPr>
          <p:spPr>
            <a:xfrm>
              <a:off x="9867900" y="3886200"/>
              <a:ext cx="1600200" cy="685800"/>
            </a:xfrm>
            <a:prstGeom prst="rect">
              <a:avLst/>
            </a:prstGeom>
            <a:ln w="12700">
              <a:solidFill>
                <a:srgbClr val="97A4BA"/>
              </a:solidFill>
              <a:prstDash val="solid"/>
            </a:ln>
          </p:spPr>
        </p:sp>
        <p:sp>
          <p:nvSpPr>
            <p:cNvPr id="261" name="node20.placeholder"/>
            <p:cNvSpPr/>
            <p:nvPr/>
          </p:nvSpPr>
          <p:spPr>
            <a:xfrm>
              <a:off x="9893300" y="41529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6" name="node21"/>
          <p:cNvGrpSpPr/>
          <p:nvPr/>
        </p:nvGrpSpPr>
        <p:grpSpPr>
          <a:xfrm>
            <a:off x="723900" y="4800600"/>
            <a:ext cx="1600200" cy="685800"/>
            <a:chOff x="723900" y="4800600"/>
            <a:chExt cx="1600200" cy="685800"/>
          </a:xfrm>
        </p:grpSpPr>
        <p:sp>
          <p:nvSpPr>
            <p:cNvPr id="262" name="node21.background"/>
            <p:cNvSpPr/>
            <p:nvPr/>
          </p:nvSpPr>
          <p:spPr>
            <a:xfrm>
              <a:off x="723900" y="4800600"/>
              <a:ext cx="1600200" cy="685800"/>
            </a:xfrm>
            <a:prstGeom prst="rect">
              <a:avLst/>
            </a:prstGeom>
            <a:solidFill>
              <a:srgbClr val="FFFFFF"/>
            </a:solidFill>
            <a:ln>
              <a:noFill/>
            </a:ln>
          </p:spPr>
        </p:sp>
        <p:sp>
          <p:nvSpPr>
            <p:cNvPr id="263" name="node21.hatch.000"/>
            <p:cNvSpPr/>
            <p:nvPr/>
          </p:nvSpPr>
          <p:spPr>
            <a:xfrm>
              <a:off x="723900" y="48006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264" name="node21.hatch.001"/>
            <p:cNvSpPr/>
            <p:nvPr/>
          </p:nvSpPr>
          <p:spPr>
            <a:xfrm>
              <a:off x="723900" y="48006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265" name="node21.hatch.002"/>
            <p:cNvSpPr/>
            <p:nvPr/>
          </p:nvSpPr>
          <p:spPr>
            <a:xfrm>
              <a:off x="723900" y="48006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266" name="node21.hatch.003"/>
            <p:cNvSpPr/>
            <p:nvPr/>
          </p:nvSpPr>
          <p:spPr>
            <a:xfrm>
              <a:off x="723900" y="48006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267" name="node21.hatch.004"/>
            <p:cNvSpPr/>
            <p:nvPr/>
          </p:nvSpPr>
          <p:spPr>
            <a:xfrm>
              <a:off x="723900" y="48006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268" name="node21.hatch.005"/>
            <p:cNvSpPr/>
            <p:nvPr/>
          </p:nvSpPr>
          <p:spPr>
            <a:xfrm>
              <a:off x="723900" y="48006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269" name="node21.hatch.006"/>
            <p:cNvSpPr/>
            <p:nvPr/>
          </p:nvSpPr>
          <p:spPr>
            <a:xfrm>
              <a:off x="723900" y="48006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270" name="node21.hatch.007"/>
            <p:cNvSpPr/>
            <p:nvPr/>
          </p:nvSpPr>
          <p:spPr>
            <a:xfrm>
              <a:off x="723900" y="48006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271" name="node21.hatch.008"/>
            <p:cNvSpPr/>
            <p:nvPr/>
          </p:nvSpPr>
          <p:spPr>
            <a:xfrm>
              <a:off x="723900" y="48006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272" name="node21.hatch.009"/>
            <p:cNvSpPr/>
            <p:nvPr/>
          </p:nvSpPr>
          <p:spPr>
            <a:xfrm>
              <a:off x="723900" y="48006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273" name="node21.hatch.010"/>
            <p:cNvSpPr/>
            <p:nvPr/>
          </p:nvSpPr>
          <p:spPr>
            <a:xfrm>
              <a:off x="723900" y="48006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274" name="node21.border"/>
            <p:cNvSpPr/>
            <p:nvPr/>
          </p:nvSpPr>
          <p:spPr>
            <a:xfrm>
              <a:off x="723900" y="4800600"/>
              <a:ext cx="1600200" cy="685800"/>
            </a:xfrm>
            <a:prstGeom prst="rect">
              <a:avLst/>
            </a:prstGeom>
            <a:ln w="12700">
              <a:solidFill>
                <a:srgbClr val="97A4BA"/>
              </a:solidFill>
              <a:prstDash val="solid"/>
            </a:ln>
          </p:spPr>
        </p:sp>
        <p:sp>
          <p:nvSpPr>
            <p:cNvPr id="275" name="node21.placeholder"/>
            <p:cNvSpPr/>
            <p:nvPr/>
          </p:nvSpPr>
          <p:spPr>
            <a:xfrm>
              <a:off x="749300" y="50673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7" name="node22"/>
          <p:cNvGrpSpPr/>
          <p:nvPr/>
        </p:nvGrpSpPr>
        <p:grpSpPr>
          <a:xfrm>
            <a:off x="2552700" y="4800600"/>
            <a:ext cx="1600200" cy="685800"/>
            <a:chOff x="2552700" y="4800600"/>
            <a:chExt cx="1600200" cy="685800"/>
          </a:xfrm>
        </p:grpSpPr>
        <p:sp>
          <p:nvSpPr>
            <p:cNvPr id="276" name="node22.background"/>
            <p:cNvSpPr/>
            <p:nvPr/>
          </p:nvSpPr>
          <p:spPr>
            <a:xfrm>
              <a:off x="2552700" y="4800600"/>
              <a:ext cx="1600200" cy="685800"/>
            </a:xfrm>
            <a:prstGeom prst="rect">
              <a:avLst/>
            </a:prstGeom>
            <a:solidFill>
              <a:srgbClr val="FFFFFF"/>
            </a:solidFill>
            <a:ln>
              <a:noFill/>
            </a:ln>
          </p:spPr>
        </p:sp>
        <p:sp>
          <p:nvSpPr>
            <p:cNvPr id="277" name="node22.hatch.000"/>
            <p:cNvSpPr/>
            <p:nvPr/>
          </p:nvSpPr>
          <p:spPr>
            <a:xfrm>
              <a:off x="2552700" y="48006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278" name="node22.hatch.001"/>
            <p:cNvSpPr/>
            <p:nvPr/>
          </p:nvSpPr>
          <p:spPr>
            <a:xfrm>
              <a:off x="2552700" y="48006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279" name="node22.hatch.002"/>
            <p:cNvSpPr/>
            <p:nvPr/>
          </p:nvSpPr>
          <p:spPr>
            <a:xfrm>
              <a:off x="2552700" y="48006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280" name="node22.hatch.003"/>
            <p:cNvSpPr/>
            <p:nvPr/>
          </p:nvSpPr>
          <p:spPr>
            <a:xfrm>
              <a:off x="2552700" y="48006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281" name="node22.hatch.004"/>
            <p:cNvSpPr/>
            <p:nvPr/>
          </p:nvSpPr>
          <p:spPr>
            <a:xfrm>
              <a:off x="2552700" y="48006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282" name="node22.hatch.005"/>
            <p:cNvSpPr/>
            <p:nvPr/>
          </p:nvSpPr>
          <p:spPr>
            <a:xfrm>
              <a:off x="2552700" y="48006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283" name="node22.hatch.006"/>
            <p:cNvSpPr/>
            <p:nvPr/>
          </p:nvSpPr>
          <p:spPr>
            <a:xfrm>
              <a:off x="2552700" y="48006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284" name="node22.hatch.007"/>
            <p:cNvSpPr/>
            <p:nvPr/>
          </p:nvSpPr>
          <p:spPr>
            <a:xfrm>
              <a:off x="2552700" y="48006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285" name="node22.hatch.008"/>
            <p:cNvSpPr/>
            <p:nvPr/>
          </p:nvSpPr>
          <p:spPr>
            <a:xfrm>
              <a:off x="2552700" y="48006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286" name="node22.hatch.009"/>
            <p:cNvSpPr/>
            <p:nvPr/>
          </p:nvSpPr>
          <p:spPr>
            <a:xfrm>
              <a:off x="2552700" y="48006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287" name="node22.hatch.010"/>
            <p:cNvSpPr/>
            <p:nvPr/>
          </p:nvSpPr>
          <p:spPr>
            <a:xfrm>
              <a:off x="2552700" y="48006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288" name="node22.border"/>
            <p:cNvSpPr/>
            <p:nvPr/>
          </p:nvSpPr>
          <p:spPr>
            <a:xfrm>
              <a:off x="2552700" y="4800600"/>
              <a:ext cx="1600200" cy="685800"/>
            </a:xfrm>
            <a:prstGeom prst="rect">
              <a:avLst/>
            </a:prstGeom>
            <a:ln w="12700">
              <a:solidFill>
                <a:srgbClr val="97A4BA"/>
              </a:solidFill>
              <a:prstDash val="solid"/>
            </a:ln>
          </p:spPr>
        </p:sp>
        <p:sp>
          <p:nvSpPr>
            <p:cNvPr id="289" name="node22.placeholder"/>
            <p:cNvSpPr/>
            <p:nvPr/>
          </p:nvSpPr>
          <p:spPr>
            <a:xfrm>
              <a:off x="2578100" y="50673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8" name="node23"/>
          <p:cNvGrpSpPr/>
          <p:nvPr/>
        </p:nvGrpSpPr>
        <p:grpSpPr>
          <a:xfrm>
            <a:off x="4381500" y="4800600"/>
            <a:ext cx="1600200" cy="685800"/>
            <a:chOff x="4381500" y="4800600"/>
            <a:chExt cx="1600200" cy="685800"/>
          </a:xfrm>
        </p:grpSpPr>
        <p:sp>
          <p:nvSpPr>
            <p:cNvPr id="290" name="node23.background"/>
            <p:cNvSpPr/>
            <p:nvPr/>
          </p:nvSpPr>
          <p:spPr>
            <a:xfrm>
              <a:off x="4381500" y="4800600"/>
              <a:ext cx="1600200" cy="685800"/>
            </a:xfrm>
            <a:prstGeom prst="rect">
              <a:avLst/>
            </a:prstGeom>
            <a:solidFill>
              <a:srgbClr val="FFFFFF"/>
            </a:solidFill>
            <a:ln>
              <a:noFill/>
            </a:ln>
          </p:spPr>
        </p:sp>
        <p:sp>
          <p:nvSpPr>
            <p:cNvPr id="291" name="node23.hatch.000"/>
            <p:cNvSpPr/>
            <p:nvPr/>
          </p:nvSpPr>
          <p:spPr>
            <a:xfrm>
              <a:off x="4381500" y="48006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292" name="node23.hatch.001"/>
            <p:cNvSpPr/>
            <p:nvPr/>
          </p:nvSpPr>
          <p:spPr>
            <a:xfrm>
              <a:off x="4381500" y="48006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293" name="node23.hatch.002"/>
            <p:cNvSpPr/>
            <p:nvPr/>
          </p:nvSpPr>
          <p:spPr>
            <a:xfrm>
              <a:off x="4381500" y="48006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294" name="node23.hatch.003"/>
            <p:cNvSpPr/>
            <p:nvPr/>
          </p:nvSpPr>
          <p:spPr>
            <a:xfrm>
              <a:off x="4381500" y="48006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295" name="node23.hatch.004"/>
            <p:cNvSpPr/>
            <p:nvPr/>
          </p:nvSpPr>
          <p:spPr>
            <a:xfrm>
              <a:off x="4381500" y="48006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296" name="node23.hatch.005"/>
            <p:cNvSpPr/>
            <p:nvPr/>
          </p:nvSpPr>
          <p:spPr>
            <a:xfrm>
              <a:off x="4381500" y="48006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297" name="node23.hatch.006"/>
            <p:cNvSpPr/>
            <p:nvPr/>
          </p:nvSpPr>
          <p:spPr>
            <a:xfrm>
              <a:off x="4381500" y="48006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298" name="node23.hatch.007"/>
            <p:cNvSpPr/>
            <p:nvPr/>
          </p:nvSpPr>
          <p:spPr>
            <a:xfrm>
              <a:off x="4381500" y="48006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299" name="node23.hatch.008"/>
            <p:cNvSpPr/>
            <p:nvPr/>
          </p:nvSpPr>
          <p:spPr>
            <a:xfrm>
              <a:off x="4381500" y="48006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300" name="node23.hatch.009"/>
            <p:cNvSpPr/>
            <p:nvPr/>
          </p:nvSpPr>
          <p:spPr>
            <a:xfrm>
              <a:off x="4381500" y="48006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301" name="node23.hatch.010"/>
            <p:cNvSpPr/>
            <p:nvPr/>
          </p:nvSpPr>
          <p:spPr>
            <a:xfrm>
              <a:off x="4381500" y="48006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302" name="node23.border"/>
            <p:cNvSpPr/>
            <p:nvPr/>
          </p:nvSpPr>
          <p:spPr>
            <a:xfrm>
              <a:off x="4381500" y="4800600"/>
              <a:ext cx="1600200" cy="685800"/>
            </a:xfrm>
            <a:prstGeom prst="rect">
              <a:avLst/>
            </a:prstGeom>
            <a:ln w="12700">
              <a:solidFill>
                <a:srgbClr val="97A4BA"/>
              </a:solidFill>
              <a:prstDash val="solid"/>
            </a:ln>
          </p:spPr>
        </p:sp>
        <p:sp>
          <p:nvSpPr>
            <p:cNvPr id="303" name="node23.placeholder"/>
            <p:cNvSpPr/>
            <p:nvPr/>
          </p:nvSpPr>
          <p:spPr>
            <a:xfrm>
              <a:off x="4406900" y="50673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69" name="node24"/>
          <p:cNvGrpSpPr/>
          <p:nvPr/>
        </p:nvGrpSpPr>
        <p:grpSpPr>
          <a:xfrm>
            <a:off x="6210300" y="4800600"/>
            <a:ext cx="1600200" cy="685800"/>
            <a:chOff x="6210300" y="4800600"/>
            <a:chExt cx="1600200" cy="685800"/>
          </a:xfrm>
        </p:grpSpPr>
        <p:sp>
          <p:nvSpPr>
            <p:cNvPr id="304" name="node24.background"/>
            <p:cNvSpPr/>
            <p:nvPr/>
          </p:nvSpPr>
          <p:spPr>
            <a:xfrm>
              <a:off x="6210300" y="4800600"/>
              <a:ext cx="1600200" cy="685800"/>
            </a:xfrm>
            <a:prstGeom prst="rect">
              <a:avLst/>
            </a:prstGeom>
            <a:solidFill>
              <a:srgbClr val="FFFFFF"/>
            </a:solidFill>
            <a:ln>
              <a:noFill/>
            </a:ln>
          </p:spPr>
        </p:sp>
        <p:sp>
          <p:nvSpPr>
            <p:cNvPr id="305" name="node24.hatch.000"/>
            <p:cNvSpPr/>
            <p:nvPr/>
          </p:nvSpPr>
          <p:spPr>
            <a:xfrm>
              <a:off x="6210300" y="48006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306" name="node24.hatch.001"/>
            <p:cNvSpPr/>
            <p:nvPr/>
          </p:nvSpPr>
          <p:spPr>
            <a:xfrm>
              <a:off x="6210300" y="48006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307" name="node24.hatch.002"/>
            <p:cNvSpPr/>
            <p:nvPr/>
          </p:nvSpPr>
          <p:spPr>
            <a:xfrm>
              <a:off x="6210300" y="48006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308" name="node24.hatch.003"/>
            <p:cNvSpPr/>
            <p:nvPr/>
          </p:nvSpPr>
          <p:spPr>
            <a:xfrm>
              <a:off x="6210300" y="48006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309" name="node24.hatch.004"/>
            <p:cNvSpPr/>
            <p:nvPr/>
          </p:nvSpPr>
          <p:spPr>
            <a:xfrm>
              <a:off x="6210300" y="48006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310" name="node24.hatch.005"/>
            <p:cNvSpPr/>
            <p:nvPr/>
          </p:nvSpPr>
          <p:spPr>
            <a:xfrm>
              <a:off x="6210300" y="48006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311" name="node24.hatch.006"/>
            <p:cNvSpPr/>
            <p:nvPr/>
          </p:nvSpPr>
          <p:spPr>
            <a:xfrm>
              <a:off x="6210300" y="48006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312" name="node24.hatch.007"/>
            <p:cNvSpPr/>
            <p:nvPr/>
          </p:nvSpPr>
          <p:spPr>
            <a:xfrm>
              <a:off x="6210300" y="48006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313" name="node24.hatch.008"/>
            <p:cNvSpPr/>
            <p:nvPr/>
          </p:nvSpPr>
          <p:spPr>
            <a:xfrm>
              <a:off x="6210300" y="48006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314" name="node24.hatch.009"/>
            <p:cNvSpPr/>
            <p:nvPr/>
          </p:nvSpPr>
          <p:spPr>
            <a:xfrm>
              <a:off x="6210300" y="48006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315" name="node24.hatch.010"/>
            <p:cNvSpPr/>
            <p:nvPr/>
          </p:nvSpPr>
          <p:spPr>
            <a:xfrm>
              <a:off x="6210300" y="48006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316" name="node24.border"/>
            <p:cNvSpPr/>
            <p:nvPr/>
          </p:nvSpPr>
          <p:spPr>
            <a:xfrm>
              <a:off x="6210300" y="4800600"/>
              <a:ext cx="1600200" cy="685800"/>
            </a:xfrm>
            <a:prstGeom prst="rect">
              <a:avLst/>
            </a:prstGeom>
            <a:ln w="12700">
              <a:solidFill>
                <a:srgbClr val="97A4BA"/>
              </a:solidFill>
              <a:prstDash val="solid"/>
            </a:ln>
          </p:spPr>
        </p:sp>
        <p:sp>
          <p:nvSpPr>
            <p:cNvPr id="317" name="node24.placeholder"/>
            <p:cNvSpPr/>
            <p:nvPr/>
          </p:nvSpPr>
          <p:spPr>
            <a:xfrm>
              <a:off x="6235700" y="50673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70" name="node25"/>
          <p:cNvGrpSpPr/>
          <p:nvPr/>
        </p:nvGrpSpPr>
        <p:grpSpPr>
          <a:xfrm>
            <a:off x="8039100" y="4800600"/>
            <a:ext cx="1600200" cy="685800"/>
            <a:chOff x="8039100" y="4800600"/>
            <a:chExt cx="1600200" cy="685800"/>
          </a:xfrm>
        </p:grpSpPr>
        <p:sp>
          <p:nvSpPr>
            <p:cNvPr id="318" name="node25.background"/>
            <p:cNvSpPr/>
            <p:nvPr/>
          </p:nvSpPr>
          <p:spPr>
            <a:xfrm>
              <a:off x="8039100" y="4800600"/>
              <a:ext cx="1600200" cy="685800"/>
            </a:xfrm>
            <a:prstGeom prst="rect">
              <a:avLst/>
            </a:prstGeom>
            <a:solidFill>
              <a:srgbClr val="FFFFFF"/>
            </a:solidFill>
            <a:ln>
              <a:noFill/>
            </a:ln>
          </p:spPr>
        </p:sp>
        <p:sp>
          <p:nvSpPr>
            <p:cNvPr id="319" name="node25.hatch.000"/>
            <p:cNvSpPr/>
            <p:nvPr/>
          </p:nvSpPr>
          <p:spPr>
            <a:xfrm>
              <a:off x="8039100" y="48006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320" name="node25.hatch.001"/>
            <p:cNvSpPr/>
            <p:nvPr/>
          </p:nvSpPr>
          <p:spPr>
            <a:xfrm>
              <a:off x="8039100" y="48006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321" name="node25.hatch.002"/>
            <p:cNvSpPr/>
            <p:nvPr/>
          </p:nvSpPr>
          <p:spPr>
            <a:xfrm>
              <a:off x="8039100" y="48006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322" name="node25.hatch.003"/>
            <p:cNvSpPr/>
            <p:nvPr/>
          </p:nvSpPr>
          <p:spPr>
            <a:xfrm>
              <a:off x="8039100" y="48006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323" name="node25.hatch.004"/>
            <p:cNvSpPr/>
            <p:nvPr/>
          </p:nvSpPr>
          <p:spPr>
            <a:xfrm>
              <a:off x="8039100" y="48006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324" name="node25.hatch.005"/>
            <p:cNvSpPr/>
            <p:nvPr/>
          </p:nvSpPr>
          <p:spPr>
            <a:xfrm>
              <a:off x="8039100" y="48006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325" name="node25.hatch.006"/>
            <p:cNvSpPr/>
            <p:nvPr/>
          </p:nvSpPr>
          <p:spPr>
            <a:xfrm>
              <a:off x="8039100" y="48006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326" name="node25.hatch.007"/>
            <p:cNvSpPr/>
            <p:nvPr/>
          </p:nvSpPr>
          <p:spPr>
            <a:xfrm>
              <a:off x="8039100" y="48006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327" name="node25.hatch.008"/>
            <p:cNvSpPr/>
            <p:nvPr/>
          </p:nvSpPr>
          <p:spPr>
            <a:xfrm>
              <a:off x="8039100" y="48006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328" name="node25.hatch.009"/>
            <p:cNvSpPr/>
            <p:nvPr/>
          </p:nvSpPr>
          <p:spPr>
            <a:xfrm>
              <a:off x="8039100" y="48006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329" name="node25.hatch.010"/>
            <p:cNvSpPr/>
            <p:nvPr/>
          </p:nvSpPr>
          <p:spPr>
            <a:xfrm>
              <a:off x="8039100" y="48006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330" name="node25.border"/>
            <p:cNvSpPr/>
            <p:nvPr/>
          </p:nvSpPr>
          <p:spPr>
            <a:xfrm>
              <a:off x="8039100" y="4800600"/>
              <a:ext cx="1600200" cy="685800"/>
            </a:xfrm>
            <a:prstGeom prst="rect">
              <a:avLst/>
            </a:prstGeom>
            <a:ln w="12700">
              <a:solidFill>
                <a:srgbClr val="97A4BA"/>
              </a:solidFill>
              <a:prstDash val="solid"/>
            </a:ln>
          </p:spPr>
        </p:sp>
        <p:sp>
          <p:nvSpPr>
            <p:cNvPr id="331" name="node25.placeholder"/>
            <p:cNvSpPr/>
            <p:nvPr/>
          </p:nvSpPr>
          <p:spPr>
            <a:xfrm>
              <a:off x="8064500" y="50673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371" name="node26"/>
          <p:cNvGrpSpPr/>
          <p:nvPr/>
        </p:nvGrpSpPr>
        <p:grpSpPr>
          <a:xfrm>
            <a:off x="9867900" y="4800600"/>
            <a:ext cx="1600200" cy="685800"/>
            <a:chOff x="9867900" y="4800600"/>
            <a:chExt cx="1600200" cy="685800"/>
          </a:xfrm>
        </p:grpSpPr>
        <p:sp>
          <p:nvSpPr>
            <p:cNvPr id="332" name="node26.background"/>
            <p:cNvSpPr/>
            <p:nvPr/>
          </p:nvSpPr>
          <p:spPr>
            <a:xfrm>
              <a:off x="9867900" y="4800600"/>
              <a:ext cx="1600200" cy="685800"/>
            </a:xfrm>
            <a:prstGeom prst="rect">
              <a:avLst/>
            </a:prstGeom>
            <a:solidFill>
              <a:srgbClr val="FFFFFF"/>
            </a:solidFill>
            <a:ln>
              <a:noFill/>
            </a:ln>
          </p:spPr>
        </p:sp>
        <p:sp>
          <p:nvSpPr>
            <p:cNvPr id="333" name="node26.hatch.000"/>
            <p:cNvSpPr/>
            <p:nvPr/>
          </p:nvSpPr>
          <p:spPr>
            <a:xfrm>
              <a:off x="9867900" y="4800600"/>
              <a:ext cx="1600200" cy="685800"/>
            </a:xfrm>
            <a:custGeom>
              <a:avLst/>
              <a:gdLst/>
              <a:ahLst/>
              <a:cxnLst/>
              <a:rect l="l" t="t" r="r" b="b"/>
              <a:pathLst>
                <a:path w="1600200" h="685800">
                  <a:moveTo>
                    <a:pt x="0" y="215526"/>
                  </a:moveTo>
                  <a:lnTo>
                    <a:pt x="0" y="107763"/>
                  </a:lnTo>
                  <a:lnTo>
                    <a:pt x="107763" y="0"/>
                  </a:lnTo>
                  <a:lnTo>
                    <a:pt x="215526" y="0"/>
                  </a:lnTo>
                  <a:close/>
                </a:path>
              </a:pathLst>
            </a:custGeom>
            <a:solidFill>
              <a:srgbClr val="F3F6FC"/>
            </a:solidFill>
            <a:ln>
              <a:noFill/>
            </a:ln>
          </p:spPr>
        </p:sp>
        <p:sp>
          <p:nvSpPr>
            <p:cNvPr id="334" name="node26.hatch.001"/>
            <p:cNvSpPr/>
            <p:nvPr/>
          </p:nvSpPr>
          <p:spPr>
            <a:xfrm>
              <a:off x="9867900" y="4800600"/>
              <a:ext cx="1600200" cy="685800"/>
            </a:xfrm>
            <a:custGeom>
              <a:avLst/>
              <a:gdLst/>
              <a:ahLst/>
              <a:cxnLst/>
              <a:rect l="l" t="t" r="r" b="b"/>
              <a:pathLst>
                <a:path w="1600200" h="685800">
                  <a:moveTo>
                    <a:pt x="0" y="431052"/>
                  </a:moveTo>
                  <a:lnTo>
                    <a:pt x="0" y="323289"/>
                  </a:lnTo>
                  <a:lnTo>
                    <a:pt x="323289" y="0"/>
                  </a:lnTo>
                  <a:lnTo>
                    <a:pt x="431052" y="0"/>
                  </a:lnTo>
                  <a:close/>
                </a:path>
              </a:pathLst>
            </a:custGeom>
            <a:solidFill>
              <a:srgbClr val="F3F6FC"/>
            </a:solidFill>
            <a:ln>
              <a:noFill/>
            </a:ln>
          </p:spPr>
        </p:sp>
        <p:sp>
          <p:nvSpPr>
            <p:cNvPr id="335" name="node26.hatch.002"/>
            <p:cNvSpPr/>
            <p:nvPr/>
          </p:nvSpPr>
          <p:spPr>
            <a:xfrm>
              <a:off x="9867900" y="4800600"/>
              <a:ext cx="1600200" cy="685800"/>
            </a:xfrm>
            <a:custGeom>
              <a:avLst/>
              <a:gdLst/>
              <a:ahLst/>
              <a:cxnLst/>
              <a:rect l="l" t="t" r="r" b="b"/>
              <a:pathLst>
                <a:path w="1600200" h="685800">
                  <a:moveTo>
                    <a:pt x="0" y="646578"/>
                  </a:moveTo>
                  <a:lnTo>
                    <a:pt x="0" y="538815"/>
                  </a:lnTo>
                  <a:lnTo>
                    <a:pt x="538815" y="0"/>
                  </a:lnTo>
                  <a:lnTo>
                    <a:pt x="646578" y="0"/>
                  </a:lnTo>
                  <a:close/>
                </a:path>
              </a:pathLst>
            </a:custGeom>
            <a:solidFill>
              <a:srgbClr val="F3F6FC"/>
            </a:solidFill>
            <a:ln>
              <a:noFill/>
            </a:ln>
          </p:spPr>
        </p:sp>
        <p:sp>
          <p:nvSpPr>
            <p:cNvPr id="336" name="node26.hatch.003"/>
            <p:cNvSpPr/>
            <p:nvPr/>
          </p:nvSpPr>
          <p:spPr>
            <a:xfrm>
              <a:off x="9867900" y="4800600"/>
              <a:ext cx="1600200" cy="685800"/>
            </a:xfrm>
            <a:custGeom>
              <a:avLst/>
              <a:gdLst/>
              <a:ahLst/>
              <a:cxnLst/>
              <a:rect l="l" t="t" r="r" b="b"/>
              <a:pathLst>
                <a:path w="1600200" h="685800">
                  <a:moveTo>
                    <a:pt x="754342" y="0"/>
                  </a:moveTo>
                  <a:lnTo>
                    <a:pt x="862105" y="0"/>
                  </a:lnTo>
                  <a:lnTo>
                    <a:pt x="176305" y="685800"/>
                  </a:lnTo>
                  <a:lnTo>
                    <a:pt x="68542" y="685800"/>
                  </a:lnTo>
                  <a:close/>
                </a:path>
              </a:pathLst>
            </a:custGeom>
            <a:solidFill>
              <a:srgbClr val="F3F6FC"/>
            </a:solidFill>
            <a:ln>
              <a:noFill/>
            </a:ln>
          </p:spPr>
        </p:sp>
        <p:sp>
          <p:nvSpPr>
            <p:cNvPr id="337" name="node26.hatch.004"/>
            <p:cNvSpPr/>
            <p:nvPr/>
          </p:nvSpPr>
          <p:spPr>
            <a:xfrm>
              <a:off x="9867900" y="4800600"/>
              <a:ext cx="1600200" cy="685800"/>
            </a:xfrm>
            <a:custGeom>
              <a:avLst/>
              <a:gdLst/>
              <a:ahLst/>
              <a:cxnLst/>
              <a:rect l="l" t="t" r="r" b="b"/>
              <a:pathLst>
                <a:path w="1600200" h="685800">
                  <a:moveTo>
                    <a:pt x="969868" y="0"/>
                  </a:moveTo>
                  <a:lnTo>
                    <a:pt x="1077631" y="0"/>
                  </a:lnTo>
                  <a:lnTo>
                    <a:pt x="391831" y="685800"/>
                  </a:lnTo>
                  <a:lnTo>
                    <a:pt x="284068" y="685800"/>
                  </a:lnTo>
                  <a:close/>
                </a:path>
              </a:pathLst>
            </a:custGeom>
            <a:solidFill>
              <a:srgbClr val="F3F6FC"/>
            </a:solidFill>
            <a:ln>
              <a:noFill/>
            </a:ln>
          </p:spPr>
        </p:sp>
        <p:sp>
          <p:nvSpPr>
            <p:cNvPr id="338" name="node26.hatch.005"/>
            <p:cNvSpPr/>
            <p:nvPr/>
          </p:nvSpPr>
          <p:spPr>
            <a:xfrm>
              <a:off x="9867900" y="4800600"/>
              <a:ext cx="1600200" cy="685800"/>
            </a:xfrm>
            <a:custGeom>
              <a:avLst/>
              <a:gdLst/>
              <a:ahLst/>
              <a:cxnLst/>
              <a:rect l="l" t="t" r="r" b="b"/>
              <a:pathLst>
                <a:path w="1600200" h="685800">
                  <a:moveTo>
                    <a:pt x="1185394" y="0"/>
                  </a:moveTo>
                  <a:lnTo>
                    <a:pt x="1293157" y="0"/>
                  </a:lnTo>
                  <a:lnTo>
                    <a:pt x="607357" y="685800"/>
                  </a:lnTo>
                  <a:lnTo>
                    <a:pt x="499594" y="685800"/>
                  </a:lnTo>
                  <a:close/>
                </a:path>
              </a:pathLst>
            </a:custGeom>
            <a:solidFill>
              <a:srgbClr val="F3F6FC"/>
            </a:solidFill>
            <a:ln>
              <a:noFill/>
            </a:ln>
          </p:spPr>
        </p:sp>
        <p:sp>
          <p:nvSpPr>
            <p:cNvPr id="339" name="node26.hatch.006"/>
            <p:cNvSpPr/>
            <p:nvPr/>
          </p:nvSpPr>
          <p:spPr>
            <a:xfrm>
              <a:off x="9867900" y="4800600"/>
              <a:ext cx="1600200" cy="685800"/>
            </a:xfrm>
            <a:custGeom>
              <a:avLst/>
              <a:gdLst/>
              <a:ahLst/>
              <a:cxnLst/>
              <a:rect l="l" t="t" r="r" b="b"/>
              <a:pathLst>
                <a:path w="1600200" h="685800">
                  <a:moveTo>
                    <a:pt x="1400920" y="0"/>
                  </a:moveTo>
                  <a:lnTo>
                    <a:pt x="1508683" y="0"/>
                  </a:lnTo>
                  <a:lnTo>
                    <a:pt x="822883" y="685800"/>
                  </a:lnTo>
                  <a:lnTo>
                    <a:pt x="715120" y="685800"/>
                  </a:lnTo>
                  <a:close/>
                </a:path>
              </a:pathLst>
            </a:custGeom>
            <a:solidFill>
              <a:srgbClr val="F3F6FC"/>
            </a:solidFill>
            <a:ln>
              <a:noFill/>
            </a:ln>
          </p:spPr>
        </p:sp>
        <p:sp>
          <p:nvSpPr>
            <p:cNvPr id="340" name="node26.hatch.007"/>
            <p:cNvSpPr/>
            <p:nvPr/>
          </p:nvSpPr>
          <p:spPr>
            <a:xfrm>
              <a:off x="9867900" y="4800600"/>
              <a:ext cx="1600200" cy="685800"/>
            </a:xfrm>
            <a:custGeom>
              <a:avLst/>
              <a:gdLst/>
              <a:ahLst/>
              <a:cxnLst/>
              <a:rect l="l" t="t" r="r" b="b"/>
              <a:pathLst>
                <a:path w="1600200" h="685800">
                  <a:moveTo>
                    <a:pt x="1600200" y="16246"/>
                  </a:moveTo>
                  <a:lnTo>
                    <a:pt x="1600200" y="124009"/>
                  </a:lnTo>
                  <a:lnTo>
                    <a:pt x="1038409" y="685800"/>
                  </a:lnTo>
                  <a:lnTo>
                    <a:pt x="930646" y="685800"/>
                  </a:lnTo>
                  <a:close/>
                </a:path>
              </a:pathLst>
            </a:custGeom>
            <a:solidFill>
              <a:srgbClr val="F3F6FC"/>
            </a:solidFill>
            <a:ln>
              <a:noFill/>
            </a:ln>
          </p:spPr>
        </p:sp>
        <p:sp>
          <p:nvSpPr>
            <p:cNvPr id="341" name="node26.hatch.008"/>
            <p:cNvSpPr/>
            <p:nvPr/>
          </p:nvSpPr>
          <p:spPr>
            <a:xfrm>
              <a:off x="9867900" y="4800600"/>
              <a:ext cx="1600200" cy="685800"/>
            </a:xfrm>
            <a:custGeom>
              <a:avLst/>
              <a:gdLst/>
              <a:ahLst/>
              <a:cxnLst/>
              <a:rect l="l" t="t" r="r" b="b"/>
              <a:pathLst>
                <a:path w="1600200" h="685800">
                  <a:moveTo>
                    <a:pt x="1600200" y="231772"/>
                  </a:moveTo>
                  <a:lnTo>
                    <a:pt x="1600200" y="339535"/>
                  </a:lnTo>
                  <a:lnTo>
                    <a:pt x="1253935" y="685800"/>
                  </a:lnTo>
                  <a:lnTo>
                    <a:pt x="1146172" y="685800"/>
                  </a:lnTo>
                  <a:close/>
                </a:path>
              </a:pathLst>
            </a:custGeom>
            <a:solidFill>
              <a:srgbClr val="F3F6FC"/>
            </a:solidFill>
            <a:ln>
              <a:noFill/>
            </a:ln>
          </p:spPr>
        </p:sp>
        <p:sp>
          <p:nvSpPr>
            <p:cNvPr id="342" name="node26.hatch.009"/>
            <p:cNvSpPr/>
            <p:nvPr/>
          </p:nvSpPr>
          <p:spPr>
            <a:xfrm>
              <a:off x="9867900" y="4800600"/>
              <a:ext cx="1600200" cy="685800"/>
            </a:xfrm>
            <a:custGeom>
              <a:avLst/>
              <a:gdLst/>
              <a:ahLst/>
              <a:cxnLst/>
              <a:rect l="l" t="t" r="r" b="b"/>
              <a:pathLst>
                <a:path w="1600200" h="685800">
                  <a:moveTo>
                    <a:pt x="1600200" y="447298"/>
                  </a:moveTo>
                  <a:lnTo>
                    <a:pt x="1600200" y="555061"/>
                  </a:lnTo>
                  <a:lnTo>
                    <a:pt x="1469461" y="685800"/>
                  </a:lnTo>
                  <a:lnTo>
                    <a:pt x="1361698" y="685800"/>
                  </a:lnTo>
                  <a:close/>
                </a:path>
              </a:pathLst>
            </a:custGeom>
            <a:solidFill>
              <a:srgbClr val="F3F6FC"/>
            </a:solidFill>
            <a:ln>
              <a:noFill/>
            </a:ln>
          </p:spPr>
        </p:sp>
        <p:sp>
          <p:nvSpPr>
            <p:cNvPr id="343" name="node26.hatch.010"/>
            <p:cNvSpPr/>
            <p:nvPr/>
          </p:nvSpPr>
          <p:spPr>
            <a:xfrm>
              <a:off x="9867900" y="4800600"/>
              <a:ext cx="1600200" cy="685800"/>
            </a:xfrm>
            <a:custGeom>
              <a:avLst/>
              <a:gdLst/>
              <a:ahLst/>
              <a:cxnLst/>
              <a:rect l="l" t="t" r="r" b="b"/>
              <a:pathLst>
                <a:path w="1600200" h="685800">
                  <a:moveTo>
                    <a:pt x="1600200" y="662825"/>
                  </a:moveTo>
                  <a:lnTo>
                    <a:pt x="1600200" y="685800"/>
                  </a:lnTo>
                  <a:lnTo>
                    <a:pt x="1577225" y="685800"/>
                  </a:lnTo>
                  <a:close/>
                </a:path>
              </a:pathLst>
            </a:custGeom>
            <a:solidFill>
              <a:srgbClr val="F3F6FC"/>
            </a:solidFill>
            <a:ln>
              <a:noFill/>
            </a:ln>
          </p:spPr>
        </p:sp>
        <p:sp>
          <p:nvSpPr>
            <p:cNvPr id="344" name="node26.border"/>
            <p:cNvSpPr/>
            <p:nvPr/>
          </p:nvSpPr>
          <p:spPr>
            <a:xfrm>
              <a:off x="9867900" y="4800600"/>
              <a:ext cx="1600200" cy="685800"/>
            </a:xfrm>
            <a:prstGeom prst="rect">
              <a:avLst/>
            </a:prstGeom>
            <a:ln w="12700">
              <a:solidFill>
                <a:srgbClr val="97A4BA"/>
              </a:solidFill>
              <a:prstDash val="solid"/>
            </a:ln>
          </p:spPr>
        </p:sp>
        <p:sp>
          <p:nvSpPr>
            <p:cNvPr id="345" name="node26.placeholder"/>
            <p:cNvSpPr/>
            <p:nvPr/>
          </p:nvSpPr>
          <p:spPr>
            <a:xfrm>
              <a:off x="9893300" y="5067300"/>
              <a:ext cx="1549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ource-00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ABOUT US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Our data and cloud alliances multiply what we deliver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114</a:t>
            </a:fld>
            <a:endParaRPr lang="en-US" sz="700" spc="0" kern="0" b="0" i="0" dirty="0">
              <a:solidFill>
                <a:srgbClr val="070154"/>
              </a:solidFill>
              <a:latin typeface="IBM Plex Mono SemiBold"/>
              <a:ea typeface="IBM Plex Mono SemiBold"/>
              <a:cs typeface="IBM Plex Mono SemiBold"/>
            </a:endParaRPr>
          </a:p>
        </p:txBody>
      </p:sp>
      <p:grpSp>
        <p:nvGrpSpPr>
          <p:cNvPr id="94" name="node01"/>
          <p:cNvGrpSpPr/>
          <p:nvPr/>
        </p:nvGrpSpPr>
        <p:grpSpPr>
          <a:xfrm>
            <a:off x="723900" y="1600200"/>
            <a:ext cx="3429000" cy="3429000"/>
            <a:chOff x="723900" y="1600200"/>
            <a:chExt cx="3429000" cy="3429000"/>
          </a:xfrm>
        </p:grpSpPr>
        <p:sp>
          <p:nvSpPr>
            <p:cNvPr id="7" name="node01.surface"/>
            <p:cNvSpPr/>
            <p:nvPr/>
          </p:nvSpPr>
          <p:spPr>
            <a:xfrm>
              <a:off x="723900" y="1600200"/>
              <a:ext cx="3429000" cy="3429000"/>
            </a:xfrm>
            <a:prstGeom prst="rect">
              <a:avLst/>
            </a:prstGeom>
            <a:solidFill>
              <a:srgbClr val="E8EEF8"/>
            </a:solidFill>
            <a:ln>
              <a:noFill/>
            </a:ln>
          </p:spPr>
        </p:sp>
      </p:grpSp>
      <p:grpSp>
        <p:nvGrpSpPr>
          <p:cNvPr id="95" name="node02"/>
          <p:cNvGrpSpPr/>
          <p:nvPr/>
        </p:nvGrpSpPr>
        <p:grpSpPr>
          <a:xfrm>
            <a:off x="952500" y="1828800"/>
            <a:ext cx="2971800" cy="685800"/>
            <a:chOff x="952500" y="1828800"/>
            <a:chExt cx="2971800" cy="685800"/>
          </a:xfrm>
        </p:grpSpPr>
        <p:sp>
          <p:nvSpPr>
            <p:cNvPr id="8" name="node02.background"/>
            <p:cNvSpPr/>
            <p:nvPr/>
          </p:nvSpPr>
          <p:spPr>
            <a:xfrm>
              <a:off x="952500" y="1828800"/>
              <a:ext cx="2971800" cy="685800"/>
            </a:xfrm>
            <a:prstGeom prst="rect">
              <a:avLst/>
            </a:prstGeom>
            <a:solidFill>
              <a:srgbClr val="FFFFFF"/>
            </a:solidFill>
            <a:ln>
              <a:noFill/>
            </a:ln>
          </p:spPr>
        </p:sp>
        <p:sp>
          <p:nvSpPr>
            <p:cNvPr id="9" name="node02.hatch.000"/>
            <p:cNvSpPr/>
            <p:nvPr/>
          </p:nvSpPr>
          <p:spPr>
            <a:xfrm>
              <a:off x="952500" y="1828800"/>
              <a:ext cx="2971800" cy="685800"/>
            </a:xfrm>
            <a:custGeom>
              <a:avLst/>
              <a:gdLst/>
              <a:ahLst/>
              <a:cxnLst/>
              <a:rect l="l" t="t" r="r" b="b"/>
              <a:pathLst>
                <a:path w="2971800" h="685800">
                  <a:moveTo>
                    <a:pt x="0" y="215526"/>
                  </a:moveTo>
                  <a:lnTo>
                    <a:pt x="0" y="107763"/>
                  </a:lnTo>
                  <a:lnTo>
                    <a:pt x="107763" y="0"/>
                  </a:lnTo>
                  <a:lnTo>
                    <a:pt x="215526" y="0"/>
                  </a:lnTo>
                  <a:close/>
                </a:path>
              </a:pathLst>
            </a:custGeom>
            <a:solidFill>
              <a:srgbClr val="F3F6FC"/>
            </a:solidFill>
            <a:ln>
              <a:noFill/>
            </a:ln>
          </p:spPr>
        </p:sp>
        <p:sp>
          <p:nvSpPr>
            <p:cNvPr id="10" name="node02.hatch.001"/>
            <p:cNvSpPr/>
            <p:nvPr/>
          </p:nvSpPr>
          <p:spPr>
            <a:xfrm>
              <a:off x="952500" y="1828800"/>
              <a:ext cx="2971800" cy="685800"/>
            </a:xfrm>
            <a:custGeom>
              <a:avLst/>
              <a:gdLst/>
              <a:ahLst/>
              <a:cxnLst/>
              <a:rect l="l" t="t" r="r" b="b"/>
              <a:pathLst>
                <a:path w="2971800" h="685800">
                  <a:moveTo>
                    <a:pt x="0" y="431052"/>
                  </a:moveTo>
                  <a:lnTo>
                    <a:pt x="0" y="323289"/>
                  </a:lnTo>
                  <a:lnTo>
                    <a:pt x="323289" y="0"/>
                  </a:lnTo>
                  <a:lnTo>
                    <a:pt x="431052" y="0"/>
                  </a:lnTo>
                  <a:close/>
                </a:path>
              </a:pathLst>
            </a:custGeom>
            <a:solidFill>
              <a:srgbClr val="F3F6FC"/>
            </a:solidFill>
            <a:ln>
              <a:noFill/>
            </a:ln>
          </p:spPr>
        </p:sp>
        <p:sp>
          <p:nvSpPr>
            <p:cNvPr id="11" name="node02.hatch.002"/>
            <p:cNvSpPr/>
            <p:nvPr/>
          </p:nvSpPr>
          <p:spPr>
            <a:xfrm>
              <a:off x="952500" y="1828800"/>
              <a:ext cx="2971800" cy="685800"/>
            </a:xfrm>
            <a:custGeom>
              <a:avLst/>
              <a:gdLst/>
              <a:ahLst/>
              <a:cxnLst/>
              <a:rect l="l" t="t" r="r" b="b"/>
              <a:pathLst>
                <a:path w="2971800" h="685800">
                  <a:moveTo>
                    <a:pt x="0" y="646578"/>
                  </a:moveTo>
                  <a:lnTo>
                    <a:pt x="0" y="538815"/>
                  </a:lnTo>
                  <a:lnTo>
                    <a:pt x="538815" y="0"/>
                  </a:lnTo>
                  <a:lnTo>
                    <a:pt x="646578" y="0"/>
                  </a:lnTo>
                  <a:close/>
                </a:path>
              </a:pathLst>
            </a:custGeom>
            <a:solidFill>
              <a:srgbClr val="F3F6FC"/>
            </a:solidFill>
            <a:ln>
              <a:noFill/>
            </a:ln>
          </p:spPr>
        </p:sp>
        <p:sp>
          <p:nvSpPr>
            <p:cNvPr id="12" name="node02.hatch.003"/>
            <p:cNvSpPr/>
            <p:nvPr/>
          </p:nvSpPr>
          <p:spPr>
            <a:xfrm>
              <a:off x="952500" y="1828800"/>
              <a:ext cx="2971800" cy="685800"/>
            </a:xfrm>
            <a:custGeom>
              <a:avLst/>
              <a:gdLst/>
              <a:ahLst/>
              <a:cxnLst/>
              <a:rect l="l" t="t" r="r" b="b"/>
              <a:pathLst>
                <a:path w="2971800" h="685800">
                  <a:moveTo>
                    <a:pt x="754342" y="0"/>
                  </a:moveTo>
                  <a:lnTo>
                    <a:pt x="862105" y="0"/>
                  </a:lnTo>
                  <a:lnTo>
                    <a:pt x="176305" y="685800"/>
                  </a:lnTo>
                  <a:lnTo>
                    <a:pt x="68542" y="685800"/>
                  </a:lnTo>
                  <a:close/>
                </a:path>
              </a:pathLst>
            </a:custGeom>
            <a:solidFill>
              <a:srgbClr val="F3F6FC"/>
            </a:solidFill>
            <a:ln>
              <a:noFill/>
            </a:ln>
          </p:spPr>
        </p:sp>
        <p:sp>
          <p:nvSpPr>
            <p:cNvPr id="13" name="node02.hatch.004"/>
            <p:cNvSpPr/>
            <p:nvPr/>
          </p:nvSpPr>
          <p:spPr>
            <a:xfrm>
              <a:off x="952500" y="1828800"/>
              <a:ext cx="2971800" cy="685800"/>
            </a:xfrm>
            <a:custGeom>
              <a:avLst/>
              <a:gdLst/>
              <a:ahLst/>
              <a:cxnLst/>
              <a:rect l="l" t="t" r="r" b="b"/>
              <a:pathLst>
                <a:path w="2971800" h="685800">
                  <a:moveTo>
                    <a:pt x="969868" y="0"/>
                  </a:moveTo>
                  <a:lnTo>
                    <a:pt x="1077631" y="0"/>
                  </a:lnTo>
                  <a:lnTo>
                    <a:pt x="391831" y="685800"/>
                  </a:lnTo>
                  <a:lnTo>
                    <a:pt x="284068" y="685800"/>
                  </a:lnTo>
                  <a:close/>
                </a:path>
              </a:pathLst>
            </a:custGeom>
            <a:solidFill>
              <a:srgbClr val="F3F6FC"/>
            </a:solidFill>
            <a:ln>
              <a:noFill/>
            </a:ln>
          </p:spPr>
        </p:sp>
        <p:sp>
          <p:nvSpPr>
            <p:cNvPr id="14" name="node02.hatch.005"/>
            <p:cNvSpPr/>
            <p:nvPr/>
          </p:nvSpPr>
          <p:spPr>
            <a:xfrm>
              <a:off x="952500" y="1828800"/>
              <a:ext cx="2971800" cy="685800"/>
            </a:xfrm>
            <a:custGeom>
              <a:avLst/>
              <a:gdLst/>
              <a:ahLst/>
              <a:cxnLst/>
              <a:rect l="l" t="t" r="r" b="b"/>
              <a:pathLst>
                <a:path w="2971800" h="685800">
                  <a:moveTo>
                    <a:pt x="1185394" y="0"/>
                  </a:moveTo>
                  <a:lnTo>
                    <a:pt x="1293157" y="0"/>
                  </a:lnTo>
                  <a:lnTo>
                    <a:pt x="607357" y="685800"/>
                  </a:lnTo>
                  <a:lnTo>
                    <a:pt x="499594" y="685800"/>
                  </a:lnTo>
                  <a:close/>
                </a:path>
              </a:pathLst>
            </a:custGeom>
            <a:solidFill>
              <a:srgbClr val="F3F6FC"/>
            </a:solidFill>
            <a:ln>
              <a:noFill/>
            </a:ln>
          </p:spPr>
        </p:sp>
        <p:sp>
          <p:nvSpPr>
            <p:cNvPr id="15" name="node02.hatch.006"/>
            <p:cNvSpPr/>
            <p:nvPr/>
          </p:nvSpPr>
          <p:spPr>
            <a:xfrm>
              <a:off x="952500" y="1828800"/>
              <a:ext cx="2971800" cy="685800"/>
            </a:xfrm>
            <a:custGeom>
              <a:avLst/>
              <a:gdLst/>
              <a:ahLst/>
              <a:cxnLst/>
              <a:rect l="l" t="t" r="r" b="b"/>
              <a:pathLst>
                <a:path w="2971800" h="685800">
                  <a:moveTo>
                    <a:pt x="1400920" y="0"/>
                  </a:moveTo>
                  <a:lnTo>
                    <a:pt x="1508683" y="0"/>
                  </a:lnTo>
                  <a:lnTo>
                    <a:pt x="822883" y="685800"/>
                  </a:lnTo>
                  <a:lnTo>
                    <a:pt x="715120" y="685800"/>
                  </a:lnTo>
                  <a:close/>
                </a:path>
              </a:pathLst>
            </a:custGeom>
            <a:solidFill>
              <a:srgbClr val="F3F6FC"/>
            </a:solidFill>
            <a:ln>
              <a:noFill/>
            </a:ln>
          </p:spPr>
        </p:sp>
        <p:sp>
          <p:nvSpPr>
            <p:cNvPr id="16" name="node02.hatch.007"/>
            <p:cNvSpPr/>
            <p:nvPr/>
          </p:nvSpPr>
          <p:spPr>
            <a:xfrm>
              <a:off x="952500" y="1828800"/>
              <a:ext cx="2971800" cy="685800"/>
            </a:xfrm>
            <a:custGeom>
              <a:avLst/>
              <a:gdLst/>
              <a:ahLst/>
              <a:cxnLst/>
              <a:rect l="l" t="t" r="r" b="b"/>
              <a:pathLst>
                <a:path w="2971800" h="685800">
                  <a:moveTo>
                    <a:pt x="1616446" y="0"/>
                  </a:moveTo>
                  <a:lnTo>
                    <a:pt x="1724209" y="0"/>
                  </a:lnTo>
                  <a:lnTo>
                    <a:pt x="1038409" y="685800"/>
                  </a:lnTo>
                  <a:lnTo>
                    <a:pt x="930646" y="685800"/>
                  </a:lnTo>
                  <a:close/>
                </a:path>
              </a:pathLst>
            </a:custGeom>
            <a:solidFill>
              <a:srgbClr val="F3F6FC"/>
            </a:solidFill>
            <a:ln>
              <a:noFill/>
            </a:ln>
          </p:spPr>
        </p:sp>
        <p:sp>
          <p:nvSpPr>
            <p:cNvPr id="17" name="node02.hatch.008"/>
            <p:cNvSpPr/>
            <p:nvPr/>
          </p:nvSpPr>
          <p:spPr>
            <a:xfrm>
              <a:off x="952500" y="1828800"/>
              <a:ext cx="2971800" cy="685800"/>
            </a:xfrm>
            <a:custGeom>
              <a:avLst/>
              <a:gdLst/>
              <a:ahLst/>
              <a:cxnLst/>
              <a:rect l="l" t="t" r="r" b="b"/>
              <a:pathLst>
                <a:path w="2971800" h="685800">
                  <a:moveTo>
                    <a:pt x="1831972" y="0"/>
                  </a:moveTo>
                  <a:lnTo>
                    <a:pt x="1939735" y="0"/>
                  </a:lnTo>
                  <a:lnTo>
                    <a:pt x="1253935" y="685800"/>
                  </a:lnTo>
                  <a:lnTo>
                    <a:pt x="1146172" y="685800"/>
                  </a:lnTo>
                  <a:close/>
                </a:path>
              </a:pathLst>
            </a:custGeom>
            <a:solidFill>
              <a:srgbClr val="F3F6FC"/>
            </a:solidFill>
            <a:ln>
              <a:noFill/>
            </a:ln>
          </p:spPr>
        </p:sp>
        <p:sp>
          <p:nvSpPr>
            <p:cNvPr id="18" name="node02.hatch.009"/>
            <p:cNvSpPr/>
            <p:nvPr/>
          </p:nvSpPr>
          <p:spPr>
            <a:xfrm>
              <a:off x="952500" y="1828800"/>
              <a:ext cx="2971800" cy="685800"/>
            </a:xfrm>
            <a:custGeom>
              <a:avLst/>
              <a:gdLst/>
              <a:ahLst/>
              <a:cxnLst/>
              <a:rect l="l" t="t" r="r" b="b"/>
              <a:pathLst>
                <a:path w="2971800" h="685800">
                  <a:moveTo>
                    <a:pt x="2047498" y="0"/>
                  </a:moveTo>
                  <a:lnTo>
                    <a:pt x="2155261" y="0"/>
                  </a:lnTo>
                  <a:lnTo>
                    <a:pt x="1469461" y="685800"/>
                  </a:lnTo>
                  <a:lnTo>
                    <a:pt x="1361698" y="685800"/>
                  </a:lnTo>
                  <a:close/>
                </a:path>
              </a:pathLst>
            </a:custGeom>
            <a:solidFill>
              <a:srgbClr val="F3F6FC"/>
            </a:solidFill>
            <a:ln>
              <a:noFill/>
            </a:ln>
          </p:spPr>
        </p:sp>
        <p:sp>
          <p:nvSpPr>
            <p:cNvPr id="19" name="node02.hatch.010"/>
            <p:cNvSpPr/>
            <p:nvPr/>
          </p:nvSpPr>
          <p:spPr>
            <a:xfrm>
              <a:off x="952500" y="1828800"/>
              <a:ext cx="2971800" cy="685800"/>
            </a:xfrm>
            <a:custGeom>
              <a:avLst/>
              <a:gdLst/>
              <a:ahLst/>
              <a:cxnLst/>
              <a:rect l="l" t="t" r="r" b="b"/>
              <a:pathLst>
                <a:path w="2971800" h="685800">
                  <a:moveTo>
                    <a:pt x="2263025" y="0"/>
                  </a:moveTo>
                  <a:lnTo>
                    <a:pt x="2370788" y="0"/>
                  </a:lnTo>
                  <a:lnTo>
                    <a:pt x="1684988" y="685800"/>
                  </a:lnTo>
                  <a:lnTo>
                    <a:pt x="1577225" y="685800"/>
                  </a:lnTo>
                  <a:close/>
                </a:path>
              </a:pathLst>
            </a:custGeom>
            <a:solidFill>
              <a:srgbClr val="F3F6FC"/>
            </a:solidFill>
            <a:ln>
              <a:noFill/>
            </a:ln>
          </p:spPr>
        </p:sp>
        <p:sp>
          <p:nvSpPr>
            <p:cNvPr id="20" name="node02.hatch.011"/>
            <p:cNvSpPr/>
            <p:nvPr/>
          </p:nvSpPr>
          <p:spPr>
            <a:xfrm>
              <a:off x="952500" y="1828800"/>
              <a:ext cx="2971800" cy="685800"/>
            </a:xfrm>
            <a:custGeom>
              <a:avLst/>
              <a:gdLst/>
              <a:ahLst/>
              <a:cxnLst/>
              <a:rect l="l" t="t" r="r" b="b"/>
              <a:pathLst>
                <a:path w="2971800" h="685800">
                  <a:moveTo>
                    <a:pt x="2478551" y="0"/>
                  </a:moveTo>
                  <a:lnTo>
                    <a:pt x="2586314" y="0"/>
                  </a:lnTo>
                  <a:lnTo>
                    <a:pt x="1900514" y="685800"/>
                  </a:lnTo>
                  <a:lnTo>
                    <a:pt x="1792751" y="685800"/>
                  </a:lnTo>
                  <a:close/>
                </a:path>
              </a:pathLst>
            </a:custGeom>
            <a:solidFill>
              <a:srgbClr val="F3F6FC"/>
            </a:solidFill>
            <a:ln>
              <a:noFill/>
            </a:ln>
          </p:spPr>
        </p:sp>
        <p:sp>
          <p:nvSpPr>
            <p:cNvPr id="21" name="node02.hatch.012"/>
            <p:cNvSpPr/>
            <p:nvPr/>
          </p:nvSpPr>
          <p:spPr>
            <a:xfrm>
              <a:off x="952500" y="1828800"/>
              <a:ext cx="2971800" cy="685800"/>
            </a:xfrm>
            <a:custGeom>
              <a:avLst/>
              <a:gdLst/>
              <a:ahLst/>
              <a:cxnLst/>
              <a:rect l="l" t="t" r="r" b="b"/>
              <a:pathLst>
                <a:path w="2971800" h="685800">
                  <a:moveTo>
                    <a:pt x="2694077" y="0"/>
                  </a:moveTo>
                  <a:lnTo>
                    <a:pt x="2801840" y="0"/>
                  </a:lnTo>
                  <a:lnTo>
                    <a:pt x="2116040" y="685800"/>
                  </a:lnTo>
                  <a:lnTo>
                    <a:pt x="2008277" y="685800"/>
                  </a:lnTo>
                  <a:close/>
                </a:path>
              </a:pathLst>
            </a:custGeom>
            <a:solidFill>
              <a:srgbClr val="F3F6FC"/>
            </a:solidFill>
            <a:ln>
              <a:noFill/>
            </a:ln>
          </p:spPr>
        </p:sp>
        <p:sp>
          <p:nvSpPr>
            <p:cNvPr id="22" name="node02.hatch.013"/>
            <p:cNvSpPr/>
            <p:nvPr/>
          </p:nvSpPr>
          <p:spPr>
            <a:xfrm>
              <a:off x="952500" y="1828800"/>
              <a:ext cx="2971800" cy="685800"/>
            </a:xfrm>
            <a:custGeom>
              <a:avLst/>
              <a:gdLst/>
              <a:ahLst/>
              <a:cxnLst/>
              <a:rect l="l" t="t" r="r" b="b"/>
              <a:pathLst>
                <a:path w="2971800" h="685800">
                  <a:moveTo>
                    <a:pt x="2909603" y="0"/>
                  </a:moveTo>
                  <a:lnTo>
                    <a:pt x="2971800" y="0"/>
                  </a:lnTo>
                  <a:lnTo>
                    <a:pt x="2971800" y="45566"/>
                  </a:lnTo>
                  <a:lnTo>
                    <a:pt x="2331566" y="685800"/>
                  </a:lnTo>
                  <a:lnTo>
                    <a:pt x="2223803" y="685800"/>
                  </a:lnTo>
                  <a:close/>
                </a:path>
              </a:pathLst>
            </a:custGeom>
            <a:solidFill>
              <a:srgbClr val="F3F6FC"/>
            </a:solidFill>
            <a:ln>
              <a:noFill/>
            </a:ln>
          </p:spPr>
        </p:sp>
        <p:sp>
          <p:nvSpPr>
            <p:cNvPr id="23" name="node02.hatch.014"/>
            <p:cNvSpPr/>
            <p:nvPr/>
          </p:nvSpPr>
          <p:spPr>
            <a:xfrm>
              <a:off x="952500" y="1828800"/>
              <a:ext cx="2971800" cy="685800"/>
            </a:xfrm>
            <a:custGeom>
              <a:avLst/>
              <a:gdLst/>
              <a:ahLst/>
              <a:cxnLst/>
              <a:rect l="l" t="t" r="r" b="b"/>
              <a:pathLst>
                <a:path w="2971800" h="685800">
                  <a:moveTo>
                    <a:pt x="2971800" y="153329"/>
                  </a:moveTo>
                  <a:lnTo>
                    <a:pt x="2971800" y="261092"/>
                  </a:lnTo>
                  <a:lnTo>
                    <a:pt x="2547092" y="685800"/>
                  </a:lnTo>
                  <a:lnTo>
                    <a:pt x="2439329" y="685800"/>
                  </a:lnTo>
                  <a:close/>
                </a:path>
              </a:pathLst>
            </a:custGeom>
            <a:solidFill>
              <a:srgbClr val="F3F6FC"/>
            </a:solidFill>
            <a:ln>
              <a:noFill/>
            </a:ln>
          </p:spPr>
        </p:sp>
        <p:sp>
          <p:nvSpPr>
            <p:cNvPr id="24" name="node02.hatch.015"/>
            <p:cNvSpPr/>
            <p:nvPr/>
          </p:nvSpPr>
          <p:spPr>
            <a:xfrm>
              <a:off x="952500" y="1828800"/>
              <a:ext cx="2971800" cy="685800"/>
            </a:xfrm>
            <a:custGeom>
              <a:avLst/>
              <a:gdLst/>
              <a:ahLst/>
              <a:cxnLst/>
              <a:rect l="l" t="t" r="r" b="b"/>
              <a:pathLst>
                <a:path w="2971800" h="685800">
                  <a:moveTo>
                    <a:pt x="2971800" y="368855"/>
                  </a:moveTo>
                  <a:lnTo>
                    <a:pt x="2971800" y="476618"/>
                  </a:lnTo>
                  <a:lnTo>
                    <a:pt x="2762618" y="685800"/>
                  </a:lnTo>
                  <a:lnTo>
                    <a:pt x="2654855" y="685800"/>
                  </a:lnTo>
                  <a:close/>
                </a:path>
              </a:pathLst>
            </a:custGeom>
            <a:solidFill>
              <a:srgbClr val="F3F6FC"/>
            </a:solidFill>
            <a:ln>
              <a:noFill/>
            </a:ln>
          </p:spPr>
        </p:sp>
        <p:sp>
          <p:nvSpPr>
            <p:cNvPr id="25" name="node02.hatch.016"/>
            <p:cNvSpPr/>
            <p:nvPr/>
          </p:nvSpPr>
          <p:spPr>
            <a:xfrm>
              <a:off x="952500" y="1828800"/>
              <a:ext cx="2971800" cy="685800"/>
            </a:xfrm>
            <a:custGeom>
              <a:avLst/>
              <a:gdLst/>
              <a:ahLst/>
              <a:cxnLst/>
              <a:rect l="l" t="t" r="r" b="b"/>
              <a:pathLst>
                <a:path w="2971800" h="685800">
                  <a:moveTo>
                    <a:pt x="2971800" y="584381"/>
                  </a:moveTo>
                  <a:lnTo>
                    <a:pt x="2971800" y="685800"/>
                  </a:lnTo>
                  <a:lnTo>
                    <a:pt x="2870381" y="685800"/>
                  </a:lnTo>
                  <a:close/>
                </a:path>
              </a:pathLst>
            </a:custGeom>
            <a:solidFill>
              <a:srgbClr val="F3F6FC"/>
            </a:solidFill>
            <a:ln>
              <a:noFill/>
            </a:ln>
          </p:spPr>
        </p:sp>
        <p:sp>
          <p:nvSpPr>
            <p:cNvPr id="26" name="node02.border"/>
            <p:cNvSpPr/>
            <p:nvPr/>
          </p:nvSpPr>
          <p:spPr>
            <a:xfrm>
              <a:off x="952500" y="1828800"/>
              <a:ext cx="2971800" cy="685800"/>
            </a:xfrm>
            <a:prstGeom prst="rect">
              <a:avLst/>
            </a:prstGeom>
            <a:ln w="12700">
              <a:solidFill>
                <a:srgbClr val="97A4BA"/>
              </a:solidFill>
              <a:prstDash val="solid"/>
            </a:ln>
          </p:spPr>
        </p:sp>
        <p:sp>
          <p:nvSpPr>
            <p:cNvPr id="27" name="node02.placeholder"/>
            <p:cNvSpPr/>
            <p:nvPr/>
          </p:nvSpPr>
          <p:spPr>
            <a:xfrm>
              <a:off x="977900" y="2095500"/>
              <a:ext cx="2921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96" name="node03"/>
          <p:cNvGrpSpPr/>
          <p:nvPr/>
        </p:nvGrpSpPr>
        <p:grpSpPr>
          <a:xfrm>
            <a:off x="952500" y="2743200"/>
            <a:ext cx="2971800" cy="304800"/>
            <a:chOff x="952500" y="2743200"/>
            <a:chExt cx="2971800" cy="304800"/>
          </a:xfrm>
        </p:grpSpPr>
        <p:sp>
          <p:nvSpPr>
            <p:cNvPr id="28" name="node03.text"/>
            <p:cNvSpPr/>
            <p:nvPr/>
          </p:nvSpPr>
          <p:spPr>
            <a:xfrm>
              <a:off x="952500" y="2743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Alliance partner A</a:t>
              </a:r>
              <a:endParaRPr lang="en-US" sz="1800" spc="-18" kern="0" b="0" i="0" dirty="0">
                <a:solidFill>
                  <a:srgbClr val="070154"/>
                </a:solidFill>
                <a:latin typeface="IBM Plex Sans SemiBold"/>
                <a:ea typeface="IBM Plex Sans SemiBold"/>
                <a:cs typeface="IBM Plex Sans SemiBold"/>
              </a:endParaRPr>
            </a:p>
          </p:txBody>
        </p:sp>
      </p:grpSp>
      <p:grpSp>
        <p:nvGrpSpPr>
          <p:cNvPr id="97" name="node04"/>
          <p:cNvGrpSpPr/>
          <p:nvPr/>
        </p:nvGrpSpPr>
        <p:grpSpPr>
          <a:xfrm>
            <a:off x="952500" y="3200400"/>
            <a:ext cx="2971800" cy="152400"/>
            <a:chOff x="952500" y="3200400"/>
            <a:chExt cx="2971800" cy="152400"/>
          </a:xfrm>
        </p:grpSpPr>
        <p:sp>
          <p:nvSpPr>
            <p:cNvPr id="29" name="node04.text"/>
            <p:cNvSpPr/>
            <p:nvPr/>
          </p:nvSpPr>
          <p:spPr>
            <a:xfrm>
              <a:off x="9525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PREMIER PARTNER</a:t>
              </a:r>
              <a:endParaRPr lang="en-US" sz="900" spc="54" kern="0" b="0" i="0" dirty="0">
                <a:solidFill>
                  <a:srgbClr val="0047FF"/>
                </a:solidFill>
                <a:latin typeface="IBM Plex Mono Medium"/>
                <a:ea typeface="IBM Plex Mono Medium"/>
                <a:cs typeface="IBM Plex Mono Medium"/>
              </a:endParaRPr>
            </a:p>
          </p:txBody>
        </p:sp>
      </p:grpSp>
      <p:sp>
        <p:nvSpPr>
          <p:cNvPr id="30" name="node05"/>
          <p:cNvSpPr/>
          <p:nvPr/>
        </p:nvSpPr>
        <p:spPr>
          <a:xfrm>
            <a:off x="952500" y="3657600"/>
            <a:ext cx="2971800" cy="9525"/>
          </a:xfrm>
          <a:prstGeom prst="rect">
            <a:avLst/>
          </a:prstGeom>
          <a:solidFill>
            <a:srgbClr val="CED7E6"/>
          </a:solidFill>
          <a:ln>
            <a:noFill/>
          </a:ln>
        </p:spPr>
      </p:sp>
      <p:grpSp>
        <p:nvGrpSpPr>
          <p:cNvPr id="98" name="node06"/>
          <p:cNvGrpSpPr/>
          <p:nvPr/>
        </p:nvGrpSpPr>
        <p:grpSpPr>
          <a:xfrm>
            <a:off x="952500" y="3886200"/>
            <a:ext cx="1600200" cy="954850"/>
            <a:chOff x="952500" y="3886200"/>
            <a:chExt cx="1600200" cy="954850"/>
          </a:xfrm>
        </p:grpSpPr>
        <p:sp>
          <p:nvSpPr>
            <p:cNvPr id="31" name="node06.value"/>
            <p:cNvSpPr/>
            <p:nvPr/>
          </p:nvSpPr>
          <p:spPr>
            <a:xfrm>
              <a:off x="952500" y="38862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86</a:t>
              </a:r>
              <a:endParaRPr lang="en-US" sz="4800" spc="-96" kern="0" b="0" i="0" dirty="0">
                <a:solidFill>
                  <a:srgbClr val="070154"/>
                </a:solidFill>
                <a:latin typeface="IBM Plex Mono SemiBold"/>
                <a:ea typeface="IBM Plex Mono SemiBold"/>
                <a:cs typeface="IBM Plex Mono SemiBold"/>
              </a:endParaRPr>
            </a:p>
          </p:txBody>
        </p:sp>
        <p:sp>
          <p:nvSpPr>
            <p:cNvPr id="32" name="node06.label"/>
            <p:cNvSpPr/>
            <p:nvPr/>
          </p:nvSpPr>
          <p:spPr>
            <a:xfrm>
              <a:off x="952500" y="45743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joint engagements</a:t>
              </a:r>
              <a:endParaRPr lang="en-US" sz="1400" spc="0" kern="0" b="0" i="0" dirty="0">
                <a:solidFill>
                  <a:srgbClr val="50658E"/>
                </a:solidFill>
                <a:latin typeface="IBM Plex Sans"/>
                <a:ea typeface="IBM Plex Sans"/>
                <a:cs typeface="IBM Plex Sans"/>
              </a:endParaRPr>
            </a:p>
          </p:txBody>
        </p:sp>
      </p:grpSp>
      <p:grpSp>
        <p:nvGrpSpPr>
          <p:cNvPr id="99" name="node07"/>
          <p:cNvGrpSpPr/>
          <p:nvPr/>
        </p:nvGrpSpPr>
        <p:grpSpPr>
          <a:xfrm>
            <a:off x="2552700" y="3886200"/>
            <a:ext cx="1371600" cy="954850"/>
            <a:chOff x="2552700" y="3886200"/>
            <a:chExt cx="1371600" cy="954850"/>
          </a:xfrm>
        </p:grpSpPr>
        <p:sp>
          <p:nvSpPr>
            <p:cNvPr id="33" name="node07.value"/>
            <p:cNvSpPr/>
            <p:nvPr/>
          </p:nvSpPr>
          <p:spPr>
            <a:xfrm>
              <a:off x="2552700" y="3886200"/>
              <a:ext cx="1371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52</a:t>
              </a:r>
              <a:endParaRPr lang="en-US" sz="4800" spc="-96" kern="0" b="0" i="0" dirty="0">
                <a:solidFill>
                  <a:srgbClr val="070154"/>
                </a:solidFill>
                <a:latin typeface="IBM Plex Mono SemiBold"/>
                <a:ea typeface="IBM Plex Mono SemiBold"/>
                <a:cs typeface="IBM Plex Mono SemiBold"/>
              </a:endParaRPr>
            </a:p>
          </p:txBody>
        </p:sp>
        <p:sp>
          <p:nvSpPr>
            <p:cNvPr id="34" name="node07.label"/>
            <p:cNvSpPr/>
            <p:nvPr/>
          </p:nvSpPr>
          <p:spPr>
            <a:xfrm>
              <a:off x="2552700" y="4574350"/>
              <a:ext cx="137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clients served</a:t>
              </a:r>
              <a:endParaRPr lang="en-US" sz="1400" spc="0" kern="0" b="0" i="0" dirty="0">
                <a:solidFill>
                  <a:srgbClr val="50658E"/>
                </a:solidFill>
                <a:latin typeface="IBM Plex Sans"/>
                <a:ea typeface="IBM Plex Sans"/>
                <a:cs typeface="IBM Plex Sans"/>
              </a:endParaRPr>
            </a:p>
          </p:txBody>
        </p:sp>
      </p:grpSp>
      <p:grpSp>
        <p:nvGrpSpPr>
          <p:cNvPr id="100" name="node08"/>
          <p:cNvGrpSpPr/>
          <p:nvPr/>
        </p:nvGrpSpPr>
        <p:grpSpPr>
          <a:xfrm>
            <a:off x="4381500" y="1600200"/>
            <a:ext cx="3429000" cy="3429000"/>
            <a:chOff x="4381500" y="1600200"/>
            <a:chExt cx="3429000" cy="3429000"/>
          </a:xfrm>
        </p:grpSpPr>
        <p:sp>
          <p:nvSpPr>
            <p:cNvPr id="35" name="node08.surface"/>
            <p:cNvSpPr/>
            <p:nvPr/>
          </p:nvSpPr>
          <p:spPr>
            <a:xfrm>
              <a:off x="4381500" y="1600200"/>
              <a:ext cx="3429000" cy="3429000"/>
            </a:xfrm>
            <a:prstGeom prst="rect">
              <a:avLst/>
            </a:prstGeom>
            <a:solidFill>
              <a:srgbClr val="E8EEF8"/>
            </a:solidFill>
            <a:ln>
              <a:noFill/>
            </a:ln>
          </p:spPr>
        </p:sp>
      </p:grpSp>
      <p:grpSp>
        <p:nvGrpSpPr>
          <p:cNvPr id="101" name="node09"/>
          <p:cNvGrpSpPr/>
          <p:nvPr/>
        </p:nvGrpSpPr>
        <p:grpSpPr>
          <a:xfrm>
            <a:off x="4610100" y="1828800"/>
            <a:ext cx="2971800" cy="685800"/>
            <a:chOff x="4610100" y="1828800"/>
            <a:chExt cx="2971800" cy="685800"/>
          </a:xfrm>
        </p:grpSpPr>
        <p:sp>
          <p:nvSpPr>
            <p:cNvPr id="36" name="node09.background"/>
            <p:cNvSpPr/>
            <p:nvPr/>
          </p:nvSpPr>
          <p:spPr>
            <a:xfrm>
              <a:off x="4610100" y="1828800"/>
              <a:ext cx="2971800" cy="685800"/>
            </a:xfrm>
            <a:prstGeom prst="rect">
              <a:avLst/>
            </a:prstGeom>
            <a:solidFill>
              <a:srgbClr val="FFFFFF"/>
            </a:solidFill>
            <a:ln>
              <a:noFill/>
            </a:ln>
          </p:spPr>
        </p:sp>
        <p:sp>
          <p:nvSpPr>
            <p:cNvPr id="37" name="node09.hatch.000"/>
            <p:cNvSpPr/>
            <p:nvPr/>
          </p:nvSpPr>
          <p:spPr>
            <a:xfrm>
              <a:off x="4610100" y="1828800"/>
              <a:ext cx="2971800" cy="685800"/>
            </a:xfrm>
            <a:custGeom>
              <a:avLst/>
              <a:gdLst/>
              <a:ahLst/>
              <a:cxnLst/>
              <a:rect l="l" t="t" r="r" b="b"/>
              <a:pathLst>
                <a:path w="2971800" h="685800">
                  <a:moveTo>
                    <a:pt x="0" y="215526"/>
                  </a:moveTo>
                  <a:lnTo>
                    <a:pt x="0" y="107763"/>
                  </a:lnTo>
                  <a:lnTo>
                    <a:pt x="107763" y="0"/>
                  </a:lnTo>
                  <a:lnTo>
                    <a:pt x="215526" y="0"/>
                  </a:lnTo>
                  <a:close/>
                </a:path>
              </a:pathLst>
            </a:custGeom>
            <a:solidFill>
              <a:srgbClr val="F3F6FC"/>
            </a:solidFill>
            <a:ln>
              <a:noFill/>
            </a:ln>
          </p:spPr>
        </p:sp>
        <p:sp>
          <p:nvSpPr>
            <p:cNvPr id="38" name="node09.hatch.001"/>
            <p:cNvSpPr/>
            <p:nvPr/>
          </p:nvSpPr>
          <p:spPr>
            <a:xfrm>
              <a:off x="4610100" y="1828800"/>
              <a:ext cx="2971800" cy="685800"/>
            </a:xfrm>
            <a:custGeom>
              <a:avLst/>
              <a:gdLst/>
              <a:ahLst/>
              <a:cxnLst/>
              <a:rect l="l" t="t" r="r" b="b"/>
              <a:pathLst>
                <a:path w="2971800" h="685800">
                  <a:moveTo>
                    <a:pt x="0" y="431052"/>
                  </a:moveTo>
                  <a:lnTo>
                    <a:pt x="0" y="323289"/>
                  </a:lnTo>
                  <a:lnTo>
                    <a:pt x="323289" y="0"/>
                  </a:lnTo>
                  <a:lnTo>
                    <a:pt x="431052" y="0"/>
                  </a:lnTo>
                  <a:close/>
                </a:path>
              </a:pathLst>
            </a:custGeom>
            <a:solidFill>
              <a:srgbClr val="F3F6FC"/>
            </a:solidFill>
            <a:ln>
              <a:noFill/>
            </a:ln>
          </p:spPr>
        </p:sp>
        <p:sp>
          <p:nvSpPr>
            <p:cNvPr id="39" name="node09.hatch.002"/>
            <p:cNvSpPr/>
            <p:nvPr/>
          </p:nvSpPr>
          <p:spPr>
            <a:xfrm>
              <a:off x="4610100" y="1828800"/>
              <a:ext cx="2971800" cy="685800"/>
            </a:xfrm>
            <a:custGeom>
              <a:avLst/>
              <a:gdLst/>
              <a:ahLst/>
              <a:cxnLst/>
              <a:rect l="l" t="t" r="r" b="b"/>
              <a:pathLst>
                <a:path w="2971800" h="685800">
                  <a:moveTo>
                    <a:pt x="0" y="646578"/>
                  </a:moveTo>
                  <a:lnTo>
                    <a:pt x="0" y="538815"/>
                  </a:lnTo>
                  <a:lnTo>
                    <a:pt x="538815" y="0"/>
                  </a:lnTo>
                  <a:lnTo>
                    <a:pt x="646578" y="0"/>
                  </a:lnTo>
                  <a:close/>
                </a:path>
              </a:pathLst>
            </a:custGeom>
            <a:solidFill>
              <a:srgbClr val="F3F6FC"/>
            </a:solidFill>
            <a:ln>
              <a:noFill/>
            </a:ln>
          </p:spPr>
        </p:sp>
        <p:sp>
          <p:nvSpPr>
            <p:cNvPr id="40" name="node09.hatch.003"/>
            <p:cNvSpPr/>
            <p:nvPr/>
          </p:nvSpPr>
          <p:spPr>
            <a:xfrm>
              <a:off x="4610100" y="1828800"/>
              <a:ext cx="2971800" cy="685800"/>
            </a:xfrm>
            <a:custGeom>
              <a:avLst/>
              <a:gdLst/>
              <a:ahLst/>
              <a:cxnLst/>
              <a:rect l="l" t="t" r="r" b="b"/>
              <a:pathLst>
                <a:path w="2971800" h="685800">
                  <a:moveTo>
                    <a:pt x="754342" y="0"/>
                  </a:moveTo>
                  <a:lnTo>
                    <a:pt x="862105" y="0"/>
                  </a:lnTo>
                  <a:lnTo>
                    <a:pt x="176305" y="685800"/>
                  </a:lnTo>
                  <a:lnTo>
                    <a:pt x="68542" y="685800"/>
                  </a:lnTo>
                  <a:close/>
                </a:path>
              </a:pathLst>
            </a:custGeom>
            <a:solidFill>
              <a:srgbClr val="F3F6FC"/>
            </a:solidFill>
            <a:ln>
              <a:noFill/>
            </a:ln>
          </p:spPr>
        </p:sp>
        <p:sp>
          <p:nvSpPr>
            <p:cNvPr id="41" name="node09.hatch.004"/>
            <p:cNvSpPr/>
            <p:nvPr/>
          </p:nvSpPr>
          <p:spPr>
            <a:xfrm>
              <a:off x="4610100" y="1828800"/>
              <a:ext cx="2971800" cy="685800"/>
            </a:xfrm>
            <a:custGeom>
              <a:avLst/>
              <a:gdLst/>
              <a:ahLst/>
              <a:cxnLst/>
              <a:rect l="l" t="t" r="r" b="b"/>
              <a:pathLst>
                <a:path w="2971800" h="685800">
                  <a:moveTo>
                    <a:pt x="969868" y="0"/>
                  </a:moveTo>
                  <a:lnTo>
                    <a:pt x="1077631" y="0"/>
                  </a:lnTo>
                  <a:lnTo>
                    <a:pt x="391831" y="685800"/>
                  </a:lnTo>
                  <a:lnTo>
                    <a:pt x="284068" y="685800"/>
                  </a:lnTo>
                  <a:close/>
                </a:path>
              </a:pathLst>
            </a:custGeom>
            <a:solidFill>
              <a:srgbClr val="F3F6FC"/>
            </a:solidFill>
            <a:ln>
              <a:noFill/>
            </a:ln>
          </p:spPr>
        </p:sp>
        <p:sp>
          <p:nvSpPr>
            <p:cNvPr id="42" name="node09.hatch.005"/>
            <p:cNvSpPr/>
            <p:nvPr/>
          </p:nvSpPr>
          <p:spPr>
            <a:xfrm>
              <a:off x="4610100" y="1828800"/>
              <a:ext cx="2971800" cy="685800"/>
            </a:xfrm>
            <a:custGeom>
              <a:avLst/>
              <a:gdLst/>
              <a:ahLst/>
              <a:cxnLst/>
              <a:rect l="l" t="t" r="r" b="b"/>
              <a:pathLst>
                <a:path w="2971800" h="685800">
                  <a:moveTo>
                    <a:pt x="1185394" y="0"/>
                  </a:moveTo>
                  <a:lnTo>
                    <a:pt x="1293157" y="0"/>
                  </a:lnTo>
                  <a:lnTo>
                    <a:pt x="607357" y="685800"/>
                  </a:lnTo>
                  <a:lnTo>
                    <a:pt x="499594" y="685800"/>
                  </a:lnTo>
                  <a:close/>
                </a:path>
              </a:pathLst>
            </a:custGeom>
            <a:solidFill>
              <a:srgbClr val="F3F6FC"/>
            </a:solidFill>
            <a:ln>
              <a:noFill/>
            </a:ln>
          </p:spPr>
        </p:sp>
        <p:sp>
          <p:nvSpPr>
            <p:cNvPr id="43" name="node09.hatch.006"/>
            <p:cNvSpPr/>
            <p:nvPr/>
          </p:nvSpPr>
          <p:spPr>
            <a:xfrm>
              <a:off x="4610100" y="1828800"/>
              <a:ext cx="2971800" cy="685800"/>
            </a:xfrm>
            <a:custGeom>
              <a:avLst/>
              <a:gdLst/>
              <a:ahLst/>
              <a:cxnLst/>
              <a:rect l="l" t="t" r="r" b="b"/>
              <a:pathLst>
                <a:path w="2971800" h="685800">
                  <a:moveTo>
                    <a:pt x="1400920" y="0"/>
                  </a:moveTo>
                  <a:lnTo>
                    <a:pt x="1508683" y="0"/>
                  </a:lnTo>
                  <a:lnTo>
                    <a:pt x="822883" y="685800"/>
                  </a:lnTo>
                  <a:lnTo>
                    <a:pt x="715120" y="685800"/>
                  </a:lnTo>
                  <a:close/>
                </a:path>
              </a:pathLst>
            </a:custGeom>
            <a:solidFill>
              <a:srgbClr val="F3F6FC"/>
            </a:solidFill>
            <a:ln>
              <a:noFill/>
            </a:ln>
          </p:spPr>
        </p:sp>
        <p:sp>
          <p:nvSpPr>
            <p:cNvPr id="44" name="node09.hatch.007"/>
            <p:cNvSpPr/>
            <p:nvPr/>
          </p:nvSpPr>
          <p:spPr>
            <a:xfrm>
              <a:off x="4610100" y="1828800"/>
              <a:ext cx="2971800" cy="685800"/>
            </a:xfrm>
            <a:custGeom>
              <a:avLst/>
              <a:gdLst/>
              <a:ahLst/>
              <a:cxnLst/>
              <a:rect l="l" t="t" r="r" b="b"/>
              <a:pathLst>
                <a:path w="2971800" h="685800">
                  <a:moveTo>
                    <a:pt x="1616446" y="0"/>
                  </a:moveTo>
                  <a:lnTo>
                    <a:pt x="1724209" y="0"/>
                  </a:lnTo>
                  <a:lnTo>
                    <a:pt x="1038409" y="685800"/>
                  </a:lnTo>
                  <a:lnTo>
                    <a:pt x="930646" y="685800"/>
                  </a:lnTo>
                  <a:close/>
                </a:path>
              </a:pathLst>
            </a:custGeom>
            <a:solidFill>
              <a:srgbClr val="F3F6FC"/>
            </a:solidFill>
            <a:ln>
              <a:noFill/>
            </a:ln>
          </p:spPr>
        </p:sp>
        <p:sp>
          <p:nvSpPr>
            <p:cNvPr id="45" name="node09.hatch.008"/>
            <p:cNvSpPr/>
            <p:nvPr/>
          </p:nvSpPr>
          <p:spPr>
            <a:xfrm>
              <a:off x="4610100" y="1828800"/>
              <a:ext cx="2971800" cy="685800"/>
            </a:xfrm>
            <a:custGeom>
              <a:avLst/>
              <a:gdLst/>
              <a:ahLst/>
              <a:cxnLst/>
              <a:rect l="l" t="t" r="r" b="b"/>
              <a:pathLst>
                <a:path w="2971800" h="685800">
                  <a:moveTo>
                    <a:pt x="1831972" y="0"/>
                  </a:moveTo>
                  <a:lnTo>
                    <a:pt x="1939735" y="0"/>
                  </a:lnTo>
                  <a:lnTo>
                    <a:pt x="1253935" y="685800"/>
                  </a:lnTo>
                  <a:lnTo>
                    <a:pt x="1146172" y="685800"/>
                  </a:lnTo>
                  <a:close/>
                </a:path>
              </a:pathLst>
            </a:custGeom>
            <a:solidFill>
              <a:srgbClr val="F3F6FC"/>
            </a:solidFill>
            <a:ln>
              <a:noFill/>
            </a:ln>
          </p:spPr>
        </p:sp>
        <p:sp>
          <p:nvSpPr>
            <p:cNvPr id="46" name="node09.hatch.009"/>
            <p:cNvSpPr/>
            <p:nvPr/>
          </p:nvSpPr>
          <p:spPr>
            <a:xfrm>
              <a:off x="4610100" y="1828800"/>
              <a:ext cx="2971800" cy="685800"/>
            </a:xfrm>
            <a:custGeom>
              <a:avLst/>
              <a:gdLst/>
              <a:ahLst/>
              <a:cxnLst/>
              <a:rect l="l" t="t" r="r" b="b"/>
              <a:pathLst>
                <a:path w="2971800" h="685800">
                  <a:moveTo>
                    <a:pt x="2047498" y="0"/>
                  </a:moveTo>
                  <a:lnTo>
                    <a:pt x="2155261" y="0"/>
                  </a:lnTo>
                  <a:lnTo>
                    <a:pt x="1469461" y="685800"/>
                  </a:lnTo>
                  <a:lnTo>
                    <a:pt x="1361698" y="685800"/>
                  </a:lnTo>
                  <a:close/>
                </a:path>
              </a:pathLst>
            </a:custGeom>
            <a:solidFill>
              <a:srgbClr val="F3F6FC"/>
            </a:solidFill>
            <a:ln>
              <a:noFill/>
            </a:ln>
          </p:spPr>
        </p:sp>
        <p:sp>
          <p:nvSpPr>
            <p:cNvPr id="47" name="node09.hatch.010"/>
            <p:cNvSpPr/>
            <p:nvPr/>
          </p:nvSpPr>
          <p:spPr>
            <a:xfrm>
              <a:off x="4610100" y="1828800"/>
              <a:ext cx="2971800" cy="685800"/>
            </a:xfrm>
            <a:custGeom>
              <a:avLst/>
              <a:gdLst/>
              <a:ahLst/>
              <a:cxnLst/>
              <a:rect l="l" t="t" r="r" b="b"/>
              <a:pathLst>
                <a:path w="2971800" h="685800">
                  <a:moveTo>
                    <a:pt x="2263025" y="0"/>
                  </a:moveTo>
                  <a:lnTo>
                    <a:pt x="2370788" y="0"/>
                  </a:lnTo>
                  <a:lnTo>
                    <a:pt x="1684988" y="685800"/>
                  </a:lnTo>
                  <a:lnTo>
                    <a:pt x="1577225" y="685800"/>
                  </a:lnTo>
                  <a:close/>
                </a:path>
              </a:pathLst>
            </a:custGeom>
            <a:solidFill>
              <a:srgbClr val="F3F6FC"/>
            </a:solidFill>
            <a:ln>
              <a:noFill/>
            </a:ln>
          </p:spPr>
        </p:sp>
        <p:sp>
          <p:nvSpPr>
            <p:cNvPr id="48" name="node09.hatch.011"/>
            <p:cNvSpPr/>
            <p:nvPr/>
          </p:nvSpPr>
          <p:spPr>
            <a:xfrm>
              <a:off x="4610100" y="1828800"/>
              <a:ext cx="2971800" cy="685800"/>
            </a:xfrm>
            <a:custGeom>
              <a:avLst/>
              <a:gdLst/>
              <a:ahLst/>
              <a:cxnLst/>
              <a:rect l="l" t="t" r="r" b="b"/>
              <a:pathLst>
                <a:path w="2971800" h="685800">
                  <a:moveTo>
                    <a:pt x="2478551" y="0"/>
                  </a:moveTo>
                  <a:lnTo>
                    <a:pt x="2586314" y="0"/>
                  </a:lnTo>
                  <a:lnTo>
                    <a:pt x="1900514" y="685800"/>
                  </a:lnTo>
                  <a:lnTo>
                    <a:pt x="1792751" y="685800"/>
                  </a:lnTo>
                  <a:close/>
                </a:path>
              </a:pathLst>
            </a:custGeom>
            <a:solidFill>
              <a:srgbClr val="F3F6FC"/>
            </a:solidFill>
            <a:ln>
              <a:noFill/>
            </a:ln>
          </p:spPr>
        </p:sp>
        <p:sp>
          <p:nvSpPr>
            <p:cNvPr id="49" name="node09.hatch.012"/>
            <p:cNvSpPr/>
            <p:nvPr/>
          </p:nvSpPr>
          <p:spPr>
            <a:xfrm>
              <a:off x="4610100" y="1828800"/>
              <a:ext cx="2971800" cy="685800"/>
            </a:xfrm>
            <a:custGeom>
              <a:avLst/>
              <a:gdLst/>
              <a:ahLst/>
              <a:cxnLst/>
              <a:rect l="l" t="t" r="r" b="b"/>
              <a:pathLst>
                <a:path w="2971800" h="685800">
                  <a:moveTo>
                    <a:pt x="2694077" y="0"/>
                  </a:moveTo>
                  <a:lnTo>
                    <a:pt x="2801840" y="0"/>
                  </a:lnTo>
                  <a:lnTo>
                    <a:pt x="2116040" y="685800"/>
                  </a:lnTo>
                  <a:lnTo>
                    <a:pt x="2008277" y="685800"/>
                  </a:lnTo>
                  <a:close/>
                </a:path>
              </a:pathLst>
            </a:custGeom>
            <a:solidFill>
              <a:srgbClr val="F3F6FC"/>
            </a:solidFill>
            <a:ln>
              <a:noFill/>
            </a:ln>
          </p:spPr>
        </p:sp>
        <p:sp>
          <p:nvSpPr>
            <p:cNvPr id="50" name="node09.hatch.013"/>
            <p:cNvSpPr/>
            <p:nvPr/>
          </p:nvSpPr>
          <p:spPr>
            <a:xfrm>
              <a:off x="4610100" y="1828800"/>
              <a:ext cx="2971800" cy="685800"/>
            </a:xfrm>
            <a:custGeom>
              <a:avLst/>
              <a:gdLst/>
              <a:ahLst/>
              <a:cxnLst/>
              <a:rect l="l" t="t" r="r" b="b"/>
              <a:pathLst>
                <a:path w="2971800" h="685800">
                  <a:moveTo>
                    <a:pt x="2909603" y="0"/>
                  </a:moveTo>
                  <a:lnTo>
                    <a:pt x="2971800" y="0"/>
                  </a:lnTo>
                  <a:lnTo>
                    <a:pt x="2971800" y="45566"/>
                  </a:lnTo>
                  <a:lnTo>
                    <a:pt x="2331566" y="685800"/>
                  </a:lnTo>
                  <a:lnTo>
                    <a:pt x="2223803" y="685800"/>
                  </a:lnTo>
                  <a:close/>
                </a:path>
              </a:pathLst>
            </a:custGeom>
            <a:solidFill>
              <a:srgbClr val="F3F6FC"/>
            </a:solidFill>
            <a:ln>
              <a:noFill/>
            </a:ln>
          </p:spPr>
        </p:sp>
        <p:sp>
          <p:nvSpPr>
            <p:cNvPr id="51" name="node09.hatch.014"/>
            <p:cNvSpPr/>
            <p:nvPr/>
          </p:nvSpPr>
          <p:spPr>
            <a:xfrm>
              <a:off x="4610100" y="1828800"/>
              <a:ext cx="2971800" cy="685800"/>
            </a:xfrm>
            <a:custGeom>
              <a:avLst/>
              <a:gdLst/>
              <a:ahLst/>
              <a:cxnLst/>
              <a:rect l="l" t="t" r="r" b="b"/>
              <a:pathLst>
                <a:path w="2971800" h="685800">
                  <a:moveTo>
                    <a:pt x="2971800" y="153329"/>
                  </a:moveTo>
                  <a:lnTo>
                    <a:pt x="2971800" y="261092"/>
                  </a:lnTo>
                  <a:lnTo>
                    <a:pt x="2547092" y="685800"/>
                  </a:lnTo>
                  <a:lnTo>
                    <a:pt x="2439329" y="685800"/>
                  </a:lnTo>
                  <a:close/>
                </a:path>
              </a:pathLst>
            </a:custGeom>
            <a:solidFill>
              <a:srgbClr val="F3F6FC"/>
            </a:solidFill>
            <a:ln>
              <a:noFill/>
            </a:ln>
          </p:spPr>
        </p:sp>
        <p:sp>
          <p:nvSpPr>
            <p:cNvPr id="52" name="node09.hatch.015"/>
            <p:cNvSpPr/>
            <p:nvPr/>
          </p:nvSpPr>
          <p:spPr>
            <a:xfrm>
              <a:off x="4610100" y="1828800"/>
              <a:ext cx="2971800" cy="685800"/>
            </a:xfrm>
            <a:custGeom>
              <a:avLst/>
              <a:gdLst/>
              <a:ahLst/>
              <a:cxnLst/>
              <a:rect l="l" t="t" r="r" b="b"/>
              <a:pathLst>
                <a:path w="2971800" h="685800">
                  <a:moveTo>
                    <a:pt x="2971800" y="368855"/>
                  </a:moveTo>
                  <a:lnTo>
                    <a:pt x="2971800" y="476618"/>
                  </a:lnTo>
                  <a:lnTo>
                    <a:pt x="2762618" y="685800"/>
                  </a:lnTo>
                  <a:lnTo>
                    <a:pt x="2654855" y="685800"/>
                  </a:lnTo>
                  <a:close/>
                </a:path>
              </a:pathLst>
            </a:custGeom>
            <a:solidFill>
              <a:srgbClr val="F3F6FC"/>
            </a:solidFill>
            <a:ln>
              <a:noFill/>
            </a:ln>
          </p:spPr>
        </p:sp>
        <p:sp>
          <p:nvSpPr>
            <p:cNvPr id="53" name="node09.hatch.016"/>
            <p:cNvSpPr/>
            <p:nvPr/>
          </p:nvSpPr>
          <p:spPr>
            <a:xfrm>
              <a:off x="4610100" y="1828800"/>
              <a:ext cx="2971800" cy="685800"/>
            </a:xfrm>
            <a:custGeom>
              <a:avLst/>
              <a:gdLst/>
              <a:ahLst/>
              <a:cxnLst/>
              <a:rect l="l" t="t" r="r" b="b"/>
              <a:pathLst>
                <a:path w="2971800" h="685800">
                  <a:moveTo>
                    <a:pt x="2971800" y="584381"/>
                  </a:moveTo>
                  <a:lnTo>
                    <a:pt x="2971800" y="685800"/>
                  </a:lnTo>
                  <a:lnTo>
                    <a:pt x="2870381" y="685800"/>
                  </a:lnTo>
                  <a:close/>
                </a:path>
              </a:pathLst>
            </a:custGeom>
            <a:solidFill>
              <a:srgbClr val="F3F6FC"/>
            </a:solidFill>
            <a:ln>
              <a:noFill/>
            </a:ln>
          </p:spPr>
        </p:sp>
        <p:sp>
          <p:nvSpPr>
            <p:cNvPr id="54" name="node09.border"/>
            <p:cNvSpPr/>
            <p:nvPr/>
          </p:nvSpPr>
          <p:spPr>
            <a:xfrm>
              <a:off x="4610100" y="1828800"/>
              <a:ext cx="2971800" cy="685800"/>
            </a:xfrm>
            <a:prstGeom prst="rect">
              <a:avLst/>
            </a:prstGeom>
            <a:ln w="12700">
              <a:solidFill>
                <a:srgbClr val="97A4BA"/>
              </a:solidFill>
              <a:prstDash val="solid"/>
            </a:ln>
          </p:spPr>
        </p:sp>
        <p:sp>
          <p:nvSpPr>
            <p:cNvPr id="55" name="node09.placeholder"/>
            <p:cNvSpPr/>
            <p:nvPr/>
          </p:nvSpPr>
          <p:spPr>
            <a:xfrm>
              <a:off x="4635500" y="2095500"/>
              <a:ext cx="2921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102" name="node10"/>
          <p:cNvGrpSpPr/>
          <p:nvPr/>
        </p:nvGrpSpPr>
        <p:grpSpPr>
          <a:xfrm>
            <a:off x="4610100" y="2743200"/>
            <a:ext cx="2971800" cy="304800"/>
            <a:chOff x="4610100" y="2743200"/>
            <a:chExt cx="2971800" cy="304800"/>
          </a:xfrm>
        </p:grpSpPr>
        <p:sp>
          <p:nvSpPr>
            <p:cNvPr id="56" name="node10.text"/>
            <p:cNvSpPr/>
            <p:nvPr/>
          </p:nvSpPr>
          <p:spPr>
            <a:xfrm>
              <a:off x="4610100" y="2743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Alliance partner B</a:t>
              </a:r>
              <a:endParaRPr lang="en-US" sz="1800" spc="-18" kern="0" b="0" i="0" dirty="0">
                <a:solidFill>
                  <a:srgbClr val="070154"/>
                </a:solidFill>
                <a:latin typeface="IBM Plex Sans SemiBold"/>
                <a:ea typeface="IBM Plex Sans SemiBold"/>
                <a:cs typeface="IBM Plex Sans SemiBold"/>
              </a:endParaRPr>
            </a:p>
          </p:txBody>
        </p:sp>
      </p:grpSp>
      <p:grpSp>
        <p:nvGrpSpPr>
          <p:cNvPr id="103" name="node11"/>
          <p:cNvGrpSpPr/>
          <p:nvPr/>
        </p:nvGrpSpPr>
        <p:grpSpPr>
          <a:xfrm>
            <a:off x="4610100" y="3200400"/>
            <a:ext cx="2971800" cy="152400"/>
            <a:chOff x="4610100" y="3200400"/>
            <a:chExt cx="2971800" cy="152400"/>
          </a:xfrm>
        </p:grpSpPr>
        <p:sp>
          <p:nvSpPr>
            <p:cNvPr id="57" name="node11.text"/>
            <p:cNvSpPr/>
            <p:nvPr/>
          </p:nvSpPr>
          <p:spPr>
            <a:xfrm>
              <a:off x="46101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SELECT PARTNER</a:t>
              </a:r>
              <a:endParaRPr lang="en-US" sz="900" spc="54" kern="0" b="0" i="0" dirty="0">
                <a:solidFill>
                  <a:srgbClr val="0047FF"/>
                </a:solidFill>
                <a:latin typeface="IBM Plex Mono Medium"/>
                <a:ea typeface="IBM Plex Mono Medium"/>
                <a:cs typeface="IBM Plex Mono Medium"/>
              </a:endParaRPr>
            </a:p>
          </p:txBody>
        </p:sp>
      </p:grpSp>
      <p:sp>
        <p:nvSpPr>
          <p:cNvPr id="58" name="node12"/>
          <p:cNvSpPr/>
          <p:nvPr/>
        </p:nvSpPr>
        <p:spPr>
          <a:xfrm>
            <a:off x="4610100" y="3657600"/>
            <a:ext cx="2971800" cy="9525"/>
          </a:xfrm>
          <a:prstGeom prst="rect">
            <a:avLst/>
          </a:prstGeom>
          <a:solidFill>
            <a:srgbClr val="CED7E6"/>
          </a:solidFill>
          <a:ln>
            <a:noFill/>
          </a:ln>
        </p:spPr>
      </p:sp>
      <p:grpSp>
        <p:nvGrpSpPr>
          <p:cNvPr id="104" name="node13"/>
          <p:cNvGrpSpPr/>
          <p:nvPr/>
        </p:nvGrpSpPr>
        <p:grpSpPr>
          <a:xfrm>
            <a:off x="4610100" y="3886200"/>
            <a:ext cx="1600200" cy="954850"/>
            <a:chOff x="4610100" y="3886200"/>
            <a:chExt cx="1600200" cy="954850"/>
          </a:xfrm>
        </p:grpSpPr>
        <p:sp>
          <p:nvSpPr>
            <p:cNvPr id="59" name="node13.value"/>
            <p:cNvSpPr/>
            <p:nvPr/>
          </p:nvSpPr>
          <p:spPr>
            <a:xfrm>
              <a:off x="4610100" y="38862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61</a:t>
              </a:r>
              <a:endParaRPr lang="en-US" sz="4800" spc="-96" kern="0" b="0" i="0" dirty="0">
                <a:solidFill>
                  <a:srgbClr val="070154"/>
                </a:solidFill>
                <a:latin typeface="IBM Plex Mono SemiBold"/>
                <a:ea typeface="IBM Plex Mono SemiBold"/>
                <a:cs typeface="IBM Plex Mono SemiBold"/>
              </a:endParaRPr>
            </a:p>
          </p:txBody>
        </p:sp>
        <p:sp>
          <p:nvSpPr>
            <p:cNvPr id="60" name="node13.label"/>
            <p:cNvSpPr/>
            <p:nvPr/>
          </p:nvSpPr>
          <p:spPr>
            <a:xfrm>
              <a:off x="4610100" y="45743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joint engagements</a:t>
              </a:r>
              <a:endParaRPr lang="en-US" sz="1400" spc="0" kern="0" b="0" i="0" dirty="0">
                <a:solidFill>
                  <a:srgbClr val="50658E"/>
                </a:solidFill>
                <a:latin typeface="IBM Plex Sans"/>
                <a:ea typeface="IBM Plex Sans"/>
                <a:cs typeface="IBM Plex Sans"/>
              </a:endParaRPr>
            </a:p>
          </p:txBody>
        </p:sp>
      </p:grpSp>
      <p:grpSp>
        <p:nvGrpSpPr>
          <p:cNvPr id="105" name="node14"/>
          <p:cNvGrpSpPr/>
          <p:nvPr/>
        </p:nvGrpSpPr>
        <p:grpSpPr>
          <a:xfrm>
            <a:off x="6210300" y="3886200"/>
            <a:ext cx="1371600" cy="954850"/>
            <a:chOff x="6210300" y="3886200"/>
            <a:chExt cx="1371600" cy="954850"/>
          </a:xfrm>
        </p:grpSpPr>
        <p:sp>
          <p:nvSpPr>
            <p:cNvPr id="61" name="node14.value"/>
            <p:cNvSpPr/>
            <p:nvPr/>
          </p:nvSpPr>
          <p:spPr>
            <a:xfrm>
              <a:off x="6210300" y="3886200"/>
              <a:ext cx="1371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38</a:t>
              </a:r>
              <a:endParaRPr lang="en-US" sz="4800" spc="-96" kern="0" b="0" i="0" dirty="0">
                <a:solidFill>
                  <a:srgbClr val="070154"/>
                </a:solidFill>
                <a:latin typeface="IBM Plex Mono SemiBold"/>
                <a:ea typeface="IBM Plex Mono SemiBold"/>
                <a:cs typeface="IBM Plex Mono SemiBold"/>
              </a:endParaRPr>
            </a:p>
          </p:txBody>
        </p:sp>
        <p:sp>
          <p:nvSpPr>
            <p:cNvPr id="62" name="node14.label"/>
            <p:cNvSpPr/>
            <p:nvPr/>
          </p:nvSpPr>
          <p:spPr>
            <a:xfrm>
              <a:off x="6210300" y="4574350"/>
              <a:ext cx="137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clients served</a:t>
              </a:r>
              <a:endParaRPr lang="en-US" sz="1400" spc="0" kern="0" b="0" i="0" dirty="0">
                <a:solidFill>
                  <a:srgbClr val="50658E"/>
                </a:solidFill>
                <a:latin typeface="IBM Plex Sans"/>
                <a:ea typeface="IBM Plex Sans"/>
                <a:cs typeface="IBM Plex Sans"/>
              </a:endParaRPr>
            </a:p>
          </p:txBody>
        </p:sp>
      </p:grpSp>
      <p:grpSp>
        <p:nvGrpSpPr>
          <p:cNvPr id="106" name="node15"/>
          <p:cNvGrpSpPr/>
          <p:nvPr/>
        </p:nvGrpSpPr>
        <p:grpSpPr>
          <a:xfrm>
            <a:off x="8039100" y="1600200"/>
            <a:ext cx="3429000" cy="3429000"/>
            <a:chOff x="8039100" y="1600200"/>
            <a:chExt cx="3429000" cy="3429000"/>
          </a:xfrm>
        </p:grpSpPr>
        <p:sp>
          <p:nvSpPr>
            <p:cNvPr id="63" name="node15.surface"/>
            <p:cNvSpPr/>
            <p:nvPr/>
          </p:nvSpPr>
          <p:spPr>
            <a:xfrm>
              <a:off x="8039100" y="1600200"/>
              <a:ext cx="3429000" cy="3429000"/>
            </a:xfrm>
            <a:prstGeom prst="rect">
              <a:avLst/>
            </a:prstGeom>
            <a:solidFill>
              <a:srgbClr val="E8EEF8"/>
            </a:solidFill>
            <a:ln>
              <a:noFill/>
            </a:ln>
          </p:spPr>
        </p:sp>
      </p:grpSp>
      <p:grpSp>
        <p:nvGrpSpPr>
          <p:cNvPr id="107" name="node16"/>
          <p:cNvGrpSpPr/>
          <p:nvPr/>
        </p:nvGrpSpPr>
        <p:grpSpPr>
          <a:xfrm>
            <a:off x="8267700" y="1828800"/>
            <a:ext cx="2971800" cy="685800"/>
            <a:chOff x="8267700" y="1828800"/>
            <a:chExt cx="2971800" cy="685800"/>
          </a:xfrm>
        </p:grpSpPr>
        <p:sp>
          <p:nvSpPr>
            <p:cNvPr id="64" name="node16.background"/>
            <p:cNvSpPr/>
            <p:nvPr/>
          </p:nvSpPr>
          <p:spPr>
            <a:xfrm>
              <a:off x="8267700" y="1828800"/>
              <a:ext cx="2971800" cy="685800"/>
            </a:xfrm>
            <a:prstGeom prst="rect">
              <a:avLst/>
            </a:prstGeom>
            <a:solidFill>
              <a:srgbClr val="FFFFFF"/>
            </a:solidFill>
            <a:ln>
              <a:noFill/>
            </a:ln>
          </p:spPr>
        </p:sp>
        <p:sp>
          <p:nvSpPr>
            <p:cNvPr id="65" name="node16.hatch.000"/>
            <p:cNvSpPr/>
            <p:nvPr/>
          </p:nvSpPr>
          <p:spPr>
            <a:xfrm>
              <a:off x="8267700" y="1828800"/>
              <a:ext cx="2971800" cy="685800"/>
            </a:xfrm>
            <a:custGeom>
              <a:avLst/>
              <a:gdLst/>
              <a:ahLst/>
              <a:cxnLst/>
              <a:rect l="l" t="t" r="r" b="b"/>
              <a:pathLst>
                <a:path w="2971800" h="685800">
                  <a:moveTo>
                    <a:pt x="0" y="215526"/>
                  </a:moveTo>
                  <a:lnTo>
                    <a:pt x="0" y="107763"/>
                  </a:lnTo>
                  <a:lnTo>
                    <a:pt x="107763" y="0"/>
                  </a:lnTo>
                  <a:lnTo>
                    <a:pt x="215526" y="0"/>
                  </a:lnTo>
                  <a:close/>
                </a:path>
              </a:pathLst>
            </a:custGeom>
            <a:solidFill>
              <a:srgbClr val="F3F6FC"/>
            </a:solidFill>
            <a:ln>
              <a:noFill/>
            </a:ln>
          </p:spPr>
        </p:sp>
        <p:sp>
          <p:nvSpPr>
            <p:cNvPr id="66" name="node16.hatch.001"/>
            <p:cNvSpPr/>
            <p:nvPr/>
          </p:nvSpPr>
          <p:spPr>
            <a:xfrm>
              <a:off x="8267700" y="1828800"/>
              <a:ext cx="2971800" cy="685800"/>
            </a:xfrm>
            <a:custGeom>
              <a:avLst/>
              <a:gdLst/>
              <a:ahLst/>
              <a:cxnLst/>
              <a:rect l="l" t="t" r="r" b="b"/>
              <a:pathLst>
                <a:path w="2971800" h="685800">
                  <a:moveTo>
                    <a:pt x="0" y="431052"/>
                  </a:moveTo>
                  <a:lnTo>
                    <a:pt x="0" y="323289"/>
                  </a:lnTo>
                  <a:lnTo>
                    <a:pt x="323289" y="0"/>
                  </a:lnTo>
                  <a:lnTo>
                    <a:pt x="431052" y="0"/>
                  </a:lnTo>
                  <a:close/>
                </a:path>
              </a:pathLst>
            </a:custGeom>
            <a:solidFill>
              <a:srgbClr val="F3F6FC"/>
            </a:solidFill>
            <a:ln>
              <a:noFill/>
            </a:ln>
          </p:spPr>
        </p:sp>
        <p:sp>
          <p:nvSpPr>
            <p:cNvPr id="67" name="node16.hatch.002"/>
            <p:cNvSpPr/>
            <p:nvPr/>
          </p:nvSpPr>
          <p:spPr>
            <a:xfrm>
              <a:off x="8267700" y="1828800"/>
              <a:ext cx="2971800" cy="685800"/>
            </a:xfrm>
            <a:custGeom>
              <a:avLst/>
              <a:gdLst/>
              <a:ahLst/>
              <a:cxnLst/>
              <a:rect l="l" t="t" r="r" b="b"/>
              <a:pathLst>
                <a:path w="2971800" h="685800">
                  <a:moveTo>
                    <a:pt x="0" y="646578"/>
                  </a:moveTo>
                  <a:lnTo>
                    <a:pt x="0" y="538815"/>
                  </a:lnTo>
                  <a:lnTo>
                    <a:pt x="538815" y="0"/>
                  </a:lnTo>
                  <a:lnTo>
                    <a:pt x="646578" y="0"/>
                  </a:lnTo>
                  <a:close/>
                </a:path>
              </a:pathLst>
            </a:custGeom>
            <a:solidFill>
              <a:srgbClr val="F3F6FC"/>
            </a:solidFill>
            <a:ln>
              <a:noFill/>
            </a:ln>
          </p:spPr>
        </p:sp>
        <p:sp>
          <p:nvSpPr>
            <p:cNvPr id="68" name="node16.hatch.003"/>
            <p:cNvSpPr/>
            <p:nvPr/>
          </p:nvSpPr>
          <p:spPr>
            <a:xfrm>
              <a:off x="8267700" y="1828800"/>
              <a:ext cx="2971800" cy="685800"/>
            </a:xfrm>
            <a:custGeom>
              <a:avLst/>
              <a:gdLst/>
              <a:ahLst/>
              <a:cxnLst/>
              <a:rect l="l" t="t" r="r" b="b"/>
              <a:pathLst>
                <a:path w="2971800" h="685800">
                  <a:moveTo>
                    <a:pt x="754342" y="0"/>
                  </a:moveTo>
                  <a:lnTo>
                    <a:pt x="862105" y="0"/>
                  </a:lnTo>
                  <a:lnTo>
                    <a:pt x="176305" y="685800"/>
                  </a:lnTo>
                  <a:lnTo>
                    <a:pt x="68542" y="685800"/>
                  </a:lnTo>
                  <a:close/>
                </a:path>
              </a:pathLst>
            </a:custGeom>
            <a:solidFill>
              <a:srgbClr val="F3F6FC"/>
            </a:solidFill>
            <a:ln>
              <a:noFill/>
            </a:ln>
          </p:spPr>
        </p:sp>
        <p:sp>
          <p:nvSpPr>
            <p:cNvPr id="69" name="node16.hatch.004"/>
            <p:cNvSpPr/>
            <p:nvPr/>
          </p:nvSpPr>
          <p:spPr>
            <a:xfrm>
              <a:off x="8267700" y="1828800"/>
              <a:ext cx="2971800" cy="685800"/>
            </a:xfrm>
            <a:custGeom>
              <a:avLst/>
              <a:gdLst/>
              <a:ahLst/>
              <a:cxnLst/>
              <a:rect l="l" t="t" r="r" b="b"/>
              <a:pathLst>
                <a:path w="2971800" h="685800">
                  <a:moveTo>
                    <a:pt x="969868" y="0"/>
                  </a:moveTo>
                  <a:lnTo>
                    <a:pt x="1077631" y="0"/>
                  </a:lnTo>
                  <a:lnTo>
                    <a:pt x="391831" y="685800"/>
                  </a:lnTo>
                  <a:lnTo>
                    <a:pt x="284068" y="685800"/>
                  </a:lnTo>
                  <a:close/>
                </a:path>
              </a:pathLst>
            </a:custGeom>
            <a:solidFill>
              <a:srgbClr val="F3F6FC"/>
            </a:solidFill>
            <a:ln>
              <a:noFill/>
            </a:ln>
          </p:spPr>
        </p:sp>
        <p:sp>
          <p:nvSpPr>
            <p:cNvPr id="70" name="node16.hatch.005"/>
            <p:cNvSpPr/>
            <p:nvPr/>
          </p:nvSpPr>
          <p:spPr>
            <a:xfrm>
              <a:off x="8267700" y="1828800"/>
              <a:ext cx="2971800" cy="685800"/>
            </a:xfrm>
            <a:custGeom>
              <a:avLst/>
              <a:gdLst/>
              <a:ahLst/>
              <a:cxnLst/>
              <a:rect l="l" t="t" r="r" b="b"/>
              <a:pathLst>
                <a:path w="2971800" h="685800">
                  <a:moveTo>
                    <a:pt x="1185394" y="0"/>
                  </a:moveTo>
                  <a:lnTo>
                    <a:pt x="1293157" y="0"/>
                  </a:lnTo>
                  <a:lnTo>
                    <a:pt x="607357" y="685800"/>
                  </a:lnTo>
                  <a:lnTo>
                    <a:pt x="499594" y="685800"/>
                  </a:lnTo>
                  <a:close/>
                </a:path>
              </a:pathLst>
            </a:custGeom>
            <a:solidFill>
              <a:srgbClr val="F3F6FC"/>
            </a:solidFill>
            <a:ln>
              <a:noFill/>
            </a:ln>
          </p:spPr>
        </p:sp>
        <p:sp>
          <p:nvSpPr>
            <p:cNvPr id="71" name="node16.hatch.006"/>
            <p:cNvSpPr/>
            <p:nvPr/>
          </p:nvSpPr>
          <p:spPr>
            <a:xfrm>
              <a:off x="8267700" y="1828800"/>
              <a:ext cx="2971800" cy="685800"/>
            </a:xfrm>
            <a:custGeom>
              <a:avLst/>
              <a:gdLst/>
              <a:ahLst/>
              <a:cxnLst/>
              <a:rect l="l" t="t" r="r" b="b"/>
              <a:pathLst>
                <a:path w="2971800" h="685800">
                  <a:moveTo>
                    <a:pt x="1400920" y="0"/>
                  </a:moveTo>
                  <a:lnTo>
                    <a:pt x="1508683" y="0"/>
                  </a:lnTo>
                  <a:lnTo>
                    <a:pt x="822883" y="685800"/>
                  </a:lnTo>
                  <a:lnTo>
                    <a:pt x="715120" y="685800"/>
                  </a:lnTo>
                  <a:close/>
                </a:path>
              </a:pathLst>
            </a:custGeom>
            <a:solidFill>
              <a:srgbClr val="F3F6FC"/>
            </a:solidFill>
            <a:ln>
              <a:noFill/>
            </a:ln>
          </p:spPr>
        </p:sp>
        <p:sp>
          <p:nvSpPr>
            <p:cNvPr id="72" name="node16.hatch.007"/>
            <p:cNvSpPr/>
            <p:nvPr/>
          </p:nvSpPr>
          <p:spPr>
            <a:xfrm>
              <a:off x="8267700" y="1828800"/>
              <a:ext cx="2971800" cy="685800"/>
            </a:xfrm>
            <a:custGeom>
              <a:avLst/>
              <a:gdLst/>
              <a:ahLst/>
              <a:cxnLst/>
              <a:rect l="l" t="t" r="r" b="b"/>
              <a:pathLst>
                <a:path w="2971800" h="685800">
                  <a:moveTo>
                    <a:pt x="1616446" y="0"/>
                  </a:moveTo>
                  <a:lnTo>
                    <a:pt x="1724209" y="0"/>
                  </a:lnTo>
                  <a:lnTo>
                    <a:pt x="1038409" y="685800"/>
                  </a:lnTo>
                  <a:lnTo>
                    <a:pt x="930646" y="685800"/>
                  </a:lnTo>
                  <a:close/>
                </a:path>
              </a:pathLst>
            </a:custGeom>
            <a:solidFill>
              <a:srgbClr val="F3F6FC"/>
            </a:solidFill>
            <a:ln>
              <a:noFill/>
            </a:ln>
          </p:spPr>
        </p:sp>
        <p:sp>
          <p:nvSpPr>
            <p:cNvPr id="73" name="node16.hatch.008"/>
            <p:cNvSpPr/>
            <p:nvPr/>
          </p:nvSpPr>
          <p:spPr>
            <a:xfrm>
              <a:off x="8267700" y="1828800"/>
              <a:ext cx="2971800" cy="685800"/>
            </a:xfrm>
            <a:custGeom>
              <a:avLst/>
              <a:gdLst/>
              <a:ahLst/>
              <a:cxnLst/>
              <a:rect l="l" t="t" r="r" b="b"/>
              <a:pathLst>
                <a:path w="2971800" h="685800">
                  <a:moveTo>
                    <a:pt x="1831972" y="0"/>
                  </a:moveTo>
                  <a:lnTo>
                    <a:pt x="1939735" y="0"/>
                  </a:lnTo>
                  <a:lnTo>
                    <a:pt x="1253935" y="685800"/>
                  </a:lnTo>
                  <a:lnTo>
                    <a:pt x="1146172" y="685800"/>
                  </a:lnTo>
                  <a:close/>
                </a:path>
              </a:pathLst>
            </a:custGeom>
            <a:solidFill>
              <a:srgbClr val="F3F6FC"/>
            </a:solidFill>
            <a:ln>
              <a:noFill/>
            </a:ln>
          </p:spPr>
        </p:sp>
        <p:sp>
          <p:nvSpPr>
            <p:cNvPr id="74" name="node16.hatch.009"/>
            <p:cNvSpPr/>
            <p:nvPr/>
          </p:nvSpPr>
          <p:spPr>
            <a:xfrm>
              <a:off x="8267700" y="1828800"/>
              <a:ext cx="2971800" cy="685800"/>
            </a:xfrm>
            <a:custGeom>
              <a:avLst/>
              <a:gdLst/>
              <a:ahLst/>
              <a:cxnLst/>
              <a:rect l="l" t="t" r="r" b="b"/>
              <a:pathLst>
                <a:path w="2971800" h="685800">
                  <a:moveTo>
                    <a:pt x="2047498" y="0"/>
                  </a:moveTo>
                  <a:lnTo>
                    <a:pt x="2155261" y="0"/>
                  </a:lnTo>
                  <a:lnTo>
                    <a:pt x="1469461" y="685800"/>
                  </a:lnTo>
                  <a:lnTo>
                    <a:pt x="1361698" y="685800"/>
                  </a:lnTo>
                  <a:close/>
                </a:path>
              </a:pathLst>
            </a:custGeom>
            <a:solidFill>
              <a:srgbClr val="F3F6FC"/>
            </a:solidFill>
            <a:ln>
              <a:noFill/>
            </a:ln>
          </p:spPr>
        </p:sp>
        <p:sp>
          <p:nvSpPr>
            <p:cNvPr id="75" name="node16.hatch.010"/>
            <p:cNvSpPr/>
            <p:nvPr/>
          </p:nvSpPr>
          <p:spPr>
            <a:xfrm>
              <a:off x="8267700" y="1828800"/>
              <a:ext cx="2971800" cy="685800"/>
            </a:xfrm>
            <a:custGeom>
              <a:avLst/>
              <a:gdLst/>
              <a:ahLst/>
              <a:cxnLst/>
              <a:rect l="l" t="t" r="r" b="b"/>
              <a:pathLst>
                <a:path w="2971800" h="685800">
                  <a:moveTo>
                    <a:pt x="2263025" y="0"/>
                  </a:moveTo>
                  <a:lnTo>
                    <a:pt x="2370788" y="0"/>
                  </a:lnTo>
                  <a:lnTo>
                    <a:pt x="1684988" y="685800"/>
                  </a:lnTo>
                  <a:lnTo>
                    <a:pt x="1577225" y="685800"/>
                  </a:lnTo>
                  <a:close/>
                </a:path>
              </a:pathLst>
            </a:custGeom>
            <a:solidFill>
              <a:srgbClr val="F3F6FC"/>
            </a:solidFill>
            <a:ln>
              <a:noFill/>
            </a:ln>
          </p:spPr>
        </p:sp>
        <p:sp>
          <p:nvSpPr>
            <p:cNvPr id="76" name="node16.hatch.011"/>
            <p:cNvSpPr/>
            <p:nvPr/>
          </p:nvSpPr>
          <p:spPr>
            <a:xfrm>
              <a:off x="8267700" y="1828800"/>
              <a:ext cx="2971800" cy="685800"/>
            </a:xfrm>
            <a:custGeom>
              <a:avLst/>
              <a:gdLst/>
              <a:ahLst/>
              <a:cxnLst/>
              <a:rect l="l" t="t" r="r" b="b"/>
              <a:pathLst>
                <a:path w="2971800" h="685800">
                  <a:moveTo>
                    <a:pt x="2478551" y="0"/>
                  </a:moveTo>
                  <a:lnTo>
                    <a:pt x="2586314" y="0"/>
                  </a:lnTo>
                  <a:lnTo>
                    <a:pt x="1900514" y="685800"/>
                  </a:lnTo>
                  <a:lnTo>
                    <a:pt x="1792751" y="685800"/>
                  </a:lnTo>
                  <a:close/>
                </a:path>
              </a:pathLst>
            </a:custGeom>
            <a:solidFill>
              <a:srgbClr val="F3F6FC"/>
            </a:solidFill>
            <a:ln>
              <a:noFill/>
            </a:ln>
          </p:spPr>
        </p:sp>
        <p:sp>
          <p:nvSpPr>
            <p:cNvPr id="77" name="node16.hatch.012"/>
            <p:cNvSpPr/>
            <p:nvPr/>
          </p:nvSpPr>
          <p:spPr>
            <a:xfrm>
              <a:off x="8267700" y="1828800"/>
              <a:ext cx="2971800" cy="685800"/>
            </a:xfrm>
            <a:custGeom>
              <a:avLst/>
              <a:gdLst/>
              <a:ahLst/>
              <a:cxnLst/>
              <a:rect l="l" t="t" r="r" b="b"/>
              <a:pathLst>
                <a:path w="2971800" h="685800">
                  <a:moveTo>
                    <a:pt x="2694077" y="0"/>
                  </a:moveTo>
                  <a:lnTo>
                    <a:pt x="2801840" y="0"/>
                  </a:lnTo>
                  <a:lnTo>
                    <a:pt x="2116040" y="685800"/>
                  </a:lnTo>
                  <a:lnTo>
                    <a:pt x="2008277" y="685800"/>
                  </a:lnTo>
                  <a:close/>
                </a:path>
              </a:pathLst>
            </a:custGeom>
            <a:solidFill>
              <a:srgbClr val="F3F6FC"/>
            </a:solidFill>
            <a:ln>
              <a:noFill/>
            </a:ln>
          </p:spPr>
        </p:sp>
        <p:sp>
          <p:nvSpPr>
            <p:cNvPr id="78" name="node16.hatch.013"/>
            <p:cNvSpPr/>
            <p:nvPr/>
          </p:nvSpPr>
          <p:spPr>
            <a:xfrm>
              <a:off x="8267700" y="1828800"/>
              <a:ext cx="2971800" cy="685800"/>
            </a:xfrm>
            <a:custGeom>
              <a:avLst/>
              <a:gdLst/>
              <a:ahLst/>
              <a:cxnLst/>
              <a:rect l="l" t="t" r="r" b="b"/>
              <a:pathLst>
                <a:path w="2971800" h="685800">
                  <a:moveTo>
                    <a:pt x="2909603" y="0"/>
                  </a:moveTo>
                  <a:lnTo>
                    <a:pt x="2971800" y="0"/>
                  </a:lnTo>
                  <a:lnTo>
                    <a:pt x="2971800" y="45566"/>
                  </a:lnTo>
                  <a:lnTo>
                    <a:pt x="2331566" y="685800"/>
                  </a:lnTo>
                  <a:lnTo>
                    <a:pt x="2223803" y="685800"/>
                  </a:lnTo>
                  <a:close/>
                </a:path>
              </a:pathLst>
            </a:custGeom>
            <a:solidFill>
              <a:srgbClr val="F3F6FC"/>
            </a:solidFill>
            <a:ln>
              <a:noFill/>
            </a:ln>
          </p:spPr>
        </p:sp>
        <p:sp>
          <p:nvSpPr>
            <p:cNvPr id="79" name="node16.hatch.014"/>
            <p:cNvSpPr/>
            <p:nvPr/>
          </p:nvSpPr>
          <p:spPr>
            <a:xfrm>
              <a:off x="8267700" y="1828800"/>
              <a:ext cx="2971800" cy="685800"/>
            </a:xfrm>
            <a:custGeom>
              <a:avLst/>
              <a:gdLst/>
              <a:ahLst/>
              <a:cxnLst/>
              <a:rect l="l" t="t" r="r" b="b"/>
              <a:pathLst>
                <a:path w="2971800" h="685800">
                  <a:moveTo>
                    <a:pt x="2971800" y="153329"/>
                  </a:moveTo>
                  <a:lnTo>
                    <a:pt x="2971800" y="261092"/>
                  </a:lnTo>
                  <a:lnTo>
                    <a:pt x="2547092" y="685800"/>
                  </a:lnTo>
                  <a:lnTo>
                    <a:pt x="2439329" y="685800"/>
                  </a:lnTo>
                  <a:close/>
                </a:path>
              </a:pathLst>
            </a:custGeom>
            <a:solidFill>
              <a:srgbClr val="F3F6FC"/>
            </a:solidFill>
            <a:ln>
              <a:noFill/>
            </a:ln>
          </p:spPr>
        </p:sp>
        <p:sp>
          <p:nvSpPr>
            <p:cNvPr id="80" name="node16.hatch.015"/>
            <p:cNvSpPr/>
            <p:nvPr/>
          </p:nvSpPr>
          <p:spPr>
            <a:xfrm>
              <a:off x="8267700" y="1828800"/>
              <a:ext cx="2971800" cy="685800"/>
            </a:xfrm>
            <a:custGeom>
              <a:avLst/>
              <a:gdLst/>
              <a:ahLst/>
              <a:cxnLst/>
              <a:rect l="l" t="t" r="r" b="b"/>
              <a:pathLst>
                <a:path w="2971800" h="685800">
                  <a:moveTo>
                    <a:pt x="2971800" y="368855"/>
                  </a:moveTo>
                  <a:lnTo>
                    <a:pt x="2971800" y="476618"/>
                  </a:lnTo>
                  <a:lnTo>
                    <a:pt x="2762618" y="685800"/>
                  </a:lnTo>
                  <a:lnTo>
                    <a:pt x="2654855" y="685800"/>
                  </a:lnTo>
                  <a:close/>
                </a:path>
              </a:pathLst>
            </a:custGeom>
            <a:solidFill>
              <a:srgbClr val="F3F6FC"/>
            </a:solidFill>
            <a:ln>
              <a:noFill/>
            </a:ln>
          </p:spPr>
        </p:sp>
        <p:sp>
          <p:nvSpPr>
            <p:cNvPr id="81" name="node16.hatch.016"/>
            <p:cNvSpPr/>
            <p:nvPr/>
          </p:nvSpPr>
          <p:spPr>
            <a:xfrm>
              <a:off x="8267700" y="1828800"/>
              <a:ext cx="2971800" cy="685800"/>
            </a:xfrm>
            <a:custGeom>
              <a:avLst/>
              <a:gdLst/>
              <a:ahLst/>
              <a:cxnLst/>
              <a:rect l="l" t="t" r="r" b="b"/>
              <a:pathLst>
                <a:path w="2971800" h="685800">
                  <a:moveTo>
                    <a:pt x="2971800" y="584381"/>
                  </a:moveTo>
                  <a:lnTo>
                    <a:pt x="2971800" y="685800"/>
                  </a:lnTo>
                  <a:lnTo>
                    <a:pt x="2870381" y="685800"/>
                  </a:lnTo>
                  <a:close/>
                </a:path>
              </a:pathLst>
            </a:custGeom>
            <a:solidFill>
              <a:srgbClr val="F3F6FC"/>
            </a:solidFill>
            <a:ln>
              <a:noFill/>
            </a:ln>
          </p:spPr>
        </p:sp>
        <p:sp>
          <p:nvSpPr>
            <p:cNvPr id="82" name="node16.border"/>
            <p:cNvSpPr/>
            <p:nvPr/>
          </p:nvSpPr>
          <p:spPr>
            <a:xfrm>
              <a:off x="8267700" y="1828800"/>
              <a:ext cx="2971800" cy="685800"/>
            </a:xfrm>
            <a:prstGeom prst="rect">
              <a:avLst/>
            </a:prstGeom>
            <a:ln w="12700">
              <a:solidFill>
                <a:srgbClr val="97A4BA"/>
              </a:solidFill>
              <a:prstDash val="solid"/>
            </a:ln>
          </p:spPr>
        </p:sp>
        <p:sp>
          <p:nvSpPr>
            <p:cNvPr id="83" name="node16.placeholder"/>
            <p:cNvSpPr/>
            <p:nvPr/>
          </p:nvSpPr>
          <p:spPr>
            <a:xfrm>
              <a:off x="8293100" y="2095500"/>
              <a:ext cx="2921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PARTNER LOGO</a:t>
              </a:r>
              <a:endParaRPr lang="en-US" sz="900" spc="54" kern="0" b="0" i="0" dirty="0">
                <a:solidFill>
                  <a:srgbClr val="50658E"/>
                </a:solidFill>
                <a:latin typeface="IBM Plex Mono SemiBold"/>
                <a:ea typeface="IBM Plex Mono SemiBold"/>
                <a:cs typeface="IBM Plex Mono SemiBold"/>
              </a:endParaRPr>
            </a:p>
          </p:txBody>
        </p:sp>
      </p:grpSp>
      <p:grpSp>
        <p:nvGrpSpPr>
          <p:cNvPr id="108" name="node17"/>
          <p:cNvGrpSpPr/>
          <p:nvPr/>
        </p:nvGrpSpPr>
        <p:grpSpPr>
          <a:xfrm>
            <a:off x="8267700" y="2743200"/>
            <a:ext cx="2971800" cy="304800"/>
            <a:chOff x="8267700" y="2743200"/>
            <a:chExt cx="2971800" cy="304800"/>
          </a:xfrm>
        </p:grpSpPr>
        <p:sp>
          <p:nvSpPr>
            <p:cNvPr id="84" name="node17.text"/>
            <p:cNvSpPr/>
            <p:nvPr/>
          </p:nvSpPr>
          <p:spPr>
            <a:xfrm>
              <a:off x="8267700" y="2743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Alliance partner C</a:t>
              </a:r>
              <a:endParaRPr lang="en-US" sz="1800" spc="-18" kern="0" b="0" i="0" dirty="0">
                <a:solidFill>
                  <a:srgbClr val="070154"/>
                </a:solidFill>
                <a:latin typeface="IBM Plex Sans SemiBold"/>
                <a:ea typeface="IBM Plex Sans SemiBold"/>
                <a:cs typeface="IBM Plex Sans SemiBold"/>
              </a:endParaRPr>
            </a:p>
          </p:txBody>
        </p:sp>
      </p:grpSp>
      <p:grpSp>
        <p:nvGrpSpPr>
          <p:cNvPr id="109" name="node18"/>
          <p:cNvGrpSpPr/>
          <p:nvPr/>
        </p:nvGrpSpPr>
        <p:grpSpPr>
          <a:xfrm>
            <a:off x="8267700" y="3200400"/>
            <a:ext cx="2971800" cy="152400"/>
            <a:chOff x="8267700" y="3200400"/>
            <a:chExt cx="2971800" cy="152400"/>
          </a:xfrm>
        </p:grpSpPr>
        <p:sp>
          <p:nvSpPr>
            <p:cNvPr id="85" name="node18.text"/>
            <p:cNvSpPr/>
            <p:nvPr/>
          </p:nvSpPr>
          <p:spPr>
            <a:xfrm>
              <a:off x="82677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SELECT PARTNER</a:t>
              </a:r>
              <a:endParaRPr lang="en-US" sz="900" spc="54" kern="0" b="0" i="0" dirty="0">
                <a:solidFill>
                  <a:srgbClr val="0047FF"/>
                </a:solidFill>
                <a:latin typeface="IBM Plex Mono Medium"/>
                <a:ea typeface="IBM Plex Mono Medium"/>
                <a:cs typeface="IBM Plex Mono Medium"/>
              </a:endParaRPr>
            </a:p>
          </p:txBody>
        </p:sp>
      </p:grpSp>
      <p:sp>
        <p:nvSpPr>
          <p:cNvPr id="86" name="node19"/>
          <p:cNvSpPr/>
          <p:nvPr/>
        </p:nvSpPr>
        <p:spPr>
          <a:xfrm>
            <a:off x="8267700" y="3657600"/>
            <a:ext cx="2971800" cy="9525"/>
          </a:xfrm>
          <a:prstGeom prst="rect">
            <a:avLst/>
          </a:prstGeom>
          <a:solidFill>
            <a:srgbClr val="CED7E6"/>
          </a:solidFill>
          <a:ln>
            <a:noFill/>
          </a:ln>
        </p:spPr>
      </p:sp>
      <p:grpSp>
        <p:nvGrpSpPr>
          <p:cNvPr id="110" name="node20"/>
          <p:cNvGrpSpPr/>
          <p:nvPr/>
        </p:nvGrpSpPr>
        <p:grpSpPr>
          <a:xfrm>
            <a:off x="8267700" y="3886200"/>
            <a:ext cx="1600200" cy="954850"/>
            <a:chOff x="8267700" y="3886200"/>
            <a:chExt cx="1600200" cy="954850"/>
          </a:xfrm>
        </p:grpSpPr>
        <p:sp>
          <p:nvSpPr>
            <p:cNvPr id="87" name="node20.value"/>
            <p:cNvSpPr/>
            <p:nvPr/>
          </p:nvSpPr>
          <p:spPr>
            <a:xfrm>
              <a:off x="8267700" y="38862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47</a:t>
              </a:r>
              <a:endParaRPr lang="en-US" sz="4800" spc="-96" kern="0" b="0" i="0" dirty="0">
                <a:solidFill>
                  <a:srgbClr val="070154"/>
                </a:solidFill>
                <a:latin typeface="IBM Plex Mono SemiBold"/>
                <a:ea typeface="IBM Plex Mono SemiBold"/>
                <a:cs typeface="IBM Plex Mono SemiBold"/>
              </a:endParaRPr>
            </a:p>
          </p:txBody>
        </p:sp>
        <p:sp>
          <p:nvSpPr>
            <p:cNvPr id="88" name="node20.label"/>
            <p:cNvSpPr/>
            <p:nvPr/>
          </p:nvSpPr>
          <p:spPr>
            <a:xfrm>
              <a:off x="8267700" y="45743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joint engagements</a:t>
              </a:r>
              <a:endParaRPr lang="en-US" sz="1400" spc="0" kern="0" b="0" i="0" dirty="0">
                <a:solidFill>
                  <a:srgbClr val="50658E"/>
                </a:solidFill>
                <a:latin typeface="IBM Plex Sans"/>
                <a:ea typeface="IBM Plex Sans"/>
                <a:cs typeface="IBM Plex Sans"/>
              </a:endParaRPr>
            </a:p>
          </p:txBody>
        </p:sp>
      </p:grpSp>
      <p:grpSp>
        <p:nvGrpSpPr>
          <p:cNvPr id="111" name="node21"/>
          <p:cNvGrpSpPr/>
          <p:nvPr/>
        </p:nvGrpSpPr>
        <p:grpSpPr>
          <a:xfrm>
            <a:off x="9867900" y="3886200"/>
            <a:ext cx="1371600" cy="954850"/>
            <a:chOff x="9867900" y="3886200"/>
            <a:chExt cx="1371600" cy="954850"/>
          </a:xfrm>
        </p:grpSpPr>
        <p:sp>
          <p:nvSpPr>
            <p:cNvPr id="89" name="node21.value"/>
            <p:cNvSpPr/>
            <p:nvPr/>
          </p:nvSpPr>
          <p:spPr>
            <a:xfrm>
              <a:off x="9867900" y="3886200"/>
              <a:ext cx="1371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29</a:t>
              </a:r>
              <a:endParaRPr lang="en-US" sz="4800" spc="-96" kern="0" b="0" i="0" dirty="0">
                <a:solidFill>
                  <a:srgbClr val="070154"/>
                </a:solidFill>
                <a:latin typeface="IBM Plex Mono SemiBold"/>
                <a:ea typeface="IBM Plex Mono SemiBold"/>
                <a:cs typeface="IBM Plex Mono SemiBold"/>
              </a:endParaRPr>
            </a:p>
          </p:txBody>
        </p:sp>
        <p:sp>
          <p:nvSpPr>
            <p:cNvPr id="90" name="node21.label"/>
            <p:cNvSpPr/>
            <p:nvPr/>
          </p:nvSpPr>
          <p:spPr>
            <a:xfrm>
              <a:off x="9867900" y="4574350"/>
              <a:ext cx="137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clients served</a:t>
              </a:r>
              <a:endParaRPr lang="en-US" sz="1400" spc="0" kern="0" b="0" i="0" dirty="0">
                <a:solidFill>
                  <a:srgbClr val="50658E"/>
                </a:solidFill>
                <a:latin typeface="IBM Plex Sans"/>
                <a:ea typeface="IBM Plex Sans"/>
                <a:cs typeface="IBM Plex Sans"/>
              </a:endParaRPr>
            </a:p>
          </p:txBody>
        </p:sp>
      </p:grpSp>
      <p:grpSp>
        <p:nvGrpSpPr>
          <p:cNvPr id="112" name="node22"/>
          <p:cNvGrpSpPr/>
          <p:nvPr/>
        </p:nvGrpSpPr>
        <p:grpSpPr>
          <a:xfrm>
            <a:off x="723900" y="5257800"/>
            <a:ext cx="10744200" cy="457200"/>
            <a:chOff x="723900" y="5257800"/>
            <a:chExt cx="10744200" cy="457200"/>
          </a:xfrm>
        </p:grpSpPr>
        <p:sp>
          <p:nvSpPr>
            <p:cNvPr id="91" name="node22.surface"/>
            <p:cNvSpPr/>
            <p:nvPr/>
          </p:nvSpPr>
          <p:spPr>
            <a:xfrm>
              <a:off x="723900" y="5257800"/>
              <a:ext cx="10744200" cy="457200"/>
            </a:xfrm>
            <a:prstGeom prst="rect">
              <a:avLst/>
            </a:prstGeom>
            <a:solidFill>
              <a:srgbClr val="E8EEF8"/>
            </a:solidFill>
            <a:ln>
              <a:noFill/>
            </a:ln>
          </p:spPr>
        </p:sp>
      </p:grpSp>
      <p:grpSp>
        <p:nvGrpSpPr>
          <p:cNvPr id="113" name="node23"/>
          <p:cNvGrpSpPr/>
          <p:nvPr/>
        </p:nvGrpSpPr>
        <p:grpSpPr>
          <a:xfrm>
            <a:off x="952500" y="5372100"/>
            <a:ext cx="1600200" cy="152400"/>
            <a:chOff x="952500" y="5372100"/>
            <a:chExt cx="1600200" cy="152400"/>
          </a:xfrm>
        </p:grpSpPr>
        <p:sp>
          <p:nvSpPr>
            <p:cNvPr id="92" name="node23.text"/>
            <p:cNvSpPr/>
            <p:nvPr/>
          </p:nvSpPr>
          <p:spPr>
            <a:xfrm>
              <a:off x="952500" y="53721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WHY IT MATTERS</a:t>
              </a:r>
              <a:endParaRPr lang="en-US" sz="900" spc="54" kern="0" b="0" i="0" dirty="0">
                <a:solidFill>
                  <a:srgbClr val="0047FF"/>
                </a:solidFill>
                <a:latin typeface="IBM Plex Mono Medium"/>
                <a:ea typeface="IBM Plex Mono Medium"/>
                <a:cs typeface="IBM Plex Mono Medium"/>
              </a:endParaRPr>
            </a:p>
          </p:txBody>
        </p:sp>
      </p:grpSp>
      <p:grpSp>
        <p:nvGrpSpPr>
          <p:cNvPr id="114" name="node24"/>
          <p:cNvGrpSpPr/>
          <p:nvPr/>
        </p:nvGrpSpPr>
        <p:grpSpPr>
          <a:xfrm>
            <a:off x="2781300" y="5372100"/>
            <a:ext cx="8458200" cy="266700"/>
            <a:chOff x="2781300" y="5372100"/>
            <a:chExt cx="8458200" cy="266700"/>
          </a:xfrm>
        </p:grpSpPr>
        <p:sp>
          <p:nvSpPr>
            <p:cNvPr id="93" name="node24.text"/>
            <p:cNvSpPr/>
            <p:nvPr/>
          </p:nvSpPr>
          <p:spPr>
            <a:xfrm>
              <a:off x="2781300" y="5372100"/>
              <a:ext cx="8458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Joint teams bring platform depth and delivery discipline, so clients adopt faster.</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ource-12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CASE STUDY · HEALTHCARE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15-day close became a 6-day close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engagement results, confirmed by the client.</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115</a:t>
            </a:fld>
            <a:endParaRPr lang="en-US" sz="700" spc="0" kern="0" b="0" i="0" dirty="0">
              <a:solidFill>
                <a:srgbClr val="070154"/>
              </a:solidFill>
              <a:latin typeface="IBM Plex Mono SemiBold"/>
              <a:ea typeface="IBM Plex Mono SemiBold"/>
              <a:cs typeface="IBM Plex Mono SemiBold"/>
            </a:endParaRPr>
          </a:p>
        </p:txBody>
      </p:sp>
      <p:grpSp>
        <p:nvGrpSpPr>
          <p:cNvPr id="21" name="node01"/>
          <p:cNvGrpSpPr/>
          <p:nvPr/>
        </p:nvGrpSpPr>
        <p:grpSpPr>
          <a:xfrm>
            <a:off x="723900" y="1600200"/>
            <a:ext cx="3429000" cy="2514600"/>
            <a:chOff x="723900" y="1600200"/>
            <a:chExt cx="3429000" cy="2514600"/>
          </a:xfrm>
        </p:grpSpPr>
        <p:pic>
          <p:nvPicPr>
            <p:cNvPr id="7" name="node01.image" descr="photo-technician; canonical SHA256=dbc9f06d451ef5d623001722287d927f43778d85fc988571c2af2760bcb00cc1">    </p:cNvPr>
            <p:cNvPicPr>
              <a:picLocks noChangeAspect="1"/>
            </p:cNvPicPr>
            <p:nvPr/>
          </p:nvPicPr>
          <p:blipFill>
            <a:blip r:embed="rId1"/>
            <a:srcRect l="0" r="0" t="408" b="952"/>
            <a:stretch/>
          </p:blipFill>
          <p:spPr>
            <a:xfrm>
              <a:off x="723900" y="1600200"/>
              <a:ext cx="3429000" cy="2514600"/>
            </a:xfrm>
            <a:prstGeom prst="rect">
              <a:avLst/>
            </a:prstGeom>
          </p:spPr>
        </p:pic>
      </p:grpSp>
      <p:grpSp>
        <p:nvGrpSpPr>
          <p:cNvPr id="22" name="node02"/>
          <p:cNvGrpSpPr/>
          <p:nvPr/>
        </p:nvGrpSpPr>
        <p:grpSpPr>
          <a:xfrm>
            <a:off x="4381500" y="1600200"/>
            <a:ext cx="3429000" cy="762000"/>
            <a:chOff x="4381500" y="1600200"/>
            <a:chExt cx="3429000" cy="762000"/>
          </a:xfrm>
        </p:grpSpPr>
        <p:sp>
          <p:nvSpPr>
            <p:cNvPr id="8" name="node02.label"/>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node02.body"/>
            <p:cNvSpPr/>
            <p:nvPr/>
          </p:nvSpPr>
          <p:spPr>
            <a:xfrm>
              <a:off x="4381500" y="18288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15-day close, with intercompany balances matched by email.</a:t>
              </a:r>
              <a:endParaRPr lang="en-US" sz="1400" spc="0" kern="0" b="0" i="0" dirty="0">
                <a:solidFill>
                  <a:srgbClr val="50658E"/>
                </a:solidFill>
                <a:latin typeface="IBM Plex Sans"/>
                <a:ea typeface="IBM Plex Sans"/>
                <a:cs typeface="IBM Plex Sans"/>
              </a:endParaRPr>
            </a:p>
          </p:txBody>
        </p:sp>
      </p:grpSp>
      <p:grpSp>
        <p:nvGrpSpPr>
          <p:cNvPr id="23" name="node03"/>
          <p:cNvGrpSpPr/>
          <p:nvPr/>
        </p:nvGrpSpPr>
        <p:grpSpPr>
          <a:xfrm>
            <a:off x="4381500" y="2971800"/>
            <a:ext cx="3429000" cy="762000"/>
            <a:chOff x="4381500" y="2971800"/>
            <a:chExt cx="3429000" cy="762000"/>
          </a:xfrm>
        </p:grpSpPr>
        <p:sp>
          <p:nvSpPr>
            <p:cNvPr id="10" name="node03.label"/>
            <p:cNvSpPr/>
            <p:nvPr/>
          </p:nvSpPr>
          <p:spPr>
            <a:xfrm>
              <a:off x="4381500" y="2971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APPROACH</a:t>
              </a:r>
              <a:endParaRPr lang="en-US" sz="900" spc="54" kern="0" b="0" i="0" dirty="0">
                <a:solidFill>
                  <a:srgbClr val="0047FF"/>
                </a:solidFill>
                <a:latin typeface="IBM Plex Mono Medium"/>
                <a:ea typeface="IBM Plex Mono Medium"/>
                <a:cs typeface="IBM Plex Mono Medium"/>
              </a:endParaRPr>
            </a:p>
          </p:txBody>
        </p:sp>
        <p:sp>
          <p:nvSpPr>
            <p:cNvPr id="11" name="node03.body"/>
            <p:cNvSpPr/>
            <p:nvPr/>
          </p:nvSpPr>
          <p:spPr>
            <a:xfrm>
              <a:off x="4381500" y="32004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Automated reconciliations, rules at posting, review on day one.</a:t>
              </a:r>
              <a:endParaRPr lang="en-US" sz="1400" spc="0" kern="0" b="0" i="0" dirty="0">
                <a:solidFill>
                  <a:srgbClr val="50658E"/>
                </a:solidFill>
                <a:latin typeface="IBM Plex Sans"/>
                <a:ea typeface="IBM Plex Sans"/>
                <a:cs typeface="IBM Plex Sans"/>
              </a:endParaRPr>
            </a:p>
          </p:txBody>
        </p:sp>
      </p:grpSp>
      <p:grpSp>
        <p:nvGrpSpPr>
          <p:cNvPr id="24" name="node04"/>
          <p:cNvGrpSpPr/>
          <p:nvPr/>
        </p:nvGrpSpPr>
        <p:grpSpPr>
          <a:xfrm>
            <a:off x="8039100" y="1600200"/>
            <a:ext cx="3429000" cy="954850"/>
            <a:chOff x="8039100" y="1600200"/>
            <a:chExt cx="3429000" cy="954850"/>
          </a:xfrm>
        </p:grpSpPr>
        <p:sp>
          <p:nvSpPr>
            <p:cNvPr id="12" name="node04.value"/>
            <p:cNvSpPr/>
            <p:nvPr/>
          </p:nvSpPr>
          <p:spPr>
            <a:xfrm>
              <a:off x="8039100" y="1600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6 days</a:t>
              </a:r>
              <a:endParaRPr lang="en-US" sz="4800" spc="-96" kern="0" b="0" i="0" dirty="0">
                <a:solidFill>
                  <a:srgbClr val="070154"/>
                </a:solidFill>
                <a:latin typeface="IBM Plex Mono SemiBold"/>
                <a:ea typeface="IBM Plex Mono SemiBold"/>
                <a:cs typeface="IBM Plex Mono SemiBold"/>
              </a:endParaRPr>
            </a:p>
          </p:txBody>
        </p:sp>
        <p:sp>
          <p:nvSpPr>
            <p:cNvPr id="13" name="node04.label"/>
            <p:cNvSpPr/>
            <p:nvPr/>
          </p:nvSpPr>
          <p:spPr>
            <a:xfrm>
              <a:off x="8039100" y="2288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to close, from 15</a:t>
              </a:r>
              <a:endParaRPr lang="en-US" sz="1400" spc="0" kern="0" b="0" i="0" dirty="0">
                <a:solidFill>
                  <a:srgbClr val="50658E"/>
                </a:solidFill>
                <a:latin typeface="IBM Plex Sans"/>
                <a:ea typeface="IBM Plex Sans"/>
                <a:cs typeface="IBM Plex Sans"/>
              </a:endParaRPr>
            </a:p>
          </p:txBody>
        </p:sp>
      </p:grpSp>
      <p:grpSp>
        <p:nvGrpSpPr>
          <p:cNvPr id="25" name="node05"/>
          <p:cNvGrpSpPr/>
          <p:nvPr/>
        </p:nvGrpSpPr>
        <p:grpSpPr>
          <a:xfrm>
            <a:off x="8039100" y="2743200"/>
            <a:ext cx="3429000" cy="954850"/>
            <a:chOff x="8039100" y="2743200"/>
            <a:chExt cx="3429000" cy="954850"/>
          </a:xfrm>
        </p:grpSpPr>
        <p:sp>
          <p:nvSpPr>
            <p:cNvPr id="14" name="node05.value"/>
            <p:cNvSpPr/>
            <p:nvPr/>
          </p:nvSpPr>
          <p:spPr>
            <a:xfrm>
              <a:off x="8039100" y="2743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$2.1M</a:t>
              </a:r>
              <a:endParaRPr lang="en-US" sz="4800" spc="-96" kern="0" b="0" i="0" dirty="0">
                <a:solidFill>
                  <a:srgbClr val="070154"/>
                </a:solidFill>
                <a:latin typeface="IBM Plex Mono SemiBold"/>
                <a:ea typeface="IBM Plex Mono SemiBold"/>
                <a:cs typeface="IBM Plex Mono SemiBold"/>
              </a:endParaRPr>
            </a:p>
          </p:txBody>
        </p:sp>
        <p:sp>
          <p:nvSpPr>
            <p:cNvPr id="15" name="node05.label"/>
            <p:cNvSpPr/>
            <p:nvPr/>
          </p:nvSpPr>
          <p:spPr>
            <a:xfrm>
              <a:off x="8039100" y="3431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annual savings</a:t>
              </a:r>
              <a:endParaRPr lang="en-US" sz="1400" spc="0" kern="0" b="0" i="0" dirty="0">
                <a:solidFill>
                  <a:srgbClr val="50658E"/>
                </a:solidFill>
                <a:latin typeface="IBM Plex Sans"/>
                <a:ea typeface="IBM Plex Sans"/>
                <a:cs typeface="IBM Plex Sans"/>
              </a:endParaRPr>
            </a:p>
          </p:txBody>
        </p:sp>
      </p:grpSp>
      <p:grpSp>
        <p:nvGrpSpPr>
          <p:cNvPr id="26" name="node06"/>
          <p:cNvGrpSpPr/>
          <p:nvPr/>
        </p:nvGrpSpPr>
        <p:grpSpPr>
          <a:xfrm>
            <a:off x="8039100" y="3886200"/>
            <a:ext cx="3429000" cy="954850"/>
            <a:chOff x="8039100" y="3886200"/>
            <a:chExt cx="3429000" cy="954850"/>
          </a:xfrm>
        </p:grpSpPr>
        <p:sp>
          <p:nvSpPr>
            <p:cNvPr id="16" name="node06.value"/>
            <p:cNvSpPr/>
            <p:nvPr/>
          </p:nvSpPr>
          <p:spPr>
            <a:xfrm>
              <a:off x="8039100" y="3886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92%</a:t>
              </a:r>
              <a:endParaRPr lang="en-US" sz="4800" spc="-96" kern="0" b="0" i="0" dirty="0">
                <a:solidFill>
                  <a:srgbClr val="070154"/>
                </a:solidFill>
                <a:latin typeface="IBM Plex Mono SemiBold"/>
                <a:ea typeface="IBM Plex Mono SemiBold"/>
                <a:cs typeface="IBM Plex Mono SemiBold"/>
              </a:endParaRPr>
            </a:p>
          </p:txBody>
        </p:sp>
        <p:sp>
          <p:nvSpPr>
            <p:cNvPr id="17" name="node06.label"/>
            <p:cNvSpPr/>
            <p:nvPr/>
          </p:nvSpPr>
          <p:spPr>
            <a:xfrm>
              <a:off x="8039100" y="4574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of matches automated</a:t>
              </a:r>
              <a:endParaRPr lang="en-US" sz="1400" spc="0" kern="0" b="0" i="0" dirty="0">
                <a:solidFill>
                  <a:srgbClr val="50658E"/>
                </a:solidFill>
                <a:latin typeface="IBM Plex Sans"/>
                <a:ea typeface="IBM Plex Sans"/>
                <a:cs typeface="IBM Plex Sans"/>
              </a:endParaRPr>
            </a:p>
          </p:txBody>
        </p:sp>
      </p:grpSp>
      <p:grpSp>
        <p:nvGrpSpPr>
          <p:cNvPr id="27" name="node07"/>
          <p:cNvGrpSpPr/>
          <p:nvPr/>
        </p:nvGrpSpPr>
        <p:grpSpPr>
          <a:xfrm>
            <a:off x="723900" y="4343400"/>
            <a:ext cx="7086600" cy="1143000"/>
            <a:chOff x="723900" y="4343400"/>
            <a:chExt cx="7086600" cy="1143000"/>
          </a:xfrm>
        </p:grpSpPr>
        <p:sp>
          <p:nvSpPr>
            <p:cNvPr id="18" name="node07.quote-mark"/>
            <p:cNvSpPr/>
            <p:nvPr/>
          </p:nvSpPr>
          <p:spPr>
            <a:xfrm>
              <a:off x="723900" y="4343400"/>
              <a:ext cx="7086600" cy="479171"/>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19" name="node07.quote"/>
            <p:cNvSpPr/>
            <p:nvPr/>
          </p:nvSpPr>
          <p:spPr>
            <a:xfrm>
              <a:off x="723900" y="4838700"/>
              <a:ext cx="7086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We stopped finding problems on day nine.</a:t>
              </a:r>
              <a:endParaRPr lang="en-US" sz="2400" spc="-36" kern="0" b="0" i="0" dirty="0">
                <a:solidFill>
                  <a:srgbClr val="070154"/>
                </a:solidFill>
                <a:latin typeface="IBM Plex Sans SemiBold"/>
                <a:ea typeface="IBM Plex Sans SemiBold"/>
                <a:cs typeface="IBM Plex Sans SemiBold"/>
              </a:endParaRPr>
            </a:p>
          </p:txBody>
        </p:sp>
        <p:sp>
          <p:nvSpPr>
            <p:cNvPr id="20" name="node07.by"/>
            <p:cNvSpPr/>
            <p:nvPr/>
          </p:nvSpPr>
          <p:spPr>
            <a:xfrm>
              <a:off x="723900" y="5334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CORPORATE CONTROLLER · REGIONAL HEALTH SYSTEM</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ource-12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CASE STUDY · HEALTHCARE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Close in 6 days: rules, reconciliations and a daily cockpit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116</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3429000" cy="954850"/>
            <a:chOff x="723900" y="1600200"/>
            <a:chExt cx="3429000" cy="954850"/>
          </a:xfrm>
        </p:grpSpPr>
        <p:sp>
          <p:nvSpPr>
            <p:cNvPr id="7" name="node01.value"/>
            <p:cNvSpPr/>
            <p:nvPr/>
          </p:nvSpPr>
          <p:spPr>
            <a:xfrm>
              <a:off x="723900" y="1600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6 days</a:t>
              </a:r>
              <a:endParaRPr lang="en-US" sz="4800" spc="-96" kern="0" b="0" i="0" dirty="0">
                <a:solidFill>
                  <a:srgbClr val="070154"/>
                </a:solidFill>
                <a:latin typeface="IBM Plex Mono SemiBold"/>
                <a:ea typeface="IBM Plex Mono SemiBold"/>
                <a:cs typeface="IBM Plex Mono SemiBold"/>
              </a:endParaRPr>
            </a:p>
          </p:txBody>
        </p:sp>
        <p:sp>
          <p:nvSpPr>
            <p:cNvPr id="8" name="node01.label"/>
            <p:cNvSpPr/>
            <p:nvPr/>
          </p:nvSpPr>
          <p:spPr>
            <a:xfrm>
              <a:off x="723900" y="2288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to close, from 15</a:t>
              </a:r>
              <a:endParaRPr lang="en-US" sz="1400" spc="0" kern="0" b="0" i="0" dirty="0">
                <a:solidFill>
                  <a:srgbClr val="50658E"/>
                </a:solidFill>
                <a:latin typeface="IBM Plex Sans"/>
                <a:ea typeface="IBM Plex Sans"/>
                <a:cs typeface="IBM Plex Sans"/>
              </a:endParaRPr>
            </a:p>
          </p:txBody>
        </p:sp>
      </p:grpSp>
      <p:grpSp>
        <p:nvGrpSpPr>
          <p:cNvPr id="38" name="node02"/>
          <p:cNvGrpSpPr/>
          <p:nvPr/>
        </p:nvGrpSpPr>
        <p:grpSpPr>
          <a:xfrm>
            <a:off x="723900" y="2743200"/>
            <a:ext cx="3429000" cy="954850"/>
            <a:chOff x="723900" y="2743200"/>
            <a:chExt cx="3429000" cy="954850"/>
          </a:xfrm>
        </p:grpSpPr>
        <p:sp>
          <p:nvSpPr>
            <p:cNvPr id="9" name="node02.value"/>
            <p:cNvSpPr/>
            <p:nvPr/>
          </p:nvSpPr>
          <p:spPr>
            <a:xfrm>
              <a:off x="723900" y="2743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$2.1M</a:t>
              </a:r>
              <a:endParaRPr lang="en-US" sz="4800" spc="-96" kern="0" b="0" i="0" dirty="0">
                <a:solidFill>
                  <a:srgbClr val="070154"/>
                </a:solidFill>
                <a:latin typeface="IBM Plex Mono SemiBold"/>
                <a:ea typeface="IBM Plex Mono SemiBold"/>
                <a:cs typeface="IBM Plex Mono SemiBold"/>
              </a:endParaRPr>
            </a:p>
          </p:txBody>
        </p:sp>
        <p:sp>
          <p:nvSpPr>
            <p:cNvPr id="10" name="node02.label"/>
            <p:cNvSpPr/>
            <p:nvPr/>
          </p:nvSpPr>
          <p:spPr>
            <a:xfrm>
              <a:off x="723900" y="3431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annual savings</a:t>
              </a:r>
              <a:endParaRPr lang="en-US" sz="1400" spc="0" kern="0" b="0" i="0" dirty="0">
                <a:solidFill>
                  <a:srgbClr val="50658E"/>
                </a:solidFill>
                <a:latin typeface="IBM Plex Sans"/>
                <a:ea typeface="IBM Plex Sans"/>
                <a:cs typeface="IBM Plex Sans"/>
              </a:endParaRPr>
            </a:p>
          </p:txBody>
        </p:sp>
      </p:grpSp>
      <p:grpSp>
        <p:nvGrpSpPr>
          <p:cNvPr id="39" name="node03"/>
          <p:cNvGrpSpPr/>
          <p:nvPr/>
        </p:nvGrpSpPr>
        <p:grpSpPr>
          <a:xfrm>
            <a:off x="723900" y="3886200"/>
            <a:ext cx="3429000" cy="954850"/>
            <a:chOff x="723900" y="3886200"/>
            <a:chExt cx="3429000" cy="954850"/>
          </a:xfrm>
        </p:grpSpPr>
        <p:sp>
          <p:nvSpPr>
            <p:cNvPr id="11" name="node03.value"/>
            <p:cNvSpPr/>
            <p:nvPr/>
          </p:nvSpPr>
          <p:spPr>
            <a:xfrm>
              <a:off x="723900" y="3886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92%</a:t>
              </a:r>
              <a:endParaRPr lang="en-US" sz="4800" spc="-96" kern="0" b="0" i="0" dirty="0">
                <a:solidFill>
                  <a:srgbClr val="070154"/>
                </a:solidFill>
                <a:latin typeface="IBM Plex Mono SemiBold"/>
                <a:ea typeface="IBM Plex Mono SemiBold"/>
                <a:cs typeface="IBM Plex Mono SemiBold"/>
              </a:endParaRPr>
            </a:p>
          </p:txBody>
        </p:sp>
        <p:sp>
          <p:nvSpPr>
            <p:cNvPr id="12" name="node03.label"/>
            <p:cNvSpPr/>
            <p:nvPr/>
          </p:nvSpPr>
          <p:spPr>
            <a:xfrm>
              <a:off x="723900" y="4574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of matches automated</a:t>
              </a:r>
              <a:endParaRPr lang="en-US" sz="1400" spc="0" kern="0" b="0" i="0" dirty="0">
                <a:solidFill>
                  <a:srgbClr val="50658E"/>
                </a:solidFill>
                <a:latin typeface="IBM Plex Sans"/>
                <a:ea typeface="IBM Plex Sans"/>
                <a:cs typeface="IBM Plex Sans"/>
              </a:endParaRPr>
            </a:p>
          </p:txBody>
        </p:sp>
      </p:grpSp>
      <p:grpSp>
        <p:nvGrpSpPr>
          <p:cNvPr id="40" name="node04"/>
          <p:cNvGrpSpPr/>
          <p:nvPr/>
        </p:nvGrpSpPr>
        <p:grpSpPr>
          <a:xfrm>
            <a:off x="4381500" y="1600200"/>
            <a:ext cx="3429000" cy="609600"/>
            <a:chOff x="4381500" y="1600200"/>
            <a:chExt cx="3429000" cy="609600"/>
          </a:xfrm>
        </p:grpSpPr>
        <p:sp>
          <p:nvSpPr>
            <p:cNvPr id="13" name="node04.rule"/>
            <p:cNvSpPr/>
            <p:nvPr/>
          </p:nvSpPr>
          <p:spPr>
            <a:xfrm>
              <a:off x="4381500" y="1600200"/>
              <a:ext cx="3429000" cy="38100"/>
            </a:xfrm>
            <a:prstGeom prst="rect">
              <a:avLst/>
            </a:prstGeom>
            <a:solidFill>
              <a:srgbClr val="0047FF"/>
            </a:solidFill>
            <a:ln>
              <a:noFill/>
            </a:ln>
          </p:spPr>
        </p:sp>
        <p:sp>
          <p:nvSpPr>
            <p:cNvPr id="14" name="node04.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5" name="node04.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Approach</a:t>
              </a:r>
              <a:endParaRPr lang="en-US" sz="1800" spc="-18" kern="0" b="0" i="0" dirty="0">
                <a:solidFill>
                  <a:srgbClr val="070154"/>
                </a:solidFill>
                <a:latin typeface="IBM Plex Sans SemiBold"/>
                <a:ea typeface="IBM Plex Sans SemiBold"/>
                <a:cs typeface="IBM Plex Sans SemiBold"/>
              </a:endParaRPr>
            </a:p>
          </p:txBody>
        </p:sp>
      </p:grpSp>
      <p:grpSp>
        <p:nvGrpSpPr>
          <p:cNvPr id="41" name="node05"/>
          <p:cNvGrpSpPr/>
          <p:nvPr/>
        </p:nvGrpSpPr>
        <p:grpSpPr>
          <a:xfrm>
            <a:off x="4381500" y="2286000"/>
            <a:ext cx="3429000" cy="952500"/>
            <a:chOff x="4381500" y="2286000"/>
            <a:chExt cx="3429000" cy="952500"/>
          </a:xfrm>
        </p:grpSpPr>
        <p:sp>
          <p:nvSpPr>
            <p:cNvPr id="16" name="node05.source-001.bullet"/>
            <p:cNvSpPr/>
            <p:nvPr/>
          </p:nvSpPr>
          <p:spPr>
            <a:xfrm>
              <a:off x="4381500" y="2393950"/>
              <a:ext cx="50800" cy="50800"/>
            </a:xfrm>
            <a:prstGeom prst="rect">
              <a:avLst/>
            </a:prstGeom>
            <a:solidFill>
              <a:srgbClr val="070154"/>
            </a:solidFill>
            <a:ln>
              <a:noFill/>
            </a:ln>
          </p:spPr>
        </p:sp>
        <p:sp>
          <p:nvSpPr>
            <p:cNvPr id="17" name="node05.source-001.text"/>
            <p:cNvSpPr/>
            <p:nvPr/>
          </p:nvSpPr>
          <p:spPr>
            <a:xfrm>
              <a:off x="4572000" y="2286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Automated</a:t>
              </a:r>
              <a:r>
                <a:rPr lang="en-US" sz="1400" spc="0" kern="0" b="0" i="0" dirty="0">
                  <a:solidFill>
                    <a:srgbClr val="50658E"/>
                  </a:solidFill>
                  <a:latin typeface="IBM Plex Sans"/>
                  <a:ea typeface="IBM Plex Sans"/>
                  <a:cs typeface="IBM Plex Sans"/>
                </a:rPr>
                <a:t xml:space="preserve"> the account reconciliations.</a:t>
              </a:r>
              <a:endParaRPr lang="en-US" sz="1400" spc="0" kern="0" b="0" i="0" dirty="0">
                <a:solidFill>
                  <a:srgbClr val="070154"/>
                </a:solidFill>
                <a:latin typeface="IBM Plex Sans"/>
                <a:ea typeface="IBM Plex Sans"/>
                <a:cs typeface="IBM Plex Sans"/>
              </a:endParaRPr>
            </a:p>
          </p:txBody>
        </p:sp>
        <p:sp>
          <p:nvSpPr>
            <p:cNvPr id="18" name="node05.source-002.bullet"/>
            <p:cNvSpPr/>
            <p:nvPr/>
          </p:nvSpPr>
          <p:spPr>
            <a:xfrm>
              <a:off x="4381500" y="2736850"/>
              <a:ext cx="50800" cy="50800"/>
            </a:xfrm>
            <a:prstGeom prst="rect">
              <a:avLst/>
            </a:prstGeom>
            <a:solidFill>
              <a:srgbClr val="070154"/>
            </a:solidFill>
            <a:ln>
              <a:noFill/>
            </a:ln>
          </p:spPr>
        </p:sp>
        <p:sp>
          <p:nvSpPr>
            <p:cNvPr id="19" name="node05.source-002.text"/>
            <p:cNvSpPr/>
            <p:nvPr/>
          </p:nvSpPr>
          <p:spPr>
            <a:xfrm>
              <a:off x="4572000" y="2628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Set rules</a:t>
              </a:r>
              <a:r>
                <a:rPr lang="en-US" sz="1400" spc="0" kern="0" b="0" i="0" dirty="0">
                  <a:solidFill>
                    <a:srgbClr val="50658E"/>
                  </a:solidFill>
                  <a:latin typeface="IBM Plex Sans"/>
                  <a:ea typeface="IBM Plex Sans"/>
                  <a:cs typeface="IBM Plex Sans"/>
                </a:rPr>
                <a:t xml:space="preserve"> at posting.</a:t>
              </a:r>
              <a:endParaRPr lang="en-US" sz="1400" spc="0" kern="0" b="0" i="0" dirty="0">
                <a:solidFill>
                  <a:srgbClr val="070154"/>
                </a:solidFill>
                <a:latin typeface="IBM Plex Sans"/>
                <a:ea typeface="IBM Plex Sans"/>
                <a:cs typeface="IBM Plex Sans"/>
              </a:endParaRPr>
            </a:p>
          </p:txBody>
        </p:sp>
        <p:sp>
          <p:nvSpPr>
            <p:cNvPr id="20" name="node05.source-003.bullet"/>
            <p:cNvSpPr/>
            <p:nvPr/>
          </p:nvSpPr>
          <p:spPr>
            <a:xfrm>
              <a:off x="4381500" y="3079750"/>
              <a:ext cx="50800" cy="50800"/>
            </a:xfrm>
            <a:prstGeom prst="rect">
              <a:avLst/>
            </a:prstGeom>
            <a:solidFill>
              <a:srgbClr val="070154"/>
            </a:solidFill>
            <a:ln>
              <a:noFill/>
            </a:ln>
          </p:spPr>
        </p:sp>
        <p:sp>
          <p:nvSpPr>
            <p:cNvPr id="21" name="node05.source-003.text"/>
            <p:cNvSpPr/>
            <p:nvPr/>
          </p:nvSpPr>
          <p:spPr>
            <a:xfrm>
              <a:off x="4572000" y="2971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Moved review</a:t>
              </a:r>
              <a:r>
                <a:rPr lang="en-US" sz="1400" spc="0" kern="0" b="0" i="0" dirty="0">
                  <a:solidFill>
                    <a:srgbClr val="50658E"/>
                  </a:solidFill>
                  <a:latin typeface="IBM Plex Sans"/>
                  <a:ea typeface="IBM Plex Sans"/>
                  <a:cs typeface="IBM Plex Sans"/>
                </a:rPr>
                <a:t xml:space="preserve"> to day one.</a:t>
              </a:r>
              <a:endParaRPr lang="en-US" sz="1400" spc="0" kern="0" b="0" i="0" dirty="0">
                <a:solidFill>
                  <a:srgbClr val="070154"/>
                </a:solidFill>
                <a:latin typeface="IBM Plex Sans"/>
                <a:ea typeface="IBM Plex Sans"/>
                <a:cs typeface="IBM Plex Sans"/>
              </a:endParaRPr>
            </a:p>
          </p:txBody>
        </p:sp>
      </p:grpSp>
      <p:grpSp>
        <p:nvGrpSpPr>
          <p:cNvPr id="42" name="node06"/>
          <p:cNvGrpSpPr/>
          <p:nvPr/>
        </p:nvGrpSpPr>
        <p:grpSpPr>
          <a:xfrm>
            <a:off x="4381500" y="3657600"/>
            <a:ext cx="3429000" cy="2057400"/>
            <a:chOff x="4381500" y="3657600"/>
            <a:chExt cx="3429000" cy="2057400"/>
          </a:xfrm>
        </p:grpSpPr>
        <p:sp>
          <p:nvSpPr>
            <p:cNvPr id="22" name="node06.container"/>
            <p:cNvSpPr/>
            <p:nvPr/>
          </p:nvSpPr>
          <p:spPr>
            <a:xfrm>
              <a:off x="4381500" y="3657600"/>
              <a:ext cx="3429000" cy="2057400"/>
            </a:xfrm>
            <a:prstGeom prst="rect">
              <a:avLst/>
            </a:prstGeom>
            <a:solidFill>
              <a:srgbClr val="070154"/>
            </a:solidFill>
            <a:ln>
              <a:noFill/>
            </a:ln>
          </p:spPr>
        </p:sp>
        <p:sp>
          <p:nvSpPr>
            <p:cNvPr id="23" name="node06.quote.mark"/>
            <p:cNvSpPr/>
            <p:nvPr/>
          </p:nvSpPr>
          <p:spPr>
            <a:xfrm>
              <a:off x="4495800" y="3771900"/>
              <a:ext cx="3200400" cy="49765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24" name="node06.quote.text"/>
            <p:cNvSpPr/>
            <p:nvPr/>
          </p:nvSpPr>
          <p:spPr>
            <a:xfrm>
              <a:off x="4495800" y="4345750"/>
              <a:ext cx="32004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We stopped finding problems on day nine.</a:t>
              </a:r>
              <a:endParaRPr lang="en-US" sz="1800" spc="-18" kern="0" b="0" i="0" dirty="0">
                <a:solidFill>
                  <a:srgbClr val="FFFFFF"/>
                </a:solidFill>
                <a:latin typeface="IBM Plex Sans SemiBold"/>
                <a:ea typeface="IBM Plex Sans SemiBold"/>
                <a:cs typeface="IBM Plex Sans SemiBold"/>
              </a:endParaRPr>
            </a:p>
          </p:txBody>
        </p:sp>
        <p:sp>
          <p:nvSpPr>
            <p:cNvPr id="25" name="node06.quote.by"/>
            <p:cNvSpPr/>
            <p:nvPr/>
          </p:nvSpPr>
          <p:spPr>
            <a:xfrm>
              <a:off x="4495800" y="54483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CORPORATE CONTROLLER</a:t>
              </a:r>
              <a:endParaRPr lang="en-US" sz="900" spc="54" kern="0" b="0" i="0" dirty="0">
                <a:solidFill>
                  <a:srgbClr val="CED7E6"/>
                </a:solidFill>
                <a:latin typeface="IBM Plex Mono Medium"/>
                <a:ea typeface="IBM Plex Mono Medium"/>
                <a:cs typeface="IBM Plex Mono Medium"/>
              </a:endParaRPr>
            </a:p>
          </p:txBody>
        </p:sp>
      </p:grpSp>
      <p:grpSp>
        <p:nvGrpSpPr>
          <p:cNvPr id="43" name="node07"/>
          <p:cNvGrpSpPr/>
          <p:nvPr/>
        </p:nvGrpSpPr>
        <p:grpSpPr>
          <a:xfrm>
            <a:off x="8039100" y="1600200"/>
            <a:ext cx="3429000" cy="1930400"/>
            <a:chOff x="8039100" y="1600200"/>
            <a:chExt cx="3429000" cy="1930400"/>
          </a:xfrm>
        </p:grpSpPr>
        <p:sp>
          <p:nvSpPr>
            <p:cNvPr id="26" name="node07.page.fill"/>
            <p:cNvSpPr/>
            <p:nvPr/>
          </p:nvSpPr>
          <p:spPr>
            <a:xfrm>
              <a:off x="8039100" y="1600200"/>
              <a:ext cx="3429000" cy="1930400"/>
            </a:xfrm>
            <a:prstGeom prst="rect">
              <a:avLst/>
            </a:prstGeom>
            <a:solidFill>
              <a:srgbClr val="FFFFFF"/>
            </a:solidFill>
            <a:ln>
              <a:noFill/>
            </a:ln>
          </p:spPr>
        </p:sp>
        <p:sp>
          <p:nvSpPr>
            <p:cNvPr id="27" name="node07.page.border"/>
            <p:cNvSpPr/>
            <p:nvPr/>
          </p:nvSpPr>
          <p:spPr>
            <a:xfrm>
              <a:off x="8039100" y="1600200"/>
              <a:ext cx="3429000" cy="1930400"/>
            </a:xfrm>
            <a:prstGeom prst="rect">
              <a:avLst/>
            </a:prstGeom>
            <a:ln w="9525">
              <a:solidFill>
                <a:srgbClr val="CED7E6"/>
              </a:solidFill>
              <a:prstDash val="solid"/>
            </a:ln>
          </p:spPr>
        </p:sp>
        <p:sp>
          <p:nvSpPr>
            <p:cNvPr id="28" name="node07.head"/>
            <p:cNvSpPr/>
            <p:nvPr/>
          </p:nvSpPr>
          <p:spPr>
            <a:xfrm>
              <a:off x="8279130" y="1840230"/>
              <a:ext cx="1621917" cy="135128"/>
            </a:xfrm>
            <a:prstGeom prst="rect">
              <a:avLst/>
            </a:prstGeom>
            <a:solidFill>
              <a:srgbClr val="070154"/>
            </a:solidFill>
            <a:ln>
              <a:noFill/>
            </a:ln>
          </p:spPr>
        </p:sp>
        <p:sp>
          <p:nvSpPr>
            <p:cNvPr id="29" name="node07.bar-1"/>
            <p:cNvSpPr/>
            <p:nvPr/>
          </p:nvSpPr>
          <p:spPr>
            <a:xfrm>
              <a:off x="8279130" y="2803093"/>
              <a:ext cx="559308" cy="487477"/>
            </a:xfrm>
            <a:prstGeom prst="rect">
              <a:avLst/>
            </a:prstGeom>
            <a:solidFill>
              <a:srgbClr val="CED7E6"/>
            </a:solidFill>
            <a:ln>
              <a:noFill/>
            </a:ln>
          </p:spPr>
        </p:sp>
        <p:sp>
          <p:nvSpPr>
            <p:cNvPr id="30" name="node07.bar-2"/>
            <p:cNvSpPr/>
            <p:nvPr/>
          </p:nvSpPr>
          <p:spPr>
            <a:xfrm>
              <a:off x="8876538" y="2498420"/>
              <a:ext cx="559308" cy="792150"/>
            </a:xfrm>
            <a:prstGeom prst="rect">
              <a:avLst/>
            </a:prstGeom>
            <a:solidFill>
              <a:srgbClr val="CED7E6"/>
            </a:solidFill>
            <a:ln>
              <a:noFill/>
            </a:ln>
          </p:spPr>
        </p:sp>
        <p:sp>
          <p:nvSpPr>
            <p:cNvPr id="31" name="node07.bar-3"/>
            <p:cNvSpPr/>
            <p:nvPr/>
          </p:nvSpPr>
          <p:spPr>
            <a:xfrm>
              <a:off x="9473946" y="2681224"/>
              <a:ext cx="559308" cy="609346"/>
            </a:xfrm>
            <a:prstGeom prst="rect">
              <a:avLst/>
            </a:prstGeom>
            <a:solidFill>
              <a:srgbClr val="CED7E6"/>
            </a:solidFill>
            <a:ln>
              <a:noFill/>
            </a:ln>
          </p:spPr>
        </p:sp>
        <p:sp>
          <p:nvSpPr>
            <p:cNvPr id="32" name="node07.bar-4"/>
            <p:cNvSpPr/>
            <p:nvPr/>
          </p:nvSpPr>
          <p:spPr>
            <a:xfrm>
              <a:off x="10071354" y="2254682"/>
              <a:ext cx="559308" cy="1035888"/>
            </a:xfrm>
            <a:prstGeom prst="rect">
              <a:avLst/>
            </a:prstGeom>
            <a:solidFill>
              <a:srgbClr val="0047FF"/>
            </a:solidFill>
            <a:ln>
              <a:noFill/>
            </a:ln>
          </p:spPr>
        </p:sp>
        <p:sp>
          <p:nvSpPr>
            <p:cNvPr id="33" name="node07.bar-5"/>
            <p:cNvSpPr/>
            <p:nvPr/>
          </p:nvSpPr>
          <p:spPr>
            <a:xfrm>
              <a:off x="10668762" y="2437486"/>
              <a:ext cx="559308" cy="853084"/>
            </a:xfrm>
            <a:prstGeom prst="rect">
              <a:avLst/>
            </a:prstGeom>
            <a:solidFill>
              <a:srgbClr val="CED7E6"/>
            </a:solidFill>
            <a:ln>
              <a:noFill/>
            </a:ln>
          </p:spPr>
        </p:sp>
        <p:sp>
          <p:nvSpPr>
            <p:cNvPr id="34" name="node07.caption"/>
            <p:cNvSpPr/>
            <p:nvPr/>
          </p:nvSpPr>
          <p:spPr>
            <a:xfrm>
              <a:off x="8039100" y="3606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Close cockpit, week 12</a:t>
              </a:r>
              <a:endParaRPr lang="en-US" sz="1200" spc="0" kern="0" b="0" i="0" dirty="0">
                <a:solidFill>
                  <a:srgbClr val="50658E"/>
                </a:solidFill>
                <a:latin typeface="IBM Plex Sans"/>
                <a:ea typeface="IBM Plex Sans"/>
                <a:cs typeface="IBM Plex Sans"/>
              </a:endParaRPr>
            </a:p>
          </p:txBody>
        </p:sp>
      </p:grpSp>
      <p:grpSp>
        <p:nvGrpSpPr>
          <p:cNvPr id="44" name="node08"/>
          <p:cNvGrpSpPr/>
          <p:nvPr/>
        </p:nvGrpSpPr>
        <p:grpSpPr>
          <a:xfrm>
            <a:off x="8039100" y="4114800"/>
            <a:ext cx="3429000" cy="762000"/>
            <a:chOff x="8039100" y="4114800"/>
            <a:chExt cx="3429000" cy="762000"/>
          </a:xfrm>
        </p:grpSpPr>
        <p:sp>
          <p:nvSpPr>
            <p:cNvPr id="35" name="node08.label"/>
            <p:cNvSpPr/>
            <p:nvPr/>
          </p:nvSpPr>
          <p:spPr>
            <a:xfrm>
              <a:off x="8039100" y="4114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a:t>
              </a:r>
              <a:endParaRPr lang="en-US" sz="900" spc="54" kern="0" b="0" i="0" dirty="0">
                <a:solidFill>
                  <a:srgbClr val="0047FF"/>
                </a:solidFill>
                <a:latin typeface="IBM Plex Mono Medium"/>
                <a:ea typeface="IBM Plex Mono Medium"/>
                <a:cs typeface="IBM Plex Mono Medium"/>
              </a:endParaRPr>
            </a:p>
          </p:txBody>
        </p:sp>
        <p:sp>
          <p:nvSpPr>
            <p:cNvPr id="36" name="node08.body"/>
            <p:cNvSpPr/>
            <p:nvPr/>
          </p:nvSpPr>
          <p:spPr>
            <a:xfrm>
              <a:off x="8039100" y="43434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daily view of every entity's close status, built with the finance team.</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ource-129">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CASE STUDY · HEALTHCARE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Close in 6 days: rules, reconciliations and a daily cockpit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117</a:t>
            </a:fld>
            <a:endParaRPr lang="en-US" sz="700" spc="0" kern="0" b="0" i="0" dirty="0">
              <a:solidFill>
                <a:srgbClr val="FFFFFF"/>
              </a:solidFill>
              <a:latin typeface="IBM Plex Mono SemiBold"/>
              <a:ea typeface="IBM Plex Mono SemiBold"/>
              <a:cs typeface="IBM Plex Mono SemiBold"/>
            </a:endParaRPr>
          </a:p>
        </p:txBody>
      </p:sp>
      <p:grpSp>
        <p:nvGrpSpPr>
          <p:cNvPr id="39" name="node01"/>
          <p:cNvGrpSpPr/>
          <p:nvPr/>
        </p:nvGrpSpPr>
        <p:grpSpPr>
          <a:xfrm>
            <a:off x="723900" y="2057400"/>
            <a:ext cx="3429000" cy="609600"/>
            <a:chOff x="723900" y="2057400"/>
            <a:chExt cx="3429000" cy="609600"/>
          </a:xfrm>
        </p:grpSpPr>
        <p:sp>
          <p:nvSpPr>
            <p:cNvPr id="7" name="node01.rule"/>
            <p:cNvSpPr/>
            <p:nvPr/>
          </p:nvSpPr>
          <p:spPr>
            <a:xfrm>
              <a:off x="723900" y="2057400"/>
              <a:ext cx="3429000" cy="38100"/>
            </a:xfrm>
            <a:prstGeom prst="rect">
              <a:avLst/>
            </a:prstGeom>
            <a:solidFill>
              <a:srgbClr val="0047FF"/>
            </a:solidFill>
            <a:ln>
              <a:noFill/>
            </a:ln>
          </p:spPr>
        </p:sp>
        <p:sp>
          <p:nvSpPr>
            <p:cNvPr id="8" name="node01.label"/>
            <p:cNvSpPr/>
            <p:nvPr/>
          </p:nvSpPr>
          <p:spPr>
            <a:xfrm>
              <a:off x="723900" y="2209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23622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Approach</a:t>
              </a:r>
              <a:endParaRPr lang="en-US" sz="1800" spc="-18" kern="0" b="0" i="0" dirty="0">
                <a:solidFill>
                  <a:srgbClr val="070154"/>
                </a:solidFill>
                <a:latin typeface="IBM Plex Sans SemiBold"/>
                <a:ea typeface="IBM Plex Sans SemiBold"/>
                <a:cs typeface="IBM Plex Sans SemiBold"/>
              </a:endParaRPr>
            </a:p>
          </p:txBody>
        </p:sp>
      </p:grpSp>
      <p:grpSp>
        <p:nvGrpSpPr>
          <p:cNvPr id="40" name="node02"/>
          <p:cNvGrpSpPr/>
          <p:nvPr/>
        </p:nvGrpSpPr>
        <p:grpSpPr>
          <a:xfrm>
            <a:off x="723900" y="2743200"/>
            <a:ext cx="3429000" cy="952500"/>
            <a:chOff x="723900" y="2743200"/>
            <a:chExt cx="3429000" cy="952500"/>
          </a:xfrm>
        </p:grpSpPr>
        <p:sp>
          <p:nvSpPr>
            <p:cNvPr id="10" name="node02.source-001.bullet"/>
            <p:cNvSpPr/>
            <p:nvPr/>
          </p:nvSpPr>
          <p:spPr>
            <a:xfrm>
              <a:off x="723900" y="2851150"/>
              <a:ext cx="50800" cy="50800"/>
            </a:xfrm>
            <a:prstGeom prst="rect">
              <a:avLst/>
            </a:prstGeom>
            <a:solidFill>
              <a:srgbClr val="070154"/>
            </a:solidFill>
            <a:ln>
              <a:noFill/>
            </a:ln>
          </p:spPr>
        </p:sp>
        <p:sp>
          <p:nvSpPr>
            <p:cNvPr id="11" name="node02.source-001.text"/>
            <p:cNvSpPr/>
            <p:nvPr/>
          </p:nvSpPr>
          <p:spPr>
            <a:xfrm>
              <a:off x="914400" y="27432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Automated</a:t>
              </a:r>
              <a:r>
                <a:rPr lang="en-US" sz="1400" spc="0" kern="0" b="0" i="0" dirty="0">
                  <a:solidFill>
                    <a:srgbClr val="50658E"/>
                  </a:solidFill>
                  <a:latin typeface="IBM Plex Sans"/>
                  <a:ea typeface="IBM Plex Sans"/>
                  <a:cs typeface="IBM Plex Sans"/>
                </a:rPr>
                <a:t xml:space="preserve"> the account reconciliations.</a:t>
              </a:r>
              <a:endParaRPr lang="en-US" sz="1400" spc="0" kern="0" b="0" i="0" dirty="0">
                <a:solidFill>
                  <a:srgbClr val="070154"/>
                </a:solidFill>
                <a:latin typeface="IBM Plex Sans"/>
                <a:ea typeface="IBM Plex Sans"/>
                <a:cs typeface="IBM Plex Sans"/>
              </a:endParaRPr>
            </a:p>
          </p:txBody>
        </p:sp>
        <p:sp>
          <p:nvSpPr>
            <p:cNvPr id="12" name="node02.source-002.bullet"/>
            <p:cNvSpPr/>
            <p:nvPr/>
          </p:nvSpPr>
          <p:spPr>
            <a:xfrm>
              <a:off x="723900" y="3194050"/>
              <a:ext cx="50800" cy="50800"/>
            </a:xfrm>
            <a:prstGeom prst="rect">
              <a:avLst/>
            </a:prstGeom>
            <a:solidFill>
              <a:srgbClr val="070154"/>
            </a:solidFill>
            <a:ln>
              <a:noFill/>
            </a:ln>
          </p:spPr>
        </p:sp>
        <p:sp>
          <p:nvSpPr>
            <p:cNvPr id="13" name="node02.source-002.text"/>
            <p:cNvSpPr/>
            <p:nvPr/>
          </p:nvSpPr>
          <p:spPr>
            <a:xfrm>
              <a:off x="914400" y="30861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Set rules</a:t>
              </a:r>
              <a:r>
                <a:rPr lang="en-US" sz="1400" spc="0" kern="0" b="0" i="0" dirty="0">
                  <a:solidFill>
                    <a:srgbClr val="50658E"/>
                  </a:solidFill>
                  <a:latin typeface="IBM Plex Sans"/>
                  <a:ea typeface="IBM Plex Sans"/>
                  <a:cs typeface="IBM Plex Sans"/>
                </a:rPr>
                <a:t xml:space="preserve"> at posting.</a:t>
              </a:r>
              <a:endParaRPr lang="en-US" sz="1400" spc="0" kern="0" b="0" i="0" dirty="0">
                <a:solidFill>
                  <a:srgbClr val="070154"/>
                </a:solidFill>
                <a:latin typeface="IBM Plex Sans"/>
                <a:ea typeface="IBM Plex Sans"/>
                <a:cs typeface="IBM Plex Sans"/>
              </a:endParaRPr>
            </a:p>
          </p:txBody>
        </p:sp>
        <p:sp>
          <p:nvSpPr>
            <p:cNvPr id="14" name="node02.source-003.bullet"/>
            <p:cNvSpPr/>
            <p:nvPr/>
          </p:nvSpPr>
          <p:spPr>
            <a:xfrm>
              <a:off x="723900" y="3536950"/>
              <a:ext cx="50800" cy="50800"/>
            </a:xfrm>
            <a:prstGeom prst="rect">
              <a:avLst/>
            </a:prstGeom>
            <a:solidFill>
              <a:srgbClr val="070154"/>
            </a:solidFill>
            <a:ln>
              <a:noFill/>
            </a:ln>
          </p:spPr>
        </p:sp>
        <p:sp>
          <p:nvSpPr>
            <p:cNvPr id="15" name="node02.source-003.text"/>
            <p:cNvSpPr/>
            <p:nvPr/>
          </p:nvSpPr>
          <p:spPr>
            <a:xfrm>
              <a:off x="914400" y="3429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Moved review</a:t>
              </a:r>
              <a:r>
                <a:rPr lang="en-US" sz="1400" spc="0" kern="0" b="0" i="0" dirty="0">
                  <a:solidFill>
                    <a:srgbClr val="50658E"/>
                  </a:solidFill>
                  <a:latin typeface="IBM Plex Sans"/>
                  <a:ea typeface="IBM Plex Sans"/>
                  <a:cs typeface="IBM Plex Sans"/>
                </a:rPr>
                <a:t xml:space="preserve"> to day one.</a:t>
              </a:r>
              <a:endParaRPr lang="en-US" sz="1400" spc="0" kern="0" b="0" i="0" dirty="0">
                <a:solidFill>
                  <a:srgbClr val="070154"/>
                </a:solidFill>
                <a:latin typeface="IBM Plex Sans"/>
                <a:ea typeface="IBM Plex Sans"/>
                <a:cs typeface="IBM Plex Sans"/>
              </a:endParaRPr>
            </a:p>
          </p:txBody>
        </p:sp>
      </p:grpSp>
      <p:grpSp>
        <p:nvGrpSpPr>
          <p:cNvPr id="41" name="node03"/>
          <p:cNvGrpSpPr/>
          <p:nvPr/>
        </p:nvGrpSpPr>
        <p:grpSpPr>
          <a:xfrm>
            <a:off x="723900" y="4343400"/>
            <a:ext cx="3429000" cy="1371600"/>
            <a:chOff x="723900" y="4343400"/>
            <a:chExt cx="3429000" cy="1371600"/>
          </a:xfrm>
        </p:grpSpPr>
        <p:sp>
          <p:nvSpPr>
            <p:cNvPr id="16" name="node03.container"/>
            <p:cNvSpPr/>
            <p:nvPr/>
          </p:nvSpPr>
          <p:spPr>
            <a:xfrm>
              <a:off x="723900" y="4343400"/>
              <a:ext cx="3429000" cy="1371600"/>
            </a:xfrm>
            <a:prstGeom prst="rect">
              <a:avLst/>
            </a:prstGeom>
            <a:solidFill>
              <a:srgbClr val="070154"/>
            </a:solidFill>
            <a:ln>
              <a:noFill/>
            </a:ln>
          </p:spPr>
        </p:sp>
        <p:sp>
          <p:nvSpPr>
            <p:cNvPr id="17" name="node03.quote.mark"/>
            <p:cNvSpPr/>
            <p:nvPr/>
          </p:nvSpPr>
          <p:spPr>
            <a:xfrm>
              <a:off x="876300" y="4495800"/>
              <a:ext cx="3124200" cy="49765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18" name="node03.quote.text"/>
            <p:cNvSpPr/>
            <p:nvPr/>
          </p:nvSpPr>
          <p:spPr>
            <a:xfrm>
              <a:off x="1333500" y="4495800"/>
              <a:ext cx="2667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We stopped finding problems on day nine.</a:t>
              </a:r>
              <a:endParaRPr lang="en-US" sz="1400" spc="0" kern="0" b="0" i="0" dirty="0">
                <a:solidFill>
                  <a:srgbClr val="FFFFFF"/>
                </a:solidFill>
                <a:latin typeface="IBM Plex Sans"/>
                <a:ea typeface="IBM Plex Sans"/>
                <a:cs typeface="IBM Plex Sans"/>
              </a:endParaRPr>
            </a:p>
          </p:txBody>
        </p:sp>
        <p:sp>
          <p:nvSpPr>
            <p:cNvPr id="19" name="node03.quote.by"/>
            <p:cNvSpPr/>
            <p:nvPr/>
          </p:nvSpPr>
          <p:spPr>
            <a:xfrm>
              <a:off x="1333500" y="54102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CORPORATE CONTROLLER</a:t>
              </a:r>
              <a:endParaRPr lang="en-US" sz="900" spc="54" kern="0" b="0" i="0" dirty="0">
                <a:solidFill>
                  <a:srgbClr val="CED7E6"/>
                </a:solidFill>
                <a:latin typeface="IBM Plex Mono Medium"/>
                <a:ea typeface="IBM Plex Mono Medium"/>
                <a:cs typeface="IBM Plex Mono Medium"/>
              </a:endParaRPr>
            </a:p>
          </p:txBody>
        </p:sp>
      </p:grpSp>
      <p:grpSp>
        <p:nvGrpSpPr>
          <p:cNvPr id="42" name="node04"/>
          <p:cNvGrpSpPr/>
          <p:nvPr/>
        </p:nvGrpSpPr>
        <p:grpSpPr>
          <a:xfrm>
            <a:off x="4381500" y="2057400"/>
            <a:ext cx="3429000" cy="1600200"/>
            <a:chOff x="4381500" y="2057400"/>
            <a:chExt cx="3429000" cy="1600200"/>
          </a:xfrm>
        </p:grpSpPr>
        <p:sp>
          <p:nvSpPr>
            <p:cNvPr id="20" name="node04.page.fill"/>
            <p:cNvSpPr/>
            <p:nvPr/>
          </p:nvSpPr>
          <p:spPr>
            <a:xfrm>
              <a:off x="4381500" y="2057400"/>
              <a:ext cx="3429000" cy="1600200"/>
            </a:xfrm>
            <a:prstGeom prst="rect">
              <a:avLst/>
            </a:prstGeom>
            <a:solidFill>
              <a:srgbClr val="FFFFFF"/>
            </a:solidFill>
            <a:ln>
              <a:noFill/>
            </a:ln>
          </p:spPr>
        </p:sp>
        <p:sp>
          <p:nvSpPr>
            <p:cNvPr id="21" name="node04.page.border"/>
            <p:cNvSpPr/>
            <p:nvPr/>
          </p:nvSpPr>
          <p:spPr>
            <a:xfrm>
              <a:off x="4381500" y="2057400"/>
              <a:ext cx="3429000" cy="1600200"/>
            </a:xfrm>
            <a:prstGeom prst="rect">
              <a:avLst/>
            </a:prstGeom>
            <a:ln w="9525">
              <a:solidFill>
                <a:srgbClr val="CED7E6"/>
              </a:solidFill>
              <a:prstDash val="solid"/>
            </a:ln>
          </p:spPr>
        </p:sp>
        <p:sp>
          <p:nvSpPr>
            <p:cNvPr id="22" name="node04.head"/>
            <p:cNvSpPr/>
            <p:nvPr/>
          </p:nvSpPr>
          <p:spPr>
            <a:xfrm>
              <a:off x="4621530" y="2297430"/>
              <a:ext cx="1621917" cy="112014"/>
            </a:xfrm>
            <a:prstGeom prst="rect">
              <a:avLst/>
            </a:prstGeom>
            <a:solidFill>
              <a:srgbClr val="070154"/>
            </a:solidFill>
            <a:ln>
              <a:noFill/>
            </a:ln>
          </p:spPr>
        </p:sp>
        <p:sp>
          <p:nvSpPr>
            <p:cNvPr id="23" name="node04.bar-1"/>
            <p:cNvSpPr/>
            <p:nvPr/>
          </p:nvSpPr>
          <p:spPr>
            <a:xfrm>
              <a:off x="4621530" y="3046324"/>
              <a:ext cx="559308" cy="371246"/>
            </a:xfrm>
            <a:prstGeom prst="rect">
              <a:avLst/>
            </a:prstGeom>
            <a:solidFill>
              <a:srgbClr val="CED7E6"/>
            </a:solidFill>
            <a:ln>
              <a:noFill/>
            </a:ln>
          </p:spPr>
        </p:sp>
        <p:sp>
          <p:nvSpPr>
            <p:cNvPr id="24" name="node04.bar-2"/>
            <p:cNvSpPr/>
            <p:nvPr/>
          </p:nvSpPr>
          <p:spPr>
            <a:xfrm>
              <a:off x="5218938" y="2814295"/>
              <a:ext cx="559308" cy="603275"/>
            </a:xfrm>
            <a:prstGeom prst="rect">
              <a:avLst/>
            </a:prstGeom>
            <a:solidFill>
              <a:srgbClr val="CED7E6"/>
            </a:solidFill>
            <a:ln>
              <a:noFill/>
            </a:ln>
          </p:spPr>
        </p:sp>
        <p:sp>
          <p:nvSpPr>
            <p:cNvPr id="25" name="node04.bar-3"/>
            <p:cNvSpPr/>
            <p:nvPr/>
          </p:nvSpPr>
          <p:spPr>
            <a:xfrm>
              <a:off x="5816346" y="2953512"/>
              <a:ext cx="559308" cy="464058"/>
            </a:xfrm>
            <a:prstGeom prst="rect">
              <a:avLst/>
            </a:prstGeom>
            <a:solidFill>
              <a:srgbClr val="CED7E6"/>
            </a:solidFill>
            <a:ln>
              <a:noFill/>
            </a:ln>
          </p:spPr>
        </p:sp>
        <p:sp>
          <p:nvSpPr>
            <p:cNvPr id="26" name="node04.bar-4"/>
            <p:cNvSpPr/>
            <p:nvPr/>
          </p:nvSpPr>
          <p:spPr>
            <a:xfrm>
              <a:off x="6413754" y="2628671"/>
              <a:ext cx="559308" cy="788899"/>
            </a:xfrm>
            <a:prstGeom prst="rect">
              <a:avLst/>
            </a:prstGeom>
            <a:solidFill>
              <a:srgbClr val="0047FF"/>
            </a:solidFill>
            <a:ln>
              <a:noFill/>
            </a:ln>
          </p:spPr>
        </p:sp>
        <p:sp>
          <p:nvSpPr>
            <p:cNvPr id="27" name="node04.bar-5"/>
            <p:cNvSpPr/>
            <p:nvPr/>
          </p:nvSpPr>
          <p:spPr>
            <a:xfrm>
              <a:off x="7011162" y="2767889"/>
              <a:ext cx="559308" cy="649681"/>
            </a:xfrm>
            <a:prstGeom prst="rect">
              <a:avLst/>
            </a:prstGeom>
            <a:solidFill>
              <a:srgbClr val="CED7E6"/>
            </a:solidFill>
            <a:ln>
              <a:noFill/>
            </a:ln>
          </p:spPr>
        </p:sp>
        <p:sp>
          <p:nvSpPr>
            <p:cNvPr id="28" name="node04.caption"/>
            <p:cNvSpPr/>
            <p:nvPr/>
          </p:nvSpPr>
          <p:spPr>
            <a:xfrm>
              <a:off x="4381500" y="3733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Close cockpit, week 12</a:t>
              </a:r>
              <a:endParaRPr lang="en-US" sz="1200" spc="0" kern="0" b="0" i="0" dirty="0">
                <a:solidFill>
                  <a:srgbClr val="50658E"/>
                </a:solidFill>
                <a:latin typeface="IBM Plex Sans"/>
                <a:ea typeface="IBM Plex Sans"/>
                <a:cs typeface="IBM Plex Sans"/>
              </a:endParaRPr>
            </a:p>
          </p:txBody>
        </p:sp>
      </p:grpSp>
      <p:grpSp>
        <p:nvGrpSpPr>
          <p:cNvPr id="43" name="node05"/>
          <p:cNvGrpSpPr/>
          <p:nvPr/>
        </p:nvGrpSpPr>
        <p:grpSpPr>
          <a:xfrm>
            <a:off x="4381500" y="4114800"/>
            <a:ext cx="3429000" cy="762000"/>
            <a:chOff x="4381500" y="4114800"/>
            <a:chExt cx="3429000" cy="762000"/>
          </a:xfrm>
        </p:grpSpPr>
        <p:sp>
          <p:nvSpPr>
            <p:cNvPr id="29" name="node05.label"/>
            <p:cNvSpPr/>
            <p:nvPr/>
          </p:nvSpPr>
          <p:spPr>
            <a:xfrm>
              <a:off x="4381500" y="4114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a:t>
              </a:r>
              <a:endParaRPr lang="en-US" sz="900" spc="54" kern="0" b="0" i="0" dirty="0">
                <a:solidFill>
                  <a:srgbClr val="0047FF"/>
                </a:solidFill>
                <a:latin typeface="IBM Plex Mono Medium"/>
                <a:ea typeface="IBM Plex Mono Medium"/>
                <a:cs typeface="IBM Plex Mono Medium"/>
              </a:endParaRPr>
            </a:p>
          </p:txBody>
        </p:sp>
        <p:sp>
          <p:nvSpPr>
            <p:cNvPr id="30" name="node05.body"/>
            <p:cNvSpPr/>
            <p:nvPr/>
          </p:nvSpPr>
          <p:spPr>
            <a:xfrm>
              <a:off x="4381500" y="43434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daily view of every entity's close status, built with the finance team.</a:t>
              </a:r>
              <a:endParaRPr lang="en-US" sz="1400" spc="0" kern="0" b="0" i="0" dirty="0">
                <a:solidFill>
                  <a:srgbClr val="50658E"/>
                </a:solidFill>
                <a:latin typeface="IBM Plex Sans"/>
                <a:ea typeface="IBM Plex Sans"/>
                <a:cs typeface="IBM Plex Sans"/>
              </a:endParaRPr>
            </a:p>
          </p:txBody>
        </p:sp>
      </p:grpSp>
      <p:grpSp>
        <p:nvGrpSpPr>
          <p:cNvPr id="44" name="node06"/>
          <p:cNvGrpSpPr/>
          <p:nvPr/>
        </p:nvGrpSpPr>
        <p:grpSpPr>
          <a:xfrm>
            <a:off x="8953500" y="2057400"/>
            <a:ext cx="2514600" cy="152400"/>
            <a:chOff x="8953500" y="2057400"/>
            <a:chExt cx="2514600" cy="152400"/>
          </a:xfrm>
        </p:grpSpPr>
        <p:sp>
          <p:nvSpPr>
            <p:cNvPr id="31" name="node06.text"/>
            <p:cNvSpPr/>
            <p:nvPr/>
          </p:nvSpPr>
          <p:spPr>
            <a:xfrm>
              <a:off x="8953500" y="2057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RESULT</a:t>
              </a:r>
              <a:endParaRPr lang="en-US" sz="900" spc="54" kern="0" b="0" i="0" dirty="0">
                <a:solidFill>
                  <a:srgbClr val="CED7E6"/>
                </a:solidFill>
                <a:latin typeface="IBM Plex Mono Medium"/>
                <a:ea typeface="IBM Plex Mono Medium"/>
                <a:cs typeface="IBM Plex Mono Medium"/>
              </a:endParaRPr>
            </a:p>
          </p:txBody>
        </p:sp>
      </p:grpSp>
      <p:grpSp>
        <p:nvGrpSpPr>
          <p:cNvPr id="45" name="node07"/>
          <p:cNvGrpSpPr/>
          <p:nvPr/>
        </p:nvGrpSpPr>
        <p:grpSpPr>
          <a:xfrm>
            <a:off x="8953500" y="2286000"/>
            <a:ext cx="2514600" cy="611950"/>
            <a:chOff x="8953500" y="2286000"/>
            <a:chExt cx="2514600" cy="611950"/>
          </a:xfrm>
        </p:grpSpPr>
        <p:sp>
          <p:nvSpPr>
            <p:cNvPr id="32" name="node07.text"/>
            <p:cNvSpPr/>
            <p:nvPr/>
          </p:nvSpPr>
          <p:spPr>
            <a:xfrm>
              <a:off x="8953500" y="22860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 days</a:t>
              </a:r>
              <a:endParaRPr lang="en-US" sz="4800" spc="-96" kern="0" b="0" i="0" dirty="0">
                <a:solidFill>
                  <a:srgbClr val="FFFFFF"/>
                </a:solidFill>
                <a:latin typeface="IBM Plex Mono SemiBold"/>
                <a:ea typeface="IBM Plex Mono SemiBold"/>
                <a:cs typeface="IBM Plex Mono SemiBold"/>
              </a:endParaRPr>
            </a:p>
          </p:txBody>
        </p:sp>
      </p:grpSp>
      <p:grpSp>
        <p:nvGrpSpPr>
          <p:cNvPr id="46" name="node08"/>
          <p:cNvGrpSpPr/>
          <p:nvPr/>
        </p:nvGrpSpPr>
        <p:grpSpPr>
          <a:xfrm>
            <a:off x="8953500" y="2971800"/>
            <a:ext cx="2514600" cy="228600"/>
            <a:chOff x="8953500" y="2971800"/>
            <a:chExt cx="2514600" cy="228600"/>
          </a:xfrm>
        </p:grpSpPr>
        <p:sp>
          <p:nvSpPr>
            <p:cNvPr id="33" name="node08.text"/>
            <p:cNvSpPr/>
            <p:nvPr/>
          </p:nvSpPr>
          <p:spPr>
            <a:xfrm>
              <a:off x="8953500" y="2971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to close, from 15</a:t>
              </a:r>
              <a:endParaRPr lang="en-US" sz="1200" spc="0" kern="0" b="0" i="0" dirty="0">
                <a:solidFill>
                  <a:srgbClr val="CED7E6"/>
                </a:solidFill>
                <a:latin typeface="IBM Plex Sans"/>
                <a:ea typeface="IBM Plex Sans"/>
                <a:cs typeface="IBM Plex Sans"/>
              </a:endParaRPr>
            </a:p>
          </p:txBody>
        </p:sp>
      </p:grpSp>
      <p:sp>
        <p:nvSpPr>
          <p:cNvPr id="34" name="node09"/>
          <p:cNvSpPr/>
          <p:nvPr/>
        </p:nvSpPr>
        <p:spPr>
          <a:xfrm>
            <a:off x="8953500" y="3657600"/>
            <a:ext cx="2514600" cy="9525"/>
          </a:xfrm>
          <a:prstGeom prst="rect">
            <a:avLst/>
          </a:prstGeom>
          <a:solidFill>
            <a:srgbClr val="50658E"/>
          </a:solidFill>
          <a:ln>
            <a:noFill/>
          </a:ln>
        </p:spPr>
      </p:sp>
      <p:grpSp>
        <p:nvGrpSpPr>
          <p:cNvPr id="47" name="node10"/>
          <p:cNvGrpSpPr/>
          <p:nvPr/>
        </p:nvGrpSpPr>
        <p:grpSpPr>
          <a:xfrm>
            <a:off x="8953500" y="3886200"/>
            <a:ext cx="2514600" cy="458978"/>
            <a:chOff x="8953500" y="3886200"/>
            <a:chExt cx="2514600" cy="458978"/>
          </a:xfrm>
        </p:grpSpPr>
        <p:sp>
          <p:nvSpPr>
            <p:cNvPr id="35" name="node10.text"/>
            <p:cNvSpPr/>
            <p:nvPr/>
          </p:nvSpPr>
          <p:spPr>
            <a:xfrm>
              <a:off x="8953500" y="3886200"/>
              <a:ext cx="2514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$2.1M</a:t>
              </a:r>
              <a:endParaRPr lang="en-US" sz="3600" spc="-72" kern="0" b="0" i="0" dirty="0">
                <a:solidFill>
                  <a:srgbClr val="FFFFFF"/>
                </a:solidFill>
                <a:latin typeface="IBM Plex Mono SemiBold"/>
                <a:ea typeface="IBM Plex Mono SemiBold"/>
                <a:cs typeface="IBM Plex Mono SemiBold"/>
              </a:endParaRPr>
            </a:p>
          </p:txBody>
        </p:sp>
      </p:grpSp>
      <p:grpSp>
        <p:nvGrpSpPr>
          <p:cNvPr id="48" name="node11"/>
          <p:cNvGrpSpPr/>
          <p:nvPr/>
        </p:nvGrpSpPr>
        <p:grpSpPr>
          <a:xfrm>
            <a:off x="8953500" y="4343400"/>
            <a:ext cx="2514600" cy="228600"/>
            <a:chOff x="8953500" y="4343400"/>
            <a:chExt cx="2514600" cy="228600"/>
          </a:xfrm>
        </p:grpSpPr>
        <p:sp>
          <p:nvSpPr>
            <p:cNvPr id="36" name="node11.text"/>
            <p:cNvSpPr/>
            <p:nvPr/>
          </p:nvSpPr>
          <p:spPr>
            <a:xfrm>
              <a:off x="8953500" y="4343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annual savings</a:t>
              </a:r>
              <a:endParaRPr lang="en-US" sz="1200" spc="0" kern="0" b="0" i="0" dirty="0">
                <a:solidFill>
                  <a:srgbClr val="CED7E6"/>
                </a:solidFill>
                <a:latin typeface="IBM Plex Sans"/>
                <a:ea typeface="IBM Plex Sans"/>
                <a:cs typeface="IBM Plex Sans"/>
              </a:endParaRPr>
            </a:p>
          </p:txBody>
        </p:sp>
      </p:grpSp>
      <p:grpSp>
        <p:nvGrpSpPr>
          <p:cNvPr id="49" name="node12"/>
          <p:cNvGrpSpPr/>
          <p:nvPr/>
        </p:nvGrpSpPr>
        <p:grpSpPr>
          <a:xfrm>
            <a:off x="8953500" y="4800600"/>
            <a:ext cx="2514600" cy="458978"/>
            <a:chOff x="8953500" y="4800600"/>
            <a:chExt cx="2514600" cy="458978"/>
          </a:xfrm>
        </p:grpSpPr>
        <p:sp>
          <p:nvSpPr>
            <p:cNvPr id="37" name="node12.text"/>
            <p:cNvSpPr/>
            <p:nvPr/>
          </p:nvSpPr>
          <p:spPr>
            <a:xfrm>
              <a:off x="8953500" y="4800600"/>
              <a:ext cx="2514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92%</a:t>
              </a:r>
              <a:endParaRPr lang="en-US" sz="3600" spc="-72" kern="0" b="0" i="0" dirty="0">
                <a:solidFill>
                  <a:srgbClr val="FFFFFF"/>
                </a:solidFill>
                <a:latin typeface="IBM Plex Mono SemiBold"/>
                <a:ea typeface="IBM Plex Mono SemiBold"/>
                <a:cs typeface="IBM Plex Mono SemiBold"/>
              </a:endParaRPr>
            </a:p>
          </p:txBody>
        </p:sp>
      </p:grpSp>
      <p:grpSp>
        <p:nvGrpSpPr>
          <p:cNvPr id="50" name="node13"/>
          <p:cNvGrpSpPr/>
          <p:nvPr/>
        </p:nvGrpSpPr>
        <p:grpSpPr>
          <a:xfrm>
            <a:off x="8953500" y="5257800"/>
            <a:ext cx="2514600" cy="228600"/>
            <a:chOff x="8953500" y="5257800"/>
            <a:chExt cx="2514600" cy="228600"/>
          </a:xfrm>
        </p:grpSpPr>
        <p:sp>
          <p:nvSpPr>
            <p:cNvPr id="38" name="node13.text"/>
            <p:cNvSpPr/>
            <p:nvPr/>
          </p:nvSpPr>
          <p:spPr>
            <a:xfrm>
              <a:off x="8953500" y="5257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of matches automated</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ource-16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SAMPLE DELIVERABLE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zone of the readiness scorecard has a job</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Illustrative page. Final outputs are tailored to Northfield's data and confirmed priorities.</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118</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23900" y="1600200"/>
            <a:ext cx="5257800" cy="4114800"/>
            <a:chOff x="723900" y="1600200"/>
            <a:chExt cx="5257800" cy="4114800"/>
          </a:xfrm>
        </p:grpSpPr>
        <p:sp>
          <p:nvSpPr>
            <p:cNvPr id="7" name="node01.page.fill"/>
            <p:cNvSpPr/>
            <p:nvPr/>
          </p:nvSpPr>
          <p:spPr>
            <a:xfrm>
              <a:off x="723900" y="1600200"/>
              <a:ext cx="5257800" cy="4114800"/>
            </a:xfrm>
            <a:prstGeom prst="rect">
              <a:avLst/>
            </a:prstGeom>
            <a:solidFill>
              <a:srgbClr val="FFFFFF"/>
            </a:solidFill>
            <a:ln>
              <a:noFill/>
            </a:ln>
          </p:spPr>
        </p:sp>
        <p:sp>
          <p:nvSpPr>
            <p:cNvPr id="8" name="node01.page.border"/>
            <p:cNvSpPr/>
            <p:nvPr/>
          </p:nvSpPr>
          <p:spPr>
            <a:xfrm>
              <a:off x="723900" y="1600200"/>
              <a:ext cx="5257800" cy="4114800"/>
            </a:xfrm>
            <a:prstGeom prst="rect">
              <a:avLst/>
            </a:prstGeom>
            <a:ln w="9525">
              <a:solidFill>
                <a:srgbClr val="CED7E6"/>
              </a:solidFill>
              <a:prstDash val="solid"/>
            </a:ln>
          </p:spPr>
        </p:sp>
        <p:sp>
          <p:nvSpPr>
            <p:cNvPr id="9" name="node01.head"/>
            <p:cNvSpPr/>
            <p:nvPr/>
          </p:nvSpPr>
          <p:spPr>
            <a:xfrm>
              <a:off x="1091946" y="1968246"/>
              <a:ext cx="2486939" cy="288036"/>
            </a:xfrm>
            <a:prstGeom prst="rect">
              <a:avLst/>
            </a:prstGeom>
            <a:solidFill>
              <a:srgbClr val="070154"/>
            </a:solidFill>
            <a:ln>
              <a:noFill/>
            </a:ln>
          </p:spPr>
        </p:sp>
        <p:sp>
          <p:nvSpPr>
            <p:cNvPr id="10" name="node01.row-1"/>
            <p:cNvSpPr/>
            <p:nvPr/>
          </p:nvSpPr>
          <p:spPr>
            <a:xfrm>
              <a:off x="1091946" y="2462022"/>
              <a:ext cx="4521708" cy="556666"/>
            </a:xfrm>
            <a:prstGeom prst="rect">
              <a:avLst/>
            </a:prstGeom>
            <a:solidFill>
              <a:srgbClr val="50658E"/>
            </a:solidFill>
            <a:ln>
              <a:noFill/>
            </a:ln>
          </p:spPr>
        </p:sp>
        <p:sp>
          <p:nvSpPr>
            <p:cNvPr id="11" name="node01.row-2"/>
            <p:cNvSpPr/>
            <p:nvPr/>
          </p:nvSpPr>
          <p:spPr>
            <a:xfrm>
              <a:off x="1091946" y="3044088"/>
              <a:ext cx="4521708" cy="556666"/>
            </a:xfrm>
            <a:prstGeom prst="rect">
              <a:avLst/>
            </a:prstGeom>
            <a:solidFill>
              <a:srgbClr val="E8EEF8"/>
            </a:solidFill>
            <a:ln>
              <a:noFill/>
            </a:ln>
          </p:spPr>
        </p:sp>
        <p:sp>
          <p:nvSpPr>
            <p:cNvPr id="12" name="node01.row-3"/>
            <p:cNvSpPr/>
            <p:nvPr/>
          </p:nvSpPr>
          <p:spPr>
            <a:xfrm>
              <a:off x="1091946" y="3626155"/>
              <a:ext cx="4521708" cy="556666"/>
            </a:xfrm>
            <a:prstGeom prst="rect">
              <a:avLst/>
            </a:prstGeom>
            <a:solidFill>
              <a:srgbClr val="E8EEF8"/>
            </a:solidFill>
            <a:ln>
              <a:noFill/>
            </a:ln>
          </p:spPr>
        </p:sp>
        <p:sp>
          <p:nvSpPr>
            <p:cNvPr id="13" name="node01.row-4"/>
            <p:cNvSpPr/>
            <p:nvPr/>
          </p:nvSpPr>
          <p:spPr>
            <a:xfrm>
              <a:off x="1091946" y="4208221"/>
              <a:ext cx="4521708" cy="556666"/>
            </a:xfrm>
            <a:prstGeom prst="rect">
              <a:avLst/>
            </a:prstGeom>
            <a:solidFill>
              <a:srgbClr val="E8EEF8"/>
            </a:solidFill>
            <a:ln>
              <a:noFill/>
            </a:ln>
          </p:spPr>
        </p:sp>
        <p:sp>
          <p:nvSpPr>
            <p:cNvPr id="14" name="node01.row-5"/>
            <p:cNvSpPr/>
            <p:nvPr/>
          </p:nvSpPr>
          <p:spPr>
            <a:xfrm>
              <a:off x="1091946" y="4790288"/>
              <a:ext cx="4521708" cy="556666"/>
            </a:xfrm>
            <a:prstGeom prst="rect">
              <a:avLst/>
            </a:prstGeom>
            <a:solidFill>
              <a:srgbClr val="E8EEF8"/>
            </a:solidFill>
            <a:ln>
              <a:noFill/>
            </a:ln>
          </p:spPr>
        </p:sp>
      </p:grpSp>
      <p:grpSp>
        <p:nvGrpSpPr>
          <p:cNvPr id="37" name="z1"/>
          <p:cNvGrpSpPr/>
          <p:nvPr/>
        </p:nvGrpSpPr>
        <p:grpSpPr>
          <a:xfrm>
            <a:off x="952500" y="1714500"/>
            <a:ext cx="4800600" cy="800100"/>
            <a:chOff x="952500" y="1714500"/>
            <a:chExt cx="4800600" cy="800100"/>
          </a:xfrm>
        </p:grpSpPr>
        <p:sp>
          <p:nvSpPr>
            <p:cNvPr id="15" name="z1.surface"/>
            <p:cNvSpPr/>
            <p:nvPr/>
          </p:nvSpPr>
          <p:spPr>
            <a:xfrm>
              <a:off x="952500" y="1828800"/>
              <a:ext cx="4800600" cy="685800"/>
            </a:xfrm>
            <a:prstGeom prst="rect">
              <a:avLst/>
            </a:prstGeom>
            <a:ln w="12700">
              <a:solidFill>
                <a:srgbClr val="50658E"/>
              </a:solidFill>
              <a:prstDash val="dash"/>
            </a:ln>
          </p:spPr>
        </p:sp>
        <p:sp>
          <p:nvSpPr>
            <p:cNvPr id="16" name="z1.label-patch"/>
            <p:cNvSpPr/>
            <p:nvPr/>
          </p:nvSpPr>
          <p:spPr>
            <a:xfrm>
              <a:off x="1066800" y="1714500"/>
              <a:ext cx="151321" cy="152400"/>
            </a:xfrm>
            <a:prstGeom prst="rect">
              <a:avLst/>
            </a:prstGeom>
            <a:solidFill>
              <a:srgbClr val="FFFFFF"/>
            </a:solidFill>
            <a:ln>
              <a:noFill/>
            </a:ln>
          </p:spPr>
        </p:sp>
        <p:sp>
          <p:nvSpPr>
            <p:cNvPr id="17" name="z1.label"/>
            <p:cNvSpPr/>
            <p:nvPr/>
          </p:nvSpPr>
          <p:spPr>
            <a:xfrm>
              <a:off x="1104900" y="1714500"/>
              <a:ext cx="4495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1</a:t>
              </a:r>
              <a:endParaRPr lang="en-US" sz="900" spc="54" kern="0" b="0" i="0" dirty="0">
                <a:solidFill>
                  <a:srgbClr val="070154"/>
                </a:solidFill>
                <a:latin typeface="IBM Plex Mono SemiBold"/>
                <a:ea typeface="IBM Plex Mono SemiBold"/>
                <a:cs typeface="IBM Plex Mono SemiBold"/>
              </a:endParaRPr>
            </a:p>
          </p:txBody>
        </p:sp>
      </p:grpSp>
      <p:grpSp>
        <p:nvGrpSpPr>
          <p:cNvPr id="38" name="z2"/>
          <p:cNvGrpSpPr/>
          <p:nvPr/>
        </p:nvGrpSpPr>
        <p:grpSpPr>
          <a:xfrm>
            <a:off x="952500" y="2857500"/>
            <a:ext cx="4800600" cy="1028700"/>
            <a:chOff x="952500" y="2857500"/>
            <a:chExt cx="4800600" cy="1028700"/>
          </a:xfrm>
        </p:grpSpPr>
        <p:sp>
          <p:nvSpPr>
            <p:cNvPr id="18" name="z2.surface"/>
            <p:cNvSpPr/>
            <p:nvPr/>
          </p:nvSpPr>
          <p:spPr>
            <a:xfrm>
              <a:off x="952500" y="2971800"/>
              <a:ext cx="4800600" cy="914400"/>
            </a:xfrm>
            <a:prstGeom prst="rect">
              <a:avLst/>
            </a:prstGeom>
            <a:ln w="12700">
              <a:solidFill>
                <a:srgbClr val="50658E"/>
              </a:solidFill>
              <a:prstDash val="dash"/>
            </a:ln>
          </p:spPr>
        </p:sp>
        <p:sp>
          <p:nvSpPr>
            <p:cNvPr id="19" name="z2.label-patch"/>
            <p:cNvSpPr/>
            <p:nvPr/>
          </p:nvSpPr>
          <p:spPr>
            <a:xfrm>
              <a:off x="1066800" y="2857500"/>
              <a:ext cx="151321" cy="152400"/>
            </a:xfrm>
            <a:prstGeom prst="rect">
              <a:avLst/>
            </a:prstGeom>
            <a:solidFill>
              <a:srgbClr val="FFFFFF"/>
            </a:solidFill>
            <a:ln>
              <a:noFill/>
            </a:ln>
          </p:spPr>
        </p:sp>
        <p:sp>
          <p:nvSpPr>
            <p:cNvPr id="20" name="z2.label"/>
            <p:cNvSpPr/>
            <p:nvPr/>
          </p:nvSpPr>
          <p:spPr>
            <a:xfrm>
              <a:off x="1104900" y="2857500"/>
              <a:ext cx="4495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2</a:t>
              </a:r>
              <a:endParaRPr lang="en-US" sz="900" spc="54" kern="0" b="0" i="0" dirty="0">
                <a:solidFill>
                  <a:srgbClr val="070154"/>
                </a:solidFill>
                <a:latin typeface="IBM Plex Mono SemiBold"/>
                <a:ea typeface="IBM Plex Mono SemiBold"/>
                <a:cs typeface="IBM Plex Mono SemiBold"/>
              </a:endParaRPr>
            </a:p>
          </p:txBody>
        </p:sp>
      </p:grpSp>
      <p:grpSp>
        <p:nvGrpSpPr>
          <p:cNvPr id="39" name="z3"/>
          <p:cNvGrpSpPr/>
          <p:nvPr/>
        </p:nvGrpSpPr>
        <p:grpSpPr>
          <a:xfrm>
            <a:off x="952500" y="4229100"/>
            <a:ext cx="4800600" cy="1257300"/>
            <a:chOff x="952500" y="4229100"/>
            <a:chExt cx="4800600" cy="1257300"/>
          </a:xfrm>
        </p:grpSpPr>
        <p:sp>
          <p:nvSpPr>
            <p:cNvPr id="21" name="z3.surface"/>
            <p:cNvSpPr/>
            <p:nvPr/>
          </p:nvSpPr>
          <p:spPr>
            <a:xfrm>
              <a:off x="952500" y="4343400"/>
              <a:ext cx="4800600" cy="1143000"/>
            </a:xfrm>
            <a:prstGeom prst="rect">
              <a:avLst/>
            </a:prstGeom>
            <a:ln w="12700">
              <a:solidFill>
                <a:srgbClr val="50658E"/>
              </a:solidFill>
              <a:prstDash val="dash"/>
            </a:ln>
          </p:spPr>
        </p:sp>
        <p:sp>
          <p:nvSpPr>
            <p:cNvPr id="22" name="z3.label-patch"/>
            <p:cNvSpPr/>
            <p:nvPr/>
          </p:nvSpPr>
          <p:spPr>
            <a:xfrm>
              <a:off x="1066800" y="4229100"/>
              <a:ext cx="151321" cy="152400"/>
            </a:xfrm>
            <a:prstGeom prst="rect">
              <a:avLst/>
            </a:prstGeom>
            <a:solidFill>
              <a:srgbClr val="FFFFFF"/>
            </a:solidFill>
            <a:ln>
              <a:noFill/>
            </a:ln>
          </p:spPr>
        </p:sp>
        <p:sp>
          <p:nvSpPr>
            <p:cNvPr id="23" name="z3.label"/>
            <p:cNvSpPr/>
            <p:nvPr/>
          </p:nvSpPr>
          <p:spPr>
            <a:xfrm>
              <a:off x="1104900" y="4229100"/>
              <a:ext cx="4495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3</a:t>
              </a:r>
              <a:endParaRPr lang="en-US" sz="900" spc="54" kern="0" b="0" i="0" dirty="0">
                <a:solidFill>
                  <a:srgbClr val="070154"/>
                </a:solidFill>
                <a:latin typeface="IBM Plex Mono SemiBold"/>
                <a:ea typeface="IBM Plex Mono SemiBold"/>
                <a:cs typeface="IBM Plex Mono SemiBold"/>
              </a:endParaRPr>
            </a:p>
          </p:txBody>
        </p:sp>
      </p:grpSp>
      <p:grpSp>
        <p:nvGrpSpPr>
          <p:cNvPr id="40" name="node05"/>
          <p:cNvGrpSpPr/>
          <p:nvPr/>
        </p:nvGrpSpPr>
        <p:grpSpPr>
          <a:xfrm>
            <a:off x="5798820" y="1831370"/>
            <a:ext cx="5339080" cy="723900"/>
            <a:chOff x="5798820" y="1831370"/>
            <a:chExt cx="5339080" cy="723900"/>
          </a:xfrm>
        </p:grpSpPr>
        <p:pic>
          <p:nvPicPr>
            <p:cNvPr id="24" name="node05.arrow" descr="arrow-double; target=z1; canonical SHA256=bb18d27bee7209d892014a61bb1c3d80b8000610bef4994a77ef0a944fa38a56">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98820" y="2094527"/>
              <a:ext cx="924560" cy="171277"/>
            </a:xfrm>
            <a:prstGeom prst="rect">
              <a:avLst/>
            </a:prstGeom>
          </p:spPr>
        </p:pic>
        <p:sp>
          <p:nvSpPr>
            <p:cNvPr id="25" name="node05.callout.surface"/>
            <p:cNvSpPr/>
            <p:nvPr/>
          </p:nvSpPr>
          <p:spPr>
            <a:xfrm>
              <a:off x="6794500" y="1831370"/>
              <a:ext cx="4343400" cy="723900"/>
            </a:xfrm>
            <a:prstGeom prst="rect">
              <a:avLst/>
            </a:prstGeom>
            <a:solidFill>
              <a:srgbClr val="E8EEF8"/>
            </a:solidFill>
            <a:ln>
              <a:noFill/>
            </a:ln>
          </p:spPr>
        </p:sp>
        <p:sp>
          <p:nvSpPr>
            <p:cNvPr id="26" name="node05.label"/>
            <p:cNvSpPr/>
            <p:nvPr/>
          </p:nvSpPr>
          <p:spPr>
            <a:xfrm>
              <a:off x="6946900" y="1983770"/>
              <a:ext cx="4038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1 · WHERE WE STAND</a:t>
              </a:r>
              <a:endParaRPr lang="en-US" sz="1000" spc="80" kern="0" b="0" i="0" dirty="0">
                <a:solidFill>
                  <a:srgbClr val="0047FF"/>
                </a:solidFill>
                <a:latin typeface="IBM Plex Mono SemiBold"/>
                <a:ea typeface="IBM Plex Mono SemiBold"/>
                <a:cs typeface="IBM Plex Mono SemiBold"/>
              </a:endParaRPr>
            </a:p>
          </p:txBody>
        </p:sp>
        <p:sp>
          <p:nvSpPr>
            <p:cNvPr id="27" name="node05.text"/>
            <p:cNvSpPr/>
            <p:nvPr/>
          </p:nvSpPr>
          <p:spPr>
            <a:xfrm>
              <a:off x="6946900" y="2174270"/>
              <a:ext cx="403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headline score and the one decision it supports.</a:t>
              </a:r>
              <a:endParaRPr lang="en-US" sz="1200" spc="0" kern="0" b="0" i="0" dirty="0">
                <a:solidFill>
                  <a:srgbClr val="070154"/>
                </a:solidFill>
                <a:latin typeface="IBM Plex Sans"/>
                <a:ea typeface="IBM Plex Sans"/>
                <a:cs typeface="IBM Plex Sans"/>
              </a:endParaRPr>
            </a:p>
          </p:txBody>
        </p:sp>
      </p:grpSp>
      <p:grpSp>
        <p:nvGrpSpPr>
          <p:cNvPr id="41" name="node06"/>
          <p:cNvGrpSpPr/>
          <p:nvPr/>
        </p:nvGrpSpPr>
        <p:grpSpPr>
          <a:xfrm>
            <a:off x="5798820" y="3088670"/>
            <a:ext cx="5339080" cy="723900"/>
            <a:chOff x="5798820" y="3088670"/>
            <a:chExt cx="5339080" cy="723900"/>
          </a:xfrm>
        </p:grpSpPr>
        <p:pic>
          <p:nvPicPr>
            <p:cNvPr id="28" name="node06.arrow" descr="arrow-double; target=z2; canonical SHA256=bb18d27bee7209d892014a61bb1c3d80b8000610bef4994a77ef0a944fa38a56">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8820" y="3351827"/>
              <a:ext cx="924560" cy="171277"/>
            </a:xfrm>
            <a:prstGeom prst="rect">
              <a:avLst/>
            </a:prstGeom>
          </p:spPr>
        </p:pic>
        <p:sp>
          <p:nvSpPr>
            <p:cNvPr id="29" name="node06.callout.surface"/>
            <p:cNvSpPr/>
            <p:nvPr/>
          </p:nvSpPr>
          <p:spPr>
            <a:xfrm>
              <a:off x="6794500" y="3088670"/>
              <a:ext cx="4343400" cy="723900"/>
            </a:xfrm>
            <a:prstGeom prst="rect">
              <a:avLst/>
            </a:prstGeom>
            <a:solidFill>
              <a:srgbClr val="E8EEF8"/>
            </a:solidFill>
            <a:ln>
              <a:noFill/>
            </a:ln>
          </p:spPr>
        </p:sp>
        <p:sp>
          <p:nvSpPr>
            <p:cNvPr id="30" name="node06.label"/>
            <p:cNvSpPr/>
            <p:nvPr/>
          </p:nvSpPr>
          <p:spPr>
            <a:xfrm>
              <a:off x="6946900" y="3241070"/>
              <a:ext cx="4038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2 · STEP BY STEP</a:t>
              </a:r>
              <a:endParaRPr lang="en-US" sz="1000" spc="80" kern="0" b="0" i="0" dirty="0">
                <a:solidFill>
                  <a:srgbClr val="0047FF"/>
                </a:solidFill>
                <a:latin typeface="IBM Plex Mono SemiBold"/>
                <a:ea typeface="IBM Plex Mono SemiBold"/>
                <a:cs typeface="IBM Plex Mono SemiBold"/>
              </a:endParaRPr>
            </a:p>
          </p:txBody>
        </p:sp>
        <p:sp>
          <p:nvSpPr>
            <p:cNvPr id="31" name="node06.text"/>
            <p:cNvSpPr/>
            <p:nvPr/>
          </p:nvSpPr>
          <p:spPr>
            <a:xfrm>
              <a:off x="6946900" y="3431570"/>
              <a:ext cx="403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Each close step scored against the five-day target.</a:t>
              </a:r>
              <a:endParaRPr lang="en-US" sz="1200" spc="0" kern="0" b="0" i="0" dirty="0">
                <a:solidFill>
                  <a:srgbClr val="070154"/>
                </a:solidFill>
                <a:latin typeface="IBM Plex Sans"/>
                <a:ea typeface="IBM Plex Sans"/>
                <a:cs typeface="IBM Plex Sans"/>
              </a:endParaRPr>
            </a:p>
          </p:txBody>
        </p:sp>
      </p:grpSp>
      <p:grpSp>
        <p:nvGrpSpPr>
          <p:cNvPr id="42" name="node07"/>
          <p:cNvGrpSpPr/>
          <p:nvPr/>
        </p:nvGrpSpPr>
        <p:grpSpPr>
          <a:xfrm>
            <a:off x="5798820" y="4574570"/>
            <a:ext cx="5339080" cy="723900"/>
            <a:chOff x="5798820" y="4574570"/>
            <a:chExt cx="5339080" cy="723900"/>
          </a:xfrm>
        </p:grpSpPr>
        <p:pic>
          <p:nvPicPr>
            <p:cNvPr id="32" name="node07.arrow" descr="arrow-double; target=z3; canonical SHA256=bb18d27bee7209d892014a61bb1c3d80b8000610bef4994a77ef0a944fa38a56">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98820" y="4837727"/>
              <a:ext cx="924560" cy="171277"/>
            </a:xfrm>
            <a:prstGeom prst="rect">
              <a:avLst/>
            </a:prstGeom>
          </p:spPr>
        </p:pic>
        <p:sp>
          <p:nvSpPr>
            <p:cNvPr id="33" name="node07.callout.surface"/>
            <p:cNvSpPr/>
            <p:nvPr/>
          </p:nvSpPr>
          <p:spPr>
            <a:xfrm>
              <a:off x="6794500" y="4574570"/>
              <a:ext cx="4343400" cy="723900"/>
            </a:xfrm>
            <a:prstGeom prst="rect">
              <a:avLst/>
            </a:prstGeom>
            <a:solidFill>
              <a:srgbClr val="E8EEF8"/>
            </a:solidFill>
            <a:ln>
              <a:noFill/>
            </a:ln>
          </p:spPr>
        </p:sp>
        <p:sp>
          <p:nvSpPr>
            <p:cNvPr id="34" name="node07.label"/>
            <p:cNvSpPr/>
            <p:nvPr/>
          </p:nvSpPr>
          <p:spPr>
            <a:xfrm>
              <a:off x="6946900" y="4726970"/>
              <a:ext cx="4038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3 · WHAT HAPPENS NEXT</a:t>
              </a:r>
              <a:endParaRPr lang="en-US" sz="1000" spc="80" kern="0" b="0" i="0" dirty="0">
                <a:solidFill>
                  <a:srgbClr val="0047FF"/>
                </a:solidFill>
                <a:latin typeface="IBM Plex Mono SemiBold"/>
                <a:ea typeface="IBM Plex Mono SemiBold"/>
                <a:cs typeface="IBM Plex Mono SemiBold"/>
              </a:endParaRPr>
            </a:p>
          </p:txBody>
        </p:sp>
        <p:sp>
          <p:nvSpPr>
            <p:cNvPr id="35" name="node07.text"/>
            <p:cNvSpPr/>
            <p:nvPr/>
          </p:nvSpPr>
          <p:spPr>
            <a:xfrm>
              <a:off x="6946900" y="4917470"/>
              <a:ext cx="403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 and dates for the three gaps to close first.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ource-12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CASE STUDY · HEALTHCARE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15-day close became a 6-day close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engagement results, confirmed by the client.</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036320"/>
          </a:xfrm>
          <a:prstGeom prst="rect">
            <a:avLst/>
          </a:prstGeom>
          <a:solidFill>
            <a:srgbClr val="E8EEF8"/>
          </a:solidFill>
          <a:ln>
            <a:noFill/>
          </a:ln>
        </p:spPr>
      </p:sp>
      <p:sp>
        <p:nvSpPr>
          <p:cNvPr id="7"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569720"/>
            <a:ext cx="228600" cy="1036320"/>
          </a:xfrm>
          <a:prstGeom prst="rect">
            <a:avLst/>
          </a:prstGeom>
          <a:solidFill>
            <a:srgbClr val="E8EEF8"/>
          </a:solidFill>
          <a:ln>
            <a:noFill/>
          </a:ln>
        </p:spPr>
      </p:sp>
      <p:sp>
        <p:nvSpPr>
          <p:cNvPr id="9"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10" name="nav.section-03"/>
          <p:cNvSpPr/>
          <p:nvPr/>
        </p:nvSpPr>
        <p:spPr>
          <a:xfrm>
            <a:off x="266700" y="2682240"/>
            <a:ext cx="228600" cy="1036320"/>
          </a:xfrm>
          <a:prstGeom prst="rect">
            <a:avLst/>
          </a:prstGeom>
          <a:solidFill>
            <a:srgbClr val="070154"/>
          </a:solidFill>
          <a:ln>
            <a:noFill/>
          </a:ln>
        </p:spPr>
      </p:sp>
      <p:sp>
        <p:nvSpPr>
          <p:cNvPr id="11"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PROOF</a:t>
            </a:r>
            <a:endParaRPr lang="en-US" sz="800" spc="80" kern="0" b="0" i="0" dirty="0">
              <a:solidFill>
                <a:srgbClr val="FFFFFF"/>
              </a:solidFill>
              <a:latin typeface="IBM Plex Mono SemiBold"/>
              <a:ea typeface="IBM Plex Mono SemiBold"/>
              <a:cs typeface="IBM Plex Mono SemiBold"/>
            </a:endParaRPr>
          </a:p>
        </p:txBody>
      </p:sp>
      <p:sp>
        <p:nvSpPr>
          <p:cNvPr id="12" name="nav.section-04"/>
          <p:cNvSpPr/>
          <p:nvPr/>
        </p:nvSpPr>
        <p:spPr>
          <a:xfrm>
            <a:off x="266700" y="3794760"/>
            <a:ext cx="228600" cy="1036320"/>
          </a:xfrm>
          <a:prstGeom prst="rect">
            <a:avLst/>
          </a:prstGeom>
          <a:solidFill>
            <a:srgbClr val="E8EEF8"/>
          </a:solidFill>
          <a:ln>
            <a:noFill/>
          </a:ln>
        </p:spPr>
      </p:sp>
      <p:sp>
        <p:nvSpPr>
          <p:cNvPr id="13"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4" name="nav.section-05"/>
          <p:cNvSpPr/>
          <p:nvPr/>
        </p:nvSpPr>
        <p:spPr>
          <a:xfrm>
            <a:off x="266700" y="4907280"/>
            <a:ext cx="228600" cy="1036320"/>
          </a:xfrm>
          <a:prstGeom prst="rect">
            <a:avLst/>
          </a:prstGeom>
          <a:solidFill>
            <a:srgbClr val="E8EEF8"/>
          </a:solidFill>
          <a:ln>
            <a:noFill/>
          </a:ln>
        </p:spPr>
      </p:sp>
      <p:sp>
        <p:nvSpPr>
          <p:cNvPr id="15"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FEES</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119</a:t>
            </a:fld>
            <a:endParaRPr lang="en-US" sz="700" spc="0" kern="0" b="0" i="0" dirty="0">
              <a:solidFill>
                <a:srgbClr val="070154"/>
              </a:solidFill>
              <a:latin typeface="IBM Plex Mono SemiBold"/>
              <a:ea typeface="IBM Plex Mono SemiBold"/>
              <a:cs typeface="IBM Plex Mono SemiBold"/>
            </a:endParaRPr>
          </a:p>
        </p:txBody>
      </p:sp>
      <p:grpSp>
        <p:nvGrpSpPr>
          <p:cNvPr id="31" name="node01"/>
          <p:cNvGrpSpPr/>
          <p:nvPr/>
        </p:nvGrpSpPr>
        <p:grpSpPr>
          <a:xfrm>
            <a:off x="723900" y="1600200"/>
            <a:ext cx="3429000" cy="2514600"/>
            <a:chOff x="723900" y="1600200"/>
            <a:chExt cx="3429000" cy="2514600"/>
          </a:xfrm>
        </p:grpSpPr>
        <p:pic>
          <p:nvPicPr>
            <p:cNvPr id="17" name="node01.image" descr="photo-technician; canonical SHA256=dbc9f06d451ef5d623001722287d927f43778d85fc988571c2af2760bcb00cc1">    </p:cNvPr>
            <p:cNvPicPr>
              <a:picLocks noChangeAspect="1"/>
            </p:cNvPicPr>
            <p:nvPr/>
          </p:nvPicPr>
          <p:blipFill>
            <a:blip r:embed="rId1"/>
            <a:srcRect l="0" r="0" t="408" b="952"/>
            <a:stretch/>
          </p:blipFill>
          <p:spPr>
            <a:xfrm>
              <a:off x="723900" y="1600200"/>
              <a:ext cx="3429000" cy="2514600"/>
            </a:xfrm>
            <a:prstGeom prst="rect">
              <a:avLst/>
            </a:prstGeom>
          </p:spPr>
        </p:pic>
      </p:grpSp>
      <p:grpSp>
        <p:nvGrpSpPr>
          <p:cNvPr id="32" name="node02"/>
          <p:cNvGrpSpPr/>
          <p:nvPr/>
        </p:nvGrpSpPr>
        <p:grpSpPr>
          <a:xfrm>
            <a:off x="4381500" y="1600200"/>
            <a:ext cx="3429000" cy="762000"/>
            <a:chOff x="4381500" y="1600200"/>
            <a:chExt cx="3429000" cy="762000"/>
          </a:xfrm>
        </p:grpSpPr>
        <p:sp>
          <p:nvSpPr>
            <p:cNvPr id="18" name="node02.label"/>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19" name="node02.body"/>
            <p:cNvSpPr/>
            <p:nvPr/>
          </p:nvSpPr>
          <p:spPr>
            <a:xfrm>
              <a:off x="4381500" y="18288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15-day close, with intercompany balances matched by email.</a:t>
              </a:r>
              <a:endParaRPr lang="en-US" sz="1400" spc="0" kern="0" b="0" i="0" dirty="0">
                <a:solidFill>
                  <a:srgbClr val="50658E"/>
                </a:solidFill>
                <a:latin typeface="IBM Plex Sans"/>
                <a:ea typeface="IBM Plex Sans"/>
                <a:cs typeface="IBM Plex Sans"/>
              </a:endParaRPr>
            </a:p>
          </p:txBody>
        </p:sp>
      </p:grpSp>
      <p:grpSp>
        <p:nvGrpSpPr>
          <p:cNvPr id="33" name="node03"/>
          <p:cNvGrpSpPr/>
          <p:nvPr/>
        </p:nvGrpSpPr>
        <p:grpSpPr>
          <a:xfrm>
            <a:off x="4381500" y="2971800"/>
            <a:ext cx="3429000" cy="762000"/>
            <a:chOff x="4381500" y="2971800"/>
            <a:chExt cx="3429000" cy="762000"/>
          </a:xfrm>
        </p:grpSpPr>
        <p:sp>
          <p:nvSpPr>
            <p:cNvPr id="20" name="node03.label"/>
            <p:cNvSpPr/>
            <p:nvPr/>
          </p:nvSpPr>
          <p:spPr>
            <a:xfrm>
              <a:off x="4381500" y="2971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APPROACH</a:t>
              </a:r>
              <a:endParaRPr lang="en-US" sz="900" spc="54" kern="0" b="0" i="0" dirty="0">
                <a:solidFill>
                  <a:srgbClr val="0047FF"/>
                </a:solidFill>
                <a:latin typeface="IBM Plex Mono Medium"/>
                <a:ea typeface="IBM Plex Mono Medium"/>
                <a:cs typeface="IBM Plex Mono Medium"/>
              </a:endParaRPr>
            </a:p>
          </p:txBody>
        </p:sp>
        <p:sp>
          <p:nvSpPr>
            <p:cNvPr id="21" name="node03.body"/>
            <p:cNvSpPr/>
            <p:nvPr/>
          </p:nvSpPr>
          <p:spPr>
            <a:xfrm>
              <a:off x="4381500" y="32004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Automated reconciliations, rules at posting, review on day one.</a:t>
              </a:r>
              <a:endParaRPr lang="en-US" sz="1400" spc="0" kern="0" b="0" i="0" dirty="0">
                <a:solidFill>
                  <a:srgbClr val="50658E"/>
                </a:solidFill>
                <a:latin typeface="IBM Plex Sans"/>
                <a:ea typeface="IBM Plex Sans"/>
                <a:cs typeface="IBM Plex Sans"/>
              </a:endParaRPr>
            </a:p>
          </p:txBody>
        </p:sp>
      </p:grpSp>
      <p:grpSp>
        <p:nvGrpSpPr>
          <p:cNvPr id="34" name="node04"/>
          <p:cNvGrpSpPr/>
          <p:nvPr/>
        </p:nvGrpSpPr>
        <p:grpSpPr>
          <a:xfrm>
            <a:off x="8039100" y="1600200"/>
            <a:ext cx="3429000" cy="954850"/>
            <a:chOff x="8039100" y="1600200"/>
            <a:chExt cx="3429000" cy="954850"/>
          </a:xfrm>
        </p:grpSpPr>
        <p:sp>
          <p:nvSpPr>
            <p:cNvPr id="22" name="node04.value"/>
            <p:cNvSpPr/>
            <p:nvPr/>
          </p:nvSpPr>
          <p:spPr>
            <a:xfrm>
              <a:off x="8039100" y="1600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6 days</a:t>
              </a:r>
              <a:endParaRPr lang="en-US" sz="4800" spc="-96" kern="0" b="0" i="0" dirty="0">
                <a:solidFill>
                  <a:srgbClr val="070154"/>
                </a:solidFill>
                <a:latin typeface="IBM Plex Mono SemiBold"/>
                <a:ea typeface="IBM Plex Mono SemiBold"/>
                <a:cs typeface="IBM Plex Mono SemiBold"/>
              </a:endParaRPr>
            </a:p>
          </p:txBody>
        </p:sp>
        <p:sp>
          <p:nvSpPr>
            <p:cNvPr id="23" name="node04.label"/>
            <p:cNvSpPr/>
            <p:nvPr/>
          </p:nvSpPr>
          <p:spPr>
            <a:xfrm>
              <a:off x="8039100" y="2288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to close, from 15</a:t>
              </a:r>
              <a:endParaRPr lang="en-US" sz="1400" spc="0" kern="0" b="0" i="0" dirty="0">
                <a:solidFill>
                  <a:srgbClr val="50658E"/>
                </a:solidFill>
                <a:latin typeface="IBM Plex Sans"/>
                <a:ea typeface="IBM Plex Sans"/>
                <a:cs typeface="IBM Plex Sans"/>
              </a:endParaRPr>
            </a:p>
          </p:txBody>
        </p:sp>
      </p:grpSp>
      <p:grpSp>
        <p:nvGrpSpPr>
          <p:cNvPr id="35" name="node05"/>
          <p:cNvGrpSpPr/>
          <p:nvPr/>
        </p:nvGrpSpPr>
        <p:grpSpPr>
          <a:xfrm>
            <a:off x="8039100" y="2743200"/>
            <a:ext cx="3429000" cy="954850"/>
            <a:chOff x="8039100" y="2743200"/>
            <a:chExt cx="3429000" cy="954850"/>
          </a:xfrm>
        </p:grpSpPr>
        <p:sp>
          <p:nvSpPr>
            <p:cNvPr id="24" name="node05.value"/>
            <p:cNvSpPr/>
            <p:nvPr/>
          </p:nvSpPr>
          <p:spPr>
            <a:xfrm>
              <a:off x="8039100" y="2743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$2.1M</a:t>
              </a:r>
              <a:endParaRPr lang="en-US" sz="4800" spc="-96" kern="0" b="0" i="0" dirty="0">
                <a:solidFill>
                  <a:srgbClr val="070154"/>
                </a:solidFill>
                <a:latin typeface="IBM Plex Mono SemiBold"/>
                <a:ea typeface="IBM Plex Mono SemiBold"/>
                <a:cs typeface="IBM Plex Mono SemiBold"/>
              </a:endParaRPr>
            </a:p>
          </p:txBody>
        </p:sp>
        <p:sp>
          <p:nvSpPr>
            <p:cNvPr id="25" name="node05.label"/>
            <p:cNvSpPr/>
            <p:nvPr/>
          </p:nvSpPr>
          <p:spPr>
            <a:xfrm>
              <a:off x="8039100" y="3431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annual savings</a:t>
              </a:r>
              <a:endParaRPr lang="en-US" sz="1400" spc="0" kern="0" b="0" i="0" dirty="0">
                <a:solidFill>
                  <a:srgbClr val="50658E"/>
                </a:solidFill>
                <a:latin typeface="IBM Plex Sans"/>
                <a:ea typeface="IBM Plex Sans"/>
                <a:cs typeface="IBM Plex Sans"/>
              </a:endParaRPr>
            </a:p>
          </p:txBody>
        </p:sp>
      </p:grpSp>
      <p:grpSp>
        <p:nvGrpSpPr>
          <p:cNvPr id="36" name="node06"/>
          <p:cNvGrpSpPr/>
          <p:nvPr/>
        </p:nvGrpSpPr>
        <p:grpSpPr>
          <a:xfrm>
            <a:off x="8039100" y="3886200"/>
            <a:ext cx="3429000" cy="954850"/>
            <a:chOff x="8039100" y="3886200"/>
            <a:chExt cx="3429000" cy="954850"/>
          </a:xfrm>
        </p:grpSpPr>
        <p:sp>
          <p:nvSpPr>
            <p:cNvPr id="26" name="node06.value"/>
            <p:cNvSpPr/>
            <p:nvPr/>
          </p:nvSpPr>
          <p:spPr>
            <a:xfrm>
              <a:off x="8039100" y="3886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92%</a:t>
              </a:r>
              <a:endParaRPr lang="en-US" sz="4800" spc="-96" kern="0" b="0" i="0" dirty="0">
                <a:solidFill>
                  <a:srgbClr val="070154"/>
                </a:solidFill>
                <a:latin typeface="IBM Plex Mono SemiBold"/>
                <a:ea typeface="IBM Plex Mono SemiBold"/>
                <a:cs typeface="IBM Plex Mono SemiBold"/>
              </a:endParaRPr>
            </a:p>
          </p:txBody>
        </p:sp>
        <p:sp>
          <p:nvSpPr>
            <p:cNvPr id="27" name="node06.label"/>
            <p:cNvSpPr/>
            <p:nvPr/>
          </p:nvSpPr>
          <p:spPr>
            <a:xfrm>
              <a:off x="8039100" y="4574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of matches automated</a:t>
              </a:r>
              <a:endParaRPr lang="en-US" sz="1400" spc="0" kern="0" b="0" i="0" dirty="0">
                <a:solidFill>
                  <a:srgbClr val="50658E"/>
                </a:solidFill>
                <a:latin typeface="IBM Plex Sans"/>
                <a:ea typeface="IBM Plex Sans"/>
                <a:cs typeface="IBM Plex Sans"/>
              </a:endParaRPr>
            </a:p>
          </p:txBody>
        </p:sp>
      </p:grpSp>
      <p:grpSp>
        <p:nvGrpSpPr>
          <p:cNvPr id="37" name="node07"/>
          <p:cNvGrpSpPr/>
          <p:nvPr/>
        </p:nvGrpSpPr>
        <p:grpSpPr>
          <a:xfrm>
            <a:off x="723900" y="4343400"/>
            <a:ext cx="7086600" cy="1143000"/>
            <a:chOff x="723900" y="4343400"/>
            <a:chExt cx="7086600" cy="1143000"/>
          </a:xfrm>
        </p:grpSpPr>
        <p:sp>
          <p:nvSpPr>
            <p:cNvPr id="28" name="node07.quote-mark"/>
            <p:cNvSpPr/>
            <p:nvPr/>
          </p:nvSpPr>
          <p:spPr>
            <a:xfrm>
              <a:off x="723900" y="4343400"/>
              <a:ext cx="7086600" cy="479171"/>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29" name="node07.quote"/>
            <p:cNvSpPr/>
            <p:nvPr/>
          </p:nvSpPr>
          <p:spPr>
            <a:xfrm>
              <a:off x="723900" y="4838700"/>
              <a:ext cx="7086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We stopped finding problems on day nine.</a:t>
              </a:r>
              <a:endParaRPr lang="en-US" sz="2400" spc="-36" kern="0" b="0" i="0" dirty="0">
                <a:solidFill>
                  <a:srgbClr val="070154"/>
                </a:solidFill>
                <a:latin typeface="IBM Plex Sans SemiBold"/>
                <a:ea typeface="IBM Plex Sans SemiBold"/>
                <a:cs typeface="IBM Plex Sans SemiBold"/>
              </a:endParaRPr>
            </a:p>
          </p:txBody>
        </p:sp>
        <p:sp>
          <p:nvSpPr>
            <p:cNvPr id="30" name="node07.by"/>
            <p:cNvSpPr/>
            <p:nvPr/>
          </p:nvSpPr>
          <p:spPr>
            <a:xfrm>
              <a:off x="723900" y="5334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CORPORATE CONTROLLER · REGIONAL HEALTH SYSTEM</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119</Slides>
  <Notes>119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119</vt:i4>
      </vt:variant>
    </vt:vector>
  </HeadingPairs>
  <TitlesOfParts>
    <vt:vector size="1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WMDS foundation reference</dc:title>
  <dc:subject>PptxGenJS Presentation</dc:subject>
  <dc:creator>West Monroe</dc:creator>
  <cp:lastModifiedBy>West Monroe</cp:lastModifiedBy>
  <cp:revision>1</cp:revision>
  <dcterms:created xsi:type="dcterms:W3CDTF">2026-10-06T17:06:42Z</dcterms:created>
  <dcterms:modified xsi:type="dcterms:W3CDTF">2026-10-06T17:06:42Z</dcterms:modified>
</cp:coreProperties>
</file>